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2.xml" ContentType="application/vnd.openxmlformats-officedocument.drawingml.chart+xml"/>
  <Override PartName="/ppt/tags/tag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xml" ContentType="application/vnd.openxmlformats-officedocument.presentationml.tags+xml"/>
  <Override PartName="/ppt/notesSlides/notesSlide3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6.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2.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 id="2147485027" r:id="rId2"/>
  </p:sldMasterIdLst>
  <p:notesMasterIdLst>
    <p:notesMasterId r:id="rId179"/>
  </p:notesMasterIdLst>
  <p:handoutMasterIdLst>
    <p:handoutMasterId r:id="rId180"/>
  </p:handoutMasterIdLst>
  <p:sldIdLst>
    <p:sldId id="5150" r:id="rId3"/>
    <p:sldId id="5971" r:id="rId4"/>
    <p:sldId id="925" r:id="rId5"/>
    <p:sldId id="2560" r:id="rId6"/>
    <p:sldId id="2562" r:id="rId7"/>
    <p:sldId id="2565" r:id="rId8"/>
    <p:sldId id="2566" r:id="rId9"/>
    <p:sldId id="2567" r:id="rId10"/>
    <p:sldId id="2568" r:id="rId11"/>
    <p:sldId id="5821" r:id="rId12"/>
    <p:sldId id="6152" r:id="rId13"/>
    <p:sldId id="5969" r:id="rId14"/>
    <p:sldId id="5979" r:id="rId15"/>
    <p:sldId id="5018" r:id="rId16"/>
    <p:sldId id="5980" r:id="rId17"/>
    <p:sldId id="5985" r:id="rId18"/>
    <p:sldId id="6158" r:id="rId19"/>
    <p:sldId id="6157" r:id="rId20"/>
    <p:sldId id="5986" r:id="rId21"/>
    <p:sldId id="6170" r:id="rId22"/>
    <p:sldId id="5988" r:id="rId23"/>
    <p:sldId id="5989" r:id="rId24"/>
    <p:sldId id="6150" r:id="rId25"/>
    <p:sldId id="6320" r:id="rId26"/>
    <p:sldId id="6321" r:id="rId27"/>
    <p:sldId id="5978" r:id="rId28"/>
    <p:sldId id="6148" r:id="rId29"/>
    <p:sldId id="6153" r:id="rId30"/>
    <p:sldId id="5981" r:id="rId31"/>
    <p:sldId id="5982" r:id="rId32"/>
    <p:sldId id="5983" r:id="rId33"/>
    <p:sldId id="6010" r:id="rId34"/>
    <p:sldId id="1221" r:id="rId35"/>
    <p:sldId id="1412" r:id="rId36"/>
    <p:sldId id="6011" r:id="rId37"/>
    <p:sldId id="709" r:id="rId38"/>
    <p:sldId id="710" r:id="rId39"/>
    <p:sldId id="943" r:id="rId40"/>
    <p:sldId id="986" r:id="rId41"/>
    <p:sldId id="6012" r:id="rId42"/>
    <p:sldId id="805" r:id="rId43"/>
    <p:sldId id="5990" r:id="rId44"/>
    <p:sldId id="807" r:id="rId45"/>
    <p:sldId id="6154" r:id="rId46"/>
    <p:sldId id="1064" r:id="rId47"/>
    <p:sldId id="1066" r:id="rId48"/>
    <p:sldId id="1067" r:id="rId49"/>
    <p:sldId id="1162" r:id="rId50"/>
    <p:sldId id="5977" r:id="rId51"/>
    <p:sldId id="1256" r:id="rId52"/>
    <p:sldId id="6138" r:id="rId53"/>
    <p:sldId id="5159" r:id="rId54"/>
    <p:sldId id="6145" r:id="rId55"/>
    <p:sldId id="6139" r:id="rId56"/>
    <p:sldId id="1109" r:id="rId57"/>
    <p:sldId id="1298" r:id="rId58"/>
    <p:sldId id="1111" r:id="rId59"/>
    <p:sldId id="1114" r:id="rId60"/>
    <p:sldId id="1115" r:id="rId61"/>
    <p:sldId id="6155" r:id="rId62"/>
    <p:sldId id="6325" r:id="rId63"/>
    <p:sldId id="6326" r:id="rId64"/>
    <p:sldId id="952" r:id="rId65"/>
    <p:sldId id="6322" r:id="rId66"/>
    <p:sldId id="1284" r:id="rId67"/>
    <p:sldId id="6074" r:id="rId68"/>
    <p:sldId id="6151" r:id="rId69"/>
    <p:sldId id="6156" r:id="rId70"/>
    <p:sldId id="5152" r:id="rId71"/>
    <p:sldId id="5153" r:id="rId72"/>
    <p:sldId id="5013" r:id="rId73"/>
    <p:sldId id="5026" r:id="rId74"/>
    <p:sldId id="5030" r:id="rId75"/>
    <p:sldId id="3169" r:id="rId76"/>
    <p:sldId id="6129" r:id="rId77"/>
    <p:sldId id="678" r:id="rId78"/>
    <p:sldId id="5124" r:id="rId79"/>
    <p:sldId id="450" r:id="rId80"/>
    <p:sldId id="1700" r:id="rId81"/>
    <p:sldId id="1701" r:id="rId82"/>
    <p:sldId id="1702" r:id="rId83"/>
    <p:sldId id="1703" r:id="rId84"/>
    <p:sldId id="1704" r:id="rId85"/>
    <p:sldId id="1705" r:id="rId86"/>
    <p:sldId id="1706" r:id="rId87"/>
    <p:sldId id="6203" r:id="rId88"/>
    <p:sldId id="794" r:id="rId89"/>
    <p:sldId id="6199" r:id="rId90"/>
    <p:sldId id="6204" r:id="rId91"/>
    <p:sldId id="692" r:id="rId92"/>
    <p:sldId id="691" r:id="rId93"/>
    <p:sldId id="693" r:id="rId94"/>
    <p:sldId id="695" r:id="rId95"/>
    <p:sldId id="696" r:id="rId96"/>
    <p:sldId id="6205" r:id="rId97"/>
    <p:sldId id="6162" r:id="rId98"/>
    <p:sldId id="6188" r:id="rId99"/>
    <p:sldId id="716" r:id="rId100"/>
    <p:sldId id="717" r:id="rId101"/>
    <p:sldId id="6191" r:id="rId102"/>
    <p:sldId id="6192" r:id="rId103"/>
    <p:sldId id="4413" r:id="rId104"/>
    <p:sldId id="4414" r:id="rId105"/>
    <p:sldId id="6193" r:id="rId106"/>
    <p:sldId id="6196" r:id="rId107"/>
    <p:sldId id="6195" r:id="rId108"/>
    <p:sldId id="6194" r:id="rId109"/>
    <p:sldId id="4456" r:id="rId110"/>
    <p:sldId id="4471" r:id="rId111"/>
    <p:sldId id="6209" r:id="rId112"/>
    <p:sldId id="6323" r:id="rId113"/>
    <p:sldId id="2866" r:id="rId114"/>
    <p:sldId id="6210" r:id="rId115"/>
    <p:sldId id="6211" r:id="rId116"/>
    <p:sldId id="6212" r:id="rId117"/>
    <p:sldId id="6213" r:id="rId118"/>
    <p:sldId id="6214" r:id="rId119"/>
    <p:sldId id="2973" r:id="rId120"/>
    <p:sldId id="6215" r:id="rId121"/>
    <p:sldId id="6216" r:id="rId122"/>
    <p:sldId id="6218" r:id="rId123"/>
    <p:sldId id="2841" r:id="rId124"/>
    <p:sldId id="6236" r:id="rId125"/>
    <p:sldId id="6237" r:id="rId126"/>
    <p:sldId id="618" r:id="rId127"/>
    <p:sldId id="1331" r:id="rId128"/>
    <p:sldId id="6239" r:id="rId129"/>
    <p:sldId id="6161" r:id="rId130"/>
    <p:sldId id="6171" r:id="rId131"/>
    <p:sldId id="6167" r:id="rId132"/>
    <p:sldId id="6168" r:id="rId133"/>
    <p:sldId id="6172" r:id="rId134"/>
    <p:sldId id="6179" r:id="rId135"/>
    <p:sldId id="6174" r:id="rId136"/>
    <p:sldId id="6177" r:id="rId137"/>
    <p:sldId id="6184" r:id="rId138"/>
    <p:sldId id="6142" r:id="rId139"/>
    <p:sldId id="6198" r:id="rId140"/>
    <p:sldId id="6263" r:id="rId141"/>
    <p:sldId id="6230" r:id="rId142"/>
    <p:sldId id="6231" r:id="rId143"/>
    <p:sldId id="6248" r:id="rId144"/>
    <p:sldId id="6251" r:id="rId145"/>
    <p:sldId id="6252" r:id="rId146"/>
    <p:sldId id="6264" r:id="rId147"/>
    <p:sldId id="6258" r:id="rId148"/>
    <p:sldId id="6262" r:id="rId149"/>
    <p:sldId id="6275" r:id="rId150"/>
    <p:sldId id="6281" r:id="rId151"/>
    <p:sldId id="6284" r:id="rId152"/>
    <p:sldId id="6286" r:id="rId153"/>
    <p:sldId id="6288" r:id="rId154"/>
    <p:sldId id="6291" r:id="rId155"/>
    <p:sldId id="6293" r:id="rId156"/>
    <p:sldId id="6294" r:id="rId157"/>
    <p:sldId id="6295" r:id="rId158"/>
    <p:sldId id="6296" r:id="rId159"/>
    <p:sldId id="6297" r:id="rId160"/>
    <p:sldId id="6298" r:id="rId161"/>
    <p:sldId id="6299" r:id="rId162"/>
    <p:sldId id="6300" r:id="rId163"/>
    <p:sldId id="6301" r:id="rId164"/>
    <p:sldId id="6302" r:id="rId165"/>
    <p:sldId id="6303" r:id="rId166"/>
    <p:sldId id="6304" r:id="rId167"/>
    <p:sldId id="6305" r:id="rId168"/>
    <p:sldId id="6306" r:id="rId169"/>
    <p:sldId id="6307" r:id="rId170"/>
    <p:sldId id="6308" r:id="rId171"/>
    <p:sldId id="6309" r:id="rId172"/>
    <p:sldId id="6310" r:id="rId173"/>
    <p:sldId id="6311" r:id="rId174"/>
    <p:sldId id="6312" r:id="rId175"/>
    <p:sldId id="6315" r:id="rId176"/>
    <p:sldId id="596" r:id="rId177"/>
    <p:sldId id="611" r:id="rId17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FF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85286" autoAdjust="0"/>
  </p:normalViewPr>
  <p:slideViewPr>
    <p:cSldViewPr>
      <p:cViewPr>
        <p:scale>
          <a:sx n="100" d="100"/>
          <a:sy n="100" d="100"/>
        </p:scale>
        <p:origin x="3560" y="924"/>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presProps" Target="presProps.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viewProps" Target="viewProps.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tableStyles" Target="tableStyle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notesMaster" Target="notesMasters/notes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handoutMaster" Target="handoutMasters/handoutMaster1.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Users\kevincha\projects\writeups\thesis\slides\latency_trend_talk.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163061056761843"/>
          <c:y val="4.7359957061459852E-2"/>
          <c:w val="0.79509504493756455"/>
          <c:h val="0.81445427773678447"/>
        </c:manualLayout>
      </c:layout>
      <c:lineChart>
        <c:grouping val="standard"/>
        <c:varyColors val="0"/>
        <c:ser>
          <c:idx val="0"/>
          <c:order val="0"/>
          <c:tx>
            <c:strRef>
              <c:f>Sheet1!$B$1</c:f>
              <c:strCache>
                <c:ptCount val="1"/>
                <c:pt idx="0">
                  <c:v>One-cycle CPU</c:v>
                </c:pt>
              </c:strCache>
            </c:strRef>
          </c:tx>
          <c:spPr>
            <a:ln w="28575" cap="rnd">
              <a:solidFill>
                <a:schemeClr val="accent1"/>
              </a:solidFill>
              <a:round/>
            </a:ln>
            <a:effectLst/>
          </c:spPr>
          <c:marker>
            <c:symbol val="none"/>
          </c:marker>
          <c:cat>
            <c:numRef>
              <c:f>Sheet1!$A$2:$A$32</c:f>
              <c:numCache>
                <c:formatCode>General</c:formatCode>
                <c:ptCount val="31"/>
              </c:numCache>
            </c:numRef>
          </c:cat>
          <c:val>
            <c:numRef>
              <c:f>Sheet1!$B$2:$B$32</c:f>
              <c:numCache>
                <c:formatCode>General</c:formatCode>
                <c:ptCount val="31"/>
                <c:pt idx="0">
                  <c:v>0.01</c:v>
                </c:pt>
                <c:pt idx="1">
                  <c:v>0.01</c:v>
                </c:pt>
                <c:pt idx="2">
                  <c:v>0.01</c:v>
                </c:pt>
                <c:pt idx="3">
                  <c:v>0.01</c:v>
                </c:pt>
                <c:pt idx="4">
                  <c:v>0.01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0.01</c:v>
                </c:pt>
                <c:pt idx="20">
                  <c:v>0.01</c:v>
                </c:pt>
                <c:pt idx="21">
                  <c:v>0.01</c:v>
                </c:pt>
                <c:pt idx="22">
                  <c:v>0.01</c:v>
                </c:pt>
                <c:pt idx="23">
                  <c:v>0.01</c:v>
                </c:pt>
                <c:pt idx="24">
                  <c:v>0.01</c:v>
                </c:pt>
                <c:pt idx="25">
                  <c:v>0.01</c:v>
                </c:pt>
                <c:pt idx="26">
                  <c:v>0.01</c:v>
                </c:pt>
                <c:pt idx="27">
                  <c:v>0.01</c:v>
                </c:pt>
                <c:pt idx="28">
                  <c:v>0.01</c:v>
                </c:pt>
                <c:pt idx="29">
                  <c:v>0.01</c:v>
                </c:pt>
                <c:pt idx="30">
                  <c:v>0.01</c:v>
                </c:pt>
              </c:numCache>
            </c:numRef>
          </c:val>
          <c:smooth val="0"/>
          <c:extLst>
            <c:ext xmlns:c16="http://schemas.microsoft.com/office/drawing/2014/chart" uri="{C3380CC4-5D6E-409C-BE32-E72D297353CC}">
              <c16:uniqueId val="{00000000-F277-46C7-81EA-04748F6A3A66}"/>
            </c:ext>
          </c:extLst>
        </c:ser>
        <c:ser>
          <c:idx val="1"/>
          <c:order val="1"/>
          <c:tx>
            <c:strRef>
              <c:f>Sheet1!$C$1</c:f>
              <c:strCache>
                <c:ptCount val="1"/>
                <c:pt idx="0">
                  <c:v>Pipeline CPU</c:v>
                </c:pt>
              </c:strCache>
            </c:strRef>
          </c:tx>
          <c:spPr>
            <a:ln w="28575" cap="rnd">
              <a:solidFill>
                <a:srgbClr val="0096FF"/>
              </a:solidFill>
              <a:round/>
            </a:ln>
            <a:effectLst/>
          </c:spPr>
          <c:marker>
            <c:symbol val="none"/>
          </c:marker>
          <c:cat>
            <c:numRef>
              <c:f>Sheet1!$A$2:$A$32</c:f>
              <c:numCache>
                <c:formatCode>General</c:formatCode>
                <c:ptCount val="31"/>
              </c:numCache>
            </c:numRef>
          </c:cat>
          <c:val>
            <c:numRef>
              <c:f>Sheet1!$C$2:$C$32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extLst>
            <c:ext xmlns:c16="http://schemas.microsoft.com/office/drawing/2014/chart" uri="{C3380CC4-5D6E-409C-BE32-E72D297353CC}">
              <c16:uniqueId val="{00000001-F277-46C7-81EA-04748F6A3A66}"/>
            </c:ext>
          </c:extLst>
        </c:ser>
        <c:ser>
          <c:idx val="2"/>
          <c:order val="2"/>
          <c:tx>
            <c:strRef>
              <c:f>Sheet1!$D$1</c:f>
              <c:strCache>
                <c:ptCount val="1"/>
                <c:pt idx="0">
                  <c:v>SIMD CPU</c:v>
                </c:pt>
              </c:strCache>
            </c:strRef>
          </c:tx>
          <c:spPr>
            <a:ln w="28575" cap="rnd">
              <a:solidFill>
                <a:srgbClr val="002060"/>
              </a:solidFill>
              <a:round/>
            </a:ln>
            <a:effectLst/>
          </c:spPr>
          <c:marker>
            <c:symbol val="none"/>
          </c:marker>
          <c:cat>
            <c:numRef>
              <c:f>Sheet1!$A$2:$A$32</c:f>
              <c:numCache>
                <c:formatCode>General</c:formatCode>
                <c:ptCount val="31"/>
              </c:numCache>
            </c:numRef>
          </c:cat>
          <c:val>
            <c:numRef>
              <c:f>Sheet1!$D$2:$D$32</c:f>
              <c:numCache>
                <c:formatCode>General</c:formatCode>
                <c:ptCount val="3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numCache>
            </c:numRef>
          </c:val>
          <c:smooth val="0"/>
          <c:extLst>
            <c:ext xmlns:c16="http://schemas.microsoft.com/office/drawing/2014/chart" uri="{C3380CC4-5D6E-409C-BE32-E72D297353CC}">
              <c16:uniqueId val="{00000002-F277-46C7-81EA-04748F6A3A66}"/>
            </c:ext>
          </c:extLst>
        </c:ser>
        <c:ser>
          <c:idx val="3"/>
          <c:order val="3"/>
          <c:tx>
            <c:strRef>
              <c:f>Sheet1!$E$1</c:f>
              <c:strCache>
                <c:ptCount val="1"/>
                <c:pt idx="0">
                  <c:v>GPU</c:v>
                </c:pt>
              </c:strCache>
            </c:strRef>
          </c:tx>
          <c:spPr>
            <a:ln w="28575" cap="rnd">
              <a:solidFill>
                <a:srgbClr val="00B050"/>
              </a:solidFill>
              <a:round/>
            </a:ln>
            <a:effectLst/>
          </c:spPr>
          <c:marker>
            <c:symbol val="none"/>
          </c:marker>
          <c:cat>
            <c:numRef>
              <c:f>Sheet1!$A$2:$A$32</c:f>
              <c:numCache>
                <c:formatCode>General</c:formatCode>
                <c:ptCount val="31"/>
              </c:numCache>
            </c:numRef>
          </c:cat>
          <c:val>
            <c:numRef>
              <c:f>Sheet1!$E$2:$E$32</c:f>
              <c:numCache>
                <c:formatCode>General</c:formatCode>
                <c:ptCount val="31"/>
                <c:pt idx="0">
                  <c:v>20000</c:v>
                </c:pt>
                <c:pt idx="1">
                  <c:v>20000</c:v>
                </c:pt>
                <c:pt idx="2">
                  <c:v>20000</c:v>
                </c:pt>
                <c:pt idx="3">
                  <c:v>20000</c:v>
                </c:pt>
                <c:pt idx="4">
                  <c:v>20000</c:v>
                </c:pt>
                <c:pt idx="5">
                  <c:v>20000</c:v>
                </c:pt>
                <c:pt idx="6">
                  <c:v>20000</c:v>
                </c:pt>
                <c:pt idx="7">
                  <c:v>20000</c:v>
                </c:pt>
                <c:pt idx="8">
                  <c:v>20000</c:v>
                </c:pt>
                <c:pt idx="9">
                  <c:v>20000</c:v>
                </c:pt>
                <c:pt idx="10">
                  <c:v>20000</c:v>
                </c:pt>
                <c:pt idx="11">
                  <c:v>20000</c:v>
                </c:pt>
                <c:pt idx="12">
                  <c:v>20000</c:v>
                </c:pt>
                <c:pt idx="13">
                  <c:v>20000</c:v>
                </c:pt>
                <c:pt idx="14">
                  <c:v>20000</c:v>
                </c:pt>
                <c:pt idx="15">
                  <c:v>20000</c:v>
                </c:pt>
                <c:pt idx="16">
                  <c:v>20000</c:v>
                </c:pt>
                <c:pt idx="17">
                  <c:v>20000</c:v>
                </c:pt>
                <c:pt idx="18">
                  <c:v>20000</c:v>
                </c:pt>
                <c:pt idx="19">
                  <c:v>20000</c:v>
                </c:pt>
                <c:pt idx="20">
                  <c:v>20000</c:v>
                </c:pt>
                <c:pt idx="21">
                  <c:v>20000</c:v>
                </c:pt>
                <c:pt idx="22">
                  <c:v>20000</c:v>
                </c:pt>
                <c:pt idx="23">
                  <c:v>20000</c:v>
                </c:pt>
                <c:pt idx="24">
                  <c:v>20000</c:v>
                </c:pt>
                <c:pt idx="25">
                  <c:v>20000</c:v>
                </c:pt>
                <c:pt idx="26">
                  <c:v>20000</c:v>
                </c:pt>
                <c:pt idx="27">
                  <c:v>20000</c:v>
                </c:pt>
                <c:pt idx="28">
                  <c:v>20000</c:v>
                </c:pt>
                <c:pt idx="29">
                  <c:v>20000</c:v>
                </c:pt>
                <c:pt idx="30">
                  <c:v>20000</c:v>
                </c:pt>
              </c:numCache>
            </c:numRef>
          </c:val>
          <c:smooth val="0"/>
          <c:extLst>
            <c:ext xmlns:c16="http://schemas.microsoft.com/office/drawing/2014/chart" uri="{C3380CC4-5D6E-409C-BE32-E72D297353CC}">
              <c16:uniqueId val="{00000003-F277-46C7-81EA-04748F6A3A66}"/>
            </c:ext>
          </c:extLst>
        </c:ser>
        <c:ser>
          <c:idx val="4"/>
          <c:order val="4"/>
          <c:tx>
            <c:strRef>
              <c:f>Sheet1!$F$1</c:f>
              <c:strCache>
                <c:ptCount val="1"/>
                <c:pt idx="0">
                  <c:v>VGG19</c:v>
                </c:pt>
              </c:strCache>
            </c:strRef>
          </c:tx>
          <c:spPr>
            <a:ln w="28575" cap="rnd">
              <a:solidFill>
                <a:schemeClr val="accent5"/>
              </a:solidFill>
              <a:prstDash val="dash"/>
              <a:round/>
            </a:ln>
            <a:effectLst/>
          </c:spPr>
          <c:marker>
            <c:symbol val="none"/>
          </c:marker>
          <c:cat>
            <c:numRef>
              <c:f>Sheet1!$A$2:$A$32</c:f>
              <c:numCache>
                <c:formatCode>General</c:formatCode>
                <c:ptCount val="31"/>
              </c:numCache>
            </c:numRef>
          </c:cat>
          <c:val>
            <c:numRef>
              <c:f>Sheet1!$F$2:$F$32</c:f>
              <c:numCache>
                <c:formatCode>General</c:formatCode>
                <c:ptCount val="31"/>
                <c:pt idx="0">
                  <c:v>19.600000000000001</c:v>
                </c:pt>
                <c:pt idx="1">
                  <c:v>19.600000000000001</c:v>
                </c:pt>
                <c:pt idx="2">
                  <c:v>19.600000000000001</c:v>
                </c:pt>
                <c:pt idx="3">
                  <c:v>19.600000000000001</c:v>
                </c:pt>
                <c:pt idx="4">
                  <c:v>19.600000000000001</c:v>
                </c:pt>
                <c:pt idx="5">
                  <c:v>19.600000000000001</c:v>
                </c:pt>
                <c:pt idx="6">
                  <c:v>19.600000000000001</c:v>
                </c:pt>
                <c:pt idx="7">
                  <c:v>19.600000000000001</c:v>
                </c:pt>
                <c:pt idx="8">
                  <c:v>19.600000000000001</c:v>
                </c:pt>
                <c:pt idx="9">
                  <c:v>19.600000000000001</c:v>
                </c:pt>
                <c:pt idx="10">
                  <c:v>19.600000000000001</c:v>
                </c:pt>
                <c:pt idx="11">
                  <c:v>19.600000000000001</c:v>
                </c:pt>
                <c:pt idx="12">
                  <c:v>19.600000000000001</c:v>
                </c:pt>
                <c:pt idx="13">
                  <c:v>19.600000000000001</c:v>
                </c:pt>
                <c:pt idx="14">
                  <c:v>19.600000000000001</c:v>
                </c:pt>
                <c:pt idx="15">
                  <c:v>19.600000000000001</c:v>
                </c:pt>
                <c:pt idx="16">
                  <c:v>19.600000000000001</c:v>
                </c:pt>
                <c:pt idx="17">
                  <c:v>19.600000000000001</c:v>
                </c:pt>
                <c:pt idx="18">
                  <c:v>19.600000000000001</c:v>
                </c:pt>
                <c:pt idx="19">
                  <c:v>19.600000000000001</c:v>
                </c:pt>
                <c:pt idx="20">
                  <c:v>19.600000000000001</c:v>
                </c:pt>
                <c:pt idx="21">
                  <c:v>19.600000000000001</c:v>
                </c:pt>
                <c:pt idx="22">
                  <c:v>19.600000000000001</c:v>
                </c:pt>
                <c:pt idx="23">
                  <c:v>19.600000000000001</c:v>
                </c:pt>
                <c:pt idx="24">
                  <c:v>19.600000000000001</c:v>
                </c:pt>
                <c:pt idx="25">
                  <c:v>19.600000000000001</c:v>
                </c:pt>
                <c:pt idx="26">
                  <c:v>19.600000000000001</c:v>
                </c:pt>
                <c:pt idx="27">
                  <c:v>19.600000000000001</c:v>
                </c:pt>
                <c:pt idx="28">
                  <c:v>19.600000000000001</c:v>
                </c:pt>
                <c:pt idx="29">
                  <c:v>19.600000000000001</c:v>
                </c:pt>
                <c:pt idx="30">
                  <c:v>19.600000000000001</c:v>
                </c:pt>
              </c:numCache>
            </c:numRef>
          </c:val>
          <c:smooth val="0"/>
          <c:extLst>
            <c:ext xmlns:c16="http://schemas.microsoft.com/office/drawing/2014/chart" uri="{C3380CC4-5D6E-409C-BE32-E72D297353CC}">
              <c16:uniqueId val="{00000004-F277-46C7-81EA-04748F6A3A66}"/>
            </c:ext>
          </c:extLst>
        </c:ser>
        <c:ser>
          <c:idx val="5"/>
          <c:order val="5"/>
          <c:tx>
            <c:strRef>
              <c:f>Sheet1!$G$1</c:f>
              <c:strCache>
                <c:ptCount val="1"/>
                <c:pt idx="0">
                  <c:v>GPT-3</c:v>
                </c:pt>
              </c:strCache>
            </c:strRef>
          </c:tx>
          <c:spPr>
            <a:ln w="28575" cap="rnd">
              <a:solidFill>
                <a:schemeClr val="accent6"/>
              </a:solidFill>
              <a:prstDash val="dash"/>
              <a:round/>
            </a:ln>
            <a:effectLst/>
          </c:spPr>
          <c:marker>
            <c:symbol val="none"/>
          </c:marker>
          <c:cat>
            <c:numRef>
              <c:f>Sheet1!$A$2:$A$32</c:f>
              <c:numCache>
                <c:formatCode>General</c:formatCode>
                <c:ptCount val="31"/>
              </c:numCache>
            </c:numRef>
          </c:cat>
          <c:val>
            <c:numRef>
              <c:f>Sheet1!$G$2:$G$32</c:f>
              <c:numCache>
                <c:formatCode>General</c:formatCode>
                <c:ptCount val="31"/>
                <c:pt idx="0">
                  <c:v>250000</c:v>
                </c:pt>
                <c:pt idx="1">
                  <c:v>250000</c:v>
                </c:pt>
                <c:pt idx="2">
                  <c:v>250000</c:v>
                </c:pt>
                <c:pt idx="3">
                  <c:v>250000</c:v>
                </c:pt>
                <c:pt idx="4">
                  <c:v>250000</c:v>
                </c:pt>
                <c:pt idx="5">
                  <c:v>250000</c:v>
                </c:pt>
                <c:pt idx="6">
                  <c:v>250000</c:v>
                </c:pt>
                <c:pt idx="7">
                  <c:v>250000</c:v>
                </c:pt>
                <c:pt idx="8">
                  <c:v>250000</c:v>
                </c:pt>
                <c:pt idx="9">
                  <c:v>250000</c:v>
                </c:pt>
                <c:pt idx="10">
                  <c:v>250000</c:v>
                </c:pt>
                <c:pt idx="11">
                  <c:v>250000</c:v>
                </c:pt>
                <c:pt idx="12">
                  <c:v>250000</c:v>
                </c:pt>
                <c:pt idx="13">
                  <c:v>250000</c:v>
                </c:pt>
                <c:pt idx="14">
                  <c:v>250000</c:v>
                </c:pt>
                <c:pt idx="15">
                  <c:v>250000</c:v>
                </c:pt>
                <c:pt idx="16">
                  <c:v>250000</c:v>
                </c:pt>
                <c:pt idx="17">
                  <c:v>250000</c:v>
                </c:pt>
                <c:pt idx="18">
                  <c:v>250000</c:v>
                </c:pt>
                <c:pt idx="19">
                  <c:v>250000</c:v>
                </c:pt>
                <c:pt idx="20">
                  <c:v>250000</c:v>
                </c:pt>
                <c:pt idx="21">
                  <c:v>250000</c:v>
                </c:pt>
                <c:pt idx="22">
                  <c:v>250000</c:v>
                </c:pt>
                <c:pt idx="23">
                  <c:v>250000</c:v>
                </c:pt>
                <c:pt idx="24">
                  <c:v>250000</c:v>
                </c:pt>
                <c:pt idx="25">
                  <c:v>250000</c:v>
                </c:pt>
                <c:pt idx="26">
                  <c:v>250000</c:v>
                </c:pt>
                <c:pt idx="27">
                  <c:v>250000</c:v>
                </c:pt>
                <c:pt idx="28">
                  <c:v>250000</c:v>
                </c:pt>
                <c:pt idx="29">
                  <c:v>250000</c:v>
                </c:pt>
                <c:pt idx="30">
                  <c:v>250000</c:v>
                </c:pt>
              </c:numCache>
            </c:numRef>
          </c:val>
          <c:smooth val="0"/>
          <c:extLst>
            <c:ext xmlns:c16="http://schemas.microsoft.com/office/drawing/2014/chart" uri="{C3380CC4-5D6E-409C-BE32-E72D297353CC}">
              <c16:uniqueId val="{00000005-F277-46C7-81EA-04748F6A3A66}"/>
            </c:ext>
          </c:extLst>
        </c:ser>
        <c:dLbls>
          <c:showLegendKey val="0"/>
          <c:showVal val="0"/>
          <c:showCatName val="0"/>
          <c:showSerName val="0"/>
          <c:showPercent val="0"/>
          <c:showBubbleSize val="0"/>
        </c:dLbls>
        <c:smooth val="0"/>
        <c:axId val="27724640"/>
        <c:axId val="430957568"/>
      </c:lineChart>
      <c:catAx>
        <c:axId val="27724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30957568"/>
        <c:crosses val="autoZero"/>
        <c:auto val="1"/>
        <c:lblAlgn val="ctr"/>
        <c:lblOffset val="100"/>
        <c:noMultiLvlLbl val="0"/>
      </c:catAx>
      <c:valAx>
        <c:axId val="430957568"/>
        <c:scaling>
          <c:logBase val="10"/>
          <c:orientation val="minMax"/>
          <c:max val="1000000"/>
          <c:min val="1.0000000000000002E-3"/>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ltLang="zh-CN" sz="1400" b="1" dirty="0"/>
                  <a:t>Throughput</a:t>
                </a:r>
                <a:r>
                  <a:rPr lang="en-US" altLang="zh-CN" sz="1400" b="1" baseline="0" dirty="0"/>
                  <a:t> (GOPs/s)</a:t>
                </a:r>
                <a:endParaRPr lang="zh-CN" altLang="en-US" sz="1400" b="1" dirty="0"/>
              </a:p>
            </c:rich>
          </c:tx>
          <c:layout>
            <c:manualLayout>
              <c:xMode val="edge"/>
              <c:yMode val="edge"/>
              <c:x val="2.422717993584135E-2"/>
              <c:y val="0.20193539155192369"/>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zh-CN"/>
            </a:p>
          </c:txPr>
        </c:title>
        <c:numFmt formatCode="#,##0.00_);[Red]\(#,##0.00\)" sourceLinked="0"/>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Bahnschrift Light" panose="020B0502040204020203" pitchFamily="34" charset="0"/>
                <a:ea typeface="+mn-ea"/>
                <a:cs typeface="+mn-cs"/>
              </a:defRPr>
            </a:pPr>
            <a:endParaRPr lang="zh-CN"/>
          </a:p>
        </c:txPr>
        <c:crossAx val="27724640"/>
        <c:crosses val="autoZero"/>
        <c:crossBetween val="between"/>
      </c:valAx>
      <c:spPr>
        <a:noFill/>
        <a:ln>
          <a:solidFill>
            <a:schemeClr val="accent6"/>
          </a:solidFill>
        </a:ln>
        <a:effectLst/>
      </c:spPr>
    </c:plotArea>
    <c:legend>
      <c:legendPos val="b"/>
      <c:layout>
        <c:manualLayout>
          <c:xMode val="edge"/>
          <c:yMode val="edge"/>
          <c:x val="0"/>
          <c:y val="0.91858075197812983"/>
          <c:w val="1"/>
          <c:h val="4.96344069460755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00506622718701"/>
          <c:y val="0.16071480580290401"/>
          <c:w val="0.82732323043042"/>
          <c:h val="0.66641303891524295"/>
        </c:manualLayout>
      </c:layout>
      <c:lineChart>
        <c:grouping val="standard"/>
        <c:varyColors val="0"/>
        <c:ser>
          <c:idx val="4"/>
          <c:order val="2"/>
          <c:tx>
            <c:strRef>
              <c:f>Trend!$N$56</c:f>
              <c:strCache>
                <c:ptCount val="1"/>
                <c:pt idx="0">
                  <c:v>Capacity</c:v>
                </c:pt>
              </c:strCache>
            </c:strRef>
          </c:tx>
          <c:spPr>
            <a:ln w="38100" cap="rnd">
              <a:solidFill>
                <a:schemeClr val="accent4">
                  <a:lumMod val="60000"/>
                </a:schemeClr>
              </a:solidFill>
              <a:round/>
            </a:ln>
            <a:effectLst/>
          </c:spPr>
          <c:marker>
            <c:symbol val="triangle"/>
            <c:size val="14"/>
            <c:spPr>
              <a:solidFill>
                <a:schemeClr val="accent4">
                  <a:lumMod val="60000"/>
                </a:schemeClr>
              </a:solidFill>
              <a:ln w="9525">
                <a:solidFill>
                  <a:schemeClr val="accent4">
                    <a:lumMod val="60000"/>
                  </a:schemeClr>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Trend!$O$56:$X$56</c:f>
              <c:numCache>
                <c:formatCode>General</c:formatCode>
                <c:ptCount val="10"/>
                <c:pt idx="0">
                  <c:v>1</c:v>
                </c:pt>
                <c:pt idx="1">
                  <c:v>2</c:v>
                </c:pt>
                <c:pt idx="2">
                  <c:v>4</c:v>
                </c:pt>
                <c:pt idx="3">
                  <c:v>8</c:v>
                </c:pt>
                <c:pt idx="4">
                  <c:v>16</c:v>
                </c:pt>
                <c:pt idx="5">
                  <c:v>32</c:v>
                </c:pt>
                <c:pt idx="6">
                  <c:v>64</c:v>
                </c:pt>
                <c:pt idx="7">
                  <c:v>64</c:v>
                </c:pt>
                <c:pt idx="8">
                  <c:v>128</c:v>
                </c:pt>
                <c:pt idx="9">
                  <c:v>128</c:v>
                </c:pt>
              </c:numCache>
            </c:numRef>
          </c:val>
          <c:smooth val="0"/>
          <c:extLst>
            <c:ext xmlns:c16="http://schemas.microsoft.com/office/drawing/2014/chart" uri="{C3380CC4-5D6E-409C-BE32-E72D297353CC}">
              <c16:uniqueId val="{00000000-DC3E-0A4A-8338-B86E31B2A912}"/>
            </c:ext>
          </c:extLst>
        </c:ser>
        <c:ser>
          <c:idx val="3"/>
          <c:order val="3"/>
          <c:tx>
            <c:strRef>
              <c:f>Trend!$N$55</c:f>
              <c:strCache>
                <c:ptCount val="1"/>
                <c:pt idx="0">
                  <c:v>Bandwidth</c:v>
                </c:pt>
              </c:strCache>
            </c:strRef>
          </c:tx>
          <c:spPr>
            <a:ln w="38100" cap="rnd">
              <a:solidFill>
                <a:schemeClr val="accent6"/>
              </a:solidFill>
              <a:round/>
            </a:ln>
            <a:effectLst/>
          </c:spPr>
          <c:marker>
            <c:symbol val="square"/>
            <c:size val="14"/>
            <c:spPr>
              <a:solidFill>
                <a:schemeClr val="accent6"/>
              </a:solidFill>
              <a:ln w="9525">
                <a:solidFill>
                  <a:schemeClr val="accent6"/>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Trend!$O$55:$X$55</c:f>
              <c:numCache>
                <c:formatCode>General</c:formatCode>
                <c:ptCount val="10"/>
                <c:pt idx="0">
                  <c:v>1</c:v>
                </c:pt>
                <c:pt idx="1">
                  <c:v>3.007518796992481</c:v>
                </c:pt>
                <c:pt idx="2">
                  <c:v>6.0150375939849621</c:v>
                </c:pt>
                <c:pt idx="3">
                  <c:v>8.0150375939849603</c:v>
                </c:pt>
                <c:pt idx="4">
                  <c:v>10.02255639097744</c:v>
                </c:pt>
                <c:pt idx="5">
                  <c:v>12.030075187969921</c:v>
                </c:pt>
                <c:pt idx="6">
                  <c:v>14.030075187969921</c:v>
                </c:pt>
                <c:pt idx="7">
                  <c:v>16.03759398496241</c:v>
                </c:pt>
                <c:pt idx="8">
                  <c:v>18.045112781954881</c:v>
                </c:pt>
                <c:pt idx="9">
                  <c:v>19.548872180451131</c:v>
                </c:pt>
              </c:numCache>
            </c:numRef>
          </c:val>
          <c:smooth val="0"/>
          <c:extLst>
            <c:ext xmlns:c16="http://schemas.microsoft.com/office/drawing/2014/chart" uri="{C3380CC4-5D6E-409C-BE32-E72D297353CC}">
              <c16:uniqueId val="{00000001-DC3E-0A4A-8338-B86E31B2A912}"/>
            </c:ext>
          </c:extLst>
        </c:ser>
        <c:ser>
          <c:idx val="2"/>
          <c:order val="4"/>
          <c:tx>
            <c:strRef>
              <c:f>Trend!$N$57</c:f>
              <c:strCache>
                <c:ptCount val="1"/>
                <c:pt idx="0">
                  <c:v>Latency</c:v>
                </c:pt>
              </c:strCache>
            </c:strRef>
          </c:tx>
          <c:spPr>
            <a:ln w="38100" cap="rnd">
              <a:solidFill>
                <a:srgbClr val="FF4136"/>
              </a:solidFill>
              <a:round/>
            </a:ln>
            <a:effectLst/>
          </c:spPr>
          <c:marker>
            <c:symbol val="circle"/>
            <c:size val="14"/>
            <c:spPr>
              <a:solidFill>
                <a:srgbClr val="FF4136"/>
              </a:solidFill>
              <a:ln w="9525">
                <a:solidFill>
                  <a:srgbClr val="FF4136"/>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Trend!$O$58:$X$58</c:f>
              <c:numCache>
                <c:formatCode>General</c:formatCode>
                <c:ptCount val="10"/>
                <c:pt idx="0">
                  <c:v>1</c:v>
                </c:pt>
                <c:pt idx="1">
                  <c:v>1</c:v>
                </c:pt>
                <c:pt idx="2">
                  <c:v>1.043478260869565</c:v>
                </c:pt>
                <c:pt idx="3">
                  <c:v>1.142857142857143</c:v>
                </c:pt>
                <c:pt idx="4">
                  <c:v>1.2121212121212119</c:v>
                </c:pt>
                <c:pt idx="5">
                  <c:v>1.263157894736842</c:v>
                </c:pt>
                <c:pt idx="6">
                  <c:v>1.2520868113522541</c:v>
                </c:pt>
                <c:pt idx="7">
                  <c:v>1.274968125796855</c:v>
                </c:pt>
                <c:pt idx="8">
                  <c:v>1.2998266897746971</c:v>
                </c:pt>
                <c:pt idx="9">
                  <c:v>1.31868131868132</c:v>
                </c:pt>
              </c:numCache>
            </c:numRef>
          </c:val>
          <c:smooth val="0"/>
          <c:extLst>
            <c:ext xmlns:c16="http://schemas.microsoft.com/office/drawing/2014/chart" uri="{C3380CC4-5D6E-409C-BE32-E72D297353CC}">
              <c16:uniqueId val="{00000002-DC3E-0A4A-8338-B86E31B2A912}"/>
            </c:ext>
          </c:extLst>
        </c:ser>
        <c:dLbls>
          <c:showLegendKey val="0"/>
          <c:showVal val="0"/>
          <c:showCatName val="0"/>
          <c:showSerName val="0"/>
          <c:showPercent val="0"/>
          <c:showBubbleSize val="0"/>
        </c:dLbls>
        <c:marker val="1"/>
        <c:smooth val="0"/>
        <c:axId val="1717159040"/>
        <c:axId val="1717163216"/>
        <c:extLst>
          <c:ext xmlns:c15="http://schemas.microsoft.com/office/drawing/2012/chart" uri="{02D57815-91ED-43cb-92C2-25804820EDAC}">
            <c15:filteredLineSeries>
              <c15:ser>
                <c:idx val="0"/>
                <c:order val="0"/>
                <c:tx>
                  <c:strRef>
                    <c:extLst>
                      <c:ext uri="{02D57815-91ED-43cb-92C2-25804820EDAC}">
                        <c15:formulaRef>
                          <c15:sqref>Trend!$N$52</c15:sqref>
                        </c15:formulaRef>
                      </c:ext>
                    </c:extLst>
                    <c:strCache>
                      <c:ptCount val="1"/>
                      <c:pt idx="0">
                        <c:v>Activation</c:v>
                      </c:pt>
                    </c:strCache>
                  </c:strRef>
                </c:tx>
                <c:spPr>
                  <a:ln w="28575" cap="rnd">
                    <a:solidFill>
                      <a:schemeClr val="accent2"/>
                    </a:solidFill>
                    <a:round/>
                  </a:ln>
                  <a:effectLst/>
                </c:spPr>
                <c:marker>
                  <c:symbol val="circle"/>
                  <c:size val="14"/>
                  <c:spPr>
                    <a:solidFill>
                      <a:schemeClr val="accent2"/>
                    </a:solidFill>
                    <a:ln w="9525">
                      <a:solidFill>
                        <a:schemeClr val="accent2"/>
                      </a:solidFill>
                    </a:ln>
                    <a:effectLst/>
                  </c:spPr>
                </c:marker>
                <c:cat>
                  <c:numRef>
                    <c:extLst>
                      <c:ext uri="{02D57815-91ED-43cb-92C2-25804820EDAC}">
                        <c15:formulaRef>
                          <c15:sqref>Trend!$O$51:$X$51</c15:sqref>
                        </c15:formulaRef>
                      </c:ext>
                    </c:extLst>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extLst>
                      <c:ext uri="{02D57815-91ED-43cb-92C2-25804820EDAC}">
                        <c15:formulaRef>
                          <c15:sqref>Trend!$O$52:$V$52</c15:sqref>
                        </c15:formulaRef>
                      </c:ext>
                    </c:extLst>
                    <c:numCache>
                      <c:formatCode>General</c:formatCode>
                      <c:ptCount val="8"/>
                      <c:pt idx="0">
                        <c:v>1</c:v>
                      </c:pt>
                      <c:pt idx="1">
                        <c:v>1</c:v>
                      </c:pt>
                      <c:pt idx="2">
                        <c:v>1</c:v>
                      </c:pt>
                      <c:pt idx="3">
                        <c:v>1</c:v>
                      </c:pt>
                      <c:pt idx="4">
                        <c:v>0.9</c:v>
                      </c:pt>
                      <c:pt idx="5">
                        <c:v>0.83333333333333304</c:v>
                      </c:pt>
                      <c:pt idx="6">
                        <c:v>0.92800000000000005</c:v>
                      </c:pt>
                      <c:pt idx="7">
                        <c:v>0.93733333333333302</c:v>
                      </c:pt>
                    </c:numCache>
                  </c:numRef>
                </c:val>
                <c:smooth val="0"/>
                <c:extLst>
                  <c:ext xmlns:c16="http://schemas.microsoft.com/office/drawing/2014/chart" uri="{C3380CC4-5D6E-409C-BE32-E72D297353CC}">
                    <c16:uniqueId val="{00000003-DC3E-0A4A-8338-B86E31B2A912}"/>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Trend!$N$53</c15:sqref>
                        </c15:formulaRef>
                      </c:ext>
                    </c:extLst>
                    <c:strCache>
                      <c:ptCount val="1"/>
                      <c:pt idx="0">
                        <c:v>Precharge</c:v>
                      </c:pt>
                    </c:strCache>
                  </c:strRef>
                </c:tx>
                <c:spPr>
                  <a:ln w="28575" cap="rnd">
                    <a:solidFill>
                      <a:schemeClr val="accent4"/>
                    </a:solidFill>
                    <a:round/>
                  </a:ln>
                  <a:effectLst/>
                </c:spPr>
                <c:marker>
                  <c:symbol val="x"/>
                  <c:size val="14"/>
                  <c:spPr>
                    <a:noFill/>
                    <a:ln w="9525">
                      <a:solidFill>
                        <a:schemeClr val="accent4"/>
                      </a:solidFill>
                    </a:ln>
                    <a:effectLst/>
                  </c:spPr>
                </c:marker>
                <c:cat>
                  <c:numRef>
                    <c:extLst xmlns:c15="http://schemas.microsoft.com/office/drawing/2012/chart">
                      <c:ext xmlns:c15="http://schemas.microsoft.com/office/drawing/2012/chart" uri="{02D57815-91ED-43cb-92C2-25804820EDAC}">
                        <c15:formulaRef>
                          <c15:sqref>Trend!$O$51:$X$51</c15:sqref>
                        </c15:formulaRef>
                      </c:ext>
                    </c:extLst>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extLst xmlns:c15="http://schemas.microsoft.com/office/drawing/2012/chart">
                      <c:ext xmlns:c15="http://schemas.microsoft.com/office/drawing/2012/chart" uri="{02D57815-91ED-43cb-92C2-25804820EDAC}">
                        <c15:formulaRef>
                          <c15:sqref>Trend!$O$53:$V$53</c15:sqref>
                        </c15:formulaRef>
                      </c:ext>
                    </c:extLst>
                    <c:numCache>
                      <c:formatCode>General</c:formatCode>
                      <c:ptCount val="8"/>
                      <c:pt idx="0">
                        <c:v>1</c:v>
                      </c:pt>
                      <c:pt idx="1">
                        <c:v>1</c:v>
                      </c:pt>
                      <c:pt idx="2">
                        <c:v>1</c:v>
                      </c:pt>
                      <c:pt idx="3">
                        <c:v>1</c:v>
                      </c:pt>
                      <c:pt idx="4">
                        <c:v>0.9</c:v>
                      </c:pt>
                      <c:pt idx="5">
                        <c:v>0.83333333333333304</c:v>
                      </c:pt>
                      <c:pt idx="6">
                        <c:v>0.92800000000000005</c:v>
                      </c:pt>
                      <c:pt idx="7">
                        <c:v>0.93733333333333302</c:v>
                      </c:pt>
                    </c:numCache>
                  </c:numRef>
                </c:val>
                <c:smooth val="0"/>
                <c:extLst xmlns:c15="http://schemas.microsoft.com/office/drawing/2012/chart">
                  <c:ext xmlns:c16="http://schemas.microsoft.com/office/drawing/2014/chart" uri="{C3380CC4-5D6E-409C-BE32-E72D297353CC}">
                    <c16:uniqueId val="{00000004-DC3E-0A4A-8338-B86E31B2A912}"/>
                  </c:ext>
                </c:extLst>
              </c15:ser>
            </c15:filteredLineSeries>
          </c:ext>
        </c:extLst>
      </c:lineChart>
      <c:catAx>
        <c:axId val="1717159040"/>
        <c:scaling>
          <c:orientation val="minMax"/>
        </c:scaling>
        <c:delete val="0"/>
        <c:axPos val="b"/>
        <c:numFmt formatCode="General" sourceLinked="1"/>
        <c:majorTickMark val="none"/>
        <c:minorTickMark val="none"/>
        <c:tickLblPos val="nextTo"/>
        <c:spPr>
          <a:noFill/>
          <a:ln w="19050" cap="flat" cmpd="sng" algn="ctr">
            <a:solidFill>
              <a:schemeClr val="tx1"/>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crossAx val="1717163216"/>
        <c:crosses val="autoZero"/>
        <c:auto val="1"/>
        <c:lblAlgn val="ctr"/>
        <c:lblOffset val="100"/>
        <c:noMultiLvlLbl val="0"/>
      </c:catAx>
      <c:valAx>
        <c:axId val="1717163216"/>
        <c:scaling>
          <c:logBase val="10"/>
          <c:orientation val="minMax"/>
          <c:max val="150"/>
          <c:min val="1"/>
        </c:scaling>
        <c:delete val="0"/>
        <c:axPos val="l"/>
        <c:majorGridlines>
          <c:spPr>
            <a:ln w="19050"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r>
                  <a:rPr lang="en-US"/>
                  <a:t>DRAM Improvement (log)</a:t>
                </a:r>
              </a:p>
            </c:rich>
          </c:tx>
          <c:layout>
            <c:manualLayout>
              <c:xMode val="edge"/>
              <c:yMode val="edge"/>
              <c:x val="3.91802270431953E-3"/>
              <c:y val="0.103654866919604"/>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crossAx val="1717159040"/>
        <c:crosses val="autoZero"/>
        <c:crossBetween val="between"/>
        <c:majorUnit val="10"/>
      </c:valAx>
      <c:spPr>
        <a:noFill/>
        <a:ln>
          <a:noFill/>
        </a:ln>
        <a:effectLst/>
      </c:spPr>
    </c:plotArea>
    <c:legend>
      <c:legendPos val="b"/>
      <c:layout>
        <c:manualLayout>
          <c:xMode val="edge"/>
          <c:yMode val="edge"/>
          <c:x val="0.129817285683346"/>
          <c:y val="1.4274251973468001E-3"/>
          <c:w val="0.66589575864953399"/>
          <c:h val="9.9282337620760802E-2"/>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legend>
    <c:plotVisOnly val="1"/>
    <c:dispBlanksAs val="gap"/>
    <c:showDLblsOverMax val="0"/>
  </c:chart>
  <c:spPr>
    <a:noFill/>
    <a:ln>
      <a:noFill/>
    </a:ln>
    <a:effectLst/>
  </c:spPr>
  <c:txPr>
    <a:bodyPr/>
    <a:lstStyle/>
    <a:p>
      <a:pPr>
        <a:defRPr sz="2400">
          <a:latin typeface="Gill Sans MT" panose="020B0502020104020203" pitchFamily="34" charset="0"/>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48EB407-99B1-7B48-B34F-162EF7D583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7FE435BF-6CDD-7D4D-8141-29F7A822A2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698CE0C1-C743-EF4B-8981-78EA12EFC89B}" type="datetimeFigureOut">
              <a:rPr lang="en-US"/>
              <a:pPr>
                <a:defRPr/>
              </a:pPr>
              <a:t>6/15/2026</a:t>
            </a:fld>
            <a:endParaRPr lang="en-US"/>
          </a:p>
        </p:txBody>
      </p:sp>
      <p:sp>
        <p:nvSpPr>
          <p:cNvPr id="4" name="Footer Placeholder 3">
            <a:extLst>
              <a:ext uri="{FF2B5EF4-FFF2-40B4-BE49-F238E27FC236}">
                <a16:creationId xmlns:a16="http://schemas.microsoft.com/office/drawing/2014/main" id="{58D3DD79-75E1-7941-871A-61C0889A522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30BF9EBC-9279-0A40-92B8-2B74B763AA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charset="0"/>
                <a:ea typeface="ＭＳ Ｐゴシック" charset="-128"/>
              </a:defRPr>
            </a:lvl1pPr>
          </a:lstStyle>
          <a:p>
            <a:pPr>
              <a:defRPr/>
            </a:pPr>
            <a:fld id="{AC70593E-066F-B54A-AC3B-884F8A497E49}"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B3A284-2D72-7346-96C1-0822359391F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3C340874-855C-7D4B-8059-92C02B8F265D}"/>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3F4AA869-E495-BD45-937E-18D84A6A69B6}" type="datetime1">
              <a:rPr lang="en-US" altLang="en-US"/>
              <a:pPr>
                <a:defRPr/>
              </a:pPr>
              <a:t>6/15/2026</a:t>
            </a:fld>
            <a:endParaRPr lang="en-US" altLang="en-US"/>
          </a:p>
        </p:txBody>
      </p:sp>
      <p:sp>
        <p:nvSpPr>
          <p:cNvPr id="4" name="Slide Image Placeholder 3">
            <a:extLst>
              <a:ext uri="{FF2B5EF4-FFF2-40B4-BE49-F238E27FC236}">
                <a16:creationId xmlns:a16="http://schemas.microsoft.com/office/drawing/2014/main" id="{982D69DC-5824-F640-9F4D-E904F34A733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A1E2E9B3-11FA-9246-AC4A-F248142BF209}"/>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8FE947F-1F5A-6040-9606-86B5582B8578}"/>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7D221294-541C-3A4D-8F17-AA62677AC95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194A2244-8C6B-0D46-B48B-C6CB08A6C4C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4811DDEB-23E5-1A4A-A4FA-2FB462DC493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7CF1C65-F0E2-8E44-882C-5DBA87F125D8}" type="slidenum">
              <a:rPr lang="en-US" altLang="en-US" smtClean="0">
                <a:solidFill>
                  <a:srgbClr val="000000"/>
                </a:solidFill>
                <a:latin typeface="Arial" panose="020B0604020202020204" pitchFamily="34" charset="0"/>
                <a:cs typeface="Arial" panose="020B0604020202020204" pitchFamily="34" charset="0"/>
              </a:rPr>
              <a:pPr>
                <a:spcBef>
                  <a:spcPct val="0"/>
                </a:spcBef>
              </a:pPr>
              <a:t>1</a:t>
            </a:fld>
            <a:endParaRPr lang="en-US" altLang="en-US">
              <a:solidFill>
                <a:srgbClr val="000000"/>
              </a:solidFill>
              <a:latin typeface="Arial" panose="020B0604020202020204" pitchFamily="34" charset="0"/>
              <a:cs typeface="Arial" panose="020B0604020202020204" pitchFamily="34" charset="0"/>
            </a:endParaRPr>
          </a:p>
        </p:txBody>
      </p:sp>
      <p:sp>
        <p:nvSpPr>
          <p:cNvPr id="23554" name="Rectangle 2">
            <a:extLst>
              <a:ext uri="{FF2B5EF4-FFF2-40B4-BE49-F238E27FC236}">
                <a16:creationId xmlns:a16="http://schemas.microsoft.com/office/drawing/2014/main" id="{2AB01437-07BF-AD4E-82F9-DDA0E0B2AF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55423678-1E4A-644F-87FF-81A34DC442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10148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2</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r>
              <a:rPr lang="en-US" altLang="zh-CN" dirty="0"/>
              <a:t>One more tip: which company earn the most money from the AI surge? Nvidia. </a:t>
            </a:r>
            <a:endParaRPr lang="zh-CN" altLang="zh-CN" dirty="0"/>
          </a:p>
        </p:txBody>
      </p:sp>
    </p:spTree>
    <p:extLst>
      <p:ext uri="{BB962C8B-B14F-4D97-AF65-F5344CB8AC3E}">
        <p14:creationId xmlns:p14="http://schemas.microsoft.com/office/powerpoint/2010/main" val="3884327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majority of you will not work on Systems.</a:t>
            </a:r>
          </a:p>
          <a:p>
            <a:endParaRPr lang="en-US" altLang="zh-CN" dirty="0"/>
          </a:p>
          <a:p>
            <a:r>
              <a:rPr lang="en-US" altLang="zh-CN" dirty="0"/>
              <a:t> But you should know the key principles that help you understand the system on which your AI task runs. </a:t>
            </a:r>
          </a:p>
          <a:p>
            <a:endParaRPr lang="en-US" altLang="zh-CN" dirty="0"/>
          </a:p>
          <a:p>
            <a:r>
              <a:rPr lang="en-US" altLang="zh-CN" dirty="0"/>
              <a:t>Our course has to include both computer architecture and AI chip courses. </a:t>
            </a:r>
          </a:p>
          <a:p>
            <a:endParaRPr lang="en-US" altLang="zh-CN" dirty="0"/>
          </a:p>
          <a:p>
            <a:endParaRPr lang="en-US" altLang="zh-CN" dirty="0"/>
          </a:p>
          <a:p>
            <a:endParaRPr lang="en-US" altLang="zh-CN" dirty="0"/>
          </a:p>
        </p:txBody>
      </p:sp>
      <p:sp>
        <p:nvSpPr>
          <p:cNvPr id="4" name="Slide Number Placeholder 3"/>
          <p:cNvSpPr>
            <a:spLocks noGrp="1"/>
          </p:cNvSpPr>
          <p:nvPr>
            <p:ph type="sldNum" sz="quarter" idx="5"/>
          </p:nvPr>
        </p:nvSpPr>
        <p:spPr/>
        <p:txBody>
          <a:bodyPr/>
          <a:lstStyle/>
          <a:p>
            <a:fld id="{9606A79A-48AC-6344-A926-7E6ABD53936B}" type="slidenum">
              <a:rPr lang="en-US" smtClean="0"/>
              <a:t>3</a:t>
            </a:fld>
            <a:endParaRPr lang="en-US"/>
          </a:p>
        </p:txBody>
      </p:sp>
    </p:spTree>
    <p:extLst>
      <p:ext uri="{BB962C8B-B14F-4D97-AF65-F5344CB8AC3E}">
        <p14:creationId xmlns:p14="http://schemas.microsoft.com/office/powerpoint/2010/main" val="1891392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11</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64180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531599-2C49-44B2-A528-6345ADD434EC}" type="slidenum">
              <a:rPr lang="en-US" altLang="zh-CN"/>
              <a:pPr/>
              <a:t>13</a:t>
            </a:fld>
            <a:endParaRPr lang="en-US" altLang="zh-CN"/>
          </a:p>
        </p:txBody>
      </p:sp>
      <p:sp>
        <p:nvSpPr>
          <p:cNvPr id="662530" name="Rectangle 2"/>
          <p:cNvSpPr>
            <a:spLocks noGrp="1" noRot="1" noChangeAspect="1" noChangeArrowheads="1" noTextEdit="1"/>
          </p:cNvSpPr>
          <p:nvPr>
            <p:ph type="sldImg"/>
          </p:nvPr>
        </p:nvSpPr>
        <p:spPr>
          <a:xfrm>
            <a:off x="993775" y="768350"/>
            <a:ext cx="5116513" cy="3836988"/>
          </a:xfrm>
          <a:ln/>
        </p:spPr>
      </p:sp>
      <p:sp>
        <p:nvSpPr>
          <p:cNvPr id="6625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858542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531599-2C49-44B2-A528-6345ADD434EC}" type="slidenum">
              <a:rPr lang="en-US" altLang="zh-CN"/>
              <a:pPr/>
              <a:t>15</a:t>
            </a:fld>
            <a:endParaRPr lang="en-US" altLang="zh-CN"/>
          </a:p>
        </p:txBody>
      </p:sp>
      <p:sp>
        <p:nvSpPr>
          <p:cNvPr id="662530" name="Rectangle 2"/>
          <p:cNvSpPr>
            <a:spLocks noGrp="1" noRot="1" noChangeAspect="1" noChangeArrowheads="1" noTextEdit="1"/>
          </p:cNvSpPr>
          <p:nvPr>
            <p:ph type="sldImg"/>
          </p:nvPr>
        </p:nvSpPr>
        <p:spPr>
          <a:xfrm>
            <a:off x="993775" y="768350"/>
            <a:ext cx="5116513" cy="3836988"/>
          </a:xfrm>
          <a:ln/>
        </p:spPr>
      </p:sp>
      <p:sp>
        <p:nvSpPr>
          <p:cNvPr id="6625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950034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9996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0722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2576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0619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7132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3169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8598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064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841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0274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26</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r>
              <a:rPr lang="en-US" altLang="zh-CN" dirty="0"/>
              <a:t>KB MB GB TB</a:t>
            </a:r>
          </a:p>
          <a:p>
            <a:r>
              <a:rPr lang="en-US" altLang="zh-CN" dirty="0"/>
              <a:t>K M B T</a:t>
            </a:r>
          </a:p>
          <a:p>
            <a:r>
              <a:rPr lang="en-US" altLang="zh-CN" dirty="0"/>
              <a:t>1B=10</a:t>
            </a:r>
            <a:r>
              <a:rPr lang="zh-CN" altLang="en-US" dirty="0"/>
              <a:t>亿</a:t>
            </a:r>
            <a:endParaRPr lang="zh-CN" altLang="zh-CN" dirty="0"/>
          </a:p>
        </p:txBody>
      </p:sp>
    </p:spTree>
    <p:extLst>
      <p:ext uri="{BB962C8B-B14F-4D97-AF65-F5344CB8AC3E}">
        <p14:creationId xmlns:p14="http://schemas.microsoft.com/office/powerpoint/2010/main" val="3310202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27</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r>
              <a:rPr lang="en-US" altLang="zh-CN" dirty="0"/>
              <a:t>KB MB GB TB</a:t>
            </a:r>
          </a:p>
          <a:p>
            <a:r>
              <a:rPr lang="en-US" altLang="zh-CN" dirty="0"/>
              <a:t>K M B T E P</a:t>
            </a:r>
          </a:p>
          <a:p>
            <a:r>
              <a:rPr lang="en-US" altLang="zh-CN" dirty="0"/>
              <a:t>1B=10</a:t>
            </a:r>
            <a:r>
              <a:rPr lang="zh-CN" altLang="en-US" dirty="0"/>
              <a:t>亿</a:t>
            </a:r>
            <a:endParaRPr lang="zh-CN" altLang="zh-CN" dirty="0"/>
          </a:p>
        </p:txBody>
      </p:sp>
    </p:spTree>
    <p:extLst>
      <p:ext uri="{BB962C8B-B14F-4D97-AF65-F5344CB8AC3E}">
        <p14:creationId xmlns:p14="http://schemas.microsoft.com/office/powerpoint/2010/main" val="2587476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28</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r>
              <a:rPr lang="en-US" altLang="zh-CN" dirty="0"/>
              <a:t>KB MB GB TB</a:t>
            </a:r>
          </a:p>
          <a:p>
            <a:r>
              <a:rPr lang="en-US" altLang="zh-CN" dirty="0"/>
              <a:t>K M B T E P</a:t>
            </a:r>
          </a:p>
          <a:p>
            <a:r>
              <a:rPr lang="en-US" altLang="zh-CN" dirty="0"/>
              <a:t>1B=10</a:t>
            </a:r>
            <a:r>
              <a:rPr lang="zh-CN" altLang="en-US" dirty="0"/>
              <a:t>亿</a:t>
            </a:r>
            <a:endParaRPr lang="zh-CN" altLang="zh-CN" dirty="0"/>
          </a:p>
        </p:txBody>
      </p:sp>
    </p:spTree>
    <p:extLst>
      <p:ext uri="{BB962C8B-B14F-4D97-AF65-F5344CB8AC3E}">
        <p14:creationId xmlns:p14="http://schemas.microsoft.com/office/powerpoint/2010/main" val="24040440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531599-2C49-44B2-A528-6345ADD434EC}" type="slidenum">
              <a:rPr lang="en-US" altLang="zh-CN"/>
              <a:pPr/>
              <a:t>29</a:t>
            </a:fld>
            <a:endParaRPr lang="en-US" altLang="zh-CN"/>
          </a:p>
        </p:txBody>
      </p:sp>
      <p:sp>
        <p:nvSpPr>
          <p:cNvPr id="662530" name="Rectangle 2"/>
          <p:cNvSpPr>
            <a:spLocks noGrp="1" noRot="1" noChangeAspect="1" noChangeArrowheads="1" noTextEdit="1"/>
          </p:cNvSpPr>
          <p:nvPr>
            <p:ph type="sldImg"/>
          </p:nvPr>
        </p:nvSpPr>
        <p:spPr>
          <a:xfrm>
            <a:off x="993775" y="768350"/>
            <a:ext cx="5116513" cy="3836988"/>
          </a:xfrm>
          <a:ln/>
        </p:spPr>
      </p:sp>
      <p:sp>
        <p:nvSpPr>
          <p:cNvPr id="6625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570694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这里server不太合理</a:t>
            </a:r>
          </a:p>
        </p:txBody>
      </p:sp>
      <p:sp>
        <p:nvSpPr>
          <p:cNvPr id="4" name="Slide Number Placeholder 3"/>
          <p:cNvSpPr>
            <a:spLocks noGrp="1"/>
          </p:cNvSpPr>
          <p:nvPr>
            <p:ph type="sldNum" sz="quarter" idx="5"/>
          </p:nvPr>
        </p:nvSpPr>
        <p:spPr/>
        <p:txBody>
          <a:bodyPr/>
          <a:lstStyle/>
          <a:p>
            <a:pPr>
              <a:defRPr/>
            </a:pPr>
            <a:fld id="{194A2244-8C6B-0D46-B48B-C6CB08A6C4C4}" type="slidenum">
              <a:rPr lang="en-US" altLang="en-US" smtClean="0"/>
              <a:pPr>
                <a:defRPr/>
              </a:pPr>
              <a:t>30</a:t>
            </a:fld>
            <a:endParaRPr lang="en-US" altLang="en-US"/>
          </a:p>
        </p:txBody>
      </p:sp>
    </p:spTree>
    <p:extLst>
      <p:ext uri="{BB962C8B-B14F-4D97-AF65-F5344CB8AC3E}">
        <p14:creationId xmlns:p14="http://schemas.microsoft.com/office/powerpoint/2010/main" val="3636976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Every application can be descripted by this complete design von Neumann</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34</a:t>
            </a:fld>
            <a:endParaRPr lang="en-US" altLang="en-US"/>
          </a:p>
        </p:txBody>
      </p:sp>
    </p:spTree>
    <p:extLst>
      <p:ext uri="{BB962C8B-B14F-4D97-AF65-F5344CB8AC3E}">
        <p14:creationId xmlns:p14="http://schemas.microsoft.com/office/powerpoint/2010/main" val="3173471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 multi-cycle execution, unpredictable memory access cycles</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47</a:t>
            </a:fld>
            <a:endParaRPr lang="en-US" altLang="en-US"/>
          </a:p>
        </p:txBody>
      </p:sp>
    </p:spTree>
    <p:extLst>
      <p:ext uri="{BB962C8B-B14F-4D97-AF65-F5344CB8AC3E}">
        <p14:creationId xmlns:p14="http://schemas.microsoft.com/office/powerpoint/2010/main" val="31099571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t>
            </a:r>
            <a:r>
              <a:rPr lang="en-CN" dirty="0"/>
              <a:t>ne road with multiple ways…</a:t>
            </a:r>
          </a:p>
        </p:txBody>
      </p:sp>
      <p:sp>
        <p:nvSpPr>
          <p:cNvPr id="4" name="Slide Number Placeholder 3"/>
          <p:cNvSpPr>
            <a:spLocks noGrp="1"/>
          </p:cNvSpPr>
          <p:nvPr>
            <p:ph type="sldNum" sz="quarter" idx="5"/>
          </p:nvPr>
        </p:nvSpPr>
        <p:spPr/>
        <p:txBody>
          <a:bodyPr/>
          <a:lstStyle/>
          <a:p>
            <a:pPr>
              <a:defRPr/>
            </a:pPr>
            <a:fld id="{194A2244-8C6B-0D46-B48B-C6CB08A6C4C4}" type="slidenum">
              <a:rPr lang="en-US" altLang="en-US" smtClean="0"/>
              <a:pPr>
                <a:defRPr/>
              </a:pPr>
              <a:t>57</a:t>
            </a:fld>
            <a:endParaRPr lang="en-US" altLang="en-US"/>
          </a:p>
        </p:txBody>
      </p:sp>
    </p:spTree>
    <p:extLst>
      <p:ext uri="{BB962C8B-B14F-4D97-AF65-F5344CB8AC3E}">
        <p14:creationId xmlns:p14="http://schemas.microsoft.com/office/powerpoint/2010/main" val="1805599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360 is not commercially suceesful, without precious exception</a:t>
            </a:r>
          </a:p>
        </p:txBody>
      </p:sp>
      <p:sp>
        <p:nvSpPr>
          <p:cNvPr id="4" name="Slide Number Placeholder 3"/>
          <p:cNvSpPr>
            <a:spLocks noGrp="1"/>
          </p:cNvSpPr>
          <p:nvPr>
            <p:ph type="sldNum" sz="quarter" idx="5"/>
          </p:nvPr>
        </p:nvSpPr>
        <p:spPr/>
        <p:txBody>
          <a:bodyPr/>
          <a:lstStyle/>
          <a:p>
            <a:pPr>
              <a:defRPr/>
            </a:pPr>
            <a:fld id="{194A2244-8C6B-0D46-B48B-C6CB08A6C4C4}" type="slidenum">
              <a:rPr lang="en-US" altLang="en-US" smtClean="0"/>
              <a:pPr>
                <a:defRPr/>
              </a:pPr>
              <a:t>58</a:t>
            </a:fld>
            <a:endParaRPr lang="en-US" altLang="en-US"/>
          </a:p>
        </p:txBody>
      </p:sp>
    </p:spTree>
    <p:extLst>
      <p:ext uri="{BB962C8B-B14F-4D97-AF65-F5344CB8AC3E}">
        <p14:creationId xmlns:p14="http://schemas.microsoft.com/office/powerpoint/2010/main" val="37748397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dirty="0">
                <a:ea typeface="ＭＳ Ｐゴシック" panose="020B0600070205080204" pitchFamily="34" charset="-128"/>
              </a:rPr>
              <a:t>Flynn:</a:t>
            </a:r>
            <a:r>
              <a:rPr lang="zh-CN" altLang="en-US" dirty="0">
                <a:ea typeface="ＭＳ Ｐゴシック" panose="020B0600070205080204" pitchFamily="34" charset="-128"/>
              </a:rPr>
              <a:t>弗林</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65</a:t>
            </a:fld>
            <a:endParaRPr lang="en-US" altLang="en-US"/>
          </a:p>
        </p:txBody>
      </p:sp>
    </p:spTree>
    <p:extLst>
      <p:ext uri="{BB962C8B-B14F-4D97-AF65-F5344CB8AC3E}">
        <p14:creationId xmlns:p14="http://schemas.microsoft.com/office/powerpoint/2010/main" val="26542173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5 HBM2 stacks, 10 512-bit memory controllers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u="none" strike="noStrike" kern="1200" dirty="0">
              <a:solidFill>
                <a:schemeClr val="tx1"/>
              </a:solidFill>
              <a:effectLst/>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Sparsity is possible in deep learning because the importance of individual weights evolves during the learning process, and by the end of network training, only a subset of weights have acquired a meaningful purpose in determining the learned output. The remaining weights are no longer needed (see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u="none" strike="noStrike" kern="1200" dirty="0">
              <a:solidFill>
                <a:schemeClr val="tx1"/>
              </a:solidFill>
              <a:effectLst/>
              <a:latin typeface="+mn-lt"/>
              <a:ea typeface="ＭＳ Ｐゴシック" charset="0"/>
              <a:cs typeface="ＭＳ Ｐゴシック" charset="0"/>
            </a:endParaRPr>
          </a:p>
          <a:p>
            <a:r>
              <a:rPr lang="en-US" altLang="en-US" dirty="0">
                <a:latin typeface="Arial" panose="020B0604020202020204" pitchFamily="34" charset="0"/>
                <a:ea typeface="ＭＳ Ｐゴシック" panose="020B0600070205080204" pitchFamily="34" charset="-128"/>
              </a:rPr>
              <a:t>TensorFloat-32 (TF32) uses 8 bit for exponent and 10 bits for mantissa. This way, TF32 provides the range of FP32 with the precision of FP16 </a:t>
            </a:r>
            <a:r>
              <a:rPr lang="en-US" sz="1200" b="0" i="0" u="none" strike="noStrike" kern="1200" dirty="0">
                <a:solidFill>
                  <a:schemeClr val="tx1"/>
                </a:solidFill>
                <a:effectLst/>
                <a:latin typeface="+mn-lt"/>
                <a:ea typeface="ＭＳ Ｐゴシック" charset="0"/>
                <a:cs typeface="ＭＳ Ｐゴシック" charset="0"/>
              </a:rPr>
              <a:t>(see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69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4937126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The A100 GPU includes 40 MB of L2 cache, which is 6.7x larger than V100 L2 </a:t>
            </a:r>
            <a:r>
              <a:rPr lang="en-US" sz="1200" b="0" i="0" u="none" strike="noStrike" kern="1200" dirty="0" err="1">
                <a:solidFill>
                  <a:schemeClr val="tx1"/>
                </a:solidFill>
                <a:effectLst/>
                <a:latin typeface="+mn-lt"/>
                <a:ea typeface="ＭＳ Ｐゴシック" charset="0"/>
                <a:cs typeface="ＭＳ Ｐゴシック" charset="0"/>
              </a:rPr>
              <a:t>cache.The</a:t>
            </a:r>
            <a:r>
              <a:rPr lang="en-US" sz="1200" b="0" i="0" u="none" strike="noStrike" kern="1200" dirty="0">
                <a:solidFill>
                  <a:schemeClr val="tx1"/>
                </a:solidFill>
                <a:effectLst/>
                <a:latin typeface="+mn-lt"/>
                <a:ea typeface="ＭＳ Ｐゴシック" charset="0"/>
                <a:cs typeface="ＭＳ Ｐゴシック" charset="0"/>
              </a:rPr>
              <a:t> L2 cache is divided into two partitions to enable higher bandwidth and lower latency memory access. Each L2 partition localizes and caches data for memory accesses from SMs in the GPCs directly connected to the partition. This structure enables A100 to deliver a 2.3x L2 bandwidth increase over V100 (see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70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1694499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E19713-9C4A-7245-9E88-240452797298}" type="slidenum">
              <a:rPr lang="en-US" altLang="en-US" smtClean="0"/>
              <a:pPr/>
              <a:t>73</a:t>
            </a:fld>
            <a:endParaRPr lang="en-US" altLang="en-US"/>
          </a:p>
        </p:txBody>
      </p:sp>
    </p:spTree>
    <p:extLst>
      <p:ext uri="{BB962C8B-B14F-4D97-AF65-F5344CB8AC3E}">
        <p14:creationId xmlns:p14="http://schemas.microsoft.com/office/powerpoint/2010/main" val="35736493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Thread block is the key innovation to scale-up GPU architecture. T</a:t>
            </a:r>
            <a:r>
              <a:rPr lang="en-US" dirty="0"/>
              <a:t>h</a:t>
            </a:r>
            <a:r>
              <a:rPr lang="en-CN" dirty="0"/>
              <a:t>e software code stays the same and enjoys performance speedup while GPU hardware evolves. </a:t>
            </a:r>
          </a:p>
        </p:txBody>
      </p:sp>
      <p:sp>
        <p:nvSpPr>
          <p:cNvPr id="4" name="Slide Number Placeholder 3"/>
          <p:cNvSpPr>
            <a:spLocks noGrp="1"/>
          </p:cNvSpPr>
          <p:nvPr>
            <p:ph type="sldNum" sz="quarter" idx="5"/>
          </p:nvPr>
        </p:nvSpPr>
        <p:spPr/>
        <p:txBody>
          <a:bodyPr/>
          <a:lstStyle/>
          <a:p>
            <a:fld id="{02E19713-9C4A-7245-9E88-240452797298}" type="slidenum">
              <a:rPr lang="en-US" altLang="en-US" smtClean="0"/>
              <a:pPr/>
              <a:t>74</a:t>
            </a:fld>
            <a:endParaRPr lang="en-US" altLang="en-US"/>
          </a:p>
        </p:txBody>
      </p:sp>
    </p:spTree>
    <p:extLst>
      <p:ext uri="{BB962C8B-B14F-4D97-AF65-F5344CB8AC3E}">
        <p14:creationId xmlns:p14="http://schemas.microsoft.com/office/powerpoint/2010/main" val="7275378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7">
            <a:extLst>
              <a:ext uri="{FF2B5EF4-FFF2-40B4-BE49-F238E27FC236}">
                <a16:creationId xmlns:a16="http://schemas.microsoft.com/office/drawing/2014/main" id="{09BB001A-6860-DF43-8A31-44B970FF718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1225" rtl="0" eaLnBrk="1" fontAlgn="base" latinLnBrk="0" hangingPunct="1">
              <a:lnSpc>
                <a:spcPct val="100000"/>
              </a:lnSpc>
              <a:spcBef>
                <a:spcPct val="0"/>
              </a:spcBef>
              <a:spcAft>
                <a:spcPct val="0"/>
              </a:spcAft>
              <a:buClrTx/>
              <a:buSzTx/>
              <a:buFontTx/>
              <a:buNone/>
              <a:tabLst/>
              <a:defRPr/>
            </a:pPr>
            <a:fld id="{269DDF23-AE72-6141-8395-5D8E0BC37F8D}"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1225" rtl="0" eaLnBrk="1" fontAlgn="base" latinLnBrk="0" hangingPunct="1">
                <a:lnSpc>
                  <a:spcPct val="100000"/>
                </a:lnSpc>
                <a:spcBef>
                  <a:spcPct val="0"/>
                </a:spcBef>
                <a:spcAft>
                  <a:spcPct val="0"/>
                </a:spcAft>
                <a:buClrTx/>
                <a:buSzTx/>
                <a:buFontTx/>
                <a:buNone/>
                <a:tabLst/>
                <a:defRPr/>
              </a:pPr>
              <a:t>75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8962" name="Rectangle 2">
            <a:extLst>
              <a:ext uri="{FF2B5EF4-FFF2-40B4-BE49-F238E27FC236}">
                <a16:creationId xmlns:a16="http://schemas.microsoft.com/office/drawing/2014/main" id="{0772D036-16DE-CC45-AA2F-7EA2C95815C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Rectangle 3">
            <a:extLst>
              <a:ext uri="{FF2B5EF4-FFF2-40B4-BE49-F238E27FC236}">
                <a16:creationId xmlns:a16="http://schemas.microsoft.com/office/drawing/2014/main" id="{A5239E1F-712D-7246-94BD-ED32871C6C7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9242679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59C2D-02FE-4C64-AD33-18B082577A5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659195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fld id="{7B9B8AE1-4404-45A7-9B20-DCFF501886B9}" type="slidenum">
              <a:rPr lang="en-US" sz="1200">
                <a:latin typeface="Arial" pitchFamily="34" charset="0"/>
              </a:rPr>
              <a:pPr/>
              <a:t>78</a:t>
            </a:fld>
            <a:endParaRPr lang="en-US" sz="1200">
              <a:latin typeface="Arial" pitchFamily="34" charset="0"/>
            </a:endParaRPr>
          </a:p>
        </p:txBody>
      </p:sp>
      <p:sp>
        <p:nvSpPr>
          <p:cNvPr id="41986" name="Rectangle 2"/>
          <p:cNvSpPr>
            <a:spLocks noGrp="1" noRot="1" noChangeAspect="1" noChangeArrowheads="1" noTextEdit="1"/>
          </p:cNvSpPr>
          <p:nvPr>
            <p:ph type="sldImg"/>
          </p:nvPr>
        </p:nvSpPr>
        <p:spPr>
          <a:xfrm>
            <a:off x="1257300" y="720725"/>
            <a:ext cx="4800600" cy="3600450"/>
          </a:xfrm>
          <a:ln/>
        </p:spPr>
      </p:sp>
      <p:sp>
        <p:nvSpPr>
          <p:cNvPr id="41987"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de-DE">
              <a:latin typeface="Arial" pitchFamily="34" charset="0"/>
            </a:endParaRPr>
          </a:p>
        </p:txBody>
      </p:sp>
    </p:spTree>
    <p:extLst>
      <p:ext uri="{BB962C8B-B14F-4D97-AF65-F5344CB8AC3E}">
        <p14:creationId xmlns:p14="http://schemas.microsoft.com/office/powerpoint/2010/main" val="15891066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1B4C252-306E-224C-8B2A-E6667D8E67C9}"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7446786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 combinations…</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105</a:t>
            </a:fld>
            <a:endParaRPr lang="en-US" altLang="en-US"/>
          </a:p>
        </p:txBody>
      </p:sp>
    </p:spTree>
    <p:extLst>
      <p:ext uri="{BB962C8B-B14F-4D97-AF65-F5344CB8AC3E}">
        <p14:creationId xmlns:p14="http://schemas.microsoft.com/office/powerpoint/2010/main" val="20362322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9B6732E-98E0-43A3-816E-134D4C0C4E13}"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108</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42490168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16613CD-2BB9-4B6D-BF72-C1BCE1D1C1F2}"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109</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36767254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Coherence;</a:t>
            </a:r>
            <a:r>
              <a:rPr lang="zh-CN" altLang="en-US" dirty="0"/>
              <a:t>一致性</a:t>
            </a:r>
            <a:endParaRPr lang="en-US" altLang="zh-CN" dirty="0"/>
          </a:p>
          <a:p>
            <a:r>
              <a:rPr lang="en-US" altLang="zh-CN" dirty="0"/>
              <a:t>Consistency:</a:t>
            </a:r>
            <a:r>
              <a:rPr lang="zh-CN" altLang="en-US" dirty="0"/>
              <a:t>连贯性</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110</a:t>
            </a:fld>
            <a:endParaRPr lang="en-US" altLang="en-US"/>
          </a:p>
        </p:txBody>
      </p:sp>
    </p:spTree>
    <p:extLst>
      <p:ext uri="{BB962C8B-B14F-4D97-AF65-F5344CB8AC3E}">
        <p14:creationId xmlns:p14="http://schemas.microsoft.com/office/powerpoint/2010/main" val="10816618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大三有很多课，假如</a:t>
            </a:r>
            <a:r>
              <a:rPr lang="en-US" altLang="zh-CN" dirty="0"/>
              <a:t>10</a:t>
            </a:r>
            <a:r>
              <a:rPr lang="zh-CN" altLang="en-US" dirty="0"/>
              <a:t>门课，你跟你室友都选了人工智能芯片与系统专业课，这样人工智能专业课的信息大家有兴趣去了解（</a:t>
            </a:r>
            <a:r>
              <a:rPr lang="en-US" altLang="zh-CN" dirty="0"/>
              <a:t>update</a:t>
            </a:r>
            <a:r>
              <a:rPr lang="zh-CN" altLang="en-US" dirty="0"/>
              <a:t>比较好）；但有选修课，不是所有人都选了，这个时候</a:t>
            </a:r>
            <a:r>
              <a:rPr lang="en-US" altLang="zh-CN" dirty="0"/>
              <a:t>update</a:t>
            </a:r>
            <a:r>
              <a:rPr lang="zh-CN" altLang="en-US" dirty="0"/>
              <a:t>就不好，</a:t>
            </a:r>
            <a:r>
              <a:rPr lang="en-US" altLang="zh-CN" dirty="0"/>
              <a:t>invalidate</a:t>
            </a:r>
            <a:r>
              <a:rPr lang="zh-CN" altLang="en-US" dirty="0"/>
              <a:t>就比较好。</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115</a:t>
            </a:fld>
            <a:endParaRPr lang="en-US" altLang="en-US"/>
          </a:p>
        </p:txBody>
      </p:sp>
    </p:spTree>
    <p:extLst>
      <p:ext uri="{BB962C8B-B14F-4D97-AF65-F5344CB8AC3E}">
        <p14:creationId xmlns:p14="http://schemas.microsoft.com/office/powerpoint/2010/main" val="35614630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大三有很多课，假如</a:t>
            </a:r>
            <a:r>
              <a:rPr lang="en-US" altLang="zh-CN" dirty="0"/>
              <a:t>10</a:t>
            </a:r>
            <a:r>
              <a:rPr lang="zh-CN" altLang="en-US" dirty="0"/>
              <a:t>门课，你跟你室友都选了人工智能芯片与系统专业课，这样人工智能专业课的信息大家有兴趣去了解（</a:t>
            </a:r>
            <a:r>
              <a:rPr lang="en-US" altLang="zh-CN" dirty="0"/>
              <a:t>update</a:t>
            </a:r>
            <a:r>
              <a:rPr lang="zh-CN" altLang="en-US" dirty="0"/>
              <a:t>比较好）；但有选修课，不是所有人都选了，这个时候</a:t>
            </a:r>
            <a:r>
              <a:rPr lang="en-US" altLang="zh-CN" dirty="0"/>
              <a:t>update</a:t>
            </a:r>
            <a:r>
              <a:rPr lang="zh-CN" altLang="en-US" dirty="0"/>
              <a:t>就不好，</a:t>
            </a:r>
            <a:r>
              <a:rPr lang="en-US" altLang="zh-CN" dirty="0"/>
              <a:t>invalidate</a:t>
            </a:r>
            <a:r>
              <a:rPr lang="zh-CN" altLang="en-US" dirty="0"/>
              <a:t>就比较好。</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116</a:t>
            </a:fld>
            <a:endParaRPr lang="en-US" altLang="en-US"/>
          </a:p>
        </p:txBody>
      </p:sp>
    </p:spTree>
    <p:extLst>
      <p:ext uri="{BB962C8B-B14F-4D97-AF65-F5344CB8AC3E}">
        <p14:creationId xmlns:p14="http://schemas.microsoft.com/office/powerpoint/2010/main" val="39207315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大三有很多课，假如</a:t>
            </a:r>
            <a:r>
              <a:rPr lang="en-US" altLang="zh-CN" dirty="0"/>
              <a:t>10</a:t>
            </a:r>
            <a:r>
              <a:rPr lang="zh-CN" altLang="en-US" dirty="0"/>
              <a:t>门课，你跟你室友都选了人工智能芯片与系统专业课，这样人工智能专业课的信息大家有兴趣去了解（</a:t>
            </a:r>
            <a:r>
              <a:rPr lang="en-US" altLang="zh-CN" dirty="0"/>
              <a:t>update</a:t>
            </a:r>
            <a:r>
              <a:rPr lang="zh-CN" altLang="en-US" dirty="0"/>
              <a:t>比较好）；但有选修课，不是所有人都选了，这个时候</a:t>
            </a:r>
            <a:r>
              <a:rPr lang="en-US" altLang="zh-CN" dirty="0"/>
              <a:t>update</a:t>
            </a:r>
            <a:r>
              <a:rPr lang="zh-CN" altLang="en-US" dirty="0"/>
              <a:t>就不好，</a:t>
            </a:r>
            <a:r>
              <a:rPr lang="en-US" altLang="zh-CN" dirty="0"/>
              <a:t>invalidate</a:t>
            </a:r>
            <a:r>
              <a:rPr lang="zh-CN" altLang="en-US" dirty="0"/>
              <a:t>就比较好。</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117</a:t>
            </a:fld>
            <a:endParaRPr lang="en-US" altLang="en-US"/>
          </a:p>
        </p:txBody>
      </p:sp>
    </p:spTree>
    <p:extLst>
      <p:ext uri="{BB962C8B-B14F-4D97-AF65-F5344CB8AC3E}">
        <p14:creationId xmlns:p14="http://schemas.microsoft.com/office/powerpoint/2010/main" val="39207315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大三有很多课，假如</a:t>
            </a:r>
            <a:r>
              <a:rPr lang="en-US" altLang="zh-CN" dirty="0"/>
              <a:t>10</a:t>
            </a:r>
            <a:r>
              <a:rPr lang="zh-CN" altLang="en-US" dirty="0"/>
              <a:t>门课，你跟你室友都选了人工智能芯片与系统专业课，这样人工智能专业课的信息大家有兴趣去了解（</a:t>
            </a:r>
            <a:r>
              <a:rPr lang="en-US" altLang="zh-CN" dirty="0"/>
              <a:t>update</a:t>
            </a:r>
            <a:r>
              <a:rPr lang="zh-CN" altLang="en-US" dirty="0"/>
              <a:t>比较好）；但有选修课，不是所有人都选了，这个时候</a:t>
            </a:r>
            <a:r>
              <a:rPr lang="en-US" altLang="zh-CN" dirty="0"/>
              <a:t>update</a:t>
            </a:r>
            <a:r>
              <a:rPr lang="zh-CN" altLang="en-US" dirty="0"/>
              <a:t>就不好，</a:t>
            </a:r>
            <a:r>
              <a:rPr lang="en-US" altLang="zh-CN" dirty="0"/>
              <a:t>invalidate</a:t>
            </a:r>
            <a:r>
              <a:rPr lang="zh-CN" altLang="en-US" dirty="0"/>
              <a:t>就比较好。</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119</a:t>
            </a:fld>
            <a:endParaRPr lang="en-US" altLang="en-US"/>
          </a:p>
        </p:txBody>
      </p:sp>
    </p:spTree>
    <p:extLst>
      <p:ext uri="{BB962C8B-B14F-4D97-AF65-F5344CB8AC3E}">
        <p14:creationId xmlns:p14="http://schemas.microsoft.com/office/powerpoint/2010/main" val="28876059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Coherence;</a:t>
            </a:r>
            <a:r>
              <a:rPr lang="zh-CN" altLang="en-US" dirty="0"/>
              <a:t>一致性</a:t>
            </a:r>
            <a:endParaRPr lang="en-US" altLang="zh-CN" dirty="0"/>
          </a:p>
          <a:p>
            <a:r>
              <a:rPr lang="en-US" altLang="zh-CN" dirty="0"/>
              <a:t>Consistency:</a:t>
            </a:r>
            <a:r>
              <a:rPr lang="zh-CN" altLang="en-US" dirty="0"/>
              <a:t>连贯性</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121</a:t>
            </a:fld>
            <a:endParaRPr lang="en-US" altLang="en-US"/>
          </a:p>
        </p:txBody>
      </p:sp>
    </p:spTree>
    <p:extLst>
      <p:ext uri="{BB962C8B-B14F-4D97-AF65-F5344CB8AC3E}">
        <p14:creationId xmlns:p14="http://schemas.microsoft.com/office/powerpoint/2010/main" val="36905332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buFont typeface="Arial" panose="020B0604020202020204" pitchFamily="34" charset="0"/>
              <a:buChar char="•"/>
            </a:pPr>
            <a:r>
              <a:rPr lang="en-US" altLang="zh-CN" b="1" dirty="0"/>
              <a:t>Cube</a:t>
            </a:r>
            <a:r>
              <a:rPr lang="en-US" altLang="zh-CN" dirty="0"/>
              <a:t> : </a:t>
            </a:r>
            <a:r>
              <a:rPr lang="zh-CN" altLang="en-US" dirty="0"/>
              <a:t>矩阵乘运算单元，一拍完成一个</a:t>
            </a:r>
            <a:r>
              <a:rPr lang="en-US" altLang="zh-CN" dirty="0"/>
              <a:t>fp16</a:t>
            </a:r>
            <a:r>
              <a:rPr lang="zh-CN" altLang="en-US" dirty="0"/>
              <a:t>的</a:t>
            </a:r>
            <a:r>
              <a:rPr lang="en-US" altLang="zh-CN" dirty="0"/>
              <a:t> 16x16</a:t>
            </a:r>
            <a:r>
              <a:rPr lang="zh-CN" altLang="en-US" dirty="0"/>
              <a:t>与</a:t>
            </a:r>
            <a:r>
              <a:rPr lang="en-US" altLang="zh-CN" dirty="0"/>
              <a:t>16x16</a:t>
            </a:r>
            <a:r>
              <a:rPr lang="zh-CN" altLang="en-US" dirty="0"/>
              <a:t>矩阵乘； </a:t>
            </a:r>
            <a:r>
              <a:rPr lang="en-US" altLang="zh-CN" b="1" dirty="0"/>
              <a:t>C</a:t>
            </a:r>
            <a:r>
              <a:rPr lang="en-US" altLang="zh-CN" dirty="0"/>
              <a:t> = </a:t>
            </a:r>
            <a:r>
              <a:rPr lang="en-US" altLang="zh-CN" b="1" dirty="0"/>
              <a:t>A</a:t>
            </a:r>
            <a:r>
              <a:rPr lang="en-US" altLang="zh-CN" dirty="0"/>
              <a:t> * </a:t>
            </a:r>
            <a:r>
              <a:rPr lang="en-US" altLang="zh-CN" b="1" dirty="0"/>
              <a:t>B</a:t>
            </a:r>
            <a:r>
              <a:rPr lang="en-US" altLang="zh-CN" dirty="0"/>
              <a:t>; </a:t>
            </a:r>
            <a:r>
              <a:rPr lang="zh-CN" altLang="en-US" dirty="0"/>
              <a:t>如果是</a:t>
            </a:r>
            <a:r>
              <a:rPr lang="en-US" altLang="zh-CN" dirty="0"/>
              <a:t>int8</a:t>
            </a:r>
            <a:r>
              <a:rPr lang="zh-CN" altLang="en-US" dirty="0"/>
              <a:t>输入</a:t>
            </a:r>
            <a:r>
              <a:rPr lang="en-US" altLang="zh-CN" dirty="0"/>
              <a:t>,</a:t>
            </a:r>
            <a:r>
              <a:rPr lang="zh-CN" altLang="en-US" dirty="0"/>
              <a:t>则一拍完成 </a:t>
            </a:r>
            <a:r>
              <a:rPr lang="en-US" altLang="zh-CN" dirty="0"/>
              <a:t>16*32 </a:t>
            </a:r>
            <a:r>
              <a:rPr lang="zh-CN" altLang="en-US" dirty="0"/>
              <a:t>与 </a:t>
            </a:r>
            <a:r>
              <a:rPr lang="en-US" altLang="zh-CN" dirty="0"/>
              <a:t>32*16 </a:t>
            </a:r>
            <a:r>
              <a:rPr lang="zh-CN" altLang="en-US" dirty="0"/>
              <a:t>矩阵乘。</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a:t>Accumulator</a:t>
            </a:r>
            <a:r>
              <a:rPr lang="en-US" altLang="zh-CN" dirty="0"/>
              <a:t>:</a:t>
            </a:r>
            <a:r>
              <a:rPr lang="zh-CN" altLang="en-US" dirty="0"/>
              <a:t> 累加器， 把当前矩阵乘的结果与前次计算的中间结果相加， 可以用于完成卷积中加</a:t>
            </a:r>
            <a:r>
              <a:rPr lang="en-US" altLang="zh-CN" dirty="0"/>
              <a:t>bias</a:t>
            </a:r>
            <a:r>
              <a:rPr lang="zh-CN" altLang="en-US" dirty="0"/>
              <a:t>操作。</a:t>
            </a:r>
            <a:endParaRPr lang="en-US" altLang="zh-CN" dirty="0"/>
          </a:p>
          <a:p>
            <a:r>
              <a:rPr lang="zh-CN" altLang="zh-CN" dirty="0"/>
              <a:t> </a:t>
            </a:r>
            <a:r>
              <a:rPr lang="en-US" altLang="zh-CN" dirty="0"/>
              <a:t>	</a:t>
            </a:r>
            <a:r>
              <a:rPr lang="en-US" altLang="zh-CN" b="1" dirty="0"/>
              <a:t>C</a:t>
            </a:r>
            <a:r>
              <a:rPr lang="en-US" altLang="zh-CN" dirty="0"/>
              <a:t> = </a:t>
            </a:r>
            <a:r>
              <a:rPr lang="en-US" altLang="zh-CN" b="1" dirty="0"/>
              <a:t>A</a:t>
            </a:r>
            <a:r>
              <a:rPr lang="en-US" altLang="zh-CN" dirty="0"/>
              <a:t> * </a:t>
            </a:r>
            <a:r>
              <a:rPr lang="en-US" altLang="zh-CN" b="1" dirty="0"/>
              <a:t>B + C</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a:t>L0A/L0B/L0C Buffer</a:t>
            </a:r>
            <a:r>
              <a:rPr lang="en-US" altLang="zh-CN" dirty="0"/>
              <a:t>:  L0A </a:t>
            </a:r>
            <a:r>
              <a:rPr lang="zh-CN" altLang="en-US" dirty="0"/>
              <a:t>存储矩阵乘的左矩阵数据，</a:t>
            </a:r>
            <a:r>
              <a:rPr lang="en-US" altLang="zh-CN" dirty="0"/>
              <a:t>L0B </a:t>
            </a:r>
            <a:r>
              <a:rPr lang="zh-CN" altLang="en-US" dirty="0"/>
              <a:t>存储矩阵乘的右矩阵数据， </a:t>
            </a:r>
            <a:r>
              <a:rPr lang="en-US" altLang="zh-CN" dirty="0"/>
              <a:t>L0C </a:t>
            </a:r>
            <a:r>
              <a:rPr lang="zh-CN" altLang="en-US" dirty="0"/>
              <a:t>存储矩阵乘的结果和中间结果。</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a:t>A/B DFF</a:t>
            </a:r>
            <a:r>
              <a:rPr lang="en-US" altLang="zh-CN" dirty="0"/>
              <a:t>: </a:t>
            </a:r>
            <a:r>
              <a:rPr lang="zh-CN" altLang="en-US" dirty="0"/>
              <a:t>数据寄存器，缓存当前计算的</a:t>
            </a:r>
            <a:r>
              <a:rPr lang="en-US" altLang="zh-CN" dirty="0"/>
              <a:t>16</a:t>
            </a:r>
            <a:r>
              <a:rPr lang="zh-CN" altLang="en-US" dirty="0"/>
              <a:t>*</a:t>
            </a:r>
            <a:r>
              <a:rPr lang="en-US" altLang="zh-CN" dirty="0"/>
              <a:t>16 </a:t>
            </a:r>
            <a:r>
              <a:rPr lang="zh-CN" altLang="en-US" dirty="0"/>
              <a:t>左</a:t>
            </a:r>
            <a:r>
              <a:rPr lang="en-US" altLang="zh-CN" dirty="0"/>
              <a:t>/</a:t>
            </a:r>
            <a:r>
              <a:rPr lang="zh-CN" altLang="en-US" dirty="0"/>
              <a:t>右子矩阵。</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err="1"/>
              <a:t>Accum</a:t>
            </a:r>
            <a:r>
              <a:rPr lang="en-US" altLang="zh-CN" b="1" dirty="0"/>
              <a:t> DFF</a:t>
            </a:r>
            <a:r>
              <a:rPr lang="en-US" altLang="zh-CN" dirty="0"/>
              <a:t> : </a:t>
            </a:r>
            <a:r>
              <a:rPr lang="zh-CN" altLang="en-US" dirty="0"/>
              <a:t>数据寄存器，缓存当前计算的</a:t>
            </a:r>
            <a:r>
              <a:rPr lang="en-US" altLang="zh-CN" dirty="0"/>
              <a:t>16*16</a:t>
            </a:r>
            <a:r>
              <a:rPr lang="zh-CN" altLang="en-US" dirty="0"/>
              <a:t>结果矩阵。</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133</a:t>
            </a:fld>
            <a:endParaRPr lang="en-US" altLang="en-US"/>
          </a:p>
        </p:txBody>
      </p:sp>
    </p:spTree>
    <p:extLst>
      <p:ext uri="{BB962C8B-B14F-4D97-AF65-F5344CB8AC3E}">
        <p14:creationId xmlns:p14="http://schemas.microsoft.com/office/powerpoint/2010/main" val="40286953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buFont typeface="Arial" panose="020B0604020202020204" pitchFamily="34" charset="0"/>
              <a:buChar char="•"/>
            </a:pPr>
            <a:r>
              <a:rPr lang="en-US" altLang="zh-CN" sz="1200" b="1" dirty="0"/>
              <a:t>Vector Unit</a:t>
            </a:r>
            <a:r>
              <a:rPr lang="zh-CN" altLang="en-US" sz="1200" dirty="0"/>
              <a:t>： 向量运算单元，覆盖各种基本的计算类型和许多定制的计算类型，主要包括</a:t>
            </a:r>
            <a:r>
              <a:rPr lang="en-US" altLang="zh-CN" sz="1200" dirty="0"/>
              <a:t>FP16/FP32/int32/Int8</a:t>
            </a:r>
            <a:r>
              <a:rPr lang="zh-CN" altLang="en-US" sz="1200" dirty="0"/>
              <a:t>等数据类型的计算，支持连续或者固定间隔寻址；或者</a:t>
            </a:r>
            <a:r>
              <a:rPr lang="en-US" altLang="zh-CN" sz="1200" dirty="0"/>
              <a:t>VA</a:t>
            </a:r>
            <a:r>
              <a:rPr lang="zh-CN" altLang="en-US" sz="1200" dirty="0"/>
              <a:t>寄存器寻址（不规则向量运算）</a:t>
            </a:r>
            <a:endParaRPr lang="en-US" altLang="zh-CN" sz="1200" dirty="0"/>
          </a:p>
          <a:p>
            <a:pPr marL="285750" indent="-285750">
              <a:buFont typeface="Arial" panose="020B0604020202020204" pitchFamily="34" charset="0"/>
              <a:buChar char="•"/>
            </a:pPr>
            <a:endParaRPr lang="en-US" altLang="zh-CN" sz="1200" dirty="0"/>
          </a:p>
          <a:p>
            <a:pPr marL="285750" indent="-285750">
              <a:buFont typeface="Arial" panose="020B0604020202020204" pitchFamily="34" charset="0"/>
              <a:buChar char="•"/>
            </a:pPr>
            <a:r>
              <a:rPr lang="en-US" altLang="zh-CN" sz="1200" b="1" dirty="0"/>
              <a:t>SIMD</a:t>
            </a:r>
            <a:r>
              <a:rPr lang="zh-CN" altLang="en-US" sz="1200" b="1" dirty="0"/>
              <a:t>长度</a:t>
            </a:r>
            <a:r>
              <a:rPr lang="zh-CN" altLang="en-US" sz="1200" dirty="0"/>
              <a:t>：一条</a:t>
            </a:r>
            <a:r>
              <a:rPr lang="en-US" altLang="zh-CN" sz="1200" dirty="0"/>
              <a:t>Vector</a:t>
            </a:r>
            <a:r>
              <a:rPr lang="zh-CN" altLang="en-US" sz="1200" dirty="0"/>
              <a:t>指令可以完成两个</a:t>
            </a:r>
            <a:r>
              <a:rPr lang="en-US" altLang="zh-CN" sz="1200" dirty="0"/>
              <a:t>128</a:t>
            </a:r>
            <a:r>
              <a:rPr lang="zh-CN" altLang="en-US" sz="1200" dirty="0"/>
              <a:t>长度</a:t>
            </a:r>
            <a:r>
              <a:rPr lang="en-US" altLang="zh-CN" sz="1200" dirty="0"/>
              <a:t>fp16</a:t>
            </a:r>
            <a:r>
              <a:rPr lang="zh-CN" altLang="en-US" sz="1200" dirty="0"/>
              <a:t>类型的向量相加</a:t>
            </a:r>
            <a:r>
              <a:rPr lang="en-US" altLang="zh-CN" sz="1200" dirty="0"/>
              <a:t>/</a:t>
            </a:r>
            <a:r>
              <a:rPr lang="zh-CN" altLang="en-US" sz="1200" dirty="0"/>
              <a:t>乘， 或者</a:t>
            </a:r>
            <a:r>
              <a:rPr lang="en-US" altLang="zh-CN" sz="1200" dirty="0"/>
              <a:t>64</a:t>
            </a:r>
            <a:r>
              <a:rPr lang="zh-CN" altLang="en-US" sz="1200" dirty="0"/>
              <a:t>个</a:t>
            </a:r>
            <a:r>
              <a:rPr lang="en-US" altLang="zh-CN" sz="1200" dirty="0"/>
              <a:t>fp32/int32</a:t>
            </a:r>
            <a:r>
              <a:rPr lang="zh-CN" altLang="en-US" sz="1200" dirty="0"/>
              <a:t>类型的向量相加</a:t>
            </a:r>
            <a:r>
              <a:rPr lang="en-US" altLang="zh-CN" sz="1200" dirty="0"/>
              <a:t>/</a:t>
            </a:r>
            <a:r>
              <a:rPr lang="zh-CN" altLang="en-US" sz="1200" dirty="0"/>
              <a:t>乘</a:t>
            </a:r>
            <a:endParaRPr lang="en-US" altLang="zh-CN" sz="1200" dirty="0"/>
          </a:p>
          <a:p>
            <a:pPr marL="285750" indent="-285750">
              <a:buFont typeface="Arial" panose="020B0604020202020204" pitchFamily="34" charset="0"/>
              <a:buChar char="•"/>
            </a:pPr>
            <a:endParaRPr lang="en-US" altLang="zh-CN" sz="1200" dirty="0"/>
          </a:p>
          <a:p>
            <a:pPr marL="285750" indent="-285750">
              <a:buFont typeface="Arial" panose="020B0604020202020204" pitchFamily="34" charset="0"/>
              <a:buChar char="•"/>
            </a:pPr>
            <a:r>
              <a:rPr lang="en-US" altLang="zh-CN" sz="1200" b="1" dirty="0"/>
              <a:t>Unified Buffer(UB)</a:t>
            </a:r>
            <a:r>
              <a:rPr lang="zh-CN" altLang="en-US" sz="1200" dirty="0"/>
              <a:t>： 保存</a:t>
            </a:r>
            <a:r>
              <a:rPr lang="en-US" altLang="zh-CN" sz="1200" dirty="0"/>
              <a:t>Vector</a:t>
            </a:r>
            <a:r>
              <a:rPr lang="zh-CN" altLang="en-US" sz="1200" dirty="0"/>
              <a:t>运算的源操作数和目的操作数； 一般要求</a:t>
            </a:r>
            <a:r>
              <a:rPr lang="en-US" altLang="zh-CN" sz="1200" dirty="0"/>
              <a:t>32Byte</a:t>
            </a:r>
            <a:r>
              <a:rPr lang="zh-CN" altLang="en-US" sz="1200" dirty="0"/>
              <a:t>对齐；</a:t>
            </a:r>
            <a:endParaRPr lang="en-US" altLang="zh-CN" sz="1200" dirty="0"/>
          </a:p>
          <a:p>
            <a:pPr marL="285750" indent="-285750">
              <a:buFont typeface="Arial" panose="020B0604020202020204" pitchFamily="34" charset="0"/>
              <a:buChar char="•"/>
            </a:pPr>
            <a:endParaRPr lang="en-US" altLang="zh-CN" sz="1200" dirty="0"/>
          </a:p>
          <a:p>
            <a:pPr marL="285750" indent="-285750">
              <a:buFont typeface="Arial" panose="020B0604020202020204" pitchFamily="34" charset="0"/>
              <a:buChar char="•"/>
            </a:pPr>
            <a:r>
              <a:rPr lang="zh-CN" altLang="en-US" sz="1200" b="1" dirty="0"/>
              <a:t>数据从</a:t>
            </a:r>
            <a:r>
              <a:rPr lang="en-US" altLang="zh-CN" sz="1200" b="1" dirty="0"/>
              <a:t>L0C-&gt;UB</a:t>
            </a:r>
            <a:r>
              <a:rPr lang="zh-CN" altLang="en-US" sz="1200" dirty="0"/>
              <a:t>，需要以</a:t>
            </a:r>
            <a:r>
              <a:rPr lang="en-US" altLang="zh-CN" sz="1200" dirty="0"/>
              <a:t>Vector Unit</a:t>
            </a:r>
            <a:r>
              <a:rPr lang="zh-CN" altLang="en-US" sz="1200" dirty="0"/>
              <a:t>作为中转，并可以随数据搬运完成一些</a:t>
            </a:r>
            <a:r>
              <a:rPr lang="en-US" altLang="zh-CN" sz="1200" dirty="0"/>
              <a:t>RELU/</a:t>
            </a:r>
            <a:r>
              <a:rPr lang="zh-CN" altLang="en-US" sz="1200" dirty="0"/>
              <a:t>数据格式转换等操作</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134</a:t>
            </a:fld>
            <a:endParaRPr lang="en-US" altLang="en-US"/>
          </a:p>
        </p:txBody>
      </p:sp>
    </p:spTree>
    <p:extLst>
      <p:ext uri="{BB962C8B-B14F-4D97-AF65-F5344CB8AC3E}">
        <p14:creationId xmlns:p14="http://schemas.microsoft.com/office/powerpoint/2010/main" val="40154680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全流程服务，分层</a:t>
            </a:r>
            <a:r>
              <a:rPr lang="en-US" altLang="zh-CN" sz="1200" dirty="0">
                <a:solidFill>
                  <a:srgbClr val="1D1D1A"/>
                </a:solidFill>
                <a:latin typeface="Arial" panose="020B0604020202020204" pitchFamily="34" charset="0"/>
                <a:cs typeface="Arial" panose="020B0604020202020204" pitchFamily="34" charset="0"/>
                <a:sym typeface="Arial" panose="020B0604020202020204" pitchFamily="34" charset="0"/>
              </a:rPr>
              <a:t>API</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和预集成方案</a:t>
            </a:r>
            <a:endParaRPr lang="en-US" altLang="zh-CN" sz="1200" dirty="0">
              <a:solidFill>
                <a:srgbClr val="1D1D1A"/>
              </a:solidFill>
              <a:latin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降低核心代码量</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20%,</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效率提升</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50%</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以上</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应对算子多样性，开发效率提升</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3</a:t>
            </a:r>
            <a:r>
              <a:rPr lang="zh-CN" altLang="en-US" sz="1200" b="1" dirty="0">
                <a:solidFill>
                  <a:srgbClr val="C7000A"/>
                </a:solidFill>
                <a:latin typeface="Arial" panose="020B0604020202020204" pitchFamily="34" charset="0"/>
                <a:cs typeface="Arial" panose="020B0604020202020204" pitchFamily="34" charset="0"/>
                <a:sym typeface="Arial" panose="020B0604020202020204" pitchFamily="34" charset="0"/>
              </a:rPr>
              <a:t>倍</a:t>
            </a:r>
            <a:endPar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140</a:t>
            </a:fld>
            <a:endParaRPr lang="en-US" altLang="en-US"/>
          </a:p>
        </p:txBody>
      </p:sp>
    </p:spTree>
    <p:extLst>
      <p:ext uri="{BB962C8B-B14F-4D97-AF65-F5344CB8AC3E}">
        <p14:creationId xmlns:p14="http://schemas.microsoft.com/office/powerpoint/2010/main" val="508885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全流程服务，分层</a:t>
            </a:r>
            <a:r>
              <a:rPr lang="en-US" altLang="zh-CN" sz="1200" dirty="0">
                <a:solidFill>
                  <a:srgbClr val="1D1D1A"/>
                </a:solidFill>
                <a:latin typeface="Arial" panose="020B0604020202020204" pitchFamily="34" charset="0"/>
                <a:cs typeface="Arial" panose="020B0604020202020204" pitchFamily="34" charset="0"/>
                <a:sym typeface="Arial" panose="020B0604020202020204" pitchFamily="34" charset="0"/>
              </a:rPr>
              <a:t>API</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和预集成方案</a:t>
            </a:r>
            <a:endParaRPr lang="en-US" altLang="zh-CN" sz="1200" dirty="0">
              <a:solidFill>
                <a:srgbClr val="1D1D1A"/>
              </a:solidFill>
              <a:latin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降低核心代码量</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20%,</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效率提升</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50%</a:t>
            </a: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以上</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1D1D1A"/>
                </a:solidFill>
                <a:latin typeface="Arial" panose="020B0604020202020204" pitchFamily="34" charset="0"/>
                <a:cs typeface="Arial" panose="020B0604020202020204" pitchFamily="34" charset="0"/>
                <a:sym typeface="Arial" panose="020B0604020202020204" pitchFamily="34" charset="0"/>
              </a:rPr>
              <a:t>应对算子多样性，开发效率提升</a:t>
            </a:r>
            <a:r>
              <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rPr>
              <a:t>3</a:t>
            </a:r>
            <a:r>
              <a:rPr lang="zh-CN" altLang="en-US" sz="1200" b="1" dirty="0">
                <a:solidFill>
                  <a:srgbClr val="C7000A"/>
                </a:solidFill>
                <a:latin typeface="Arial" panose="020B0604020202020204" pitchFamily="34" charset="0"/>
                <a:cs typeface="Arial" panose="020B0604020202020204" pitchFamily="34" charset="0"/>
                <a:sym typeface="Arial" panose="020B0604020202020204" pitchFamily="34" charset="0"/>
              </a:rPr>
              <a:t>倍</a:t>
            </a:r>
            <a:endPar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141</a:t>
            </a:fld>
            <a:endParaRPr lang="en-US" altLang="en-US"/>
          </a:p>
        </p:txBody>
      </p:sp>
    </p:spTree>
    <p:extLst>
      <p:ext uri="{BB962C8B-B14F-4D97-AF65-F5344CB8AC3E}">
        <p14:creationId xmlns:p14="http://schemas.microsoft.com/office/powerpoint/2010/main" val="28068700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ts val="3440"/>
              </a:lnSpc>
            </a:pPr>
            <a:r>
              <a:rPr lang="en-US" altLang="zh-CN" dirty="0">
                <a:latin typeface="微软雅黑" panose="020B0503020204020204" pitchFamily="34" charset="-122"/>
                <a:ea typeface="微软雅黑" panose="020B0503020204020204" pitchFamily="34" charset="-122"/>
              </a:rPr>
              <a:t>CSE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Common-Subexpression Elimination</a:t>
            </a:r>
            <a:r>
              <a:rPr lang="zh-CN" altLang="en-US" dirty="0">
                <a:latin typeface="微软雅黑" panose="020B0503020204020204" pitchFamily="34" charset="-122"/>
                <a:ea typeface="微软雅黑" panose="020B0503020204020204" pitchFamily="34" charset="-122"/>
              </a:rPr>
              <a:t>），公共子表达式消除。</a:t>
            </a:r>
            <a:endParaRPr lang="en-US" altLang="zh-CN" dirty="0">
              <a:latin typeface="微软雅黑" panose="020B0503020204020204" pitchFamily="34" charset="-122"/>
              <a:ea typeface="微软雅黑" panose="020B0503020204020204" pitchFamily="34" charset="-122"/>
            </a:endParaRPr>
          </a:p>
          <a:p>
            <a:pPr algn="l">
              <a:lnSpc>
                <a:spcPts val="3440"/>
              </a:lnSpc>
            </a:pPr>
            <a:r>
              <a:rPr lang="zh-CN" altLang="en-US" dirty="0">
                <a:latin typeface="微软雅黑" panose="020B0503020204020204" pitchFamily="34" charset="-122"/>
                <a:ea typeface="微软雅黑" panose="020B0503020204020204" pitchFamily="34" charset="-122"/>
              </a:rPr>
              <a:t>简单而言就是将相同输入的表达式进行消除，复用计算结果。</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143</a:t>
            </a:fld>
            <a:endParaRPr lang="en-US" altLang="en-US"/>
          </a:p>
        </p:txBody>
      </p:sp>
    </p:spTree>
    <p:extLst>
      <p:ext uri="{BB962C8B-B14F-4D97-AF65-F5344CB8AC3E}">
        <p14:creationId xmlns:p14="http://schemas.microsoft.com/office/powerpoint/2010/main" val="16567107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ts val="3440"/>
              </a:lnSpc>
            </a:pPr>
            <a:r>
              <a:rPr lang="en-US" altLang="zh-CN" dirty="0">
                <a:latin typeface="微软雅黑" panose="020B0503020204020204" pitchFamily="34" charset="-122"/>
                <a:ea typeface="微软雅黑" panose="020B0503020204020204" pitchFamily="34" charset="-122"/>
              </a:rPr>
              <a:t>Reducing high-cost operations</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144</a:t>
            </a:fld>
            <a:endParaRPr lang="en-US" altLang="en-US"/>
          </a:p>
        </p:txBody>
      </p:sp>
    </p:spTree>
    <p:extLst>
      <p:ext uri="{BB962C8B-B14F-4D97-AF65-F5344CB8AC3E}">
        <p14:creationId xmlns:p14="http://schemas.microsoft.com/office/powerpoint/2010/main" val="8420629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科学计算才是</a:t>
            </a:r>
            <a:r>
              <a:rPr lang="en-US" altLang="zh-CN" dirty="0"/>
              <a:t>AI</a:t>
            </a:r>
            <a:r>
              <a:rPr lang="zh-CN" altLang="en-US"/>
              <a:t>应用的蓝海。。。</a:t>
            </a:r>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147</a:t>
            </a:fld>
            <a:endParaRPr lang="en-US" altLang="en-US"/>
          </a:p>
        </p:txBody>
      </p:sp>
    </p:spTree>
    <p:extLst>
      <p:ext uri="{BB962C8B-B14F-4D97-AF65-F5344CB8AC3E}">
        <p14:creationId xmlns:p14="http://schemas.microsoft.com/office/powerpoint/2010/main" val="42809637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 number of workers, devices.</a:t>
            </a:r>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162</a:t>
            </a:fld>
            <a:endParaRPr lang="en-US" altLang="en-US"/>
          </a:p>
        </p:txBody>
      </p:sp>
    </p:spTree>
    <p:extLst>
      <p:ext uri="{BB962C8B-B14F-4D97-AF65-F5344CB8AC3E}">
        <p14:creationId xmlns:p14="http://schemas.microsoft.com/office/powerpoint/2010/main" val="10932921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164</a:t>
            </a:fld>
            <a:endParaRPr lang="en-US" altLang="en-US"/>
          </a:p>
        </p:txBody>
      </p:sp>
    </p:spTree>
    <p:extLst>
      <p:ext uri="{BB962C8B-B14F-4D97-AF65-F5344CB8AC3E}">
        <p14:creationId xmlns:p14="http://schemas.microsoft.com/office/powerpoint/2010/main" val="36545794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170</a:t>
            </a:fld>
            <a:endParaRPr lang="en-US" altLang="en-US"/>
          </a:p>
        </p:txBody>
      </p:sp>
    </p:spTree>
    <p:extLst>
      <p:ext uri="{BB962C8B-B14F-4D97-AF65-F5344CB8AC3E}">
        <p14:creationId xmlns:p14="http://schemas.microsoft.com/office/powerpoint/2010/main" val="12897613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171</a:t>
            </a:fld>
            <a:endParaRPr lang="en-US" altLang="en-US"/>
          </a:p>
        </p:txBody>
      </p:sp>
    </p:spTree>
    <p:extLst>
      <p:ext uri="{BB962C8B-B14F-4D97-AF65-F5344CB8AC3E}">
        <p14:creationId xmlns:p14="http://schemas.microsoft.com/office/powerpoint/2010/main" val="6994438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172</a:t>
            </a:fld>
            <a:endParaRPr lang="en-US" altLang="en-US"/>
          </a:p>
        </p:txBody>
      </p:sp>
    </p:spTree>
    <p:extLst>
      <p:ext uri="{BB962C8B-B14F-4D97-AF65-F5344CB8AC3E}">
        <p14:creationId xmlns:p14="http://schemas.microsoft.com/office/powerpoint/2010/main" val="20136145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32313" indent="-318908">
              <a:spcBef>
                <a:spcPts val="1000"/>
              </a:spcBef>
              <a:buClr>
                <a:srgbClr val="B2B2B2"/>
              </a:buClr>
              <a:buFont typeface="Arial"/>
              <a:buChar char="•"/>
              <a:tabLst>
                <a:tab pos="332313" algn="l"/>
                <a:tab pos="333019" algn="l"/>
              </a:tabLst>
            </a:pPr>
            <a:r>
              <a:rPr lang="en-US" altLang="zh-CN" sz="2400" b="1" dirty="0" err="1">
                <a:latin typeface="Trebuchet MS"/>
                <a:cs typeface="Trebuchet MS"/>
              </a:rPr>
              <a:t>Fwd</a:t>
            </a:r>
            <a:r>
              <a:rPr lang="en-US" altLang="zh-CN" sz="2400" b="1" spc="-17" dirty="0">
                <a:latin typeface="Trebuchet MS"/>
                <a:cs typeface="Trebuchet MS"/>
              </a:rPr>
              <a:t> </a:t>
            </a:r>
            <a:r>
              <a:rPr lang="en-US" altLang="zh-CN" sz="2400" b="1" dirty="0">
                <a:latin typeface="Trebuchet MS"/>
                <a:cs typeface="Trebuchet MS"/>
              </a:rPr>
              <a:t>communication:</a:t>
            </a:r>
            <a:endParaRPr lang="en-US" altLang="zh-CN" sz="2400" dirty="0">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altLang="zh-CN" b="1" spc="-6" dirty="0" err="1">
                <a:latin typeface="Trebuchet MS"/>
                <a:cs typeface="Trebuchet MS"/>
              </a:rPr>
              <a:t>Reduce_scatter</a:t>
            </a:r>
            <a:r>
              <a:rPr lang="en-US" altLang="zh-CN" spc="-6" dirty="0">
                <a:latin typeface="Trebuchet MS"/>
                <a:cs typeface="Trebuchet MS"/>
              </a:rPr>
              <a:t>: each worker needs partial </a:t>
            </a:r>
            <a:r>
              <a:rPr lang="en-US" altLang="zh-CN" spc="-11" dirty="0">
                <a:latin typeface="Trebuchet MS"/>
                <a:cs typeface="Trebuchet MS"/>
              </a:rPr>
              <a:t>activations at </a:t>
            </a:r>
            <a:r>
              <a:rPr lang="en-US" altLang="zh-CN" spc="-6" dirty="0">
                <a:latin typeface="Trebuchet MS"/>
                <a:cs typeface="Trebuchet MS"/>
              </a:rPr>
              <a:t>next layer </a:t>
            </a:r>
            <a:endParaRPr lang="en-US" altLang="zh-CN" dirty="0">
              <a:latin typeface="Trebuchet MS"/>
              <a:cs typeface="Trebuchet MS"/>
            </a:endParaRPr>
          </a:p>
          <a:p>
            <a:endParaRPr lang="zh-CN" altLang="en-US" dirty="0"/>
          </a:p>
        </p:txBody>
      </p:sp>
      <p:sp>
        <p:nvSpPr>
          <p:cNvPr id="4" name="灯片编号占位符 3"/>
          <p:cNvSpPr>
            <a:spLocks noGrp="1"/>
          </p:cNvSpPr>
          <p:nvPr>
            <p:ph type="sldNum" sz="quarter" idx="5"/>
          </p:nvPr>
        </p:nvSpPr>
        <p:spPr/>
        <p:txBody>
          <a:bodyPr/>
          <a:lstStyle/>
          <a:p>
            <a:fld id="{093286A4-7211-A74A-AC00-948057392F5F}" type="slidenum">
              <a:rPr lang="en-US" altLang="en-US" smtClean="0"/>
              <a:pPr/>
              <a:t>173</a:t>
            </a:fld>
            <a:endParaRPr lang="en-US" altLang="en-US"/>
          </a:p>
        </p:txBody>
      </p:sp>
    </p:spTree>
    <p:extLst>
      <p:ext uri="{BB962C8B-B14F-4D97-AF65-F5344CB8AC3E}">
        <p14:creationId xmlns:p14="http://schemas.microsoft.com/office/powerpoint/2010/main" val="3648717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7CD2703F-59E9-A14C-8EB7-D2EF90B9AAA3}"/>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4E45769C-5653-3249-B473-2EE771C82523}"/>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6F1184F0-BDE6-E04A-9B4C-5FBA651A760C}"/>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201182EE-B006-604C-80F1-A08CD3F29964}"/>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E6FF7502-AB8E-2D42-89F5-6E44D8D219B0}"/>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AA9EDE30-1051-6248-A6FF-A3B2F6A689C5}"/>
              </a:ext>
            </a:extLst>
          </p:cNvPr>
          <p:cNvSpPr>
            <a:spLocks noGrp="1" noChangeArrowheads="1"/>
          </p:cNvSpPr>
          <p:nvPr>
            <p:ph type="sldNum" sz="quarter" idx="12"/>
          </p:nvPr>
        </p:nvSpPr>
        <p:spPr/>
        <p:txBody>
          <a:bodyPr/>
          <a:lstStyle>
            <a:lvl1pPr>
              <a:defRPr sz="1200"/>
            </a:lvl1pPr>
          </a:lstStyle>
          <a:p>
            <a:pPr>
              <a:defRPr/>
            </a:pPr>
            <a:fld id="{419CA311-0D55-A14C-B89B-825C95FC0DAC}" type="slidenum">
              <a:rPr lang="en-US" altLang="en-US"/>
              <a:pPr>
                <a:defRPr/>
              </a:pPr>
              <a:t>‹#›</a:t>
            </a:fld>
            <a:endParaRPr lang="en-US" altLang="en-US"/>
          </a:p>
        </p:txBody>
      </p:sp>
    </p:spTree>
    <p:extLst>
      <p:ext uri="{BB962C8B-B14F-4D97-AF65-F5344CB8AC3E}">
        <p14:creationId xmlns:p14="http://schemas.microsoft.com/office/powerpoint/2010/main" val="371491251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F456239-BE5C-F14C-BAFE-1CE538B9D7B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81A7BE9F-CE53-CC49-87AA-BAE23F95E61C}"/>
              </a:ext>
            </a:extLst>
          </p:cNvPr>
          <p:cNvSpPr>
            <a:spLocks noGrp="1" noChangeArrowheads="1"/>
          </p:cNvSpPr>
          <p:nvPr>
            <p:ph type="sldNum" sz="quarter" idx="11"/>
          </p:nvPr>
        </p:nvSpPr>
        <p:spPr>
          <a:ln/>
        </p:spPr>
        <p:txBody>
          <a:bodyPr/>
          <a:lstStyle>
            <a:lvl1pPr>
              <a:defRPr/>
            </a:lvl1pPr>
          </a:lstStyle>
          <a:p>
            <a:pPr>
              <a:defRPr/>
            </a:pPr>
            <a:fld id="{753DEEF8-87BA-7144-9648-F84693A6E11D}" type="slidenum">
              <a:rPr lang="en-US" altLang="en-US"/>
              <a:pPr>
                <a:defRPr/>
              </a:pPr>
              <a:t>‹#›</a:t>
            </a:fld>
            <a:endParaRPr lang="en-US" altLang="en-US"/>
          </a:p>
        </p:txBody>
      </p:sp>
    </p:spTree>
    <p:extLst>
      <p:ext uri="{BB962C8B-B14F-4D97-AF65-F5344CB8AC3E}">
        <p14:creationId xmlns:p14="http://schemas.microsoft.com/office/powerpoint/2010/main" val="234971424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D31936A8-46C3-6144-858E-78E1ACCA1A6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33F8A896-4867-D146-8CEC-A71CEB2F2B07}"/>
              </a:ext>
            </a:extLst>
          </p:cNvPr>
          <p:cNvSpPr>
            <a:spLocks noGrp="1" noChangeArrowheads="1"/>
          </p:cNvSpPr>
          <p:nvPr>
            <p:ph type="sldNum" sz="quarter" idx="11"/>
          </p:nvPr>
        </p:nvSpPr>
        <p:spPr>
          <a:ln/>
        </p:spPr>
        <p:txBody>
          <a:bodyPr/>
          <a:lstStyle>
            <a:lvl1pPr>
              <a:defRPr/>
            </a:lvl1pPr>
          </a:lstStyle>
          <a:p>
            <a:pPr>
              <a:defRPr/>
            </a:pPr>
            <a:fld id="{931C8F86-5F3C-F245-94F6-C123F85C2021}" type="slidenum">
              <a:rPr lang="en-US" altLang="en-US"/>
              <a:pPr>
                <a:defRPr/>
              </a:pPr>
              <a:t>‹#›</a:t>
            </a:fld>
            <a:endParaRPr lang="en-US" altLang="en-US"/>
          </a:p>
        </p:txBody>
      </p:sp>
    </p:spTree>
    <p:extLst>
      <p:ext uri="{BB962C8B-B14F-4D97-AF65-F5344CB8AC3E}">
        <p14:creationId xmlns:p14="http://schemas.microsoft.com/office/powerpoint/2010/main" val="384702209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D4FBA484-E206-D641-B0DC-3D4C98C627C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6EEA48B1-2FA4-8747-A5DD-BCA0E69B94CA}"/>
              </a:ext>
            </a:extLst>
          </p:cNvPr>
          <p:cNvSpPr>
            <a:spLocks noGrp="1" noChangeArrowheads="1"/>
          </p:cNvSpPr>
          <p:nvPr>
            <p:ph type="sldNum" sz="quarter" idx="11"/>
          </p:nvPr>
        </p:nvSpPr>
        <p:spPr>
          <a:ln/>
        </p:spPr>
        <p:txBody>
          <a:bodyPr/>
          <a:lstStyle>
            <a:lvl1pPr>
              <a:defRPr/>
            </a:lvl1pPr>
          </a:lstStyle>
          <a:p>
            <a:pPr>
              <a:defRPr/>
            </a:pPr>
            <a:fld id="{781A1F37-1138-BE43-82C5-EB159284CF7C}" type="slidenum">
              <a:rPr lang="en-US" altLang="en-US"/>
              <a:pPr>
                <a:defRPr/>
              </a:pPr>
              <a:t>‹#›</a:t>
            </a:fld>
            <a:endParaRPr lang="en-US" altLang="en-US"/>
          </a:p>
        </p:txBody>
      </p:sp>
    </p:spTree>
    <p:extLst>
      <p:ext uri="{BB962C8B-B14F-4D97-AF65-F5344CB8AC3E}">
        <p14:creationId xmlns:p14="http://schemas.microsoft.com/office/powerpoint/2010/main" val="193663044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33F02844-2FE7-C24C-9E98-3B816850C4B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718623F1-7DE2-1845-8415-80FB2731C15C}"/>
              </a:ext>
            </a:extLst>
          </p:cNvPr>
          <p:cNvSpPr>
            <a:spLocks noGrp="1" noChangeArrowheads="1"/>
          </p:cNvSpPr>
          <p:nvPr>
            <p:ph type="sldNum" sz="quarter" idx="11"/>
          </p:nvPr>
        </p:nvSpPr>
        <p:spPr>
          <a:ln/>
        </p:spPr>
        <p:txBody>
          <a:bodyPr/>
          <a:lstStyle>
            <a:lvl1pPr>
              <a:defRPr/>
            </a:lvl1pPr>
          </a:lstStyle>
          <a:p>
            <a:pPr>
              <a:defRPr/>
            </a:pPr>
            <a:fld id="{1EA8A460-06A5-1040-9381-5E626473F9E3}" type="slidenum">
              <a:rPr lang="en-US" altLang="en-US"/>
              <a:pPr>
                <a:defRPr/>
              </a:pPr>
              <a:t>‹#›</a:t>
            </a:fld>
            <a:endParaRPr lang="en-US" altLang="en-US"/>
          </a:p>
        </p:txBody>
      </p:sp>
    </p:spTree>
    <p:extLst>
      <p:ext uri="{BB962C8B-B14F-4D97-AF65-F5344CB8AC3E}">
        <p14:creationId xmlns:p14="http://schemas.microsoft.com/office/powerpoint/2010/main" val="148978838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9CEE6D8E-27A0-0640-A905-296B5CA0759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24A5FEAD-8321-B348-BADD-59371C1875CF}"/>
              </a:ext>
            </a:extLst>
          </p:cNvPr>
          <p:cNvSpPr>
            <a:spLocks noGrp="1" noChangeArrowheads="1"/>
          </p:cNvSpPr>
          <p:nvPr>
            <p:ph type="sldNum" sz="quarter" idx="11"/>
          </p:nvPr>
        </p:nvSpPr>
        <p:spPr>
          <a:ln/>
        </p:spPr>
        <p:txBody>
          <a:bodyPr/>
          <a:lstStyle>
            <a:lvl1pPr>
              <a:defRPr/>
            </a:lvl1pPr>
          </a:lstStyle>
          <a:p>
            <a:pPr>
              <a:defRPr/>
            </a:pPr>
            <a:fld id="{91838187-F844-5B4C-9C26-C2BA5E46EBAE}" type="slidenum">
              <a:rPr lang="en-US" altLang="en-US"/>
              <a:pPr>
                <a:defRPr/>
              </a:pPr>
              <a:t>‹#›</a:t>
            </a:fld>
            <a:endParaRPr lang="en-US" altLang="en-US"/>
          </a:p>
        </p:txBody>
      </p:sp>
    </p:spTree>
    <p:extLst>
      <p:ext uri="{BB962C8B-B14F-4D97-AF65-F5344CB8AC3E}">
        <p14:creationId xmlns:p14="http://schemas.microsoft.com/office/powerpoint/2010/main" val="21573714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39DE8FF1-9193-7F4E-B922-00B76AA4C56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D818ACD0-F021-2B49-AC9D-A471820E1F4F}"/>
              </a:ext>
            </a:extLst>
          </p:cNvPr>
          <p:cNvSpPr>
            <a:spLocks noGrp="1" noChangeArrowheads="1"/>
          </p:cNvSpPr>
          <p:nvPr>
            <p:ph type="sldNum" sz="quarter" idx="11"/>
          </p:nvPr>
        </p:nvSpPr>
        <p:spPr>
          <a:ln/>
        </p:spPr>
        <p:txBody>
          <a:bodyPr/>
          <a:lstStyle>
            <a:lvl1pPr>
              <a:defRPr/>
            </a:lvl1pPr>
          </a:lstStyle>
          <a:p>
            <a:pPr>
              <a:defRPr/>
            </a:pPr>
            <a:fld id="{00895373-688A-E54A-BCBC-676BC297BB28}" type="slidenum">
              <a:rPr lang="en-US" altLang="en-US"/>
              <a:pPr>
                <a:defRPr/>
              </a:pPr>
              <a:t>‹#›</a:t>
            </a:fld>
            <a:endParaRPr lang="en-US" altLang="en-US"/>
          </a:p>
        </p:txBody>
      </p:sp>
    </p:spTree>
    <p:extLst>
      <p:ext uri="{BB962C8B-B14F-4D97-AF65-F5344CB8AC3E}">
        <p14:creationId xmlns:p14="http://schemas.microsoft.com/office/powerpoint/2010/main" val="369107754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5774A03C-10B1-F74B-BCEE-3B42276D82A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93987030-5D42-1745-9FE1-104F1FB142AA}"/>
              </a:ext>
            </a:extLst>
          </p:cNvPr>
          <p:cNvSpPr>
            <a:spLocks noGrp="1" noChangeArrowheads="1"/>
          </p:cNvSpPr>
          <p:nvPr>
            <p:ph type="sldNum" sz="quarter" idx="11"/>
          </p:nvPr>
        </p:nvSpPr>
        <p:spPr>
          <a:ln/>
        </p:spPr>
        <p:txBody>
          <a:bodyPr/>
          <a:lstStyle>
            <a:lvl1pPr>
              <a:defRPr/>
            </a:lvl1pPr>
          </a:lstStyle>
          <a:p>
            <a:pPr>
              <a:defRPr/>
            </a:pPr>
            <a:fld id="{CBE9E05E-C026-FF47-A81F-F56728002386}" type="slidenum">
              <a:rPr lang="en-US" altLang="en-US"/>
              <a:pPr>
                <a:defRPr/>
              </a:pPr>
              <a:t>‹#›</a:t>
            </a:fld>
            <a:endParaRPr lang="en-US" altLang="en-US"/>
          </a:p>
        </p:txBody>
      </p:sp>
    </p:spTree>
    <p:extLst>
      <p:ext uri="{BB962C8B-B14F-4D97-AF65-F5344CB8AC3E}">
        <p14:creationId xmlns:p14="http://schemas.microsoft.com/office/powerpoint/2010/main" val="222544283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95F248AF-580A-484F-8CDE-233C7293CF5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3752E372-8C90-784B-AEF9-99A3B39A574A}"/>
              </a:ext>
            </a:extLst>
          </p:cNvPr>
          <p:cNvSpPr>
            <a:spLocks noGrp="1" noChangeArrowheads="1"/>
          </p:cNvSpPr>
          <p:nvPr>
            <p:ph type="sldNum" sz="quarter" idx="11"/>
          </p:nvPr>
        </p:nvSpPr>
        <p:spPr>
          <a:ln/>
        </p:spPr>
        <p:txBody>
          <a:bodyPr/>
          <a:lstStyle>
            <a:lvl1pPr>
              <a:defRPr/>
            </a:lvl1pPr>
          </a:lstStyle>
          <a:p>
            <a:pPr>
              <a:defRPr/>
            </a:pPr>
            <a:fld id="{8923FC57-0E92-184E-B457-70424053F165}" type="slidenum">
              <a:rPr lang="en-US" altLang="en-US"/>
              <a:pPr>
                <a:defRPr/>
              </a:pPr>
              <a:t>‹#›</a:t>
            </a:fld>
            <a:endParaRPr lang="en-US" altLang="en-US"/>
          </a:p>
        </p:txBody>
      </p:sp>
    </p:spTree>
    <p:extLst>
      <p:ext uri="{BB962C8B-B14F-4D97-AF65-F5344CB8AC3E}">
        <p14:creationId xmlns:p14="http://schemas.microsoft.com/office/powerpoint/2010/main" val="130757585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FFB4941-E67A-AB4D-9D8B-7D602F6617DA}"/>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32B790D0-387A-D24B-BFFB-CEEE4F8DD7F9}"/>
              </a:ext>
            </a:extLst>
          </p:cNvPr>
          <p:cNvSpPr>
            <a:spLocks noGrp="1" noChangeArrowheads="1"/>
          </p:cNvSpPr>
          <p:nvPr>
            <p:ph type="sldNum" sz="quarter" idx="11"/>
          </p:nvPr>
        </p:nvSpPr>
        <p:spPr>
          <a:ln/>
        </p:spPr>
        <p:txBody>
          <a:bodyPr/>
          <a:lstStyle>
            <a:lvl1pPr>
              <a:defRPr/>
            </a:lvl1pPr>
          </a:lstStyle>
          <a:p>
            <a:pPr>
              <a:defRPr/>
            </a:pPr>
            <a:fld id="{4C516D74-7A0A-974B-A43A-3FC2516061BE}" type="slidenum">
              <a:rPr lang="en-US" altLang="en-US"/>
              <a:pPr>
                <a:defRPr/>
              </a:pPr>
              <a:t>‹#›</a:t>
            </a:fld>
            <a:endParaRPr lang="en-US" altLang="en-US"/>
          </a:p>
        </p:txBody>
      </p:sp>
    </p:spTree>
    <p:extLst>
      <p:ext uri="{BB962C8B-B14F-4D97-AF65-F5344CB8AC3E}">
        <p14:creationId xmlns:p14="http://schemas.microsoft.com/office/powerpoint/2010/main" val="193752825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E98B6B71-297A-7B40-BD41-F5AC2532F72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9831095A-1960-444A-911A-3C8915CCD581}"/>
              </a:ext>
            </a:extLst>
          </p:cNvPr>
          <p:cNvSpPr>
            <a:spLocks noGrp="1" noChangeArrowheads="1"/>
          </p:cNvSpPr>
          <p:nvPr>
            <p:ph type="sldNum" sz="quarter" idx="11"/>
          </p:nvPr>
        </p:nvSpPr>
        <p:spPr>
          <a:ln/>
        </p:spPr>
        <p:txBody>
          <a:bodyPr/>
          <a:lstStyle>
            <a:lvl1pPr>
              <a:defRPr/>
            </a:lvl1pPr>
          </a:lstStyle>
          <a:p>
            <a:pPr>
              <a:defRPr/>
            </a:pPr>
            <a:fld id="{1F841925-2E2A-0E40-8E5A-D6375ADEA798}" type="slidenum">
              <a:rPr lang="en-US" altLang="en-US"/>
              <a:pPr>
                <a:defRPr/>
              </a:pPr>
              <a:t>‹#›</a:t>
            </a:fld>
            <a:endParaRPr lang="en-US" altLang="en-US"/>
          </a:p>
        </p:txBody>
      </p:sp>
    </p:spTree>
    <p:extLst>
      <p:ext uri="{BB962C8B-B14F-4D97-AF65-F5344CB8AC3E}">
        <p14:creationId xmlns:p14="http://schemas.microsoft.com/office/powerpoint/2010/main" val="209184347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F9047823-2C94-ED40-A15F-48C5249AB989}"/>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4C8AA92F-4CF5-8B48-8439-382B46432E8A}"/>
              </a:ext>
            </a:extLst>
          </p:cNvPr>
          <p:cNvSpPr>
            <a:spLocks noGrp="1" noChangeArrowheads="1"/>
          </p:cNvSpPr>
          <p:nvPr>
            <p:ph type="sldNum" sz="quarter" idx="11"/>
          </p:nvPr>
        </p:nvSpPr>
        <p:spPr>
          <a:ln/>
        </p:spPr>
        <p:txBody>
          <a:bodyPr/>
          <a:lstStyle>
            <a:lvl1pPr>
              <a:defRPr/>
            </a:lvl1pPr>
          </a:lstStyle>
          <a:p>
            <a:pPr>
              <a:defRPr/>
            </a:pPr>
            <a:fld id="{42DAD1A7-D785-6B4D-BB0F-F87147239B31}" type="slidenum">
              <a:rPr lang="en-US" altLang="en-US"/>
              <a:pPr>
                <a:defRPr/>
              </a:pPr>
              <a:t>‹#›</a:t>
            </a:fld>
            <a:endParaRPr lang="en-US" altLang="en-US"/>
          </a:p>
        </p:txBody>
      </p:sp>
    </p:spTree>
    <p:extLst>
      <p:ext uri="{BB962C8B-B14F-4D97-AF65-F5344CB8AC3E}">
        <p14:creationId xmlns:p14="http://schemas.microsoft.com/office/powerpoint/2010/main" val="149257905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9_Title and Horizontal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96875" y="1362075"/>
            <a:ext cx="7896225" cy="24479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1"/>
          </p:nvPr>
        </p:nvSpPr>
        <p:spPr>
          <a:xfrm>
            <a:off x="404565" y="3886201"/>
            <a:ext cx="7896225" cy="2452382"/>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55201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safari.png"/>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80975" y="6411913"/>
            <a:ext cx="1025525" cy="296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Rectangle 1029"/>
          <p:cNvSpPr>
            <a:spLocks noGrp="1" noChangeArrowheads="1"/>
          </p:cNvSpPr>
          <p:nvPr>
            <p:ph type="ftr" sz="quarter" idx="10"/>
          </p:nvPr>
        </p:nvSpPr>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p:txBody>
          <a:bodyPr/>
          <a:lstStyle>
            <a:lvl1pPr>
              <a:defRPr/>
            </a:lvl1pPr>
          </a:lstStyle>
          <a:p>
            <a:pPr>
              <a:defRPr/>
            </a:pPr>
            <a:fld id="{ACFCE054-F1E5-374D-A24E-887477C0532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58138360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7292004D-7284-C244-B275-AB956C66515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5413890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B79817D1-13B0-D341-B1C4-34616D3933B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77612680"/>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62067096-FD7F-A949-B565-8298951E6B8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0418645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8" name="Rectangle 1030"/>
          <p:cNvSpPr>
            <a:spLocks noGrp="1" noChangeArrowheads="1"/>
          </p:cNvSpPr>
          <p:nvPr>
            <p:ph type="sldNum" sz="quarter" idx="11"/>
          </p:nvPr>
        </p:nvSpPr>
        <p:spPr>
          <a:ln/>
        </p:spPr>
        <p:txBody>
          <a:bodyPr/>
          <a:lstStyle>
            <a:lvl1pPr>
              <a:defRPr/>
            </a:lvl1pPr>
          </a:lstStyle>
          <a:p>
            <a:pPr>
              <a:defRPr/>
            </a:pPr>
            <a:fld id="{701077C3-3C60-8640-A1DD-3718D4D0D74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1807258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4" name="Rectangle 1030"/>
          <p:cNvSpPr>
            <a:spLocks noGrp="1" noChangeArrowheads="1"/>
          </p:cNvSpPr>
          <p:nvPr>
            <p:ph type="sldNum" sz="quarter" idx="11"/>
          </p:nvPr>
        </p:nvSpPr>
        <p:spPr>
          <a:ln/>
        </p:spPr>
        <p:txBody>
          <a:bodyPr/>
          <a:lstStyle>
            <a:lvl1pPr>
              <a:defRPr/>
            </a:lvl1pPr>
          </a:lstStyle>
          <a:p>
            <a:pPr>
              <a:defRPr/>
            </a:pPr>
            <a:fld id="{D4D41FDD-73B6-EC4A-BB35-BA0C8CCC36C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4938312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3" name="Rectangle 1030"/>
          <p:cNvSpPr>
            <a:spLocks noGrp="1" noChangeArrowheads="1"/>
          </p:cNvSpPr>
          <p:nvPr>
            <p:ph type="sldNum" sz="quarter" idx="11"/>
          </p:nvPr>
        </p:nvSpPr>
        <p:spPr>
          <a:ln/>
        </p:spPr>
        <p:txBody>
          <a:bodyPr/>
          <a:lstStyle>
            <a:lvl1pPr>
              <a:defRPr/>
            </a:lvl1pPr>
          </a:lstStyle>
          <a:p>
            <a:pPr>
              <a:defRPr/>
            </a:pPr>
            <a:fld id="{D88D2B92-4EF8-0940-9F90-1D39CCADBD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5950931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1224B1A2-EC3E-4448-972E-E198354A3E4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43072478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B25B71B7-33A4-004A-B24D-5E8A20C1D7A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65614276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1F5EE445-AD48-2049-A03E-4C865681EA4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83013094"/>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EF8603A9-60B6-0741-B15F-17172804C1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3206917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Table Placeholder 2"/>
          <p:cNvSpPr>
            <a:spLocks noGrp="1"/>
          </p:cNvSpPr>
          <p:nvPr>
            <p:ph type="tbl" idx="1"/>
          </p:nvPr>
        </p:nvSpPr>
        <p:spPr>
          <a:xfrm>
            <a:off x="228600" y="1371600"/>
            <a:ext cx="8610600" cy="4876800"/>
          </a:xfrm>
        </p:spPr>
        <p:txBody>
          <a:bodyPr/>
          <a:lstStyle/>
          <a:p>
            <a:pPr lvl="0"/>
            <a:endParaRPr lang="en-US" noProof="0"/>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7066D58A-9B40-E846-A790-9B6CD5A585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399453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83270108-4FD1-564B-ABAB-6D0D792C29A2}"/>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1027">
            <a:extLst>
              <a:ext uri="{FF2B5EF4-FFF2-40B4-BE49-F238E27FC236}">
                <a16:creationId xmlns:a16="http://schemas.microsoft.com/office/drawing/2014/main" id="{B99F7C24-DBB8-3946-9159-B6B69302483B}"/>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93C8C92C-4D9A-794D-8339-4EED2C89708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34E28EF7-5AF2-0E47-8FE5-D0478A414A30}"/>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charset="0"/>
                <a:ea typeface="ＭＳ Ｐゴシック" charset="-128"/>
              </a:defRPr>
            </a:lvl1pPr>
          </a:lstStyle>
          <a:p>
            <a:pPr>
              <a:defRPr/>
            </a:pPr>
            <a:fld id="{B29DC364-FD79-5B41-A4D8-E2DDF079EE37}" type="slidenum">
              <a:rPr lang="en-US" altLang="en-US"/>
              <a:pPr>
                <a:defRPr/>
              </a:pPr>
              <a:t>‹#›</a:t>
            </a:fld>
            <a:endParaRPr lang="en-US" altLang="en-US"/>
          </a:p>
        </p:txBody>
      </p:sp>
      <p:sp>
        <p:nvSpPr>
          <p:cNvPr id="1030" name="Line 1032">
            <a:extLst>
              <a:ext uri="{FF2B5EF4-FFF2-40B4-BE49-F238E27FC236}">
                <a16:creationId xmlns:a16="http://schemas.microsoft.com/office/drawing/2014/main" id="{21377C63-9205-884E-A750-9A1681937FA7}"/>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Line 1033">
            <a:extLst>
              <a:ext uri="{FF2B5EF4-FFF2-40B4-BE49-F238E27FC236}">
                <a16:creationId xmlns:a16="http://schemas.microsoft.com/office/drawing/2014/main" id="{83F0D7DE-84D5-ED49-840F-2474A9564704}"/>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932" r:id="rId1"/>
    <p:sldLayoutId id="2147484899" r:id="rId2"/>
    <p:sldLayoutId id="2147484900" r:id="rId3"/>
    <p:sldLayoutId id="2147484901" r:id="rId4"/>
    <p:sldLayoutId id="2147484902" r:id="rId5"/>
    <p:sldLayoutId id="2147484903" r:id="rId6"/>
    <p:sldLayoutId id="2147484904" r:id="rId7"/>
    <p:sldLayoutId id="2147484905" r:id="rId8"/>
    <p:sldLayoutId id="2147484906" r:id="rId9"/>
    <p:sldLayoutId id="2147484907" r:id="rId10"/>
    <p:sldLayoutId id="2147484908" r:id="rId11"/>
    <p:sldLayoutId id="2147484909" r:id="rId12"/>
    <p:sldLayoutId id="2147485041" r:id="rId13"/>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228600" y="152400"/>
            <a:ext cx="8610600" cy="884238"/>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1027"/>
          <p:cNvSpPr>
            <a:spLocks noGrp="1" noChangeArrowheads="1"/>
          </p:cNvSpPr>
          <p:nvPr>
            <p:ph type="body" idx="1"/>
          </p:nvPr>
        </p:nvSpPr>
        <p:spPr bwMode="auto">
          <a:xfrm>
            <a:off x="228600" y="1095375"/>
            <a:ext cx="8610600" cy="5153025"/>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charset="0"/>
              </a:defRPr>
            </a:lvl1pPr>
          </a:lstStyle>
          <a:p>
            <a:pPr fontAlgn="base">
              <a:spcBef>
                <a:spcPct val="0"/>
              </a:spcBef>
              <a:spcAft>
                <a:spcPct val="0"/>
              </a:spcAft>
              <a:defRPr/>
            </a:pPr>
            <a:endParaRPr lang="en-US">
              <a:solidFill>
                <a:srgbClr val="000000"/>
              </a:solidFill>
              <a:ea typeface="ＭＳ Ｐゴシック" charset="0"/>
              <a:cs typeface="ＭＳ Ｐゴシック" charset="0"/>
            </a:endParaRPr>
          </a:p>
        </p:txBody>
      </p:sp>
      <p:sp>
        <p:nvSpPr>
          <p:cNvPr id="100358" name="Rectangle 1030"/>
          <p:cNvSpPr>
            <a:spLocks noGrp="1" noChangeArrowheads="1"/>
          </p:cNvSpPr>
          <p:nvPr>
            <p:ph type="sldNum" sz="quarter" idx="4"/>
          </p:nvPr>
        </p:nvSpPr>
        <p:spPr bwMode="auto">
          <a:xfrm>
            <a:off x="6946900" y="6373813"/>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latin typeface="Garamond" charset="0"/>
              </a:defRPr>
            </a:lvl1pPr>
          </a:lstStyle>
          <a:p>
            <a:pPr fontAlgn="base">
              <a:spcBef>
                <a:spcPct val="0"/>
              </a:spcBef>
              <a:spcAft>
                <a:spcPct val="0"/>
              </a:spcAft>
              <a:defRPr/>
            </a:pPr>
            <a:fld id="{FB5C1105-7C02-0A4A-BBB4-558A73CD3ACF}" type="slidenum">
              <a:rPr lang="en-US">
                <a:solidFill>
                  <a:srgbClr val="000000"/>
                </a:solidFill>
                <a:ea typeface="ＭＳ Ｐゴシック" charset="0"/>
                <a:cs typeface="ＭＳ Ｐゴシック" charset="0"/>
              </a:rPr>
              <a:pPr fontAlgn="base">
                <a:spcBef>
                  <a:spcPct val="0"/>
                </a:spcBef>
                <a:spcAft>
                  <a:spcPct val="0"/>
                </a:spcAft>
                <a:defRPr/>
              </a:pPr>
              <a:t>‹#›</a:t>
            </a:fld>
            <a:endParaRPr lang="en-US">
              <a:solidFill>
                <a:srgbClr val="000000"/>
              </a:solidFill>
              <a:ea typeface="ＭＳ Ｐゴシック" charset="0"/>
              <a:cs typeface="ＭＳ Ｐゴシック" charset="0"/>
            </a:endParaRPr>
          </a:p>
        </p:txBody>
      </p:sp>
      <p:sp>
        <p:nvSpPr>
          <p:cNvPr id="1030" name="Line 1032"/>
          <p:cNvSpPr>
            <a:spLocks noChangeShapeType="1"/>
          </p:cNvSpPr>
          <p:nvPr/>
        </p:nvSpPr>
        <p:spPr bwMode="auto">
          <a:xfrm>
            <a:off x="228600" y="6446838"/>
            <a:ext cx="8610600" cy="0"/>
          </a:xfrm>
          <a:prstGeom prst="line">
            <a:avLst/>
          </a:prstGeom>
          <a:noFill/>
          <a:ln w="19050">
            <a:solidFill>
              <a:schemeClr val="accent1"/>
            </a:solidFill>
            <a:round/>
            <a:headEnd/>
            <a:tailEnd/>
          </a:ln>
          <a:extLst>
            <a:ext uri="{909E8E84-426E-40dd-AFC4-6F175D3DCCD1}">
              <a14:hiddenFill xmlns=""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0"/>
              <a:cs typeface="ＭＳ Ｐゴシック" charset="0"/>
            </a:endParaRPr>
          </a:p>
        </p:txBody>
      </p:sp>
      <p:sp>
        <p:nvSpPr>
          <p:cNvPr id="1031" name="Line 1033"/>
          <p:cNvSpPr>
            <a:spLocks noChangeShapeType="1"/>
          </p:cNvSpPr>
          <p:nvPr userDrawn="1"/>
        </p:nvSpPr>
        <p:spPr bwMode="auto">
          <a:xfrm>
            <a:off x="228600" y="914400"/>
            <a:ext cx="8610600" cy="0"/>
          </a:xfrm>
          <a:prstGeom prst="line">
            <a:avLst/>
          </a:prstGeom>
          <a:noFill/>
          <a:ln w="19050">
            <a:solidFill>
              <a:schemeClr val="accent1"/>
            </a:solidFill>
            <a:round/>
            <a:headEnd/>
            <a:tailEnd/>
          </a:ln>
          <a:extLst>
            <a:ext uri="{909E8E84-426E-40dd-AFC4-6F175D3DCCD1}">
              <a14:hiddenFill xmlns=""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0"/>
              <a:cs typeface="ＭＳ Ｐゴシック" charset="0"/>
            </a:endParaRPr>
          </a:p>
        </p:txBody>
      </p:sp>
      <p:pic>
        <p:nvPicPr>
          <p:cNvPr id="1032" name="Picture 7" descr="safari.png"/>
          <p:cNvPicPr>
            <a:picLocks noChangeAspect="1"/>
          </p:cNvPicPr>
          <p:nvPr userDrawn="1"/>
        </p:nvPicPr>
        <p:blipFill>
          <a:blip r:embed="rId14" cstate="screen">
            <a:extLst>
              <a:ext uri="{28A0092B-C50C-407E-A947-70E740481C1C}">
                <a14:useLocalDpi xmlns:a14="http://schemas.microsoft.com/office/drawing/2010/main"/>
              </a:ext>
            </a:extLst>
          </a:blip>
          <a:srcRect/>
          <a:stretch>
            <a:fillRect/>
          </a:stretch>
        </p:blipFill>
        <p:spPr bwMode="auto">
          <a:xfrm>
            <a:off x="180975" y="6602413"/>
            <a:ext cx="847725" cy="2460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7609352"/>
      </p:ext>
    </p:extLst>
  </p:cSld>
  <p:clrMap bg1="lt1" tx1="dk1" bg2="lt2" tx2="dk2" accent1="accent1" accent2="accent2" accent3="accent3" accent4="accent4" accent5="accent5" accent6="accent6" hlink="hlink" folHlink="folHlink"/>
  <p:sldLayoutIdLst>
    <p:sldLayoutId id="2147485028" r:id="rId1"/>
    <p:sldLayoutId id="2147485029" r:id="rId2"/>
    <p:sldLayoutId id="2147485030" r:id="rId3"/>
    <p:sldLayoutId id="2147485031" r:id="rId4"/>
    <p:sldLayoutId id="2147485032" r:id="rId5"/>
    <p:sldLayoutId id="2147485033" r:id="rId6"/>
    <p:sldLayoutId id="2147485034" r:id="rId7"/>
    <p:sldLayoutId id="2147485035" r:id="rId8"/>
    <p:sldLayoutId id="2147485036" r:id="rId9"/>
    <p:sldLayoutId id="2147485037" r:id="rId10"/>
    <p:sldLayoutId id="2147485038" r:id="rId11"/>
    <p:sldLayoutId id="2147485039"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6" charset="-128"/>
          <a:cs typeface="ＭＳ Ｐゴシック" pitchFamily="-106" charset="-128"/>
        </a:defRPr>
      </a:lvl1pPr>
      <a:lvl2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2pPr>
      <a:lvl3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3pPr>
      <a:lvl4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4pPr>
      <a:lvl5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5pPr>
      <a:lvl6pPr marL="457200" algn="l" rtl="0" fontAlgn="base">
        <a:spcBef>
          <a:spcPct val="0"/>
        </a:spcBef>
        <a:spcAft>
          <a:spcPct val="0"/>
        </a:spcAft>
        <a:defRPr sz="4000">
          <a:solidFill>
            <a:schemeClr val="tx2"/>
          </a:solidFill>
          <a:latin typeface="Garamond" pitchFamily="-106" charset="0"/>
        </a:defRPr>
      </a:lvl6pPr>
      <a:lvl7pPr marL="914400" algn="l" rtl="0" fontAlgn="base">
        <a:spcBef>
          <a:spcPct val="0"/>
        </a:spcBef>
        <a:spcAft>
          <a:spcPct val="0"/>
        </a:spcAft>
        <a:defRPr sz="4000">
          <a:solidFill>
            <a:schemeClr val="tx2"/>
          </a:solidFill>
          <a:latin typeface="Garamond" pitchFamily="-106" charset="0"/>
        </a:defRPr>
      </a:lvl7pPr>
      <a:lvl8pPr marL="1371600" algn="l" rtl="0" fontAlgn="base">
        <a:spcBef>
          <a:spcPct val="0"/>
        </a:spcBef>
        <a:spcAft>
          <a:spcPct val="0"/>
        </a:spcAft>
        <a:defRPr sz="4000">
          <a:solidFill>
            <a:schemeClr val="tx2"/>
          </a:solidFill>
          <a:latin typeface="Garamond" pitchFamily="-106" charset="0"/>
        </a:defRPr>
      </a:lvl8pPr>
      <a:lvl9pPr marL="1828800" algn="l" rtl="0" fontAlgn="base">
        <a:spcBef>
          <a:spcPct val="0"/>
        </a:spcBef>
        <a:spcAft>
          <a:spcPct val="0"/>
        </a:spcAft>
        <a:defRPr sz="4000">
          <a:solidFill>
            <a:schemeClr val="tx2"/>
          </a:solidFill>
          <a:latin typeface="Garamond" pitchFamily="-106" charset="0"/>
        </a:defRPr>
      </a:lvl9pPr>
    </p:titleStyle>
    <p:bodyStyle>
      <a:lvl1pPr marL="342900" indent="-342900" algn="l" rtl="0" eaLnBrk="0" fontAlgn="base" hangingPunct="0">
        <a:spcBef>
          <a:spcPct val="20000"/>
        </a:spcBef>
        <a:spcAft>
          <a:spcPct val="0"/>
        </a:spcAft>
        <a:buClr>
          <a:schemeClr val="accent1"/>
        </a:buClr>
        <a:buSzPct val="65000"/>
        <a:buFont typeface="Wingdings" charset="0"/>
        <a:buChar char="n"/>
        <a:defRPr sz="2400">
          <a:solidFill>
            <a:schemeClr val="tx1"/>
          </a:solidFill>
          <a:latin typeface="+mn-lt"/>
          <a:ea typeface="ＭＳ Ｐゴシック" pitchFamily="-106" charset="-128"/>
          <a:cs typeface="ＭＳ Ｐゴシック" pitchFamily="-106" charset="-128"/>
        </a:defRPr>
      </a:lvl1pPr>
      <a:lvl2pPr marL="669925" indent="-325438" algn="l" rtl="0" eaLnBrk="0" fontAlgn="base" hangingPunct="0">
        <a:spcBef>
          <a:spcPct val="20000"/>
        </a:spcBef>
        <a:spcAft>
          <a:spcPct val="0"/>
        </a:spcAft>
        <a:buClr>
          <a:schemeClr val="accent2"/>
        </a:buClr>
        <a:buSzPct val="60000"/>
        <a:buFont typeface="Wingdings" charset="0"/>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charset="0"/>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charset="0"/>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charset="0"/>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6pPr>
      <a:lvl7pPr marL="25955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7pPr>
      <a:lvl8pPr marL="30527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8pPr>
      <a:lvl9pPr marL="35099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John_Little_(academic)"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John_Little_(academic)"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png"/><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en.wikipedia.org/wiki/John_Little_(academic)"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developer.nvidia.com/blog/nvidia-ampere-architecture-in-depth/"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9.tiff"/></Relationships>
</file>

<file path=ppt/slides/_rels/slide7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18.wmf"/><Relationship Id="rId4" Type="http://schemas.openxmlformats.org/officeDocument/2006/relationships/oleObject" Target="../embeddings/oleObject2.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notesSlide" Target="../notesSlides/notesSlide36.xml"/><Relationship Id="rId4"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notesSlide" Target="../notesSlides/notesSlide37.xml"/><Relationship Id="rId3" Type="http://schemas.openxmlformats.org/officeDocument/2006/relationships/tags" Target="../tags/tag8.xml"/><Relationship Id="rId7" Type="http://schemas.openxmlformats.org/officeDocument/2006/relationships/slideLayout" Target="../slideLayouts/slideLayout13.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tiff"/><Relationship Id="rId1" Type="http://schemas.openxmlformats.org/officeDocument/2006/relationships/slideLayout" Target="../slideLayouts/slideLayout2.xml"/><Relationship Id="rId4" Type="http://schemas.openxmlformats.org/officeDocument/2006/relationships/image" Target="../media/image21.tiff"/></Relationships>
</file>

<file path=ppt/slides/_rels/slide13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8" Type="http://schemas.openxmlformats.org/officeDocument/2006/relationships/image" Target="../media/image19.tiff"/><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4.jpeg"/><Relationship Id="rId4" Type="http://schemas.openxmlformats.org/officeDocument/2006/relationships/image" Target="../media/image30.png"/><Relationship Id="rId9" Type="http://schemas.openxmlformats.org/officeDocument/2006/relationships/image" Target="../media/image21.tiff"/></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5.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6" Type="http://schemas.openxmlformats.org/officeDocument/2006/relationships/image" Target="../media/image60.png"/><Relationship Id="rId21" Type="http://schemas.openxmlformats.org/officeDocument/2006/relationships/image" Target="../media/image55.png"/><Relationship Id="rId42" Type="http://schemas.openxmlformats.org/officeDocument/2006/relationships/image" Target="../media/image76.png"/><Relationship Id="rId47" Type="http://schemas.openxmlformats.org/officeDocument/2006/relationships/image" Target="../media/image81.png"/><Relationship Id="rId63" Type="http://schemas.openxmlformats.org/officeDocument/2006/relationships/image" Target="../media/image97.png"/><Relationship Id="rId68" Type="http://schemas.openxmlformats.org/officeDocument/2006/relationships/image" Target="../media/image102.png"/><Relationship Id="rId84" Type="http://schemas.openxmlformats.org/officeDocument/2006/relationships/image" Target="../media/image118.png"/><Relationship Id="rId89" Type="http://schemas.openxmlformats.org/officeDocument/2006/relationships/image" Target="../media/image123.png"/><Relationship Id="rId16" Type="http://schemas.openxmlformats.org/officeDocument/2006/relationships/image" Target="../media/image50.png"/><Relationship Id="rId11" Type="http://schemas.openxmlformats.org/officeDocument/2006/relationships/image" Target="../media/image45.png"/><Relationship Id="rId32" Type="http://schemas.openxmlformats.org/officeDocument/2006/relationships/image" Target="../media/image66.png"/><Relationship Id="rId37" Type="http://schemas.openxmlformats.org/officeDocument/2006/relationships/image" Target="../media/image71.png"/><Relationship Id="rId53" Type="http://schemas.openxmlformats.org/officeDocument/2006/relationships/image" Target="../media/image87.png"/><Relationship Id="rId58" Type="http://schemas.openxmlformats.org/officeDocument/2006/relationships/image" Target="../media/image92.png"/><Relationship Id="rId74" Type="http://schemas.openxmlformats.org/officeDocument/2006/relationships/image" Target="../media/image108.png"/><Relationship Id="rId79" Type="http://schemas.openxmlformats.org/officeDocument/2006/relationships/image" Target="../media/image113.png"/><Relationship Id="rId5" Type="http://schemas.openxmlformats.org/officeDocument/2006/relationships/image" Target="../media/image39.png"/><Relationship Id="rId90" Type="http://schemas.openxmlformats.org/officeDocument/2006/relationships/image" Target="../media/image124.png"/><Relationship Id="rId95" Type="http://schemas.openxmlformats.org/officeDocument/2006/relationships/image" Target="../media/image129.png"/><Relationship Id="rId22" Type="http://schemas.openxmlformats.org/officeDocument/2006/relationships/image" Target="../media/image56.png"/><Relationship Id="rId27" Type="http://schemas.openxmlformats.org/officeDocument/2006/relationships/image" Target="../media/image61.png"/><Relationship Id="rId43" Type="http://schemas.openxmlformats.org/officeDocument/2006/relationships/image" Target="../media/image77.png"/><Relationship Id="rId48" Type="http://schemas.openxmlformats.org/officeDocument/2006/relationships/image" Target="../media/image82.png"/><Relationship Id="rId64" Type="http://schemas.openxmlformats.org/officeDocument/2006/relationships/image" Target="../media/image98.png"/><Relationship Id="rId69" Type="http://schemas.openxmlformats.org/officeDocument/2006/relationships/image" Target="../media/image103.png"/><Relationship Id="rId80" Type="http://schemas.openxmlformats.org/officeDocument/2006/relationships/image" Target="../media/image114.png"/><Relationship Id="rId85" Type="http://schemas.openxmlformats.org/officeDocument/2006/relationships/image" Target="../media/image119.png"/><Relationship Id="rId3" Type="http://schemas.openxmlformats.org/officeDocument/2006/relationships/image" Target="../media/image37.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33" Type="http://schemas.openxmlformats.org/officeDocument/2006/relationships/image" Target="../media/image67.png"/><Relationship Id="rId38" Type="http://schemas.openxmlformats.org/officeDocument/2006/relationships/image" Target="../media/image72.png"/><Relationship Id="rId46" Type="http://schemas.openxmlformats.org/officeDocument/2006/relationships/image" Target="../media/image80.png"/><Relationship Id="rId59" Type="http://schemas.openxmlformats.org/officeDocument/2006/relationships/image" Target="../media/image93.png"/><Relationship Id="rId67" Type="http://schemas.openxmlformats.org/officeDocument/2006/relationships/image" Target="../media/image101.png"/><Relationship Id="rId20" Type="http://schemas.openxmlformats.org/officeDocument/2006/relationships/image" Target="../media/image54.png"/><Relationship Id="rId41" Type="http://schemas.openxmlformats.org/officeDocument/2006/relationships/image" Target="../media/image75.png"/><Relationship Id="rId54" Type="http://schemas.openxmlformats.org/officeDocument/2006/relationships/image" Target="../media/image88.png"/><Relationship Id="rId62" Type="http://schemas.openxmlformats.org/officeDocument/2006/relationships/image" Target="../media/image96.png"/><Relationship Id="rId70" Type="http://schemas.openxmlformats.org/officeDocument/2006/relationships/image" Target="../media/image104.png"/><Relationship Id="rId75" Type="http://schemas.openxmlformats.org/officeDocument/2006/relationships/image" Target="../media/image109.png"/><Relationship Id="rId83" Type="http://schemas.openxmlformats.org/officeDocument/2006/relationships/image" Target="../media/image117.png"/><Relationship Id="rId88" Type="http://schemas.openxmlformats.org/officeDocument/2006/relationships/image" Target="../media/image122.png"/><Relationship Id="rId91" Type="http://schemas.openxmlformats.org/officeDocument/2006/relationships/image" Target="../media/image125.png"/><Relationship Id="rId96"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40.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png"/><Relationship Id="rId36" Type="http://schemas.openxmlformats.org/officeDocument/2006/relationships/image" Target="../media/image70.png"/><Relationship Id="rId49" Type="http://schemas.openxmlformats.org/officeDocument/2006/relationships/image" Target="../media/image83.png"/><Relationship Id="rId57" Type="http://schemas.openxmlformats.org/officeDocument/2006/relationships/image" Target="../media/image91.png"/><Relationship Id="rId10" Type="http://schemas.openxmlformats.org/officeDocument/2006/relationships/image" Target="../media/image44.png"/><Relationship Id="rId31" Type="http://schemas.openxmlformats.org/officeDocument/2006/relationships/image" Target="../media/image65.png"/><Relationship Id="rId44" Type="http://schemas.openxmlformats.org/officeDocument/2006/relationships/image" Target="../media/image78.png"/><Relationship Id="rId52" Type="http://schemas.openxmlformats.org/officeDocument/2006/relationships/image" Target="../media/image86.png"/><Relationship Id="rId60" Type="http://schemas.openxmlformats.org/officeDocument/2006/relationships/image" Target="../media/image94.png"/><Relationship Id="rId65" Type="http://schemas.openxmlformats.org/officeDocument/2006/relationships/image" Target="../media/image99.png"/><Relationship Id="rId73" Type="http://schemas.openxmlformats.org/officeDocument/2006/relationships/image" Target="../media/image107.png"/><Relationship Id="rId78" Type="http://schemas.openxmlformats.org/officeDocument/2006/relationships/image" Target="../media/image112.png"/><Relationship Id="rId81" Type="http://schemas.openxmlformats.org/officeDocument/2006/relationships/image" Target="../media/image115.png"/><Relationship Id="rId86" Type="http://schemas.openxmlformats.org/officeDocument/2006/relationships/image" Target="../media/image120.png"/><Relationship Id="rId94" Type="http://schemas.openxmlformats.org/officeDocument/2006/relationships/image" Target="../media/image128.png"/><Relationship Id="rId4" Type="http://schemas.openxmlformats.org/officeDocument/2006/relationships/image" Target="../media/image38.png"/><Relationship Id="rId9" Type="http://schemas.openxmlformats.org/officeDocument/2006/relationships/image" Target="../media/image43.png"/><Relationship Id="rId13" Type="http://schemas.openxmlformats.org/officeDocument/2006/relationships/image" Target="../media/image47.png"/><Relationship Id="rId18" Type="http://schemas.openxmlformats.org/officeDocument/2006/relationships/image" Target="../media/image52.png"/><Relationship Id="rId39" Type="http://schemas.openxmlformats.org/officeDocument/2006/relationships/image" Target="../media/image73.png"/><Relationship Id="rId34" Type="http://schemas.openxmlformats.org/officeDocument/2006/relationships/image" Target="../media/image68.png"/><Relationship Id="rId50" Type="http://schemas.openxmlformats.org/officeDocument/2006/relationships/image" Target="../media/image84.png"/><Relationship Id="rId55" Type="http://schemas.openxmlformats.org/officeDocument/2006/relationships/image" Target="../media/image89.png"/><Relationship Id="rId76" Type="http://schemas.openxmlformats.org/officeDocument/2006/relationships/image" Target="../media/image110.png"/><Relationship Id="rId97" Type="http://schemas.openxmlformats.org/officeDocument/2006/relationships/image" Target="../media/image131.png"/><Relationship Id="rId7" Type="http://schemas.openxmlformats.org/officeDocument/2006/relationships/image" Target="../media/image41.png"/><Relationship Id="rId71" Type="http://schemas.openxmlformats.org/officeDocument/2006/relationships/image" Target="../media/image105.png"/><Relationship Id="rId92" Type="http://schemas.openxmlformats.org/officeDocument/2006/relationships/image" Target="../media/image126.png"/><Relationship Id="rId2" Type="http://schemas.openxmlformats.org/officeDocument/2006/relationships/image" Target="../media/image36.png"/><Relationship Id="rId29" Type="http://schemas.openxmlformats.org/officeDocument/2006/relationships/image" Target="../media/image63.png"/><Relationship Id="rId24" Type="http://schemas.openxmlformats.org/officeDocument/2006/relationships/image" Target="../media/image58.png"/><Relationship Id="rId40" Type="http://schemas.openxmlformats.org/officeDocument/2006/relationships/image" Target="../media/image74.png"/><Relationship Id="rId45" Type="http://schemas.openxmlformats.org/officeDocument/2006/relationships/image" Target="../media/image79.png"/><Relationship Id="rId66" Type="http://schemas.openxmlformats.org/officeDocument/2006/relationships/image" Target="../media/image100.png"/><Relationship Id="rId87" Type="http://schemas.openxmlformats.org/officeDocument/2006/relationships/image" Target="../media/image121.png"/><Relationship Id="rId61" Type="http://schemas.openxmlformats.org/officeDocument/2006/relationships/image" Target="../media/image95.png"/><Relationship Id="rId82" Type="http://schemas.openxmlformats.org/officeDocument/2006/relationships/image" Target="../media/image116.png"/><Relationship Id="rId19" Type="http://schemas.openxmlformats.org/officeDocument/2006/relationships/image" Target="../media/image53.png"/><Relationship Id="rId14" Type="http://schemas.openxmlformats.org/officeDocument/2006/relationships/image" Target="../media/image48.png"/><Relationship Id="rId30" Type="http://schemas.openxmlformats.org/officeDocument/2006/relationships/image" Target="../media/image64.png"/><Relationship Id="rId35" Type="http://schemas.openxmlformats.org/officeDocument/2006/relationships/image" Target="../media/image69.png"/><Relationship Id="rId56" Type="http://schemas.openxmlformats.org/officeDocument/2006/relationships/image" Target="../media/image90.png"/><Relationship Id="rId77" Type="http://schemas.openxmlformats.org/officeDocument/2006/relationships/image" Target="../media/image111.png"/><Relationship Id="rId8" Type="http://schemas.openxmlformats.org/officeDocument/2006/relationships/image" Target="../media/image42.png"/><Relationship Id="rId51" Type="http://schemas.openxmlformats.org/officeDocument/2006/relationships/image" Target="../media/image85.png"/><Relationship Id="rId72" Type="http://schemas.openxmlformats.org/officeDocument/2006/relationships/image" Target="../media/image106.png"/><Relationship Id="rId93" Type="http://schemas.openxmlformats.org/officeDocument/2006/relationships/image" Target="../media/image127.png"/><Relationship Id="rId98" Type="http://schemas.openxmlformats.org/officeDocument/2006/relationships/image" Target="../media/image13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6.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15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5" Type="http://schemas.openxmlformats.org/officeDocument/2006/relationships/image" Target="../media/image135.png"/><Relationship Id="rId4" Type="http://schemas.openxmlformats.org/officeDocument/2006/relationships/image" Target="../media/image134.png"/></Relationships>
</file>

<file path=ppt/slides/_rels/slide16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 Id="rId5" Type="http://schemas.openxmlformats.org/officeDocument/2006/relationships/image" Target="../media/image135.png"/><Relationship Id="rId4" Type="http://schemas.openxmlformats.org/officeDocument/2006/relationships/image" Target="../media/image134.png"/></Relationships>
</file>

<file path=ppt/slides/_rels/slide16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 Id="rId5" Type="http://schemas.openxmlformats.org/officeDocument/2006/relationships/image" Target="../media/image135.png"/><Relationship Id="rId4" Type="http://schemas.openxmlformats.org/officeDocument/2006/relationships/image" Target="../media/image134.png"/></Relationships>
</file>

<file path=ppt/slides/_rels/slide162.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40.png"/><Relationship Id="rId11" Type="http://schemas.openxmlformats.org/officeDocument/2006/relationships/image" Target="../media/image135.png"/><Relationship Id="rId5" Type="http://schemas.openxmlformats.org/officeDocument/2006/relationships/image" Target="../media/image139.png"/><Relationship Id="rId10" Type="http://schemas.openxmlformats.org/officeDocument/2006/relationships/image" Target="../media/image134.png"/><Relationship Id="rId4" Type="http://schemas.openxmlformats.org/officeDocument/2006/relationships/image" Target="../media/image138.png"/><Relationship Id="rId9" Type="http://schemas.openxmlformats.org/officeDocument/2006/relationships/image" Target="../media/image136.png"/></Relationships>
</file>

<file path=ppt/slides/_rels/slide163.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44.png"/><Relationship Id="rId7" Type="http://schemas.openxmlformats.org/officeDocument/2006/relationships/image" Target="../media/image146.png"/><Relationship Id="rId2"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49.png"/><Relationship Id="rId5" Type="http://schemas.openxmlformats.org/officeDocument/2006/relationships/image" Target="../media/image136.png"/><Relationship Id="rId10" Type="http://schemas.openxmlformats.org/officeDocument/2006/relationships/image" Target="../media/image148.png"/><Relationship Id="rId4" Type="http://schemas.openxmlformats.org/officeDocument/2006/relationships/image" Target="../media/image145.png"/><Relationship Id="rId9" Type="http://schemas.openxmlformats.org/officeDocument/2006/relationships/image" Target="../media/image147.png"/></Relationships>
</file>

<file path=ppt/slides/_rels/slide164.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43.png"/><Relationship Id="rId7" Type="http://schemas.openxmlformats.org/officeDocument/2006/relationships/image" Target="../media/image135.png"/><Relationship Id="rId12" Type="http://schemas.openxmlformats.org/officeDocument/2006/relationships/image" Target="../media/image149.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36.png"/><Relationship Id="rId11" Type="http://schemas.openxmlformats.org/officeDocument/2006/relationships/image" Target="../media/image148.png"/><Relationship Id="rId5" Type="http://schemas.openxmlformats.org/officeDocument/2006/relationships/image" Target="../media/image145.png"/><Relationship Id="rId10" Type="http://schemas.openxmlformats.org/officeDocument/2006/relationships/image" Target="../media/image147.png"/><Relationship Id="rId4" Type="http://schemas.openxmlformats.org/officeDocument/2006/relationships/image" Target="../media/image144.png"/><Relationship Id="rId9" Type="http://schemas.openxmlformats.org/officeDocument/2006/relationships/image" Target="../media/image134.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3" Type="http://schemas.openxmlformats.org/officeDocument/2006/relationships/image" Target="../media/image150.png"/><Relationship Id="rId7" Type="http://schemas.openxmlformats.org/officeDocument/2006/relationships/image" Target="../media/image154.png"/><Relationship Id="rId12" Type="http://schemas.openxmlformats.org/officeDocument/2006/relationships/image" Target="../media/image159.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5" Type="http://schemas.openxmlformats.org/officeDocument/2006/relationships/image" Target="../media/image162.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 Id="rId14" Type="http://schemas.openxmlformats.org/officeDocument/2006/relationships/image" Target="../media/image161.png"/></Relationships>
</file>

<file path=ppt/slides/_rels/slide171.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66.png"/><Relationship Id="rId11" Type="http://schemas.openxmlformats.org/officeDocument/2006/relationships/image" Target="../media/image171.png"/><Relationship Id="rId5" Type="http://schemas.openxmlformats.org/officeDocument/2006/relationships/image" Target="../media/image165.png"/><Relationship Id="rId10" Type="http://schemas.openxmlformats.org/officeDocument/2006/relationships/image" Target="../media/image170.png"/><Relationship Id="rId4" Type="http://schemas.openxmlformats.org/officeDocument/2006/relationships/image" Target="../media/image164.png"/><Relationship Id="rId9" Type="http://schemas.openxmlformats.org/officeDocument/2006/relationships/image" Target="../media/image169.png"/></Relationships>
</file>

<file path=ppt/slides/_rels/slide172.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66.png"/><Relationship Id="rId11" Type="http://schemas.openxmlformats.org/officeDocument/2006/relationships/image" Target="../media/image171.png"/><Relationship Id="rId5" Type="http://schemas.openxmlformats.org/officeDocument/2006/relationships/image" Target="../media/image165.png"/><Relationship Id="rId10" Type="http://schemas.openxmlformats.org/officeDocument/2006/relationships/image" Target="../media/image170.png"/><Relationship Id="rId4" Type="http://schemas.openxmlformats.org/officeDocument/2006/relationships/image" Target="../media/image164.png"/><Relationship Id="rId9" Type="http://schemas.openxmlformats.org/officeDocument/2006/relationships/image" Target="../media/image169.png"/></Relationships>
</file>

<file path=ppt/slides/_rels/slide173.xml.rels><?xml version="1.0" encoding="UTF-8" standalone="yes"?>
<Relationships xmlns="http://schemas.openxmlformats.org/package/2006/relationships"><Relationship Id="rId8" Type="http://schemas.openxmlformats.org/officeDocument/2006/relationships/image" Target="../media/image168.png"/><Relationship Id="rId13" Type="http://schemas.openxmlformats.org/officeDocument/2006/relationships/image" Target="../media/image161.png"/><Relationship Id="rId3" Type="http://schemas.openxmlformats.org/officeDocument/2006/relationships/image" Target="../media/image163.png"/><Relationship Id="rId7" Type="http://schemas.openxmlformats.org/officeDocument/2006/relationships/image" Target="../media/image167.png"/><Relationship Id="rId12" Type="http://schemas.openxmlformats.org/officeDocument/2006/relationships/image" Target="../media/image172.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66.png"/><Relationship Id="rId11" Type="http://schemas.openxmlformats.org/officeDocument/2006/relationships/image" Target="../media/image170.png"/><Relationship Id="rId5" Type="http://schemas.openxmlformats.org/officeDocument/2006/relationships/image" Target="../media/image165.png"/><Relationship Id="rId10" Type="http://schemas.openxmlformats.org/officeDocument/2006/relationships/image" Target="../media/image171.png"/><Relationship Id="rId4" Type="http://schemas.openxmlformats.org/officeDocument/2006/relationships/image" Target="../media/image164.png"/><Relationship Id="rId9" Type="http://schemas.openxmlformats.org/officeDocument/2006/relationships/image" Target="../media/image169.png"/><Relationship Id="rId14" Type="http://schemas.openxmlformats.org/officeDocument/2006/relationships/image" Target="../media/image16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449D8DDE-B114-874A-8B5A-CE4E2F84BF76}"/>
              </a:ext>
            </a:extLst>
          </p:cNvPr>
          <p:cNvSpPr>
            <a:spLocks noGrp="1" noChangeArrowheads="1"/>
          </p:cNvSpPr>
          <p:nvPr>
            <p:ph type="ctrTitle"/>
          </p:nvPr>
        </p:nvSpPr>
        <p:spPr>
          <a:xfrm>
            <a:off x="228600" y="381000"/>
            <a:ext cx="8686800" cy="2286000"/>
          </a:xfrm>
        </p:spPr>
        <p:txBody>
          <a:bodyPr/>
          <a:lstStyle/>
          <a:p>
            <a:pPr algn="ctr" eaLnBrk="1" hangingPunct="1"/>
            <a:br>
              <a:rPr lang="en-US" altLang="en-US" dirty="0">
                <a:ea typeface="ＭＳ Ｐゴシック" panose="020B0600070205080204" pitchFamily="34" charset="-128"/>
              </a:rPr>
            </a:br>
            <a:r>
              <a:rPr lang="en-US" altLang="en-US" sz="4500" b="1" dirty="0">
                <a:ea typeface="ＭＳ Ｐゴシック" panose="020B0600070205080204" pitchFamily="34" charset="-128"/>
              </a:rPr>
              <a:t>Computer Arch. &amp; </a:t>
            </a:r>
            <a:br>
              <a:rPr lang="en-US" altLang="en-US" sz="4500" b="1" dirty="0">
                <a:ea typeface="ＭＳ Ｐゴシック" panose="020B0600070205080204" pitchFamily="34" charset="-128"/>
              </a:rPr>
            </a:br>
            <a:r>
              <a:rPr lang="en-US" altLang="en-US" sz="4500" b="1" dirty="0">
                <a:ea typeface="ＭＳ Ｐゴシック" panose="020B0600070205080204" pitchFamily="34" charset="-128"/>
              </a:rPr>
              <a:t>AI Chip and Systems</a:t>
            </a:r>
            <a:br>
              <a:rPr lang="en-US" altLang="en-US" sz="4500" b="1" dirty="0">
                <a:ea typeface="ＭＳ Ｐゴシック" panose="020B0600070205080204" pitchFamily="34" charset="-128"/>
              </a:rPr>
            </a:br>
            <a:br>
              <a:rPr lang="en-US" altLang="en-US" sz="1000" b="1" dirty="0">
                <a:ea typeface="ＭＳ Ｐゴシック" panose="020B0600070205080204" pitchFamily="34" charset="-128"/>
              </a:rPr>
            </a:br>
            <a:r>
              <a:rPr lang="en-US" altLang="en-US" sz="4300" dirty="0">
                <a:solidFill>
                  <a:srgbClr val="C00000"/>
                </a:solidFill>
                <a:ea typeface="ＭＳ Ｐゴシック" panose="020B0600070205080204" pitchFamily="34" charset="-128"/>
              </a:rPr>
              <a:t>Lecture 16</a:t>
            </a:r>
            <a:r>
              <a:rPr lang="en-US" altLang="en-US" sz="4300">
                <a:solidFill>
                  <a:srgbClr val="C00000"/>
                </a:solidFill>
                <a:ea typeface="ＭＳ Ｐゴシック" panose="020B0600070205080204" pitchFamily="34" charset="-128"/>
              </a:rPr>
              <a:t>: </a:t>
            </a:r>
            <a:r>
              <a:rPr lang="en-US" altLang="zh-CN" sz="4300">
                <a:solidFill>
                  <a:srgbClr val="C00000"/>
                </a:solidFill>
                <a:ea typeface="ＭＳ Ｐゴシック" panose="020B0600070205080204" pitchFamily="34" charset="-128"/>
              </a:rPr>
              <a:t>Overview</a:t>
            </a:r>
            <a:br>
              <a:rPr lang="en-US" altLang="zh-CN" sz="4300">
                <a:solidFill>
                  <a:srgbClr val="C00000"/>
                </a:solidFill>
                <a:ea typeface="ＭＳ Ｐゴシック" panose="020B0600070205080204" pitchFamily="34" charset="-128"/>
              </a:rPr>
            </a:br>
            <a:endParaRPr lang="en-US" altLang="en-US" sz="4300" dirty="0">
              <a:solidFill>
                <a:srgbClr val="C00000"/>
              </a:solidFill>
              <a:ea typeface="ＭＳ Ｐゴシック" panose="020B0600070205080204" pitchFamily="34" charset="-128"/>
            </a:endParaRPr>
          </a:p>
        </p:txBody>
      </p:sp>
      <p:sp>
        <p:nvSpPr>
          <p:cNvPr id="22530" name="Rectangle 5">
            <a:extLst>
              <a:ext uri="{FF2B5EF4-FFF2-40B4-BE49-F238E27FC236}">
                <a16:creationId xmlns:a16="http://schemas.microsoft.com/office/drawing/2014/main" id="{435E454D-D444-0541-B91A-9C35CDC08D6C}"/>
              </a:ext>
            </a:extLst>
          </p:cNvPr>
          <p:cNvSpPr>
            <a:spLocks noGrp="1" noChangeArrowheads="1"/>
          </p:cNvSpPr>
          <p:nvPr>
            <p:ph type="subTitle" idx="1"/>
          </p:nvPr>
        </p:nvSpPr>
        <p:spPr>
          <a:xfrm>
            <a:off x="685800" y="3581400"/>
            <a:ext cx="7848600" cy="2900363"/>
          </a:xfrm>
        </p:spPr>
        <p:txBody>
          <a:bodyPr/>
          <a:lstStyle/>
          <a:p>
            <a:pPr eaLnBrk="1" hangingPunct="1"/>
            <a:endParaRPr lang="en-US" altLang="en-US" dirty="0">
              <a:solidFill>
                <a:srgbClr val="003399"/>
              </a:solidFill>
              <a:ea typeface="ＭＳ Ｐゴシック" panose="020B0600070205080204" pitchFamily="34" charset="-128"/>
            </a:endParaRPr>
          </a:p>
          <a:p>
            <a:pPr eaLnBrk="1" hangingPunct="1"/>
            <a:r>
              <a:rPr lang="en-US" altLang="en-US" sz="2800" dirty="0">
                <a:solidFill>
                  <a:srgbClr val="003399"/>
                </a:solidFill>
                <a:ea typeface="ＭＳ Ｐゴシック" panose="020B0600070205080204" pitchFamily="34" charset="-128"/>
              </a:rPr>
              <a:t>Prof. Zeke Wang</a:t>
            </a:r>
          </a:p>
          <a:p>
            <a:pPr eaLnBrk="1" hangingPunct="1"/>
            <a:endParaRPr lang="en-US" altLang="en-US" sz="2800" dirty="0">
              <a:solidFill>
                <a:srgbClr val="003399"/>
              </a:solidFill>
              <a:ea typeface="ＭＳ Ｐゴシック" panose="020B0600070205080204" pitchFamily="34" charset="-128"/>
            </a:endParaRPr>
          </a:p>
          <a:p>
            <a:pPr eaLnBrk="1" hangingPunct="1"/>
            <a:r>
              <a:rPr lang="en-US" altLang="en-US" dirty="0">
                <a:ea typeface="ＭＳ Ｐゴシック" panose="020B0600070205080204" pitchFamily="34" charset="-128"/>
              </a:rPr>
              <a:t>Zhejiang University</a:t>
            </a:r>
          </a:p>
          <a:p>
            <a:pPr eaLnBrk="1" hangingPunct="1"/>
            <a:r>
              <a:rPr lang="en-US" altLang="en-US" dirty="0">
                <a:ea typeface="ＭＳ Ｐゴシック" panose="020B0600070205080204" pitchFamily="34" charset="-128"/>
              </a:rPr>
              <a:t>9 </a:t>
            </a:r>
            <a:r>
              <a:rPr lang="en-US" altLang="zh-CN" dirty="0">
                <a:ea typeface="ＭＳ Ｐゴシック" panose="020B0600070205080204" pitchFamily="34" charset="-128"/>
              </a:rPr>
              <a:t>June</a:t>
            </a:r>
            <a:r>
              <a:rPr lang="en-US" altLang="en-US" dirty="0">
                <a:ea typeface="ＭＳ Ｐゴシック" panose="020B0600070205080204" pitchFamily="34" charset="-128"/>
              </a:rPr>
              <a:t> 2025</a:t>
            </a: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66568564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r>
              <a:rPr lang="en-US" altLang="zh-CN" dirty="0"/>
              <a:t>Position of Systems</a:t>
            </a:r>
            <a:r>
              <a:rPr lang="en-US" altLang="zh-CN" dirty="0">
                <a:solidFill>
                  <a:schemeClr val="tx1"/>
                </a:solidFill>
              </a:rPr>
              <a:t> </a:t>
            </a:r>
          </a:p>
        </p:txBody>
      </p:sp>
      <p:pic>
        <p:nvPicPr>
          <p:cNvPr id="7" name="Picture 3">
            <a:extLst>
              <a:ext uri="{FF2B5EF4-FFF2-40B4-BE49-F238E27FC236}">
                <a16:creationId xmlns:a16="http://schemas.microsoft.com/office/drawing/2014/main" id="{2E806E4E-52C5-4231-B6FC-D3C19FFCA838}"/>
              </a:ext>
            </a:extLst>
          </p:cNvPr>
          <p:cNvPicPr>
            <a:picLocks noChangeAspect="1"/>
          </p:cNvPicPr>
          <p:nvPr/>
        </p:nvPicPr>
        <p:blipFill>
          <a:blip r:embed="rId3"/>
          <a:stretch>
            <a:fillRect/>
          </a:stretch>
        </p:blipFill>
        <p:spPr>
          <a:xfrm>
            <a:off x="3733801" y="1666240"/>
            <a:ext cx="5181599" cy="3546928"/>
          </a:xfrm>
          <a:prstGeom prst="rect">
            <a:avLst/>
          </a:prstGeom>
        </p:spPr>
      </p:pic>
      <p:sp>
        <p:nvSpPr>
          <p:cNvPr id="8" name="Title 6">
            <a:extLst>
              <a:ext uri="{FF2B5EF4-FFF2-40B4-BE49-F238E27FC236}">
                <a16:creationId xmlns:a16="http://schemas.microsoft.com/office/drawing/2014/main" id="{2CFAF69D-B2E4-420F-B4C4-91822EAFA229}"/>
              </a:ext>
            </a:extLst>
          </p:cNvPr>
          <p:cNvSpPr txBox="1">
            <a:spLocks/>
          </p:cNvSpPr>
          <p:nvPr/>
        </p:nvSpPr>
        <p:spPr>
          <a:xfrm>
            <a:off x="76200" y="1676400"/>
            <a:ext cx="3657601" cy="856994"/>
          </a:xfrm>
          <a:prstGeom prst="rect">
            <a:avLst/>
          </a:prstGeom>
          <a:solidFill>
            <a:srgbClr val="00B0F0"/>
          </a:solidFill>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DINPro" charset="0"/>
                <a:ea typeface="DINPro" charset="0"/>
                <a:cs typeface="DINPro" charset="0"/>
              </a:defRPr>
            </a:lvl1pPr>
          </a:lstStyle>
          <a:p>
            <a:pPr algn="ctr"/>
            <a:r>
              <a:rPr lang="en-US" sz="2800"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rPr>
              <a:t>Application </a:t>
            </a:r>
            <a:endParaRPr lang="en-US" altLang="zh-CN" sz="2800" dirty="0">
              <a:latin typeface="Lato" panose="020F0502020204030203" pitchFamily="34" charset="0"/>
            </a:endParaRPr>
          </a:p>
        </p:txBody>
      </p:sp>
      <p:sp>
        <p:nvSpPr>
          <p:cNvPr id="9" name="Title 6">
            <a:extLst>
              <a:ext uri="{FF2B5EF4-FFF2-40B4-BE49-F238E27FC236}">
                <a16:creationId xmlns:a16="http://schemas.microsoft.com/office/drawing/2014/main" id="{B09C52B2-2EC9-4E47-8223-33530A5E0115}"/>
              </a:ext>
            </a:extLst>
          </p:cNvPr>
          <p:cNvSpPr txBox="1">
            <a:spLocks/>
          </p:cNvSpPr>
          <p:nvPr/>
        </p:nvSpPr>
        <p:spPr>
          <a:xfrm>
            <a:off x="76199" y="2537023"/>
            <a:ext cx="3657602" cy="2689935"/>
          </a:xfrm>
          <a:prstGeom prst="rect">
            <a:avLst/>
          </a:prstGeom>
          <a:solidFill>
            <a:schemeClr val="tx1">
              <a:lumMod val="50000"/>
              <a:lumOff val="50000"/>
            </a:schemeClr>
          </a:solidFill>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DINPro" charset="0"/>
                <a:ea typeface="DINPro" charset="0"/>
                <a:cs typeface="DINPro" charset="0"/>
              </a:defRPr>
            </a:lvl1pPr>
          </a:lstStyle>
          <a:p>
            <a:pPr algn="ctr"/>
            <a:r>
              <a:rPr lang="en-US" sz="28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rPr>
              <a:t>System (TensorFlow) &amp;</a:t>
            </a:r>
            <a:endParaRPr lang="en-US" altLang="zh-CN" sz="2800" b="1" dirty="0">
              <a:solidFill>
                <a:schemeClr val="tx2">
                  <a:lumMod val="50000"/>
                </a:schemeClr>
              </a:solidFill>
              <a:latin typeface="Lato" panose="020F0502020204030203" pitchFamily="34" charset="0"/>
            </a:endParaRPr>
          </a:p>
          <a:p>
            <a:pPr algn="ctr"/>
            <a:r>
              <a:rPr lang="en-US" altLang="zh-CN" sz="2800" b="1" dirty="0">
                <a:solidFill>
                  <a:schemeClr val="tx2">
                    <a:lumMod val="50000"/>
                  </a:schemeClr>
                </a:solidFill>
                <a:latin typeface="Lato" panose="020F0502020204030203" pitchFamily="34" charset="0"/>
              </a:rPr>
              <a:t>Hardware (AI Chip)</a:t>
            </a:r>
            <a:endParaRPr lang="en-US" altLang="zh-CN" sz="2800" dirty="0">
              <a:latin typeface="Lato" panose="020F0502020204030203" pitchFamily="34" charset="0"/>
            </a:endParaRPr>
          </a:p>
        </p:txBody>
      </p:sp>
    </p:spTree>
    <p:extLst>
      <p:ext uri="{BB962C8B-B14F-4D97-AF65-F5344CB8AC3E}">
        <p14:creationId xmlns:p14="http://schemas.microsoft.com/office/powerpoint/2010/main" val="269170477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24F5D23-83B6-A54C-B422-4C3DB9CC53E9}"/>
              </a:ext>
            </a:extLst>
          </p:cNvPr>
          <p:cNvSpPr/>
          <p:nvPr/>
        </p:nvSpPr>
        <p:spPr>
          <a:xfrm>
            <a:off x="-76200" y="-152400"/>
            <a:ext cx="9296400" cy="7315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 name="TextBox 5">
            <a:extLst>
              <a:ext uri="{FF2B5EF4-FFF2-40B4-BE49-F238E27FC236}">
                <a16:creationId xmlns:a16="http://schemas.microsoft.com/office/drawing/2014/main" id="{8ECE0B72-05DF-F948-856B-59981E3EEB36}"/>
              </a:ext>
            </a:extLst>
          </p:cNvPr>
          <p:cNvSpPr txBox="1"/>
          <p:nvPr/>
        </p:nvSpPr>
        <p:spPr>
          <a:xfrm>
            <a:off x="685800" y="1380530"/>
            <a:ext cx="8001000" cy="507831"/>
          </a:xfrm>
          <a:prstGeom prst="rect">
            <a:avLst/>
          </a:prstGeom>
          <a:noFill/>
        </p:spPr>
        <p:txBody>
          <a:bodyPr wrap="square" rtlCol="0">
            <a:spAutoFit/>
          </a:bodyPr>
          <a:lstStyle/>
          <a:p>
            <a:pPr algn="ctr"/>
            <a:r>
              <a:rPr lang="en-US" sz="2700" b="1" dirty="0">
                <a:solidFill>
                  <a:schemeClr val="bg1"/>
                </a:solidFill>
              </a:rPr>
              <a:t>Directly Talk About AI Chip and System?</a:t>
            </a:r>
            <a:endParaRPr lang="en-US" sz="2700" b="1" u="sng" dirty="0">
              <a:solidFill>
                <a:schemeClr val="bg1"/>
              </a:solidFill>
            </a:endParaRPr>
          </a:p>
        </p:txBody>
      </p:sp>
      <p:sp>
        <p:nvSpPr>
          <p:cNvPr id="7" name="TextBox 5">
            <a:extLst>
              <a:ext uri="{FF2B5EF4-FFF2-40B4-BE49-F238E27FC236}">
                <a16:creationId xmlns:a16="http://schemas.microsoft.com/office/drawing/2014/main" id="{06DBDF4A-26DC-49D6-A6C4-72E2A7EC9B26}"/>
              </a:ext>
            </a:extLst>
          </p:cNvPr>
          <p:cNvSpPr txBox="1"/>
          <p:nvPr/>
        </p:nvSpPr>
        <p:spPr>
          <a:xfrm>
            <a:off x="1066800" y="3043535"/>
            <a:ext cx="6934200" cy="923330"/>
          </a:xfrm>
          <a:prstGeom prst="rect">
            <a:avLst/>
          </a:prstGeom>
          <a:noFill/>
        </p:spPr>
        <p:txBody>
          <a:bodyPr wrap="square" rtlCol="0">
            <a:spAutoFit/>
          </a:bodyPr>
          <a:lstStyle/>
          <a:p>
            <a:pPr algn="ctr"/>
            <a:r>
              <a:rPr lang="en-US" sz="2700" b="1" dirty="0">
                <a:solidFill>
                  <a:srgbClr val="FFC000"/>
                </a:solidFill>
              </a:rPr>
              <a:t>No</a:t>
            </a:r>
            <a:r>
              <a:rPr lang="en-US" sz="2700" b="1" dirty="0">
                <a:solidFill>
                  <a:schemeClr val="bg1"/>
                </a:solidFill>
              </a:rPr>
              <a:t>, </a:t>
            </a:r>
            <a:r>
              <a:rPr lang="en-US" altLang="zh-CN" sz="2700" b="1" dirty="0">
                <a:solidFill>
                  <a:schemeClr val="bg1"/>
                </a:solidFill>
              </a:rPr>
              <a:t>most of </a:t>
            </a:r>
            <a:r>
              <a:rPr lang="en-US" sz="2700" b="1" dirty="0">
                <a:solidFill>
                  <a:schemeClr val="bg1"/>
                </a:solidFill>
              </a:rPr>
              <a:t>you do not take </a:t>
            </a:r>
            <a:r>
              <a:rPr lang="en-US" sz="2700" b="1" dirty="0">
                <a:solidFill>
                  <a:srgbClr val="0070C0"/>
                </a:solidFill>
              </a:rPr>
              <a:t>computer </a:t>
            </a:r>
            <a:r>
              <a:rPr lang="en-US" altLang="zh-CN" sz="2700" b="1" dirty="0">
                <a:solidFill>
                  <a:srgbClr val="0070C0"/>
                </a:solidFill>
              </a:rPr>
              <a:t>architecture </a:t>
            </a:r>
            <a:r>
              <a:rPr lang="en-US" altLang="zh-CN" sz="2700" b="1" dirty="0">
                <a:solidFill>
                  <a:schemeClr val="bg1"/>
                </a:solidFill>
              </a:rPr>
              <a:t>course!</a:t>
            </a:r>
            <a:endParaRPr lang="en-US" sz="2700" b="1" u="sng" dirty="0">
              <a:solidFill>
                <a:schemeClr val="bg1"/>
              </a:solidFill>
            </a:endParaRPr>
          </a:p>
        </p:txBody>
      </p:sp>
      <p:sp>
        <p:nvSpPr>
          <p:cNvPr id="8" name="TextBox 5">
            <a:extLst>
              <a:ext uri="{FF2B5EF4-FFF2-40B4-BE49-F238E27FC236}">
                <a16:creationId xmlns:a16="http://schemas.microsoft.com/office/drawing/2014/main" id="{CA07FC2D-6178-4F2C-836F-50FE12705994}"/>
              </a:ext>
            </a:extLst>
          </p:cNvPr>
          <p:cNvSpPr txBox="1"/>
          <p:nvPr/>
        </p:nvSpPr>
        <p:spPr>
          <a:xfrm>
            <a:off x="914400" y="4724400"/>
            <a:ext cx="6934200" cy="923330"/>
          </a:xfrm>
          <a:prstGeom prst="rect">
            <a:avLst/>
          </a:prstGeom>
          <a:noFill/>
        </p:spPr>
        <p:txBody>
          <a:bodyPr wrap="square" rtlCol="0">
            <a:spAutoFit/>
          </a:bodyPr>
          <a:lstStyle/>
          <a:p>
            <a:pPr algn="ctr"/>
            <a:r>
              <a:rPr lang="en-US" sz="2700" b="1" dirty="0">
                <a:solidFill>
                  <a:schemeClr val="bg1"/>
                </a:solidFill>
              </a:rPr>
              <a:t>Our</a:t>
            </a:r>
            <a:r>
              <a:rPr lang="en-US" sz="2700" b="1" dirty="0">
                <a:solidFill>
                  <a:srgbClr val="FFC000"/>
                </a:solidFill>
              </a:rPr>
              <a:t> </a:t>
            </a:r>
            <a:r>
              <a:rPr lang="en-US" altLang="zh-CN" sz="2700" b="1" dirty="0">
                <a:solidFill>
                  <a:schemeClr val="bg1"/>
                </a:solidFill>
              </a:rPr>
              <a:t>course also includes</a:t>
            </a:r>
            <a:r>
              <a:rPr lang="en-US" sz="2700" b="1" dirty="0">
                <a:solidFill>
                  <a:schemeClr val="bg1"/>
                </a:solidFill>
              </a:rPr>
              <a:t> </a:t>
            </a:r>
            <a:r>
              <a:rPr lang="en-US" sz="2700" b="1" dirty="0">
                <a:solidFill>
                  <a:srgbClr val="0070C0"/>
                </a:solidFill>
              </a:rPr>
              <a:t>computer </a:t>
            </a:r>
            <a:r>
              <a:rPr lang="en-US" altLang="zh-CN" sz="2700" b="1" dirty="0">
                <a:solidFill>
                  <a:srgbClr val="0070C0"/>
                </a:solidFill>
              </a:rPr>
              <a:t>architecture</a:t>
            </a:r>
            <a:r>
              <a:rPr lang="en-US" altLang="zh-CN" sz="2700" b="1" dirty="0">
                <a:solidFill>
                  <a:schemeClr val="bg1"/>
                </a:solidFill>
              </a:rPr>
              <a:t>!</a:t>
            </a:r>
            <a:endParaRPr lang="en-US" sz="2700" b="1" u="sng" dirty="0">
              <a:solidFill>
                <a:schemeClr val="bg1"/>
              </a:solidFill>
            </a:endParaRPr>
          </a:p>
        </p:txBody>
      </p:sp>
    </p:spTree>
    <p:extLst>
      <p:ext uri="{BB962C8B-B14F-4D97-AF65-F5344CB8AC3E}">
        <p14:creationId xmlns:p14="http://schemas.microsoft.com/office/powerpoint/2010/main" val="40878818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Title 1">
            <a:extLst>
              <a:ext uri="{FF2B5EF4-FFF2-40B4-BE49-F238E27FC236}">
                <a16:creationId xmlns:a16="http://schemas.microsoft.com/office/drawing/2014/main" id="{2E48B20E-E8AF-0C45-90CA-AAF3506668BB}"/>
              </a:ext>
            </a:extLst>
          </p:cNvPr>
          <p:cNvSpPr>
            <a:spLocks noGrp="1" noChangeArrowheads="1"/>
          </p:cNvSpPr>
          <p:nvPr>
            <p:ph type="ctrTitle"/>
          </p:nvPr>
        </p:nvSpPr>
        <p:spPr>
          <a:xfrm>
            <a:off x="685800" y="1676400"/>
            <a:ext cx="7924800" cy="1752600"/>
          </a:xfrm>
        </p:spPr>
        <p:txBody>
          <a:bodyPr/>
          <a:lstStyle/>
          <a:p>
            <a:r>
              <a:rPr lang="en-US" altLang="en-US">
                <a:ea typeface="ＭＳ Ｐゴシック" panose="020B0600070205080204" pitchFamily="34" charset="-128"/>
              </a:rPr>
              <a:t>Why Do We Have Computers?</a:t>
            </a:r>
          </a:p>
        </p:txBody>
      </p:sp>
      <p:sp>
        <p:nvSpPr>
          <p:cNvPr id="185346" name="Subtitle 2">
            <a:extLst>
              <a:ext uri="{FF2B5EF4-FFF2-40B4-BE49-F238E27FC236}">
                <a16:creationId xmlns:a16="http://schemas.microsoft.com/office/drawing/2014/main" id="{2DC688C6-D718-3040-AD2E-6E6794F3A273}"/>
              </a:ext>
            </a:extLst>
          </p:cNvPr>
          <p:cNvSpPr>
            <a:spLocks noGrp="1" noChangeArrowheads="1"/>
          </p:cNvSpPr>
          <p:nvPr>
            <p:ph type="subTitle" idx="1"/>
          </p:nvPr>
        </p:nvSpPr>
        <p:spPr/>
        <p:txBody>
          <a:bodyPr/>
          <a:lstStyle/>
          <a:p>
            <a:endParaRPr lang="en-US" altLang="en-US">
              <a:ea typeface="ＭＳ Ｐゴシック" panose="020B0600070205080204" pitchFamily="34" charset="-128"/>
            </a:endParaRPr>
          </a:p>
        </p:txBody>
      </p:sp>
      <p:sp>
        <p:nvSpPr>
          <p:cNvPr id="185347" name="Slide Number Placeholder 3">
            <a:extLst>
              <a:ext uri="{FF2B5EF4-FFF2-40B4-BE49-F238E27FC236}">
                <a16:creationId xmlns:a16="http://schemas.microsoft.com/office/drawing/2014/main" id="{B1EC75D9-B119-5143-9D66-833A04F700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28C3A49-940E-FE42-BF26-79F9CB694063}" type="slidenum">
              <a:rPr kumimoji="0" lang="en-US" altLang="en-US" sz="12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40553455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Title 1">
            <a:extLst>
              <a:ext uri="{FF2B5EF4-FFF2-40B4-BE49-F238E27FC236}">
                <a16:creationId xmlns:a16="http://schemas.microsoft.com/office/drawing/2014/main" id="{22F0064A-764E-144D-BBA2-9FB7EDCEB3E1}"/>
              </a:ext>
            </a:extLst>
          </p:cNvPr>
          <p:cNvSpPr>
            <a:spLocks noGrp="1" noChangeArrowheads="1"/>
          </p:cNvSpPr>
          <p:nvPr>
            <p:ph type="title"/>
          </p:nvPr>
        </p:nvSpPr>
        <p:spPr/>
        <p:txBody>
          <a:bodyPr/>
          <a:lstStyle/>
          <a:p>
            <a:r>
              <a:rPr lang="en-US" altLang="en-US">
                <a:ea typeface="ＭＳ Ｐゴシック" panose="020B0600070205080204" pitchFamily="34" charset="-128"/>
              </a:rPr>
              <a:t>Answer</a:t>
            </a:r>
          </a:p>
        </p:txBody>
      </p:sp>
      <p:sp>
        <p:nvSpPr>
          <p:cNvPr id="3" name="Content Placeholder 2">
            <a:extLst>
              <a:ext uri="{FF2B5EF4-FFF2-40B4-BE49-F238E27FC236}">
                <a16:creationId xmlns:a16="http://schemas.microsoft.com/office/drawing/2014/main" id="{7679E573-EAD7-474A-9D52-19C1DF8F4E0B}"/>
              </a:ext>
            </a:extLst>
          </p:cNvPr>
          <p:cNvSpPr>
            <a:spLocks noGrp="1"/>
          </p:cNvSpPr>
          <p:nvPr>
            <p:ph idx="1"/>
          </p:nvPr>
        </p:nvSpPr>
        <p:spPr>
          <a:xfrm>
            <a:off x="228600" y="996950"/>
            <a:ext cx="8610600" cy="5194300"/>
          </a:xfrm>
        </p:spPr>
        <p:txBody>
          <a:bodyPr/>
          <a:lstStyle/>
          <a:p>
            <a:pPr>
              <a:buFont typeface="Wingdings" charset="0"/>
              <a:buChar char="n"/>
              <a:defRPr/>
            </a:pPr>
            <a:endParaRPr lang="en-US" dirty="0"/>
          </a:p>
          <a:p>
            <a:pPr>
              <a:buFont typeface="Wingdings" charset="0"/>
              <a:buChar char="n"/>
              <a:defRPr/>
            </a:pPr>
            <a:endParaRPr lang="en-US" dirty="0"/>
          </a:p>
          <a:p>
            <a:pPr>
              <a:buFont typeface="Wingdings" charset="0"/>
              <a:buChar char="n"/>
              <a:defRPr/>
            </a:pPr>
            <a:endParaRPr lang="en-US" dirty="0"/>
          </a:p>
          <a:p>
            <a:pPr>
              <a:buFont typeface="Wingdings" charset="0"/>
              <a:buChar char="n"/>
              <a:defRPr/>
            </a:pPr>
            <a:endParaRPr lang="en-US" dirty="0"/>
          </a:p>
          <a:p>
            <a:pPr marL="0" indent="0" algn="ctr">
              <a:buFont typeface="Wingdings" charset="0"/>
              <a:buNone/>
              <a:defRPr/>
            </a:pPr>
            <a:r>
              <a:rPr lang="en-US" sz="6400" dirty="0"/>
              <a:t>To Solve Problems</a:t>
            </a:r>
          </a:p>
        </p:txBody>
      </p:sp>
      <p:sp>
        <p:nvSpPr>
          <p:cNvPr id="186371" name="Slide Number Placeholder 3">
            <a:extLst>
              <a:ext uri="{FF2B5EF4-FFF2-40B4-BE49-F238E27FC236}">
                <a16:creationId xmlns:a16="http://schemas.microsoft.com/office/drawing/2014/main" id="{82789547-979B-D348-8AEB-32959494F87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856805A-9BF2-C140-A445-F8BD2A0F5D4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2856447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Title 1">
            <a:extLst>
              <a:ext uri="{FF2B5EF4-FFF2-40B4-BE49-F238E27FC236}">
                <a16:creationId xmlns:a16="http://schemas.microsoft.com/office/drawing/2014/main" id="{587CD278-D465-DF44-A2ED-4F4BECFE5532}"/>
              </a:ext>
            </a:extLst>
          </p:cNvPr>
          <p:cNvSpPr>
            <a:spLocks noGrp="1" noChangeArrowheads="1"/>
          </p:cNvSpPr>
          <p:nvPr>
            <p:ph type="ctrTitle"/>
          </p:nvPr>
        </p:nvSpPr>
        <p:spPr>
          <a:xfrm>
            <a:off x="685800" y="1412875"/>
            <a:ext cx="7924800" cy="1752600"/>
          </a:xfrm>
        </p:spPr>
        <p:txBody>
          <a:bodyPr/>
          <a:lstStyle/>
          <a:p>
            <a:r>
              <a:rPr lang="en-US" altLang="en-US"/>
              <a:t>How Does a Computer </a:t>
            </a:r>
            <a:br>
              <a:rPr lang="en-US" altLang="en-US"/>
            </a:br>
            <a:r>
              <a:rPr lang="en-US" altLang="en-US"/>
              <a:t>Solve Problems?</a:t>
            </a:r>
          </a:p>
        </p:txBody>
      </p:sp>
      <p:sp>
        <p:nvSpPr>
          <p:cNvPr id="274434" name="Subtitle 2">
            <a:extLst>
              <a:ext uri="{FF2B5EF4-FFF2-40B4-BE49-F238E27FC236}">
                <a16:creationId xmlns:a16="http://schemas.microsoft.com/office/drawing/2014/main" id="{214466E0-80A4-474E-BA94-029805856F9C}"/>
              </a:ext>
            </a:extLst>
          </p:cNvPr>
          <p:cNvSpPr>
            <a:spLocks noGrp="1" noChangeArrowheads="1"/>
          </p:cNvSpPr>
          <p:nvPr>
            <p:ph type="subTitle" idx="1"/>
          </p:nvPr>
        </p:nvSpPr>
        <p:spPr/>
        <p:txBody>
          <a:bodyPr/>
          <a:lstStyle/>
          <a:p>
            <a:endParaRPr lang="en-US" altLang="en-US"/>
          </a:p>
        </p:txBody>
      </p:sp>
      <p:sp>
        <p:nvSpPr>
          <p:cNvPr id="274435" name="Slide Number Placeholder 3">
            <a:extLst>
              <a:ext uri="{FF2B5EF4-FFF2-40B4-BE49-F238E27FC236}">
                <a16:creationId xmlns:a16="http://schemas.microsoft.com/office/drawing/2014/main" id="{FF3ADDF6-E5F8-904E-96B1-5663E7161CF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F3F9B3B-A5A7-4A4D-AEEC-81EB4C79918A}" type="slidenum">
              <a:rPr kumimoji="0" lang="en-US" altLang="en-US" sz="12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13631068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Title 1">
            <a:extLst>
              <a:ext uri="{FF2B5EF4-FFF2-40B4-BE49-F238E27FC236}">
                <a16:creationId xmlns:a16="http://schemas.microsoft.com/office/drawing/2014/main" id="{3A4EBA14-2F62-E049-B5C8-EF9C24315C36}"/>
              </a:ext>
            </a:extLst>
          </p:cNvPr>
          <p:cNvSpPr>
            <a:spLocks noGrp="1" noChangeArrowheads="1"/>
          </p:cNvSpPr>
          <p:nvPr>
            <p:ph type="title"/>
          </p:nvPr>
        </p:nvSpPr>
        <p:spPr/>
        <p:txBody>
          <a:bodyPr/>
          <a:lstStyle/>
          <a:p>
            <a:r>
              <a:rPr lang="en-US" altLang="en-US"/>
              <a:t>Answer</a:t>
            </a:r>
          </a:p>
        </p:txBody>
      </p:sp>
      <p:sp>
        <p:nvSpPr>
          <p:cNvPr id="3" name="Content Placeholder 2">
            <a:extLst>
              <a:ext uri="{FF2B5EF4-FFF2-40B4-BE49-F238E27FC236}">
                <a16:creationId xmlns:a16="http://schemas.microsoft.com/office/drawing/2014/main" id="{81E56BBB-BF5A-344C-BED8-B2DC9977EE77}"/>
              </a:ext>
            </a:extLst>
          </p:cNvPr>
          <p:cNvSpPr>
            <a:spLocks noGrp="1"/>
          </p:cNvSpPr>
          <p:nvPr>
            <p:ph idx="1"/>
          </p:nvPr>
        </p:nvSpPr>
        <p:spPr>
          <a:xfrm>
            <a:off x="228600" y="996950"/>
            <a:ext cx="8915400" cy="5194300"/>
          </a:xfrm>
        </p:spPr>
        <p:txBody>
          <a:bodyPr/>
          <a:lstStyle/>
          <a:p>
            <a:pPr>
              <a:defRPr/>
            </a:pPr>
            <a:endParaRPr lang="en-US" dirty="0"/>
          </a:p>
          <a:p>
            <a:pPr>
              <a:defRPr/>
            </a:pPr>
            <a:endParaRPr lang="en-US" dirty="0"/>
          </a:p>
          <a:p>
            <a:pPr>
              <a:defRPr/>
            </a:pPr>
            <a:endParaRPr lang="en-US" dirty="0"/>
          </a:p>
          <a:p>
            <a:pPr>
              <a:defRPr/>
            </a:pPr>
            <a:endParaRPr lang="en-US" dirty="0"/>
          </a:p>
          <a:p>
            <a:pPr marL="0" indent="0" algn="ctr">
              <a:buFont typeface="Wingdings" charset="0"/>
              <a:buNone/>
              <a:defRPr/>
            </a:pPr>
            <a:r>
              <a:rPr lang="en-US" sz="6400" dirty="0"/>
              <a:t>Orchestrating Electrons</a:t>
            </a:r>
          </a:p>
        </p:txBody>
      </p:sp>
      <p:sp>
        <p:nvSpPr>
          <p:cNvPr id="275459" name="Slide Number Placeholder 3">
            <a:extLst>
              <a:ext uri="{FF2B5EF4-FFF2-40B4-BE49-F238E27FC236}">
                <a16:creationId xmlns:a16="http://schemas.microsoft.com/office/drawing/2014/main" id="{44AE3A89-BFF0-7D40-B538-538D3B14A8A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DC9B538-CD9C-DD40-8BD6-B40AB2E026A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TextBox 1">
            <a:extLst>
              <a:ext uri="{FF2B5EF4-FFF2-40B4-BE49-F238E27FC236}">
                <a16:creationId xmlns:a16="http://schemas.microsoft.com/office/drawing/2014/main" id="{95781EF0-CED8-3D43-941C-929B763772FF}"/>
              </a:ext>
            </a:extLst>
          </p:cNvPr>
          <p:cNvSpPr txBox="1"/>
          <p:nvPr/>
        </p:nvSpPr>
        <p:spPr>
          <a:xfrm>
            <a:off x="5486400" y="6019800"/>
            <a:ext cx="3543300" cy="36988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ahoma"/>
                <a:ea typeface="ＭＳ Ｐゴシック" panose="020B0600070205080204" pitchFamily="34" charset="-128"/>
                <a:cs typeface="+mn-cs"/>
              </a:rPr>
              <a:t>In today’s dominant technologies</a:t>
            </a:r>
          </a:p>
        </p:txBody>
      </p:sp>
    </p:spTree>
    <p:extLst>
      <p:ext uri="{BB962C8B-B14F-4D97-AF65-F5344CB8AC3E}">
        <p14:creationId xmlns:p14="http://schemas.microsoft.com/office/powerpoint/2010/main" val="33376541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Title 1">
            <a:extLst>
              <a:ext uri="{FF2B5EF4-FFF2-40B4-BE49-F238E27FC236}">
                <a16:creationId xmlns:a16="http://schemas.microsoft.com/office/drawing/2014/main" id="{25A5839E-580A-1D4A-83E9-57750980850C}"/>
              </a:ext>
            </a:extLst>
          </p:cNvPr>
          <p:cNvSpPr>
            <a:spLocks noGrp="1" noChangeArrowheads="1"/>
          </p:cNvSpPr>
          <p:nvPr>
            <p:ph type="ctrTitle"/>
          </p:nvPr>
        </p:nvSpPr>
        <p:spPr>
          <a:xfrm>
            <a:off x="685800" y="1412875"/>
            <a:ext cx="7924800" cy="1752600"/>
          </a:xfrm>
        </p:spPr>
        <p:txBody>
          <a:bodyPr/>
          <a:lstStyle/>
          <a:p>
            <a:r>
              <a:rPr lang="en-US" altLang="en-US"/>
              <a:t>How Do Problems </a:t>
            </a:r>
            <a:br>
              <a:rPr lang="en-US" altLang="en-US"/>
            </a:br>
            <a:r>
              <a:rPr lang="en-US" altLang="en-US"/>
              <a:t>	Get Solved by Electrons?</a:t>
            </a:r>
          </a:p>
        </p:txBody>
      </p:sp>
      <p:sp>
        <p:nvSpPr>
          <p:cNvPr id="276482" name="Subtitle 2">
            <a:extLst>
              <a:ext uri="{FF2B5EF4-FFF2-40B4-BE49-F238E27FC236}">
                <a16:creationId xmlns:a16="http://schemas.microsoft.com/office/drawing/2014/main" id="{1C0F3A15-ABAB-364E-B7A3-4D03A9FBFAED}"/>
              </a:ext>
            </a:extLst>
          </p:cNvPr>
          <p:cNvSpPr>
            <a:spLocks noGrp="1" noChangeArrowheads="1"/>
          </p:cNvSpPr>
          <p:nvPr>
            <p:ph type="subTitle" idx="1"/>
          </p:nvPr>
        </p:nvSpPr>
        <p:spPr/>
        <p:txBody>
          <a:bodyPr/>
          <a:lstStyle/>
          <a:p>
            <a:endParaRPr lang="en-US" altLang="en-US"/>
          </a:p>
        </p:txBody>
      </p:sp>
      <p:sp>
        <p:nvSpPr>
          <p:cNvPr id="276483" name="Slide Number Placeholder 3">
            <a:extLst>
              <a:ext uri="{FF2B5EF4-FFF2-40B4-BE49-F238E27FC236}">
                <a16:creationId xmlns:a16="http://schemas.microsoft.com/office/drawing/2014/main" id="{B62AA7E0-58BE-E346-BB9B-88CCA61D043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E4A462F-7E62-6142-BA6D-DB462A9EBE9B}" type="slidenum">
              <a:rPr kumimoji="0" lang="en-US" altLang="en-US" sz="12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968598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Title 1">
            <a:extLst>
              <a:ext uri="{FF2B5EF4-FFF2-40B4-BE49-F238E27FC236}">
                <a16:creationId xmlns:a16="http://schemas.microsoft.com/office/drawing/2014/main" id="{C0BA9032-E454-4549-A5B5-ED2FFF9B48F6}"/>
              </a:ext>
            </a:extLst>
          </p:cNvPr>
          <p:cNvSpPr>
            <a:spLocks noGrp="1" noChangeArrowheads="1"/>
          </p:cNvSpPr>
          <p:nvPr>
            <p:ph type="title"/>
          </p:nvPr>
        </p:nvSpPr>
        <p:spPr/>
        <p:txBody>
          <a:bodyPr/>
          <a:lstStyle/>
          <a:p>
            <a:r>
              <a:rPr lang="en-US" altLang="en-US"/>
              <a:t>The Transformation Hierarchy</a:t>
            </a:r>
          </a:p>
        </p:txBody>
      </p:sp>
      <p:sp>
        <p:nvSpPr>
          <p:cNvPr id="277506" name="Content Placeholder 2">
            <a:extLst>
              <a:ext uri="{FF2B5EF4-FFF2-40B4-BE49-F238E27FC236}">
                <a16:creationId xmlns:a16="http://schemas.microsoft.com/office/drawing/2014/main" id="{281812F4-8401-8A40-97FF-DB827DE7A4ED}"/>
              </a:ext>
            </a:extLst>
          </p:cNvPr>
          <p:cNvSpPr>
            <a:spLocks noGrp="1" noChangeArrowheads="1"/>
          </p:cNvSpPr>
          <p:nvPr>
            <p:ph idx="1"/>
          </p:nvPr>
        </p:nvSpPr>
        <p:spPr/>
        <p:txBody>
          <a:bodyPr/>
          <a:lstStyle/>
          <a:p>
            <a:endParaRPr lang="en-US" altLang="en-US"/>
          </a:p>
        </p:txBody>
      </p:sp>
      <p:sp>
        <p:nvSpPr>
          <p:cNvPr id="4" name="Slide Number Placeholder 3">
            <a:extLst>
              <a:ext uri="{FF2B5EF4-FFF2-40B4-BE49-F238E27FC236}">
                <a16:creationId xmlns:a16="http://schemas.microsoft.com/office/drawing/2014/main" id="{89B71706-8BED-F442-8971-B8568724DC16}"/>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585D8F-B845-BB48-BA80-B7F93FEB1A49}"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ＭＳ Ｐゴシック" panose="020B0600070205080204" pitchFamily="34" charset="-128"/>
              <a:cs typeface="+mn-cs"/>
            </a:endParaRPr>
          </a:p>
        </p:txBody>
      </p:sp>
      <p:sp>
        <p:nvSpPr>
          <p:cNvPr id="5" name="Text Box 17">
            <a:extLst>
              <a:ext uri="{FF2B5EF4-FFF2-40B4-BE49-F238E27FC236}">
                <a16:creationId xmlns:a16="http://schemas.microsoft.com/office/drawing/2014/main" id="{959B9344-D19A-2D41-AE41-D62E609FC875}"/>
              </a:ext>
            </a:extLst>
          </p:cNvPr>
          <p:cNvSpPr txBox="1">
            <a:spLocks noChangeArrowheads="1"/>
          </p:cNvSpPr>
          <p:nvPr/>
        </p:nvSpPr>
        <p:spPr bwMode="auto">
          <a:xfrm>
            <a:off x="3248025" y="3690938"/>
            <a:ext cx="2041525" cy="368300"/>
          </a:xfrm>
          <a:prstGeom prst="rect">
            <a:avLst/>
          </a:prstGeom>
          <a:solidFill>
            <a:srgbClr val="00FF00"/>
          </a:solidFill>
          <a:ln w="9525">
            <a:solidFill>
              <a:schemeClr val="tx1"/>
            </a:solidFill>
            <a:miter lim="800000"/>
            <a:headEnd/>
            <a:tailEnd/>
          </a:ln>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Micro-architecture</a:t>
            </a:r>
          </a:p>
        </p:txBody>
      </p:sp>
      <p:sp>
        <p:nvSpPr>
          <p:cNvPr id="6" name="Text Box 18">
            <a:extLst>
              <a:ext uri="{FF2B5EF4-FFF2-40B4-BE49-F238E27FC236}">
                <a16:creationId xmlns:a16="http://schemas.microsoft.com/office/drawing/2014/main" id="{7C4BD413-256F-804C-A912-33BF955D779D}"/>
              </a:ext>
            </a:extLst>
          </p:cNvPr>
          <p:cNvSpPr txBox="1">
            <a:spLocks noChangeAspect="1" noChangeArrowheads="1"/>
          </p:cNvSpPr>
          <p:nvPr/>
        </p:nvSpPr>
        <p:spPr bwMode="auto">
          <a:xfrm>
            <a:off x="3248025" y="3319463"/>
            <a:ext cx="2041525" cy="366712"/>
          </a:xfrm>
          <a:prstGeom prst="rect">
            <a:avLst/>
          </a:prstGeom>
          <a:solidFill>
            <a:srgbClr val="FFFF00"/>
          </a:solidFill>
          <a:ln w="9525">
            <a:solidFill>
              <a:schemeClr val="tx1"/>
            </a:solidFill>
            <a:miter lim="800000"/>
            <a:headEnd/>
            <a:tailEnd/>
          </a:ln>
        </p:spPr>
        <p:txBody>
          <a:bodyPr wrap="none"/>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SW/HW Interface</a:t>
            </a:r>
          </a:p>
        </p:txBody>
      </p:sp>
      <p:sp>
        <p:nvSpPr>
          <p:cNvPr id="7" name="Text Box 19">
            <a:extLst>
              <a:ext uri="{FF2B5EF4-FFF2-40B4-BE49-F238E27FC236}">
                <a16:creationId xmlns:a16="http://schemas.microsoft.com/office/drawing/2014/main" id="{B9AA388C-D761-2E48-878A-F4413ABC67B1}"/>
              </a:ext>
            </a:extLst>
          </p:cNvPr>
          <p:cNvSpPr txBox="1">
            <a:spLocks noChangeAspect="1" noChangeArrowheads="1"/>
          </p:cNvSpPr>
          <p:nvPr/>
        </p:nvSpPr>
        <p:spPr bwMode="auto">
          <a:xfrm>
            <a:off x="3244850" y="2654300"/>
            <a:ext cx="2043113" cy="368300"/>
          </a:xfrm>
          <a:prstGeom prst="rect">
            <a:avLst/>
          </a:prstGeom>
          <a:solidFill>
            <a:srgbClr val="00FFFF"/>
          </a:solidFill>
          <a:ln w="9525">
            <a:solidFill>
              <a:schemeClr val="tx1"/>
            </a:solidFill>
            <a:miter lim="800000"/>
            <a:headEnd/>
            <a:tailEnd/>
          </a:ln>
        </p:spPr>
        <p:txBody>
          <a:bodyPr wrap="none"/>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Program/Language</a:t>
            </a:r>
          </a:p>
        </p:txBody>
      </p:sp>
      <p:sp>
        <p:nvSpPr>
          <p:cNvPr id="8" name="Text Box 20">
            <a:extLst>
              <a:ext uri="{FF2B5EF4-FFF2-40B4-BE49-F238E27FC236}">
                <a16:creationId xmlns:a16="http://schemas.microsoft.com/office/drawing/2014/main" id="{B8AE1440-B0CA-254A-8992-48EE47078E5D}"/>
              </a:ext>
            </a:extLst>
          </p:cNvPr>
          <p:cNvSpPr txBox="1">
            <a:spLocks noChangeAspect="1" noChangeArrowheads="1"/>
          </p:cNvSpPr>
          <p:nvPr/>
        </p:nvSpPr>
        <p:spPr bwMode="auto">
          <a:xfrm>
            <a:off x="3244850" y="2282825"/>
            <a:ext cx="2043113" cy="368300"/>
          </a:xfrm>
          <a:prstGeom prst="rect">
            <a:avLst/>
          </a:prstGeom>
          <a:solidFill>
            <a:srgbClr val="00FFFF"/>
          </a:solidFill>
          <a:ln w="9525">
            <a:solidFill>
              <a:schemeClr val="tx1"/>
            </a:solidFill>
            <a:miter lim="800000"/>
            <a:headEnd/>
            <a:tailEnd/>
          </a:ln>
        </p:spPr>
        <p:txBody>
          <a:bodyPr wrap="none"/>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Algorithm</a:t>
            </a:r>
          </a:p>
        </p:txBody>
      </p:sp>
      <p:sp>
        <p:nvSpPr>
          <p:cNvPr id="9" name="Text Box 21">
            <a:extLst>
              <a:ext uri="{FF2B5EF4-FFF2-40B4-BE49-F238E27FC236}">
                <a16:creationId xmlns:a16="http://schemas.microsoft.com/office/drawing/2014/main" id="{284B2756-DCD2-CB4A-A497-A7E3258D80D8}"/>
              </a:ext>
            </a:extLst>
          </p:cNvPr>
          <p:cNvSpPr txBox="1">
            <a:spLocks noChangeAspect="1" noChangeArrowheads="1"/>
          </p:cNvSpPr>
          <p:nvPr/>
        </p:nvSpPr>
        <p:spPr bwMode="auto">
          <a:xfrm>
            <a:off x="3244850" y="1916113"/>
            <a:ext cx="2043113" cy="366712"/>
          </a:xfrm>
          <a:prstGeom prst="rect">
            <a:avLst/>
          </a:prstGeom>
          <a:solidFill>
            <a:srgbClr val="00FFFF"/>
          </a:solidFill>
          <a:ln w="9525">
            <a:solidFill>
              <a:schemeClr val="tx1"/>
            </a:solidFill>
            <a:miter lim="800000"/>
            <a:headEnd/>
            <a:tailEnd/>
          </a:ln>
        </p:spPr>
        <p:txBody>
          <a:bodyPr wrap="none"/>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Problem</a:t>
            </a:r>
          </a:p>
        </p:txBody>
      </p:sp>
      <p:sp>
        <p:nvSpPr>
          <p:cNvPr id="10" name="Text Box 22">
            <a:extLst>
              <a:ext uri="{FF2B5EF4-FFF2-40B4-BE49-F238E27FC236}">
                <a16:creationId xmlns:a16="http://schemas.microsoft.com/office/drawing/2014/main" id="{4A5CD7D2-75F2-4340-AD85-3DA75A4D8BD3}"/>
              </a:ext>
            </a:extLst>
          </p:cNvPr>
          <p:cNvSpPr txBox="1">
            <a:spLocks noChangeAspect="1" noChangeArrowheads="1"/>
          </p:cNvSpPr>
          <p:nvPr/>
        </p:nvSpPr>
        <p:spPr bwMode="auto">
          <a:xfrm>
            <a:off x="3248025" y="4064000"/>
            <a:ext cx="2039938" cy="373063"/>
          </a:xfrm>
          <a:prstGeom prst="rect">
            <a:avLst/>
          </a:prstGeom>
          <a:solidFill>
            <a:srgbClr val="00FF00"/>
          </a:solidFill>
          <a:ln w="9525">
            <a:solidFill>
              <a:schemeClr val="tx1"/>
            </a:solidFill>
            <a:miter lim="800000"/>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000000"/>
                </a:solidFill>
                <a:effectLst/>
                <a:uLnTx/>
                <a:uFillTx/>
                <a:latin typeface="Tahoma" pitchFamily="34" charset="0"/>
                <a:ea typeface="ＭＳ Ｐゴシック" panose="020B0600070205080204" pitchFamily="34" charset="-128"/>
                <a:cs typeface="Arial" charset="0"/>
              </a:rPr>
              <a:t>Logic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50" b="0" i="0" u="none" strike="noStrike" kern="1200" cap="none" spc="0" normalizeH="0" baseline="0" noProof="0" dirty="0">
              <a:ln>
                <a:noFill/>
              </a:ln>
              <a:solidFill>
                <a:srgbClr val="000000"/>
              </a:solidFill>
              <a:effectLst/>
              <a:uLnTx/>
              <a:uFillTx/>
              <a:latin typeface="Tahoma" pitchFamily="34" charset="0"/>
              <a:ea typeface="ＭＳ Ｐゴシック" panose="020B0600070205080204" pitchFamily="34" charset="-128"/>
              <a:cs typeface="Arial" charset="0"/>
            </a:endParaRPr>
          </a:p>
        </p:txBody>
      </p:sp>
      <p:sp>
        <p:nvSpPr>
          <p:cNvPr id="11" name="Text Box 23">
            <a:extLst>
              <a:ext uri="{FF2B5EF4-FFF2-40B4-BE49-F238E27FC236}">
                <a16:creationId xmlns:a16="http://schemas.microsoft.com/office/drawing/2014/main" id="{8FF071FC-8054-5545-9246-15BBD8947BE7}"/>
              </a:ext>
            </a:extLst>
          </p:cNvPr>
          <p:cNvSpPr txBox="1">
            <a:spLocks noChangeAspect="1" noChangeArrowheads="1"/>
          </p:cNvSpPr>
          <p:nvPr/>
        </p:nvSpPr>
        <p:spPr bwMode="auto">
          <a:xfrm>
            <a:off x="3248025" y="4435475"/>
            <a:ext cx="2041525" cy="368300"/>
          </a:xfrm>
          <a:prstGeom prst="rect">
            <a:avLst/>
          </a:prstGeom>
          <a:solidFill>
            <a:srgbClr val="00FF00"/>
          </a:solidFill>
          <a:ln w="9525">
            <a:solidFill>
              <a:schemeClr val="tx1"/>
            </a:solidFill>
            <a:miter lim="800000"/>
            <a:headEnd/>
            <a:tailEnd/>
          </a:ln>
        </p:spPr>
        <p:txBody>
          <a:bodyPr wrap="none"/>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Devices</a:t>
            </a:r>
          </a:p>
        </p:txBody>
      </p:sp>
      <p:sp>
        <p:nvSpPr>
          <p:cNvPr id="12" name="Text Box 24">
            <a:extLst>
              <a:ext uri="{FF2B5EF4-FFF2-40B4-BE49-F238E27FC236}">
                <a16:creationId xmlns:a16="http://schemas.microsoft.com/office/drawing/2014/main" id="{B8807EAF-3E7A-2E4F-A579-A5C0F20A55C3}"/>
              </a:ext>
            </a:extLst>
          </p:cNvPr>
          <p:cNvSpPr txBox="1">
            <a:spLocks noChangeAspect="1" noChangeArrowheads="1"/>
          </p:cNvSpPr>
          <p:nvPr/>
        </p:nvSpPr>
        <p:spPr bwMode="auto">
          <a:xfrm>
            <a:off x="3248025" y="2997200"/>
            <a:ext cx="2041525" cy="327025"/>
          </a:xfrm>
          <a:prstGeom prst="rect">
            <a:avLst/>
          </a:prstGeom>
          <a:solidFill>
            <a:srgbClr val="35F6FF"/>
          </a:solidFill>
          <a:ln w="9525">
            <a:solidFill>
              <a:schemeClr val="tx1"/>
            </a:solidFill>
            <a:miter lim="800000"/>
            <a:headEnd/>
            <a:tailEnd/>
          </a:ln>
        </p:spPr>
        <p:txBody>
          <a:bodyPr wrap="none"/>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System Software</a:t>
            </a:r>
          </a:p>
        </p:txBody>
      </p:sp>
      <p:sp>
        <p:nvSpPr>
          <p:cNvPr id="13" name="Rounded Rectangle 12">
            <a:extLst>
              <a:ext uri="{FF2B5EF4-FFF2-40B4-BE49-F238E27FC236}">
                <a16:creationId xmlns:a16="http://schemas.microsoft.com/office/drawing/2014/main" id="{1395B77B-3825-5C41-8046-BDBEF616AADD}"/>
              </a:ext>
            </a:extLst>
          </p:cNvPr>
          <p:cNvSpPr>
            <a:spLocks noChangeArrowheads="1"/>
          </p:cNvSpPr>
          <p:nvPr/>
        </p:nvSpPr>
        <p:spPr bwMode="auto">
          <a:xfrm rot="5400000">
            <a:off x="3864769" y="2537619"/>
            <a:ext cx="792162" cy="2286000"/>
          </a:xfrm>
          <a:prstGeom prst="roundRect">
            <a:avLst>
              <a:gd name="adj" fmla="val 16667"/>
            </a:avLst>
          </a:prstGeom>
          <a:noFill/>
          <a:ln w="44450">
            <a:solidFill>
              <a:srgbClr val="FF66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6600"/>
              </a:solidFill>
              <a:effectLst/>
              <a:uLnTx/>
              <a:uFillTx/>
              <a:latin typeface="Tahoma"/>
              <a:ea typeface="ＭＳ Ｐゴシック" panose="020B0600070205080204" pitchFamily="34" charset="-128"/>
              <a:cs typeface="+mn-cs"/>
            </a:endParaRPr>
          </a:p>
        </p:txBody>
      </p:sp>
      <p:sp>
        <p:nvSpPr>
          <p:cNvPr id="14" name="Text Box 23">
            <a:extLst>
              <a:ext uri="{FF2B5EF4-FFF2-40B4-BE49-F238E27FC236}">
                <a16:creationId xmlns:a16="http://schemas.microsoft.com/office/drawing/2014/main" id="{91425FE6-E37E-7E4F-B0E3-BFAA7BB143C7}"/>
              </a:ext>
            </a:extLst>
          </p:cNvPr>
          <p:cNvSpPr txBox="1">
            <a:spLocks noChangeAspect="1" noChangeArrowheads="1"/>
          </p:cNvSpPr>
          <p:nvPr/>
        </p:nvSpPr>
        <p:spPr bwMode="auto">
          <a:xfrm>
            <a:off x="3249613" y="4791075"/>
            <a:ext cx="2043112" cy="366713"/>
          </a:xfrm>
          <a:prstGeom prst="rect">
            <a:avLst/>
          </a:prstGeom>
          <a:solidFill>
            <a:srgbClr val="00FF00"/>
          </a:solidFill>
          <a:ln w="9525">
            <a:solidFill>
              <a:schemeClr val="tx1"/>
            </a:solidFill>
            <a:miter lim="800000"/>
            <a:headEnd/>
            <a:tailEnd/>
          </a:ln>
        </p:spPr>
        <p:txBody>
          <a:bodyPr wrap="none"/>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Electrons</a:t>
            </a:r>
          </a:p>
        </p:txBody>
      </p:sp>
      <p:sp>
        <p:nvSpPr>
          <p:cNvPr id="15" name="TextBox 14">
            <a:extLst>
              <a:ext uri="{FF2B5EF4-FFF2-40B4-BE49-F238E27FC236}">
                <a16:creationId xmlns:a16="http://schemas.microsoft.com/office/drawing/2014/main" id="{8B629B8D-FD6E-184F-8097-2B7F2F1F08D8}"/>
              </a:ext>
            </a:extLst>
          </p:cNvPr>
          <p:cNvSpPr txBox="1">
            <a:spLocks noChangeArrowheads="1"/>
          </p:cNvSpPr>
          <p:nvPr/>
        </p:nvSpPr>
        <p:spPr bwMode="auto">
          <a:xfrm>
            <a:off x="5508625" y="3357563"/>
            <a:ext cx="3124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6600"/>
                </a:solidFill>
                <a:effectLst/>
                <a:uLnTx/>
                <a:uFillTx/>
                <a:latin typeface="Arial" panose="020B0604020202020204" pitchFamily="34" charset="0"/>
                <a:ea typeface="ＭＳ Ｐゴシック" panose="020B0600070205080204" pitchFamily="34" charset="-128"/>
                <a:cs typeface="+mn-cs"/>
              </a:rPr>
              <a:t>Computer Architecture (narrow view)</a:t>
            </a:r>
          </a:p>
        </p:txBody>
      </p:sp>
      <p:sp>
        <p:nvSpPr>
          <p:cNvPr id="16" name="Rounded Rectangle 15">
            <a:extLst>
              <a:ext uri="{FF2B5EF4-FFF2-40B4-BE49-F238E27FC236}">
                <a16:creationId xmlns:a16="http://schemas.microsoft.com/office/drawing/2014/main" id="{A71EA216-5C4D-3D45-839A-67809AE444B6}"/>
              </a:ext>
            </a:extLst>
          </p:cNvPr>
          <p:cNvSpPr>
            <a:spLocks noChangeArrowheads="1"/>
          </p:cNvSpPr>
          <p:nvPr/>
        </p:nvSpPr>
        <p:spPr bwMode="auto">
          <a:xfrm rot="5400000">
            <a:off x="2995612" y="2400301"/>
            <a:ext cx="2520952" cy="2286000"/>
          </a:xfrm>
          <a:prstGeom prst="roundRect">
            <a:avLst>
              <a:gd name="adj" fmla="val 16667"/>
            </a:avLst>
          </a:prstGeom>
          <a:noFill/>
          <a:ln w="44450">
            <a:solidFill>
              <a:srgbClr val="0000FF"/>
            </a:solidFill>
            <a:round/>
            <a:headEnd/>
            <a:tailEnd/>
          </a:ln>
          <a:extLst>
            <a:ext uri="{909E8E84-426E-40dd-AFC4-6F175D3DCCD1}"/>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Tahoma"/>
              <a:ea typeface="ＭＳ Ｐゴシック" panose="020B0600070205080204" pitchFamily="34" charset="-128"/>
              <a:cs typeface="+mn-cs"/>
            </a:endParaRPr>
          </a:p>
        </p:txBody>
      </p:sp>
      <p:sp>
        <p:nvSpPr>
          <p:cNvPr id="17" name="TextBox 16">
            <a:extLst>
              <a:ext uri="{FF2B5EF4-FFF2-40B4-BE49-F238E27FC236}">
                <a16:creationId xmlns:a16="http://schemas.microsoft.com/office/drawing/2014/main" id="{8C58E4F8-1C59-F946-A9A5-CE2A86B0DDA5}"/>
              </a:ext>
            </a:extLst>
          </p:cNvPr>
          <p:cNvSpPr txBox="1">
            <a:spLocks noChangeArrowheads="1"/>
          </p:cNvSpPr>
          <p:nvPr/>
        </p:nvSpPr>
        <p:spPr bwMode="auto">
          <a:xfrm>
            <a:off x="-31750" y="3284538"/>
            <a:ext cx="3124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Computer Architecture (expanded view)</a:t>
            </a:r>
            <a:endParaRPr kumimoji="0" lang="en-US" altLang="en-US" sz="18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6594335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3" presetClass="entr" presetSubtype="1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linds(horizontal)">
                                      <p:cBhvr>
                                        <p:cTn id="45" dur="500"/>
                                        <p:tgtEl>
                                          <p:spTgt spid="1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xit" presetSubtype="0" fill="hold" grpId="1" nodeType="clickEffect">
                                  <p:stCondLst>
                                    <p:cond delay="0"/>
                                  </p:stCondLst>
                                  <p:childTnLst>
                                    <p:set>
                                      <p:cBhvr>
                                        <p:cTn id="49" dur="1" fill="hold">
                                          <p:stCondLst>
                                            <p:cond delay="0"/>
                                          </p:stCondLst>
                                        </p:cTn>
                                        <p:tgtEl>
                                          <p:spTgt spid="15"/>
                                        </p:tgtEl>
                                        <p:attrNameLst>
                                          <p:attrName>style.visibility</p:attrName>
                                        </p:attrNameLst>
                                      </p:cBhvr>
                                      <p:to>
                                        <p:strVal val="hidden"/>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blinds(horizontal)">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p:bldP spid="15" grpId="1"/>
      <p:bldP spid="16" grpId="0" animBg="1"/>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Axiom</a:t>
            </a:r>
          </a:p>
        </p:txBody>
      </p:sp>
      <p:sp>
        <p:nvSpPr>
          <p:cNvPr id="3" name="Content Placeholder 2"/>
          <p:cNvSpPr>
            <a:spLocks noGrp="1"/>
          </p:cNvSpPr>
          <p:nvPr>
            <p:ph idx="1"/>
          </p:nvPr>
        </p:nvSpPr>
        <p:spPr>
          <a:xfrm>
            <a:off x="107504" y="908720"/>
            <a:ext cx="9036496" cy="4876800"/>
          </a:xfrm>
        </p:spPr>
        <p:txBody>
          <a:bodyPr/>
          <a:lstStyle/>
          <a:p>
            <a:pPr marL="0" indent="0" algn="ctr">
              <a:buNone/>
            </a:pPr>
            <a:r>
              <a:rPr lang="en-US" dirty="0"/>
              <a:t>To achieve the highest </a:t>
            </a:r>
            <a:r>
              <a:rPr lang="en-US" dirty="0">
                <a:solidFill>
                  <a:srgbClr val="FF0000"/>
                </a:solidFill>
              </a:rPr>
              <a:t>energy efficiency </a:t>
            </a:r>
            <a:r>
              <a:rPr lang="en-US" dirty="0"/>
              <a:t>and </a:t>
            </a:r>
            <a:r>
              <a:rPr lang="en-US" dirty="0">
                <a:solidFill>
                  <a:srgbClr val="FF0000"/>
                </a:solidFill>
              </a:rPr>
              <a:t>performance</a:t>
            </a:r>
            <a:r>
              <a:rPr lang="en-US" dirty="0"/>
              <a:t>:</a:t>
            </a:r>
          </a:p>
          <a:p>
            <a:pPr marL="0" indent="0" algn="ctr">
              <a:buNone/>
            </a:pPr>
            <a:endParaRPr lang="en-US" sz="1200" dirty="0"/>
          </a:p>
          <a:p>
            <a:pPr marL="0" indent="0" algn="ctr">
              <a:buNone/>
            </a:pPr>
            <a:r>
              <a:rPr lang="en-US" sz="3200" b="1" dirty="0">
                <a:solidFill>
                  <a:srgbClr val="0000FF"/>
                </a:solidFill>
              </a:rPr>
              <a:t>we must take the expanded view</a:t>
            </a:r>
          </a:p>
          <a:p>
            <a:pPr marL="0" indent="0" algn="ctr">
              <a:buNone/>
            </a:pPr>
            <a:r>
              <a:rPr lang="en-US" dirty="0">
                <a:solidFill>
                  <a:srgbClr val="0000FF"/>
                </a:solidFill>
              </a:rPr>
              <a:t>of computer architecture</a:t>
            </a: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ＭＳ Ｐゴシック" panose="020B0600070205080204" pitchFamily="34" charset="-128"/>
              <a:cs typeface="+mn-cs"/>
            </a:endParaRPr>
          </a:p>
        </p:txBody>
      </p:sp>
      <p:sp>
        <p:nvSpPr>
          <p:cNvPr id="5" name="Text Box 17"/>
          <p:cNvSpPr txBox="1">
            <a:spLocks noChangeArrowheads="1"/>
          </p:cNvSpPr>
          <p:nvPr/>
        </p:nvSpPr>
        <p:spPr bwMode="auto">
          <a:xfrm>
            <a:off x="2259208" y="4842942"/>
            <a:ext cx="2041525" cy="368300"/>
          </a:xfrm>
          <a:prstGeom prst="rect">
            <a:avLst/>
          </a:prstGeom>
          <a:solidFill>
            <a:srgbClr val="00FF00"/>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ahoma" charset="0"/>
                <a:ea typeface="ＭＳ Ｐゴシック" charset="0"/>
              </a:rPr>
              <a:t>Micro-architecture</a:t>
            </a:r>
          </a:p>
        </p:txBody>
      </p:sp>
      <p:sp>
        <p:nvSpPr>
          <p:cNvPr id="6" name="Text Box 18"/>
          <p:cNvSpPr txBox="1">
            <a:spLocks noChangeAspect="1" noChangeArrowheads="1"/>
          </p:cNvSpPr>
          <p:nvPr/>
        </p:nvSpPr>
        <p:spPr bwMode="auto">
          <a:xfrm>
            <a:off x="2259208" y="4471467"/>
            <a:ext cx="2041525" cy="366712"/>
          </a:xfrm>
          <a:prstGeom prst="rect">
            <a:avLst/>
          </a:prstGeom>
          <a:solidFill>
            <a:srgbClr val="FFFF00"/>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ahoma" charset="0"/>
                <a:ea typeface="ＭＳ Ｐゴシック" charset="0"/>
              </a:rPr>
              <a:t>SW/HW Interface</a:t>
            </a:r>
          </a:p>
        </p:txBody>
      </p:sp>
      <p:sp>
        <p:nvSpPr>
          <p:cNvPr id="7" name="Text Box 19"/>
          <p:cNvSpPr txBox="1">
            <a:spLocks noChangeAspect="1" noChangeArrowheads="1"/>
          </p:cNvSpPr>
          <p:nvPr/>
        </p:nvSpPr>
        <p:spPr bwMode="auto">
          <a:xfrm>
            <a:off x="2256033" y="3807148"/>
            <a:ext cx="2043113" cy="368300"/>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Program/Language</a:t>
            </a:r>
          </a:p>
        </p:txBody>
      </p:sp>
      <p:sp>
        <p:nvSpPr>
          <p:cNvPr id="8" name="Text Box 20"/>
          <p:cNvSpPr txBox="1">
            <a:spLocks noChangeAspect="1" noChangeArrowheads="1"/>
          </p:cNvSpPr>
          <p:nvPr/>
        </p:nvSpPr>
        <p:spPr bwMode="auto">
          <a:xfrm>
            <a:off x="2256033" y="3435673"/>
            <a:ext cx="2043113" cy="368300"/>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Algorithm</a:t>
            </a:r>
          </a:p>
        </p:txBody>
      </p:sp>
      <p:sp>
        <p:nvSpPr>
          <p:cNvPr id="9" name="Text Box 21"/>
          <p:cNvSpPr txBox="1">
            <a:spLocks noChangeAspect="1" noChangeArrowheads="1"/>
          </p:cNvSpPr>
          <p:nvPr/>
        </p:nvSpPr>
        <p:spPr bwMode="auto">
          <a:xfrm>
            <a:off x="2256033" y="3068960"/>
            <a:ext cx="2043113" cy="366713"/>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Problem</a:t>
            </a:r>
          </a:p>
        </p:txBody>
      </p:sp>
      <p:sp>
        <p:nvSpPr>
          <p:cNvPr id="10" name="Text Box 22"/>
          <p:cNvSpPr txBox="1">
            <a:spLocks noChangeAspect="1" noChangeArrowheads="1"/>
          </p:cNvSpPr>
          <p:nvPr/>
        </p:nvSpPr>
        <p:spPr bwMode="auto">
          <a:xfrm>
            <a:off x="2259208" y="5216004"/>
            <a:ext cx="2039938" cy="373063"/>
          </a:xfrm>
          <a:prstGeom prst="rect">
            <a:avLst/>
          </a:prstGeom>
          <a:solidFill>
            <a:srgbClr val="00FF00"/>
          </a:solidFill>
          <a:ln w="9525">
            <a:solidFill>
              <a:schemeClr val="tx1"/>
            </a:solidFill>
            <a:miter lim="800000"/>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000000"/>
                </a:solidFill>
                <a:effectLst/>
                <a:uLnTx/>
                <a:uFillTx/>
                <a:latin typeface="Tahoma" pitchFamily="34" charset="0"/>
                <a:ea typeface="ＭＳ Ｐゴシック" panose="020B0600070205080204" pitchFamily="34" charset="-128"/>
                <a:cs typeface="Arial" charset="0"/>
              </a:rPr>
              <a:t>Logic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50" b="0" i="0" u="none" strike="noStrike" kern="1200" cap="none" spc="0" normalizeH="0" baseline="0" noProof="0" dirty="0">
              <a:ln>
                <a:noFill/>
              </a:ln>
              <a:solidFill>
                <a:srgbClr val="000000"/>
              </a:solidFill>
              <a:effectLst/>
              <a:uLnTx/>
              <a:uFillTx/>
              <a:latin typeface="Tahoma" pitchFamily="34" charset="0"/>
              <a:ea typeface="ＭＳ Ｐゴシック" panose="020B0600070205080204" pitchFamily="34" charset="-128"/>
              <a:cs typeface="Arial" charset="0"/>
            </a:endParaRPr>
          </a:p>
        </p:txBody>
      </p:sp>
      <p:sp>
        <p:nvSpPr>
          <p:cNvPr id="11" name="Text Box 23"/>
          <p:cNvSpPr txBox="1">
            <a:spLocks noChangeAspect="1" noChangeArrowheads="1"/>
          </p:cNvSpPr>
          <p:nvPr/>
        </p:nvSpPr>
        <p:spPr bwMode="auto">
          <a:xfrm>
            <a:off x="2259208" y="5587479"/>
            <a:ext cx="2041525" cy="368300"/>
          </a:xfrm>
          <a:prstGeom prst="rect">
            <a:avLst/>
          </a:prstGeom>
          <a:solidFill>
            <a:srgbClr val="00FF00"/>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Devices</a:t>
            </a:r>
          </a:p>
        </p:txBody>
      </p:sp>
      <p:sp>
        <p:nvSpPr>
          <p:cNvPr id="12" name="Text Box 24"/>
          <p:cNvSpPr txBox="1">
            <a:spLocks noChangeAspect="1" noChangeArrowheads="1"/>
          </p:cNvSpPr>
          <p:nvPr/>
        </p:nvSpPr>
        <p:spPr bwMode="auto">
          <a:xfrm>
            <a:off x="2259208" y="4149080"/>
            <a:ext cx="2041525" cy="327322"/>
          </a:xfrm>
          <a:prstGeom prst="rect">
            <a:avLst/>
          </a:prstGeom>
          <a:solidFill>
            <a:srgbClr val="35F6FF"/>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ahoma" charset="0"/>
                <a:ea typeface="ＭＳ Ｐゴシック" charset="0"/>
              </a:rPr>
              <a:t>System Software</a:t>
            </a:r>
          </a:p>
        </p:txBody>
      </p:sp>
      <p:sp>
        <p:nvSpPr>
          <p:cNvPr id="14" name="Text Box 23"/>
          <p:cNvSpPr txBox="1">
            <a:spLocks noChangeAspect="1" noChangeArrowheads="1"/>
          </p:cNvSpPr>
          <p:nvPr/>
        </p:nvSpPr>
        <p:spPr bwMode="auto">
          <a:xfrm>
            <a:off x="2260796" y="5943079"/>
            <a:ext cx="2043112" cy="366713"/>
          </a:xfrm>
          <a:prstGeom prst="rect">
            <a:avLst/>
          </a:prstGeom>
          <a:solidFill>
            <a:srgbClr val="00FF00"/>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Electrons</a:t>
            </a:r>
          </a:p>
        </p:txBody>
      </p:sp>
      <p:sp>
        <p:nvSpPr>
          <p:cNvPr id="15" name="Rounded Rectangle 14"/>
          <p:cNvSpPr>
            <a:spLocks noChangeArrowheads="1"/>
          </p:cNvSpPr>
          <p:nvPr/>
        </p:nvSpPr>
        <p:spPr bwMode="auto">
          <a:xfrm rot="5400000">
            <a:off x="2190824" y="3368578"/>
            <a:ext cx="2151807" cy="2286000"/>
          </a:xfrm>
          <a:prstGeom prst="roundRect">
            <a:avLst>
              <a:gd name="adj" fmla="val 16667"/>
            </a:avLst>
          </a:prstGeom>
          <a:noFill/>
          <a:ln w="44450">
            <a:solidFill>
              <a:srgbClr val="0000FF"/>
            </a:solidFill>
            <a:round/>
            <a:headEnd/>
            <a:tailEnd/>
          </a:ln>
          <a:extLst>
            <a:ext uri="{909E8E84-426E-40dd-AFC4-6F175D3DCCD1}">
              <a14:hiddenFill xmlns=""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Tahoma"/>
              <a:ea typeface="ＭＳ Ｐゴシック" panose="020B0600070205080204" pitchFamily="34" charset="-128"/>
              <a:cs typeface="+mn-cs"/>
            </a:endParaRPr>
          </a:p>
        </p:txBody>
      </p:sp>
      <p:sp>
        <p:nvSpPr>
          <p:cNvPr id="17" name="TextBox 16"/>
          <p:cNvSpPr txBox="1"/>
          <p:nvPr/>
        </p:nvSpPr>
        <p:spPr>
          <a:xfrm>
            <a:off x="4483550" y="3581400"/>
            <a:ext cx="4661252" cy="769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0000"/>
                </a:solidFill>
                <a:effectLst/>
                <a:uLnTx/>
                <a:uFillTx/>
                <a:latin typeface="Tahoma"/>
                <a:ea typeface="ＭＳ Ｐゴシック" panose="020B0600070205080204" pitchFamily="34" charset="-128"/>
                <a:cs typeface="+mn-cs"/>
              </a:rPr>
              <a:t>Co-design across the hierarchy: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Algorithms to devices</a:t>
            </a:r>
          </a:p>
        </p:txBody>
      </p:sp>
      <p:sp>
        <p:nvSpPr>
          <p:cNvPr id="18" name="TextBox 17"/>
          <p:cNvSpPr txBox="1"/>
          <p:nvPr/>
        </p:nvSpPr>
        <p:spPr>
          <a:xfrm>
            <a:off x="4507461" y="4661520"/>
            <a:ext cx="4493325" cy="769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0000"/>
                </a:solidFill>
                <a:effectLst/>
                <a:uLnTx/>
                <a:uFillTx/>
                <a:latin typeface="Tahoma"/>
                <a:ea typeface="ＭＳ Ｐゴシック" panose="020B0600070205080204" pitchFamily="34" charset="-128"/>
                <a:cs typeface="+mn-cs"/>
              </a:rPr>
              <a:t>Specialize as much as possible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within the design goals</a:t>
            </a:r>
          </a:p>
        </p:txBody>
      </p:sp>
    </p:spTree>
    <p:extLst>
      <p:ext uri="{BB962C8B-B14F-4D97-AF65-F5344CB8AC3E}">
        <p14:creationId xmlns:p14="http://schemas.microsoft.com/office/powerpoint/2010/main" val="3533728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4" grpId="0" animBg="1"/>
      <p:bldP spid="15" grpId="0" animBg="1"/>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r>
              <a:rPr lang="en-US" altLang="zh-CN" dirty="0"/>
              <a:t>Why AI Systems?</a:t>
            </a:r>
            <a:endParaRPr lang="en-US" altLang="zh-CN" dirty="0">
              <a:solidFill>
                <a:schemeClr val="tx1"/>
              </a:solidFill>
            </a:endParaRPr>
          </a:p>
        </p:txBody>
      </p:sp>
      <p:sp>
        <p:nvSpPr>
          <p:cNvPr id="681987" name="Rectangle 3"/>
          <p:cNvSpPr>
            <a:spLocks noGrp="1" noChangeArrowheads="1"/>
          </p:cNvSpPr>
          <p:nvPr>
            <p:ph idx="1"/>
          </p:nvPr>
        </p:nvSpPr>
        <p:spPr>
          <a:xfrm>
            <a:off x="838200" y="1371600"/>
            <a:ext cx="7239000" cy="3657600"/>
          </a:xfrm>
        </p:spPr>
        <p:txBody>
          <a:bodyPr/>
          <a:lstStyle/>
          <a:p>
            <a:pPr>
              <a:buFont typeface="Wingdings" pitchFamily="2" charset="2"/>
              <a:buNone/>
            </a:pPr>
            <a:r>
              <a:rPr lang="en-US" altLang="zh-CN" sz="1800" dirty="0"/>
              <a:t>1, </a:t>
            </a:r>
            <a:r>
              <a:rPr lang="zh-CN" altLang="en-US" sz="1800" dirty="0"/>
              <a:t>卡脖子问题</a:t>
            </a:r>
            <a:endParaRPr lang="en-US" altLang="zh-CN" sz="1800" dirty="0"/>
          </a:p>
          <a:p>
            <a:pPr>
              <a:buFont typeface="Wingdings" pitchFamily="2" charset="2"/>
              <a:buNone/>
            </a:pPr>
            <a:endParaRPr lang="en-US" altLang="zh-CN" sz="1800" dirty="0"/>
          </a:p>
          <a:p>
            <a:pPr>
              <a:buFont typeface="Wingdings" pitchFamily="2" charset="2"/>
              <a:buNone/>
            </a:pPr>
            <a:r>
              <a:rPr lang="en-US" altLang="zh-CN" sz="2100" dirty="0"/>
              <a:t>2, More Design Space Exploration: Algorithm &amp; Systems.</a:t>
            </a:r>
          </a:p>
          <a:p>
            <a:pPr marL="0" indent="0">
              <a:buNone/>
            </a:pPr>
            <a:r>
              <a:rPr lang="en-US" altLang="zh-CN" sz="2100" dirty="0"/>
              <a:t> </a:t>
            </a:r>
          </a:p>
          <a:p>
            <a:endParaRPr lang="en-US" altLang="zh-CN" sz="2100" dirty="0"/>
          </a:p>
          <a:p>
            <a:pPr marL="0" indent="0">
              <a:buNone/>
            </a:pPr>
            <a:endParaRPr lang="en-US" altLang="zh-CN" sz="2100" dirty="0"/>
          </a:p>
          <a:p>
            <a:endParaRPr lang="en-US" altLang="zh-CN" sz="1800" dirty="0"/>
          </a:p>
        </p:txBody>
      </p:sp>
    </p:spTree>
    <p:extLst>
      <p:ext uri="{BB962C8B-B14F-4D97-AF65-F5344CB8AC3E}">
        <p14:creationId xmlns:p14="http://schemas.microsoft.com/office/powerpoint/2010/main" val="34377443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1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dirty="0">
                <a:ea typeface="ＭＳ Ｐゴシック" panose="020B0600070205080204" pitchFamily="34" charset="-128"/>
              </a:rPr>
              <a:t>Topics of Computer Arch. and AI Chip</a:t>
            </a: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5" name="Picture 2">
            <a:extLst>
              <a:ext uri="{FF2B5EF4-FFF2-40B4-BE49-F238E27FC236}">
                <a16:creationId xmlns:a16="http://schemas.microsoft.com/office/drawing/2014/main" id="{B5D5A52B-D953-44B5-B2E0-1A0FA0D54AE0}"/>
              </a:ext>
            </a:extLst>
          </p:cNvPr>
          <p:cNvPicPr>
            <a:picLocks noChangeAspect="1"/>
          </p:cNvPicPr>
          <p:nvPr/>
        </p:nvPicPr>
        <p:blipFill>
          <a:blip r:embed="rId2"/>
          <a:stretch>
            <a:fillRect/>
          </a:stretch>
        </p:blipFill>
        <p:spPr>
          <a:xfrm>
            <a:off x="-38100" y="914400"/>
            <a:ext cx="9144000" cy="5237544"/>
          </a:xfrm>
          <a:prstGeom prst="rect">
            <a:avLst/>
          </a:prstGeom>
        </p:spPr>
      </p:pic>
    </p:spTree>
    <p:extLst>
      <p:ext uri="{BB962C8B-B14F-4D97-AF65-F5344CB8AC3E}">
        <p14:creationId xmlns:p14="http://schemas.microsoft.com/office/powerpoint/2010/main" val="139686895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4" name="Rectangle 4"/>
          <p:cNvSpPr>
            <a:spLocks noGrp="1" noChangeArrowheads="1"/>
          </p:cNvSpPr>
          <p:nvPr>
            <p:ph type="title"/>
          </p:nvPr>
        </p:nvSpPr>
        <p:spPr/>
        <p:txBody>
          <a:bodyPr/>
          <a:lstStyle/>
          <a:p>
            <a:r>
              <a:rPr lang="en-US" altLang="zh-CN" dirty="0"/>
              <a:t>Things Every Programmer Should know</a:t>
            </a:r>
          </a:p>
        </p:txBody>
      </p:sp>
      <p:sp>
        <p:nvSpPr>
          <p:cNvPr id="645125" name="Rectangle 5"/>
          <p:cNvSpPr>
            <a:spLocks noGrp="1" noChangeArrowheads="1"/>
          </p:cNvSpPr>
          <p:nvPr>
            <p:ph idx="1"/>
          </p:nvPr>
        </p:nvSpPr>
        <p:spPr>
          <a:xfrm>
            <a:off x="381000" y="1143000"/>
            <a:ext cx="8135262" cy="4953000"/>
          </a:xfrm>
        </p:spPr>
        <p:txBody>
          <a:bodyPr>
            <a:normAutofit fontScale="92500"/>
          </a:bodyPr>
          <a:lstStyle/>
          <a:p>
            <a:pPr>
              <a:lnSpc>
                <a:spcPct val="100000"/>
              </a:lnSpc>
            </a:pPr>
            <a:r>
              <a:rPr lang="en-US" altLang="zh-CN" dirty="0" err="1">
                <a:solidFill>
                  <a:srgbClr val="0432FF"/>
                </a:solidFill>
                <a:latin typeface="Comic Sans MS" pitchFamily="66" charset="0"/>
              </a:rPr>
              <a:t>Amdhal</a:t>
            </a:r>
            <a:r>
              <a:rPr lang="en-US" altLang="zh-CN" dirty="0">
                <a:solidFill>
                  <a:srgbClr val="0432FF"/>
                </a:solidFill>
                <a:latin typeface="Comic Sans MS" pitchFamily="66" charset="0"/>
              </a:rPr>
              <a:t> Law</a:t>
            </a:r>
          </a:p>
          <a:p>
            <a:pPr lvl="1">
              <a:lnSpc>
                <a:spcPct val="120000"/>
              </a:lnSpc>
            </a:pPr>
            <a:r>
              <a:rPr lang="en-US" altLang="zh-CN" dirty="0"/>
              <a:t>A formula which gives the theoretical speedup in latency of the execution of a task at fixed workload that can be expected of a system whose resources are improved. </a:t>
            </a:r>
          </a:p>
          <a:p>
            <a:pPr>
              <a:lnSpc>
                <a:spcPct val="110000"/>
              </a:lnSpc>
            </a:pPr>
            <a:r>
              <a:rPr lang="en-US" altLang="zh-CN" dirty="0">
                <a:solidFill>
                  <a:srgbClr val="0432FF"/>
                </a:solidFill>
                <a:latin typeface="Comic Sans MS" pitchFamily="66" charset="0"/>
              </a:rPr>
              <a:t>Roofline Model</a:t>
            </a:r>
          </a:p>
          <a:p>
            <a:pPr lvl="1">
              <a:lnSpc>
                <a:spcPct val="110000"/>
              </a:lnSpc>
            </a:pPr>
            <a:r>
              <a:rPr lang="en-US" altLang="zh-CN" dirty="0"/>
              <a:t>Theoretical performance bound of your application running on your machine.</a:t>
            </a:r>
          </a:p>
          <a:p>
            <a:pPr>
              <a:lnSpc>
                <a:spcPct val="110000"/>
              </a:lnSpc>
            </a:pPr>
            <a:r>
              <a:rPr lang="en-US" altLang="zh-CN" dirty="0">
                <a:solidFill>
                  <a:srgbClr val="0432FF"/>
                </a:solidFill>
                <a:latin typeface="Comic Sans MS" pitchFamily="66" charset="0"/>
              </a:rPr>
              <a:t>Little’s Law: </a:t>
            </a:r>
            <a:r>
              <a:rPr lang="en-US" altLang="zh-CN" dirty="0">
                <a:solidFill>
                  <a:srgbClr val="0432FF"/>
                </a:solidFill>
              </a:rPr>
              <a:t>L = </a:t>
            </a:r>
            <a:r>
              <a:rPr lang="en-US" altLang="zh-CN" i="1" dirty="0">
                <a:solidFill>
                  <a:srgbClr val="0432FF"/>
                </a:solidFill>
              </a:rPr>
              <a:t>λ</a:t>
            </a:r>
            <a:r>
              <a:rPr lang="en-US" altLang="zh-CN" dirty="0">
                <a:solidFill>
                  <a:srgbClr val="0432FF"/>
                </a:solidFill>
              </a:rPr>
              <a:t> *</a:t>
            </a:r>
            <a:r>
              <a:rPr lang="en-US" altLang="zh-CN" i="1" dirty="0">
                <a:solidFill>
                  <a:srgbClr val="0432FF"/>
                </a:solidFill>
              </a:rPr>
              <a:t>W</a:t>
            </a:r>
            <a:r>
              <a:rPr lang="en-US" altLang="zh-CN" dirty="0">
                <a:solidFill>
                  <a:srgbClr val="0432FF"/>
                </a:solidFill>
              </a:rPr>
              <a:t>  (buffer size = throughput * latency)</a:t>
            </a:r>
            <a:endParaRPr lang="en-US" altLang="zh-CN" dirty="0">
              <a:solidFill>
                <a:srgbClr val="0432FF"/>
              </a:solidFill>
              <a:latin typeface="Comic Sans MS" pitchFamily="66" charset="0"/>
            </a:endParaRPr>
          </a:p>
          <a:p>
            <a:pPr lvl="1">
              <a:lnSpc>
                <a:spcPct val="110000"/>
              </a:lnSpc>
            </a:pPr>
            <a:r>
              <a:rPr lang="en-US" altLang="zh-CN" dirty="0"/>
              <a:t>A theorem by </a:t>
            </a:r>
            <a:r>
              <a:rPr lang="en-US" altLang="zh-CN" dirty="0">
                <a:hlinkClick r:id="rId3" tooltip="John Little (academic)">
                  <a:extLst>
                    <a:ext uri="{A12FA001-AC4F-418D-AE19-62706E023703}">
                      <ahyp:hlinkClr xmlns:ahyp="http://schemas.microsoft.com/office/drawing/2018/hyperlinkcolor" val="tx"/>
                    </a:ext>
                  </a:extLst>
                </a:hlinkClick>
              </a:rPr>
              <a:t>John Little</a:t>
            </a:r>
            <a:r>
              <a:rPr lang="en-US" altLang="zh-CN" dirty="0"/>
              <a:t> which states that the long-term average number </a:t>
            </a:r>
            <a:r>
              <a:rPr lang="en-US" altLang="zh-CN" i="1" dirty="0"/>
              <a:t>L</a:t>
            </a:r>
            <a:r>
              <a:rPr lang="en-US" altLang="zh-CN" dirty="0"/>
              <a:t> of customers in a stationary system is equal to the long-term average effective arrival rate </a:t>
            </a:r>
            <a:r>
              <a:rPr lang="en-US" altLang="zh-CN" i="1" dirty="0"/>
              <a:t>λ</a:t>
            </a:r>
            <a:r>
              <a:rPr lang="en-US" altLang="zh-CN" dirty="0"/>
              <a:t> multiplied by the average time </a:t>
            </a:r>
            <a:r>
              <a:rPr lang="en-US" altLang="zh-CN" i="1" dirty="0"/>
              <a:t>W</a:t>
            </a:r>
            <a:r>
              <a:rPr lang="en-US" altLang="zh-CN" dirty="0"/>
              <a:t> that a customer spends in the system.  </a:t>
            </a:r>
            <a:endParaRPr lang="en-US" altLang="zh-CN" dirty="0">
              <a:latin typeface="Comic Sans MS" pitchFamily="66" charset="0"/>
            </a:endParaRPr>
          </a:p>
        </p:txBody>
      </p:sp>
      <p:sp>
        <p:nvSpPr>
          <p:cNvPr id="4" name="Rectangle">
            <a:extLst>
              <a:ext uri="{FF2B5EF4-FFF2-40B4-BE49-F238E27FC236}">
                <a16:creationId xmlns:a16="http://schemas.microsoft.com/office/drawing/2014/main" id="{1349DDD0-A16F-4151-9CB8-2E9E144DD4ED}"/>
              </a:ext>
            </a:extLst>
          </p:cNvPr>
          <p:cNvSpPr/>
          <p:nvPr/>
        </p:nvSpPr>
        <p:spPr>
          <a:xfrm>
            <a:off x="361950" y="2743200"/>
            <a:ext cx="8477250" cy="34290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2965288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2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2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512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512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512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4512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Title 1"/>
          <p:cNvSpPr>
            <a:spLocks noGrp="1"/>
          </p:cNvSpPr>
          <p:nvPr>
            <p:ph type="title"/>
          </p:nvPr>
        </p:nvSpPr>
        <p:spPr/>
        <p:txBody>
          <a:bodyPr/>
          <a:lstStyle/>
          <a:p>
            <a:r>
              <a:rPr lang="en-US" dirty="0">
                <a:latin typeface="Garamond" charset="0"/>
              </a:rPr>
              <a:t>Amdahl’s Law</a:t>
            </a:r>
          </a:p>
        </p:txBody>
      </p:sp>
      <p:sp>
        <p:nvSpPr>
          <p:cNvPr id="220162" name="Content Placeholder 2"/>
          <p:cNvSpPr>
            <a:spLocks noGrp="1"/>
          </p:cNvSpPr>
          <p:nvPr>
            <p:ph idx="1"/>
          </p:nvPr>
        </p:nvSpPr>
        <p:spPr>
          <a:xfrm>
            <a:off x="228600" y="996950"/>
            <a:ext cx="8915400" cy="5403850"/>
          </a:xfrm>
        </p:spPr>
        <p:txBody>
          <a:bodyPr/>
          <a:lstStyle/>
          <a:p>
            <a:r>
              <a:rPr lang="en-US" b="1" dirty="0">
                <a:latin typeface="Tahoma" charset="0"/>
                <a:ea typeface="ＭＳ Ｐゴシック" charset="0"/>
                <a:cs typeface="ＭＳ Ｐゴシック" charset="0"/>
              </a:rPr>
              <a:t>Amdahl</a:t>
            </a:r>
            <a:r>
              <a:rPr lang="ja-JP" altLang="en-US" b="1" dirty="0">
                <a:latin typeface="Tahoma" charset="0"/>
                <a:ea typeface="ＭＳ Ｐゴシック" charset="0"/>
                <a:cs typeface="ＭＳ Ｐゴシック" charset="0"/>
              </a:rPr>
              <a:t>’</a:t>
            </a:r>
            <a:r>
              <a:rPr lang="en-US" altLang="ja-JP" b="1" dirty="0">
                <a:latin typeface="Tahoma" charset="0"/>
                <a:ea typeface="ＭＳ Ｐゴシック" charset="0"/>
                <a:cs typeface="ＭＳ Ｐゴシック" charset="0"/>
              </a:rPr>
              <a:t>s Law</a:t>
            </a:r>
          </a:p>
          <a:p>
            <a:pPr lvl="1"/>
            <a:r>
              <a:rPr lang="en-US" dirty="0">
                <a:latin typeface="Tahoma" charset="0"/>
                <a:ea typeface="ＭＳ Ｐゴシック" charset="0"/>
              </a:rPr>
              <a:t>f: Parallelizable fraction of a program</a:t>
            </a:r>
          </a:p>
          <a:p>
            <a:pPr lvl="1"/>
            <a:r>
              <a:rPr lang="en-US" dirty="0">
                <a:latin typeface="Tahoma" charset="0"/>
                <a:ea typeface="ＭＳ Ｐゴシック" charset="0"/>
              </a:rPr>
              <a:t>N: Number of processors</a:t>
            </a:r>
          </a:p>
          <a:p>
            <a:pPr lvl="1"/>
            <a:endParaRPr lang="en-US" dirty="0">
              <a:latin typeface="Tahoma" charset="0"/>
              <a:ea typeface="ＭＳ Ｐゴシック" charset="0"/>
            </a:endParaRPr>
          </a:p>
          <a:p>
            <a:pPr lvl="1"/>
            <a:endParaRPr lang="en-US" dirty="0">
              <a:latin typeface="Tahoma" charset="0"/>
              <a:ea typeface="ＭＳ Ｐゴシック" charset="0"/>
            </a:endParaRPr>
          </a:p>
          <a:p>
            <a:pPr lvl="1"/>
            <a:endParaRPr lang="en-US" dirty="0">
              <a:latin typeface="Tahoma" charset="0"/>
              <a:ea typeface="ＭＳ Ｐゴシック" charset="0"/>
            </a:endParaRPr>
          </a:p>
          <a:p>
            <a:endParaRPr lang="en-US" dirty="0">
              <a:solidFill>
                <a:srgbClr val="FF0000"/>
              </a:solidFill>
              <a:latin typeface="Tahoma" charset="0"/>
              <a:ea typeface="ＭＳ Ｐゴシック" charset="0"/>
              <a:cs typeface="ＭＳ Ｐゴシック" charset="0"/>
            </a:endParaRPr>
          </a:p>
          <a:p>
            <a:r>
              <a:rPr lang="en-US" altLang="zh-CN" b="1" dirty="0">
                <a:solidFill>
                  <a:srgbClr val="FF0000"/>
                </a:solidFill>
                <a:latin typeface="Tahoma" charset="0"/>
              </a:rPr>
              <a:t>Serial bottleneck </a:t>
            </a:r>
            <a:r>
              <a:rPr lang="en-US" altLang="zh-CN" dirty="0">
                <a:solidFill>
                  <a:srgbClr val="FF0000"/>
                </a:solidFill>
                <a:latin typeface="Tahoma" charset="0"/>
              </a:rPr>
              <a:t>of Amdahl’s Law: </a:t>
            </a:r>
          </a:p>
          <a:p>
            <a:pPr lvl="1"/>
            <a:r>
              <a:rPr lang="en-US" dirty="0">
                <a:latin typeface="Tahoma" charset="0"/>
                <a:ea typeface="ＭＳ Ｐゴシック" charset="0"/>
                <a:cs typeface="ＭＳ Ｐゴシック" charset="0"/>
              </a:rPr>
              <a:t>Maximum speedup (1/(1-f)) limited by serial portion (</a:t>
            </a:r>
            <a:r>
              <a:rPr lang="en-US" altLang="zh-CN" sz="2400" kern="1200" dirty="0">
                <a:solidFill>
                  <a:srgbClr val="FF0000"/>
                </a:solidFill>
                <a:latin typeface="Arial" charset="0"/>
                <a:ea typeface="ＭＳ Ｐゴシック" charset="0"/>
                <a:cs typeface="Arial" charset="0"/>
              </a:rPr>
              <a:t>1 - f</a:t>
            </a:r>
            <a:r>
              <a:rPr lang="en-US" dirty="0">
                <a:latin typeface="Tahoma" charset="0"/>
                <a:ea typeface="ＭＳ Ｐゴシック" charset="0"/>
                <a:cs typeface="ＭＳ Ｐゴシック" charset="0"/>
              </a:rPr>
              <a:t>)</a:t>
            </a:r>
            <a:endParaRPr lang="en-US" dirty="0">
              <a:solidFill>
                <a:srgbClr val="FF0000"/>
              </a:solidFill>
              <a:latin typeface="Tahoma" charset="0"/>
              <a:ea typeface="ＭＳ Ｐゴシック" charset="0"/>
              <a:cs typeface="ＭＳ Ｐゴシック" charset="0"/>
            </a:endParaRPr>
          </a:p>
          <a:p>
            <a:r>
              <a:rPr lang="en-US" dirty="0">
                <a:latin typeface="Tahoma" charset="0"/>
                <a:ea typeface="ＭＳ Ｐゴシック" charset="0"/>
                <a:cs typeface="ＭＳ Ｐゴシック" charset="0"/>
              </a:rPr>
              <a:t>Parallel portion </a:t>
            </a:r>
            <a:r>
              <a:rPr lang="en-US" altLang="zh-CN" dirty="0">
                <a:latin typeface="Tahoma" charset="0"/>
              </a:rPr>
              <a:t>(</a:t>
            </a:r>
            <a:r>
              <a:rPr lang="en-US" dirty="0">
                <a:solidFill>
                  <a:srgbClr val="0432FF"/>
                </a:solidFill>
                <a:latin typeface="Tahoma" charset="0"/>
                <a:ea typeface="ＭＳ Ｐゴシック" charset="0"/>
                <a:cs typeface="ＭＳ Ｐゴシック" charset="0"/>
              </a:rPr>
              <a:t>f</a:t>
            </a:r>
            <a:r>
              <a:rPr lang="en-US" altLang="zh-CN" dirty="0">
                <a:latin typeface="Tahoma" charset="0"/>
              </a:rPr>
              <a:t>)</a:t>
            </a:r>
            <a:r>
              <a:rPr lang="en-US" dirty="0">
                <a:latin typeface="Tahoma" charset="0"/>
                <a:ea typeface="ＭＳ Ｐゴシック" charset="0"/>
                <a:cs typeface="ＭＳ Ｐゴシック" charset="0"/>
              </a:rPr>
              <a:t> is usually not perfectly parallel</a:t>
            </a:r>
          </a:p>
          <a:p>
            <a:pPr lvl="1"/>
            <a:r>
              <a:rPr lang="en-US" dirty="0">
                <a:solidFill>
                  <a:srgbClr val="FF0000"/>
                </a:solidFill>
                <a:latin typeface="Tahoma" charset="0"/>
                <a:ea typeface="ＭＳ Ｐゴシック" charset="0"/>
              </a:rPr>
              <a:t>Synchronization</a:t>
            </a:r>
            <a:r>
              <a:rPr lang="en-US" dirty="0">
                <a:latin typeface="Tahoma" charset="0"/>
                <a:ea typeface="ＭＳ Ｐゴシック" charset="0"/>
              </a:rPr>
              <a:t> overhead (e.g., updates to shared data)</a:t>
            </a:r>
          </a:p>
          <a:p>
            <a:pPr lvl="1"/>
            <a:r>
              <a:rPr lang="en-US" dirty="0">
                <a:solidFill>
                  <a:srgbClr val="FF0000"/>
                </a:solidFill>
                <a:latin typeface="Tahoma" charset="0"/>
                <a:ea typeface="ＭＳ Ｐゴシック" charset="0"/>
              </a:rPr>
              <a:t>Load imbalance </a:t>
            </a:r>
            <a:r>
              <a:rPr lang="en-US" dirty="0">
                <a:latin typeface="Tahoma" charset="0"/>
                <a:ea typeface="ＭＳ Ｐゴシック" charset="0"/>
              </a:rPr>
              <a:t>overhead (imperfect parallelization)</a:t>
            </a:r>
          </a:p>
          <a:p>
            <a:pPr lvl="1"/>
            <a:r>
              <a:rPr lang="en-US" dirty="0">
                <a:solidFill>
                  <a:srgbClr val="FF0000"/>
                </a:solidFill>
                <a:latin typeface="Tahoma" charset="0"/>
                <a:ea typeface="ＭＳ Ｐゴシック" charset="0"/>
              </a:rPr>
              <a:t>Resource sharing </a:t>
            </a:r>
            <a:r>
              <a:rPr lang="en-US" dirty="0">
                <a:latin typeface="Tahoma" charset="0"/>
                <a:ea typeface="ＭＳ Ｐゴシック" charset="0"/>
              </a:rPr>
              <a:t>overhead (contention among N processors)</a:t>
            </a:r>
          </a:p>
          <a:p>
            <a:pPr lvl="1"/>
            <a:endParaRPr lang="en-US" dirty="0">
              <a:latin typeface="Tahoma" charset="0"/>
              <a:ea typeface="ＭＳ Ｐゴシック" charset="0"/>
            </a:endParaRPr>
          </a:p>
        </p:txBody>
      </p:sp>
      <p:sp>
        <p:nvSpPr>
          <p:cNvPr id="220163" name="Slide Number Placeholder 3"/>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C415228-36BB-6A41-A6C3-7A42358B1C84}" type="slidenum">
              <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endParaRPr>
          </a:p>
        </p:txBody>
      </p:sp>
      <p:sp>
        <p:nvSpPr>
          <p:cNvPr id="220164" name="Text Box 6"/>
          <p:cNvSpPr txBox="1">
            <a:spLocks noChangeArrowheads="1"/>
          </p:cNvSpPr>
          <p:nvPr/>
        </p:nvSpPr>
        <p:spPr bwMode="auto">
          <a:xfrm>
            <a:off x="914400" y="2749550"/>
            <a:ext cx="1803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Speedup =</a:t>
            </a:r>
          </a:p>
        </p:txBody>
      </p:sp>
      <p:sp>
        <p:nvSpPr>
          <p:cNvPr id="220165" name="Line 7"/>
          <p:cNvSpPr>
            <a:spLocks noChangeShapeType="1"/>
          </p:cNvSpPr>
          <p:nvPr/>
        </p:nvSpPr>
        <p:spPr bwMode="auto">
          <a:xfrm>
            <a:off x="2747963" y="2970213"/>
            <a:ext cx="3862387" cy="1587"/>
          </a:xfrm>
          <a:prstGeom prst="line">
            <a:avLst/>
          </a:prstGeom>
          <a:noFill/>
          <a:ln w="57150">
            <a:solidFill>
              <a:schemeClr val="tx1"/>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ＭＳ Ｐゴシック" charset="0"/>
            </a:endParaRPr>
          </a:p>
        </p:txBody>
      </p:sp>
      <p:sp>
        <p:nvSpPr>
          <p:cNvPr id="220166" name="Text Box 8"/>
          <p:cNvSpPr txBox="1">
            <a:spLocks noChangeArrowheads="1"/>
          </p:cNvSpPr>
          <p:nvPr/>
        </p:nvSpPr>
        <p:spPr bwMode="auto">
          <a:xfrm>
            <a:off x="4138613" y="2514600"/>
            <a:ext cx="914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Arial" charset="0"/>
              </a:rPr>
              <a:t>1</a:t>
            </a:r>
          </a:p>
        </p:txBody>
      </p:sp>
      <p:sp>
        <p:nvSpPr>
          <p:cNvPr id="220167" name="Text Box 9"/>
          <p:cNvSpPr txBox="1">
            <a:spLocks noChangeArrowheads="1"/>
          </p:cNvSpPr>
          <p:nvPr/>
        </p:nvSpPr>
        <p:spPr bwMode="auto">
          <a:xfrm>
            <a:off x="3530600" y="2971800"/>
            <a:ext cx="915988"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Arial" charset="0"/>
                <a:ea typeface="ＭＳ Ｐゴシック" charset="0"/>
                <a:cs typeface="Arial" charset="0"/>
              </a:rPr>
              <a:t>+</a:t>
            </a:r>
          </a:p>
        </p:txBody>
      </p:sp>
      <p:sp>
        <p:nvSpPr>
          <p:cNvPr id="220168" name="Text Box 10"/>
          <p:cNvSpPr txBox="1">
            <a:spLocks noChangeArrowheads="1"/>
          </p:cNvSpPr>
          <p:nvPr/>
        </p:nvSpPr>
        <p:spPr bwMode="auto">
          <a:xfrm>
            <a:off x="2820988" y="3044825"/>
            <a:ext cx="9144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1 - f</a:t>
            </a:r>
          </a:p>
        </p:txBody>
      </p:sp>
      <p:sp>
        <p:nvSpPr>
          <p:cNvPr id="220169" name="Text Box 13"/>
          <p:cNvSpPr txBox="1">
            <a:spLocks noChangeArrowheads="1"/>
          </p:cNvSpPr>
          <p:nvPr/>
        </p:nvSpPr>
        <p:spPr bwMode="auto">
          <a:xfrm>
            <a:off x="4735513" y="2941638"/>
            <a:ext cx="11541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Arial" charset="0"/>
              </a:rPr>
              <a:t>f</a:t>
            </a:r>
          </a:p>
        </p:txBody>
      </p:sp>
      <p:sp>
        <p:nvSpPr>
          <p:cNvPr id="220170" name="Text Box 14"/>
          <p:cNvSpPr txBox="1">
            <a:spLocks noChangeArrowheads="1"/>
          </p:cNvSpPr>
          <p:nvPr/>
        </p:nvSpPr>
        <p:spPr bwMode="auto">
          <a:xfrm>
            <a:off x="4030663" y="3276600"/>
            <a:ext cx="25796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Arial" charset="0"/>
              </a:rPr>
              <a:t>N</a:t>
            </a:r>
          </a:p>
        </p:txBody>
      </p:sp>
      <p:sp>
        <p:nvSpPr>
          <p:cNvPr id="220171" name="Line 15"/>
          <p:cNvSpPr>
            <a:spLocks noChangeShapeType="1"/>
          </p:cNvSpPr>
          <p:nvPr/>
        </p:nvSpPr>
        <p:spPr bwMode="auto">
          <a:xfrm flipV="1">
            <a:off x="4241800" y="3276600"/>
            <a:ext cx="2270125" cy="11113"/>
          </a:xfrm>
          <a:prstGeom prst="line">
            <a:avLst/>
          </a:prstGeom>
          <a:noFill/>
          <a:ln w="28575">
            <a:solidFill>
              <a:srgbClr val="0432FF"/>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ＭＳ Ｐゴシック" charset="0"/>
            </a:endParaRPr>
          </a:p>
        </p:txBody>
      </p:sp>
      <p:sp>
        <p:nvSpPr>
          <p:cNvPr id="2" name="矩形 1">
            <a:extLst>
              <a:ext uri="{FF2B5EF4-FFF2-40B4-BE49-F238E27FC236}">
                <a16:creationId xmlns:a16="http://schemas.microsoft.com/office/drawing/2014/main" id="{D59C6AC7-7F85-46F4-87EC-5235082F99D7}"/>
              </a:ext>
            </a:extLst>
          </p:cNvPr>
          <p:cNvSpPr/>
          <p:nvPr/>
        </p:nvSpPr>
        <p:spPr>
          <a:xfrm>
            <a:off x="-319088" y="6316780"/>
            <a:ext cx="9005887" cy="523220"/>
          </a:xfrm>
          <a:prstGeom prst="rect">
            <a:avLst/>
          </a:prstGeom>
        </p:spPr>
        <p:txBody>
          <a:bodyPr wrap="square">
            <a:spAutoFit/>
          </a:bodyPr>
          <a:lstStyle/>
          <a:p>
            <a:pPr lvl="1"/>
            <a:endParaRPr lang="en-US" altLang="zh-CN" sz="1400" dirty="0">
              <a:latin typeface="Tahoma" charset="0"/>
              <a:ea typeface="ＭＳ Ｐゴシック" charset="0"/>
            </a:endParaRPr>
          </a:p>
          <a:p>
            <a:pPr lvl="1"/>
            <a:r>
              <a:rPr lang="en-US" altLang="zh-CN" sz="1400" dirty="0">
                <a:latin typeface="Tahoma" charset="0"/>
                <a:ea typeface="ＭＳ Ｐゴシック" charset="0"/>
              </a:rPr>
              <a:t>Amdahl, </a:t>
            </a:r>
            <a:r>
              <a:rPr lang="ja-JP" altLang="en-US" sz="1400" dirty="0">
                <a:latin typeface="Tahoma" charset="0"/>
                <a:ea typeface="ＭＳ Ｐゴシック" charset="0"/>
              </a:rPr>
              <a:t>“</a:t>
            </a:r>
            <a:r>
              <a:rPr lang="en-US" altLang="ja-JP" sz="1400" dirty="0">
                <a:latin typeface="Tahoma" charset="0"/>
                <a:ea typeface="ＭＳ Ｐゴシック" charset="0"/>
              </a:rPr>
              <a:t>Validity of the single processor approach to achieving large scale computing capabilities,</a:t>
            </a:r>
            <a:r>
              <a:rPr lang="ja-JP" altLang="en-US" sz="1400" dirty="0">
                <a:latin typeface="Tahoma" charset="0"/>
                <a:ea typeface="ＭＳ Ｐゴシック" charset="0"/>
              </a:rPr>
              <a:t>”</a:t>
            </a:r>
            <a:r>
              <a:rPr lang="en-US" altLang="ja-JP" sz="1400" dirty="0">
                <a:latin typeface="Tahoma" charset="0"/>
                <a:ea typeface="ＭＳ Ｐゴシック" charset="0"/>
              </a:rPr>
              <a:t> 1967. </a:t>
            </a:r>
          </a:p>
        </p:txBody>
      </p:sp>
    </p:spTree>
    <p:extLst>
      <p:ext uri="{BB962C8B-B14F-4D97-AF65-F5344CB8AC3E}">
        <p14:creationId xmlns:p14="http://schemas.microsoft.com/office/powerpoint/2010/main" val="42914573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162">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16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0162">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0162">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0162">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016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4" name="Rectangle 4"/>
          <p:cNvSpPr>
            <a:spLocks noGrp="1" noChangeArrowheads="1"/>
          </p:cNvSpPr>
          <p:nvPr>
            <p:ph type="title"/>
          </p:nvPr>
        </p:nvSpPr>
        <p:spPr/>
        <p:txBody>
          <a:bodyPr/>
          <a:lstStyle/>
          <a:p>
            <a:r>
              <a:rPr lang="en-US" altLang="zh-CN" dirty="0"/>
              <a:t>Things Every Programmer Should know</a:t>
            </a:r>
          </a:p>
        </p:txBody>
      </p:sp>
      <p:sp>
        <p:nvSpPr>
          <p:cNvPr id="645125" name="Rectangle 5"/>
          <p:cNvSpPr>
            <a:spLocks noGrp="1" noChangeArrowheads="1"/>
          </p:cNvSpPr>
          <p:nvPr>
            <p:ph idx="1"/>
          </p:nvPr>
        </p:nvSpPr>
        <p:spPr>
          <a:xfrm>
            <a:off x="381000" y="1143000"/>
            <a:ext cx="8135262" cy="4953000"/>
          </a:xfrm>
        </p:spPr>
        <p:txBody>
          <a:bodyPr>
            <a:normAutofit fontScale="92500"/>
          </a:bodyPr>
          <a:lstStyle/>
          <a:p>
            <a:pPr>
              <a:lnSpc>
                <a:spcPct val="100000"/>
              </a:lnSpc>
            </a:pPr>
            <a:r>
              <a:rPr lang="en-US" altLang="zh-CN" dirty="0" err="1">
                <a:solidFill>
                  <a:srgbClr val="FF0000"/>
                </a:solidFill>
                <a:latin typeface="Comic Sans MS" pitchFamily="66" charset="0"/>
              </a:rPr>
              <a:t>Amdhal</a:t>
            </a:r>
            <a:r>
              <a:rPr lang="en-US" altLang="zh-CN" dirty="0">
                <a:solidFill>
                  <a:srgbClr val="FF0000"/>
                </a:solidFill>
                <a:latin typeface="Comic Sans MS" pitchFamily="66" charset="0"/>
              </a:rPr>
              <a:t> Law</a:t>
            </a:r>
          </a:p>
          <a:p>
            <a:pPr lvl="1">
              <a:lnSpc>
                <a:spcPct val="120000"/>
              </a:lnSpc>
            </a:pPr>
            <a:r>
              <a:rPr lang="en-US" altLang="zh-CN" dirty="0"/>
              <a:t>A formula which gives the theoretical speedup in latency of the execution of a task at fixed workload that can be expected of a system whose resources are improved. </a:t>
            </a:r>
          </a:p>
          <a:p>
            <a:pPr>
              <a:lnSpc>
                <a:spcPct val="110000"/>
              </a:lnSpc>
            </a:pPr>
            <a:r>
              <a:rPr lang="en-US" altLang="zh-CN" dirty="0">
                <a:solidFill>
                  <a:srgbClr val="0432FF"/>
                </a:solidFill>
                <a:latin typeface="Comic Sans MS" pitchFamily="66" charset="0"/>
              </a:rPr>
              <a:t>Roofline Model</a:t>
            </a:r>
          </a:p>
          <a:p>
            <a:pPr lvl="1">
              <a:lnSpc>
                <a:spcPct val="110000"/>
              </a:lnSpc>
            </a:pPr>
            <a:r>
              <a:rPr lang="en-US" altLang="zh-CN" dirty="0"/>
              <a:t>Theoretical performance bound of your application running on your machine.</a:t>
            </a:r>
          </a:p>
          <a:p>
            <a:pPr>
              <a:lnSpc>
                <a:spcPct val="110000"/>
              </a:lnSpc>
            </a:pPr>
            <a:r>
              <a:rPr lang="en-US" altLang="zh-CN" dirty="0">
                <a:solidFill>
                  <a:srgbClr val="0432FF"/>
                </a:solidFill>
                <a:latin typeface="Comic Sans MS" pitchFamily="66" charset="0"/>
              </a:rPr>
              <a:t>Little’s Law: </a:t>
            </a:r>
            <a:r>
              <a:rPr lang="en-US" altLang="zh-CN" dirty="0">
                <a:solidFill>
                  <a:srgbClr val="0432FF"/>
                </a:solidFill>
              </a:rPr>
              <a:t>L = </a:t>
            </a:r>
            <a:r>
              <a:rPr lang="en-US" altLang="zh-CN" i="1" dirty="0">
                <a:solidFill>
                  <a:srgbClr val="0432FF"/>
                </a:solidFill>
              </a:rPr>
              <a:t>λ</a:t>
            </a:r>
            <a:r>
              <a:rPr lang="en-US" altLang="zh-CN" dirty="0">
                <a:solidFill>
                  <a:srgbClr val="0432FF"/>
                </a:solidFill>
              </a:rPr>
              <a:t> *</a:t>
            </a:r>
            <a:r>
              <a:rPr lang="en-US" altLang="zh-CN" i="1" dirty="0">
                <a:solidFill>
                  <a:srgbClr val="0432FF"/>
                </a:solidFill>
              </a:rPr>
              <a:t>W</a:t>
            </a:r>
            <a:r>
              <a:rPr lang="en-US" altLang="zh-CN" dirty="0">
                <a:solidFill>
                  <a:srgbClr val="0432FF"/>
                </a:solidFill>
              </a:rPr>
              <a:t>  (buffer size = throughput * latency)</a:t>
            </a:r>
            <a:endParaRPr lang="en-US" altLang="zh-CN" dirty="0">
              <a:solidFill>
                <a:srgbClr val="0432FF"/>
              </a:solidFill>
              <a:latin typeface="Comic Sans MS" pitchFamily="66" charset="0"/>
            </a:endParaRPr>
          </a:p>
          <a:p>
            <a:pPr lvl="1">
              <a:lnSpc>
                <a:spcPct val="110000"/>
              </a:lnSpc>
            </a:pPr>
            <a:r>
              <a:rPr lang="en-US" altLang="zh-CN" dirty="0"/>
              <a:t>A theorem by </a:t>
            </a:r>
            <a:r>
              <a:rPr lang="en-US" altLang="zh-CN" dirty="0">
                <a:hlinkClick r:id="rId3" tooltip="John Little (academic)">
                  <a:extLst>
                    <a:ext uri="{A12FA001-AC4F-418D-AE19-62706E023703}">
                      <ahyp:hlinkClr xmlns:ahyp="http://schemas.microsoft.com/office/drawing/2018/hyperlinkcolor" val="tx"/>
                    </a:ext>
                  </a:extLst>
                </a:hlinkClick>
              </a:rPr>
              <a:t>John Little</a:t>
            </a:r>
            <a:r>
              <a:rPr lang="en-US" altLang="zh-CN" dirty="0"/>
              <a:t> which states that the long-term average number </a:t>
            </a:r>
            <a:r>
              <a:rPr lang="en-US" altLang="zh-CN" i="1" dirty="0"/>
              <a:t>L</a:t>
            </a:r>
            <a:r>
              <a:rPr lang="en-US" altLang="zh-CN" dirty="0"/>
              <a:t> of customers in a stationary system is equal to the long-term average effective arrival rate </a:t>
            </a:r>
            <a:r>
              <a:rPr lang="en-US" altLang="zh-CN" i="1" dirty="0"/>
              <a:t>λ</a:t>
            </a:r>
            <a:r>
              <a:rPr lang="en-US" altLang="zh-CN" dirty="0"/>
              <a:t> multiplied by the average time </a:t>
            </a:r>
            <a:r>
              <a:rPr lang="en-US" altLang="zh-CN" i="1" dirty="0"/>
              <a:t>W</a:t>
            </a:r>
            <a:r>
              <a:rPr lang="en-US" altLang="zh-CN" dirty="0"/>
              <a:t> that a customer spends in the system.  </a:t>
            </a:r>
            <a:endParaRPr lang="en-US" altLang="zh-CN" dirty="0">
              <a:latin typeface="Comic Sans MS" pitchFamily="66" charset="0"/>
            </a:endParaRPr>
          </a:p>
        </p:txBody>
      </p:sp>
      <p:sp>
        <p:nvSpPr>
          <p:cNvPr id="4" name="Rectangle">
            <a:extLst>
              <a:ext uri="{FF2B5EF4-FFF2-40B4-BE49-F238E27FC236}">
                <a16:creationId xmlns:a16="http://schemas.microsoft.com/office/drawing/2014/main" id="{73637525-D8A4-4DB1-A4CB-7658A74A0006}"/>
              </a:ext>
            </a:extLst>
          </p:cNvPr>
          <p:cNvSpPr/>
          <p:nvPr/>
        </p:nvSpPr>
        <p:spPr>
          <a:xfrm>
            <a:off x="381001" y="1219200"/>
            <a:ext cx="8229600" cy="1523999"/>
          </a:xfrm>
          <a:prstGeom prst="rect">
            <a:avLst/>
          </a:prstGeom>
          <a:solidFill>
            <a:srgbClr val="FFFFFF">
              <a:alpha val="84174"/>
            </a:srgbClr>
          </a:solidFill>
          <a:ln w="12700">
            <a:miter lim="400000"/>
          </a:ln>
        </p:spPr>
        <p:txBody>
          <a:bodyPr lIns="45719" rIns="45719" anchor="ctr"/>
          <a:lstStyle/>
          <a:p>
            <a:endParaRPr/>
          </a:p>
        </p:txBody>
      </p:sp>
      <p:sp>
        <p:nvSpPr>
          <p:cNvPr id="5" name="Rectangle">
            <a:extLst>
              <a:ext uri="{FF2B5EF4-FFF2-40B4-BE49-F238E27FC236}">
                <a16:creationId xmlns:a16="http://schemas.microsoft.com/office/drawing/2014/main" id="{0C68634C-EEB8-4AFA-9E9B-D022C234D8CD}"/>
              </a:ext>
            </a:extLst>
          </p:cNvPr>
          <p:cNvSpPr/>
          <p:nvPr/>
        </p:nvSpPr>
        <p:spPr>
          <a:xfrm>
            <a:off x="396391" y="3886200"/>
            <a:ext cx="8214210" cy="1981199"/>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14466776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Why Roofline Model</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42629" y="1295400"/>
            <a:ext cx="8982542" cy="4267200"/>
          </a:xfrm>
        </p:spPr>
        <p:txBody>
          <a:bodyPr/>
          <a:lstStyle/>
          <a:p>
            <a:r>
              <a:rPr lang="en-US" altLang="zh-CN" dirty="0"/>
              <a:t>Why Roofline Model? </a:t>
            </a:r>
          </a:p>
          <a:p>
            <a:pPr lvl="1">
              <a:spcAft>
                <a:spcPts val="600"/>
              </a:spcAft>
            </a:pPr>
            <a:r>
              <a:rPr lang="en-US" sz="2400" b="1" dirty="0">
                <a:latin typeface="Bahnschrift Condensed" panose="020B0502040204020203" pitchFamily="34" charset="0"/>
              </a:rPr>
              <a:t>1, computing regime:</a:t>
            </a:r>
            <a:r>
              <a:rPr lang="en-US" altLang="zh-CN" sz="2400" b="1" dirty="0">
                <a:solidFill>
                  <a:srgbClr val="C00000"/>
                </a:solidFill>
                <a:latin typeface="Bahnschrift Condensed" panose="020B0502040204020203" pitchFamily="34" charset="0"/>
              </a:rPr>
              <a:t> Latency-limited</a:t>
            </a:r>
            <a:r>
              <a:rPr lang="en-US" sz="2400" b="1" dirty="0">
                <a:latin typeface="Bahnschrift Condensed" panose="020B0502040204020203" pitchFamily="34" charset="0"/>
              </a:rPr>
              <a:t> </a:t>
            </a:r>
            <a:r>
              <a:rPr lang="en-US" sz="2400" b="1" dirty="0">
                <a:latin typeface="Bahnschrift Condensed" panose="020B0502040204020203" pitchFamily="34" charset="0"/>
                <a:sym typeface="Wingdings" panose="05000000000000000000" pitchFamily="2" charset="2"/>
              </a:rPr>
              <a:t> </a:t>
            </a:r>
            <a:r>
              <a:rPr lang="en-US" sz="2400" b="1" dirty="0">
                <a:solidFill>
                  <a:srgbClr val="0432FF"/>
                </a:solidFill>
                <a:latin typeface="Bahnschrift Condensed" panose="020B0502040204020203" pitchFamily="34" charset="0"/>
                <a:sym typeface="Wingdings" panose="05000000000000000000" pitchFamily="2" charset="2"/>
              </a:rPr>
              <a:t>throughput-limited</a:t>
            </a:r>
            <a:endParaRPr lang="en-US" sz="2400" b="1" dirty="0">
              <a:latin typeface="Bahnschrift Condensed" panose="020B0502040204020203" pitchFamily="34" charset="0"/>
              <a:sym typeface="Wingdings" panose="05000000000000000000" pitchFamily="2" charset="2"/>
            </a:endParaRPr>
          </a:p>
          <a:p>
            <a:pPr lvl="2">
              <a:spcAft>
                <a:spcPts val="600"/>
              </a:spcAft>
            </a:pPr>
            <a:r>
              <a:rPr lang="en-US" sz="2400" dirty="0">
                <a:latin typeface="Bahnschrift Condensed" panose="020B0502040204020203" pitchFamily="34" charset="0"/>
                <a:sym typeface="Wingdings" panose="05000000000000000000" pitchFamily="2" charset="2"/>
              </a:rPr>
              <a:t>Original latency</a:t>
            </a:r>
            <a:r>
              <a:rPr lang="en-US" altLang="zh-CN" sz="2400" dirty="0">
                <a:latin typeface="Bahnschrift Condensed" panose="020B0502040204020203" pitchFamily="34" charset="0"/>
              </a:rPr>
              <a:t>-oriented performance model does not work</a:t>
            </a:r>
            <a:endParaRPr lang="en-US" sz="2400" dirty="0">
              <a:latin typeface="Bahnschrift Condensed" panose="020B0502040204020203" pitchFamily="34" charset="0"/>
              <a:sym typeface="Wingdings" panose="05000000000000000000" pitchFamily="2" charset="2"/>
            </a:endParaRPr>
          </a:p>
          <a:p>
            <a:pPr lvl="1">
              <a:spcAft>
                <a:spcPts val="600"/>
              </a:spcAft>
            </a:pPr>
            <a:r>
              <a:rPr lang="en-US" sz="2400" b="1" dirty="0">
                <a:latin typeface="Bahnschrift Condensed" panose="020B0502040204020203" pitchFamily="34" charset="0"/>
              </a:rPr>
              <a:t>2, Target processor’s perspective</a:t>
            </a:r>
          </a:p>
          <a:p>
            <a:pPr lvl="2">
              <a:spcAft>
                <a:spcPts val="600"/>
              </a:spcAft>
            </a:pPr>
            <a:r>
              <a:rPr lang="en-US" altLang="zh-CN" sz="2200" dirty="0">
                <a:latin typeface="Bahnschrift Condensed" panose="020B0502040204020203" pitchFamily="34" charset="0"/>
              </a:rPr>
              <a:t>Showing inherent hardware limitations (or bound), in term of compute and memory</a:t>
            </a:r>
          </a:p>
          <a:p>
            <a:pPr lvl="1">
              <a:spcAft>
                <a:spcPts val="600"/>
              </a:spcAft>
            </a:pPr>
            <a:r>
              <a:rPr lang="en-US" sz="2400" b="1" dirty="0">
                <a:latin typeface="Bahnschrift Condensed" panose="020B0502040204020203" pitchFamily="34" charset="0"/>
              </a:rPr>
              <a:t>3, Compute kernel’s perspective</a:t>
            </a:r>
          </a:p>
          <a:p>
            <a:pPr lvl="2">
              <a:spcAft>
                <a:spcPts val="600"/>
              </a:spcAft>
            </a:pPr>
            <a:r>
              <a:rPr lang="en-US" altLang="zh-CN" sz="2200" dirty="0">
                <a:latin typeface="Bahnschrift Condensed" panose="020B0502040204020203" pitchFamily="34" charset="0"/>
              </a:rPr>
              <a:t>Showing the priority of optimizations for a given compute kernel running on a given processor</a:t>
            </a:r>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54270" y="6474466"/>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spTree>
    <p:extLst>
      <p:ext uri="{BB962C8B-B14F-4D97-AF65-F5344CB8AC3E}">
        <p14:creationId xmlns:p14="http://schemas.microsoft.com/office/powerpoint/2010/main" val="264719822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Key Term in Roofline Model</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374848" y="1262676"/>
            <a:ext cx="8318103" cy="3309324"/>
          </a:xfrm>
        </p:spPr>
        <p:txBody>
          <a:bodyPr/>
          <a:lstStyle/>
          <a:p>
            <a:r>
              <a:rPr lang="en-US" altLang="zh-CN" b="1" dirty="0"/>
              <a:t>Arithmetic intensity (AI)</a:t>
            </a:r>
          </a:p>
          <a:p>
            <a:pPr lvl="1"/>
            <a:r>
              <a:rPr lang="en-US" sz="2400" b="1" dirty="0">
                <a:latin typeface="Bahnschrift Condensed" panose="020B0502040204020203" pitchFamily="34" charset="0"/>
              </a:rPr>
              <a:t>Definition</a:t>
            </a:r>
            <a:r>
              <a:rPr lang="en-US" sz="2400" dirty="0">
                <a:latin typeface="Bahnschrift Condensed" panose="020B0502040204020203" pitchFamily="34" charset="0"/>
              </a:rPr>
              <a:t>: AI = </a:t>
            </a:r>
            <a:r>
              <a:rPr lang="en-US" sz="2400" dirty="0">
                <a:solidFill>
                  <a:srgbClr val="0432FF"/>
                </a:solidFill>
                <a:latin typeface="Bahnschrift Condensed" panose="020B0502040204020203" pitchFamily="34" charset="0"/>
              </a:rPr>
              <a:t>Total Flops / Total Memory Bytes</a:t>
            </a:r>
          </a:p>
          <a:p>
            <a:pPr lvl="1"/>
            <a:r>
              <a:rPr lang="en-US" altLang="zh-CN" sz="2400" dirty="0">
                <a:latin typeface="Bahnschrift Condensed" panose="020B0502040204020203" pitchFamily="34" charset="0"/>
              </a:rPr>
              <a:t>Arithmetic intensity describes the characteristics of a compute kernel running on a given processor</a:t>
            </a:r>
            <a:endParaRPr lang="en-US" sz="2400" dirty="0">
              <a:solidFill>
                <a:srgbClr val="0432FF"/>
              </a:solidFill>
              <a:latin typeface="Bahnschrift Condensed" panose="020B0502040204020203" pitchFamily="34" charset="0"/>
              <a:sym typeface="Wingdings" panose="05000000000000000000" pitchFamily="2" charset="2"/>
            </a:endParaRPr>
          </a:p>
          <a:p>
            <a:pPr lvl="2"/>
            <a:r>
              <a:rPr lang="en-US" sz="2400" dirty="0">
                <a:latin typeface="Bahnschrift Condensed" panose="020B0502040204020203" pitchFamily="34" charset="0"/>
                <a:sym typeface="Wingdings" panose="05000000000000000000" pitchFamily="2" charset="2"/>
              </a:rPr>
              <a:t>Large AI  Compute-bound</a:t>
            </a:r>
          </a:p>
          <a:p>
            <a:pPr lvl="2"/>
            <a:r>
              <a:rPr lang="en-US" sz="2400" dirty="0">
                <a:latin typeface="Bahnschrift Condensed" panose="020B0502040204020203" pitchFamily="34" charset="0"/>
                <a:sym typeface="Wingdings" panose="05000000000000000000" pitchFamily="2" charset="2"/>
              </a:rPr>
              <a:t>Small AI  Memory-bound</a:t>
            </a:r>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54270" y="6474466"/>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spTree>
    <p:extLst>
      <p:ext uri="{BB962C8B-B14F-4D97-AF65-F5344CB8AC3E}">
        <p14:creationId xmlns:p14="http://schemas.microsoft.com/office/powerpoint/2010/main" val="391761652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Roofline Model’s Roof</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23579" y="1056414"/>
            <a:ext cx="8982542" cy="2013776"/>
          </a:xfrm>
        </p:spPr>
        <p:txBody>
          <a:bodyPr/>
          <a:lstStyle/>
          <a:p>
            <a:r>
              <a:rPr lang="en-US" dirty="0"/>
              <a:t>Roofline model’s Roofline:</a:t>
            </a:r>
          </a:p>
          <a:p>
            <a:pPr lvl="1"/>
            <a:r>
              <a:rPr lang="en-US" b="1" dirty="0"/>
              <a:t>Application execution monitoring</a:t>
            </a:r>
            <a:r>
              <a:rPr lang="en-US" dirty="0"/>
              <a:t>: </a:t>
            </a:r>
            <a:r>
              <a:rPr lang="en-US" dirty="0">
                <a:solidFill>
                  <a:srgbClr val="C00000"/>
                </a:solidFill>
              </a:rPr>
              <a:t>arithmetic intensity</a:t>
            </a:r>
            <a:r>
              <a:rPr lang="en-US" dirty="0"/>
              <a:t>;</a:t>
            </a:r>
          </a:p>
          <a:p>
            <a:pPr lvl="1"/>
            <a:r>
              <a:rPr lang="en-US" altLang="zh-CN" b="1" dirty="0"/>
              <a:t>Machine characterization</a:t>
            </a:r>
            <a:r>
              <a:rPr lang="en-US" altLang="zh-CN" dirty="0"/>
              <a:t>: </a:t>
            </a:r>
            <a:r>
              <a:rPr lang="en-US" altLang="zh-CN" dirty="0">
                <a:solidFill>
                  <a:srgbClr val="0432FF"/>
                </a:solidFill>
              </a:rPr>
              <a:t>memory bandwidth</a:t>
            </a:r>
            <a:r>
              <a:rPr lang="en-US" altLang="zh-CN" dirty="0"/>
              <a:t>, </a:t>
            </a:r>
            <a:r>
              <a:rPr lang="en-US" altLang="zh-CN" dirty="0">
                <a:solidFill>
                  <a:srgbClr val="FF0080"/>
                </a:solidFill>
              </a:rPr>
              <a:t>peak compute</a:t>
            </a:r>
            <a:r>
              <a:rPr lang="en-US" altLang="zh-CN" dirty="0"/>
              <a:t>;</a:t>
            </a:r>
          </a:p>
          <a:p>
            <a:pPr marL="344487" lvl="1" indent="0">
              <a:buNone/>
            </a:pPr>
            <a:endParaRPr lang="en-US" dirty="0"/>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grpSp>
        <p:nvGrpSpPr>
          <p:cNvPr id="46" name="Group 17">
            <a:extLst>
              <a:ext uri="{FF2B5EF4-FFF2-40B4-BE49-F238E27FC236}">
                <a16:creationId xmlns:a16="http://schemas.microsoft.com/office/drawing/2014/main" id="{6B9C7225-5556-43DC-B699-EBD9CEE36B05}"/>
              </a:ext>
            </a:extLst>
          </p:cNvPr>
          <p:cNvGrpSpPr/>
          <p:nvPr/>
        </p:nvGrpSpPr>
        <p:grpSpPr>
          <a:xfrm>
            <a:off x="1981200" y="2645650"/>
            <a:ext cx="5598080" cy="369332"/>
            <a:chOff x="8382000" y="2602468"/>
            <a:chExt cx="4343400" cy="369332"/>
          </a:xfrm>
        </p:grpSpPr>
        <p:cxnSp>
          <p:nvCxnSpPr>
            <p:cNvPr id="47" name="Straight Arrow Connector 9">
              <a:extLst>
                <a:ext uri="{FF2B5EF4-FFF2-40B4-BE49-F238E27FC236}">
                  <a16:creationId xmlns:a16="http://schemas.microsoft.com/office/drawing/2014/main" id="{C5E80D07-AD21-4027-AF42-3A04032E3A8F}"/>
                </a:ext>
              </a:extLst>
            </p:cNvPr>
            <p:cNvCxnSpPr/>
            <p:nvPr/>
          </p:nvCxnSpPr>
          <p:spPr bwMode="auto">
            <a:xfrm>
              <a:off x="8382000" y="2971800"/>
              <a:ext cx="4343400" cy="0"/>
            </a:xfrm>
            <a:prstGeom prst="straightConnector1">
              <a:avLst/>
            </a:prstGeom>
            <a:solidFill>
              <a:schemeClr val="accent1"/>
            </a:solidFill>
            <a:ln w="38100" cap="flat" cmpd="sng" algn="ctr">
              <a:solidFill>
                <a:srgbClr val="FF0080"/>
              </a:solidFill>
              <a:prstDash val="solid"/>
              <a:round/>
              <a:headEnd type="none" w="med" len="med"/>
              <a:tailEnd type="none" w="lg" len="lg"/>
            </a:ln>
            <a:effectLst/>
          </p:spPr>
        </p:cxnSp>
        <p:sp>
          <p:nvSpPr>
            <p:cNvPr id="48" name="TextBox 12">
              <a:extLst>
                <a:ext uri="{FF2B5EF4-FFF2-40B4-BE49-F238E27FC236}">
                  <a16:creationId xmlns:a16="http://schemas.microsoft.com/office/drawing/2014/main" id="{78D46EB0-7B81-4143-BBC9-051A6B0DCE1F}"/>
                </a:ext>
              </a:extLst>
            </p:cNvPr>
            <p:cNvSpPr txBox="1"/>
            <p:nvPr/>
          </p:nvSpPr>
          <p:spPr>
            <a:xfrm>
              <a:off x="8785425" y="2602468"/>
              <a:ext cx="1402948" cy="369332"/>
            </a:xfrm>
            <a:prstGeom prst="rect">
              <a:avLst/>
            </a:prstGeom>
            <a:noFill/>
          </p:spPr>
          <p:txBody>
            <a:bodyPr wrap="none" rtlCol="0">
              <a:spAutoFit/>
            </a:bodyPr>
            <a:lstStyle/>
            <a:p>
              <a:pPr algn="ctr"/>
              <a:r>
                <a:rPr lang="en-US" sz="1800">
                  <a:solidFill>
                    <a:srgbClr val="FF0080"/>
                  </a:solidFill>
                </a:rPr>
                <a:t>Peak Flop/s</a:t>
              </a:r>
            </a:p>
          </p:txBody>
        </p:sp>
      </p:grpSp>
      <p:cxnSp>
        <p:nvCxnSpPr>
          <p:cNvPr id="50" name="Straight Arrow Connector 5">
            <a:extLst>
              <a:ext uri="{FF2B5EF4-FFF2-40B4-BE49-F238E27FC236}">
                <a16:creationId xmlns:a16="http://schemas.microsoft.com/office/drawing/2014/main" id="{E6260FF1-F44D-47B4-AFD6-2549B4E125FE}"/>
              </a:ext>
            </a:extLst>
          </p:cNvPr>
          <p:cNvCxnSpPr>
            <a:cxnSpLocks/>
          </p:cNvCxnSpPr>
          <p:nvPr/>
        </p:nvCxnSpPr>
        <p:spPr bwMode="auto">
          <a:xfrm>
            <a:off x="1981200" y="5834382"/>
            <a:ext cx="5598080" cy="45084"/>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cxnSp>
        <p:nvCxnSpPr>
          <p:cNvPr id="51" name="Straight Arrow Connector 6">
            <a:extLst>
              <a:ext uri="{FF2B5EF4-FFF2-40B4-BE49-F238E27FC236}">
                <a16:creationId xmlns:a16="http://schemas.microsoft.com/office/drawing/2014/main" id="{A1AA3CD9-763A-44AE-A04D-DBE5C7C8D373}"/>
              </a:ext>
            </a:extLst>
          </p:cNvPr>
          <p:cNvCxnSpPr>
            <a:cxnSpLocks/>
          </p:cNvCxnSpPr>
          <p:nvPr/>
        </p:nvCxnSpPr>
        <p:spPr bwMode="auto">
          <a:xfrm flipV="1">
            <a:off x="2209800" y="2633982"/>
            <a:ext cx="41476" cy="342900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sp>
        <p:nvSpPr>
          <p:cNvPr id="52" name="TextBox 13">
            <a:extLst>
              <a:ext uri="{FF2B5EF4-FFF2-40B4-BE49-F238E27FC236}">
                <a16:creationId xmlns:a16="http://schemas.microsoft.com/office/drawing/2014/main" id="{C610348B-0149-467B-A5B8-11F1E137DB96}"/>
              </a:ext>
            </a:extLst>
          </p:cNvPr>
          <p:cNvSpPr txBox="1"/>
          <p:nvPr/>
        </p:nvSpPr>
        <p:spPr>
          <a:xfrm rot="16200000">
            <a:off x="740809" y="4071738"/>
            <a:ext cx="2590801" cy="369332"/>
          </a:xfrm>
          <a:prstGeom prst="rect">
            <a:avLst/>
          </a:prstGeom>
          <a:noFill/>
        </p:spPr>
        <p:txBody>
          <a:bodyPr wrap="square" rtlCol="0">
            <a:spAutoFit/>
          </a:bodyPr>
          <a:lstStyle/>
          <a:p>
            <a:pPr algn="ctr"/>
            <a:r>
              <a:rPr lang="en-US" dirty="0"/>
              <a:t>Throughput</a:t>
            </a:r>
            <a:r>
              <a:rPr lang="en-US" sz="1800" dirty="0"/>
              <a:t> (Flop/s)</a:t>
            </a:r>
          </a:p>
        </p:txBody>
      </p:sp>
      <p:grpSp>
        <p:nvGrpSpPr>
          <p:cNvPr id="53" name="Group 18">
            <a:extLst>
              <a:ext uri="{FF2B5EF4-FFF2-40B4-BE49-F238E27FC236}">
                <a16:creationId xmlns:a16="http://schemas.microsoft.com/office/drawing/2014/main" id="{08E839FD-54B4-49B4-A6B2-BE7DB9FC7862}"/>
              </a:ext>
            </a:extLst>
          </p:cNvPr>
          <p:cNvGrpSpPr/>
          <p:nvPr/>
        </p:nvGrpSpPr>
        <p:grpSpPr>
          <a:xfrm>
            <a:off x="2182155" y="2743199"/>
            <a:ext cx="3568325" cy="3123445"/>
            <a:chOff x="9067800" y="2133600"/>
            <a:chExt cx="3657600" cy="3657600"/>
          </a:xfrm>
        </p:grpSpPr>
        <p:cxnSp>
          <p:nvCxnSpPr>
            <p:cNvPr id="54" name="Straight Arrow Connector 7">
              <a:extLst>
                <a:ext uri="{FF2B5EF4-FFF2-40B4-BE49-F238E27FC236}">
                  <a16:creationId xmlns:a16="http://schemas.microsoft.com/office/drawing/2014/main" id="{452F29CA-BF98-4192-BA29-C86676B71E38}"/>
                </a:ext>
              </a:extLst>
            </p:cNvPr>
            <p:cNvCxnSpPr/>
            <p:nvPr/>
          </p:nvCxnSpPr>
          <p:spPr bwMode="auto">
            <a:xfrm flipV="1">
              <a:off x="9067800" y="2133600"/>
              <a:ext cx="3657600" cy="3657600"/>
            </a:xfrm>
            <a:prstGeom prst="straightConnector1">
              <a:avLst/>
            </a:prstGeom>
            <a:solidFill>
              <a:schemeClr val="accent1"/>
            </a:solidFill>
            <a:ln w="38100" cap="flat" cmpd="sng" algn="ctr">
              <a:solidFill>
                <a:srgbClr val="0432FF"/>
              </a:solidFill>
              <a:prstDash val="solid"/>
              <a:round/>
              <a:headEnd type="none" w="med" len="med"/>
              <a:tailEnd type="none" w="lg" len="lg"/>
            </a:ln>
            <a:effectLst/>
          </p:spPr>
        </p:cxnSp>
        <p:sp>
          <p:nvSpPr>
            <p:cNvPr id="55" name="TextBox 15">
              <a:extLst>
                <a:ext uri="{FF2B5EF4-FFF2-40B4-BE49-F238E27FC236}">
                  <a16:creationId xmlns:a16="http://schemas.microsoft.com/office/drawing/2014/main" id="{D40D4DA8-CFD8-4EDB-81A1-28A897D5C631}"/>
                </a:ext>
              </a:extLst>
            </p:cNvPr>
            <p:cNvSpPr txBox="1"/>
            <p:nvPr/>
          </p:nvSpPr>
          <p:spPr>
            <a:xfrm rot="-2700000">
              <a:off x="9688092" y="3930135"/>
              <a:ext cx="1441420" cy="369332"/>
            </a:xfrm>
            <a:prstGeom prst="rect">
              <a:avLst/>
            </a:prstGeom>
            <a:noFill/>
          </p:spPr>
          <p:txBody>
            <a:bodyPr wrap="none" rtlCol="0">
              <a:spAutoFit/>
            </a:bodyPr>
            <a:lstStyle/>
            <a:p>
              <a:pPr algn="ctr"/>
              <a:r>
                <a:rPr lang="en-US" sz="1800" dirty="0">
                  <a:solidFill>
                    <a:srgbClr val="0432FF"/>
                  </a:solidFill>
                </a:rPr>
                <a:t>DRAM GB/s</a:t>
              </a:r>
            </a:p>
          </p:txBody>
        </p:sp>
      </p:grpSp>
      <p:sp>
        <p:nvSpPr>
          <p:cNvPr id="56" name="TextBox 16">
            <a:extLst>
              <a:ext uri="{FF2B5EF4-FFF2-40B4-BE49-F238E27FC236}">
                <a16:creationId xmlns:a16="http://schemas.microsoft.com/office/drawing/2014/main" id="{C32926F6-6C42-43B5-962A-F634B87C906D}"/>
              </a:ext>
            </a:extLst>
          </p:cNvPr>
          <p:cNvSpPr txBox="1"/>
          <p:nvPr/>
        </p:nvSpPr>
        <p:spPr>
          <a:xfrm>
            <a:off x="2224086" y="5825687"/>
            <a:ext cx="4329113" cy="369332"/>
          </a:xfrm>
          <a:prstGeom prst="rect">
            <a:avLst/>
          </a:prstGeom>
          <a:noFill/>
        </p:spPr>
        <p:txBody>
          <a:bodyPr wrap="square" rtlCol="0">
            <a:spAutoFit/>
          </a:bodyPr>
          <a:lstStyle/>
          <a:p>
            <a:pPr algn="ctr"/>
            <a:r>
              <a:rPr lang="en-US" sz="1800" dirty="0">
                <a:solidFill>
                  <a:srgbClr val="C00000"/>
                </a:solidFill>
              </a:rPr>
              <a:t>Arithmetic Intensity (</a:t>
            </a:r>
            <a:r>
              <a:rPr lang="en-US" sz="1800" dirty="0" err="1">
                <a:solidFill>
                  <a:srgbClr val="C00000"/>
                </a:solidFill>
              </a:rPr>
              <a:t>Flop:Byte</a:t>
            </a:r>
            <a:r>
              <a:rPr lang="en-US" sz="1800" dirty="0">
                <a:solidFill>
                  <a:srgbClr val="C00000"/>
                </a:solidFill>
              </a:rPr>
              <a:t>)</a:t>
            </a:r>
          </a:p>
        </p:txBody>
      </p:sp>
      <p:sp>
        <p:nvSpPr>
          <p:cNvPr id="60" name="Freeform 19">
            <a:extLst>
              <a:ext uri="{FF2B5EF4-FFF2-40B4-BE49-F238E27FC236}">
                <a16:creationId xmlns:a16="http://schemas.microsoft.com/office/drawing/2014/main" id="{02693160-7339-4C7D-A693-2C3D5DEBFAEB}"/>
              </a:ext>
            </a:extLst>
          </p:cNvPr>
          <p:cNvSpPr/>
          <p:nvPr/>
        </p:nvSpPr>
        <p:spPr bwMode="auto">
          <a:xfrm>
            <a:off x="2220876" y="3014982"/>
            <a:ext cx="4137062" cy="2828302"/>
          </a:xfrm>
          <a:custGeom>
            <a:avLst/>
            <a:gdLst>
              <a:gd name="connsiteX0" fmla="*/ 0 w 3686175"/>
              <a:gd name="connsiteY0" fmla="*/ 2786063 h 2786063"/>
              <a:gd name="connsiteX1" fmla="*/ 2814637 w 3686175"/>
              <a:gd name="connsiteY1" fmla="*/ 0 h 2786063"/>
              <a:gd name="connsiteX2" fmla="*/ 3686175 w 3686175"/>
              <a:gd name="connsiteY2" fmla="*/ 0 h 2786063"/>
            </a:gdLst>
            <a:ahLst/>
            <a:cxnLst>
              <a:cxn ang="0">
                <a:pos x="connsiteX0" y="connsiteY0"/>
              </a:cxn>
              <a:cxn ang="0">
                <a:pos x="connsiteX1" y="connsiteY1"/>
              </a:cxn>
              <a:cxn ang="0">
                <a:pos x="connsiteX2" y="connsiteY2"/>
              </a:cxn>
            </a:cxnLst>
            <a:rect l="l" t="t" r="r" b="b"/>
            <a:pathLst>
              <a:path w="3686175" h="2786063">
                <a:moveTo>
                  <a:pt x="0" y="2786063"/>
                </a:moveTo>
                <a:lnTo>
                  <a:pt x="2814637" y="0"/>
                </a:lnTo>
                <a:lnTo>
                  <a:pt x="3686175" y="0"/>
                </a:lnTo>
              </a:path>
            </a:pathLst>
          </a:custGeom>
          <a:noFill/>
          <a:ln w="25400" cap="flat" cmpd="sng" algn="ctr">
            <a:solidFill>
              <a:schemeClr val="bg1"/>
            </a:solidFill>
            <a:prstDash val="solid"/>
            <a:round/>
            <a:headEnd type="none" w="med" len="med"/>
            <a:tailEnd type="none" w="med" len="med"/>
          </a:ln>
          <a:effectLst>
            <a:glow rad="127000">
              <a:srgbClr val="CC66FF"/>
            </a:glo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grpSp>
        <p:nvGrpSpPr>
          <p:cNvPr id="23" name="组合 22">
            <a:extLst>
              <a:ext uri="{FF2B5EF4-FFF2-40B4-BE49-F238E27FC236}">
                <a16:creationId xmlns:a16="http://schemas.microsoft.com/office/drawing/2014/main" id="{012AB02F-E2BC-46C5-99DE-0D3D3E6FF4C2}"/>
              </a:ext>
            </a:extLst>
          </p:cNvPr>
          <p:cNvGrpSpPr/>
          <p:nvPr/>
        </p:nvGrpSpPr>
        <p:grpSpPr>
          <a:xfrm>
            <a:off x="2991236" y="3018702"/>
            <a:ext cx="4629975" cy="2841522"/>
            <a:chOff x="2913825" y="3330677"/>
            <a:chExt cx="4629975" cy="2841522"/>
          </a:xfrm>
        </p:grpSpPr>
        <p:cxnSp>
          <p:nvCxnSpPr>
            <p:cNvPr id="24" name="直接连接符 23">
              <a:extLst>
                <a:ext uri="{FF2B5EF4-FFF2-40B4-BE49-F238E27FC236}">
                  <a16:creationId xmlns:a16="http://schemas.microsoft.com/office/drawing/2014/main" id="{9775D28A-18EA-4A7E-92A8-236BFBBAC44D}"/>
                </a:ext>
              </a:extLst>
            </p:cNvPr>
            <p:cNvCxnSpPr>
              <a:cxnSpLocks/>
            </p:cNvCxnSpPr>
            <p:nvPr/>
          </p:nvCxnSpPr>
          <p:spPr bwMode="auto">
            <a:xfrm>
              <a:off x="2913825" y="5914394"/>
              <a:ext cx="210375" cy="233363"/>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25" name="直接连接符 24">
              <a:extLst>
                <a:ext uri="{FF2B5EF4-FFF2-40B4-BE49-F238E27FC236}">
                  <a16:creationId xmlns:a16="http://schemas.microsoft.com/office/drawing/2014/main" id="{43B940CF-F5A5-4E29-9450-9F9B97E53CCA}"/>
                </a:ext>
              </a:extLst>
            </p:cNvPr>
            <p:cNvCxnSpPr>
              <a:cxnSpLocks/>
            </p:cNvCxnSpPr>
            <p:nvPr/>
          </p:nvCxnSpPr>
          <p:spPr bwMode="auto">
            <a:xfrm>
              <a:off x="3019012" y="5772723"/>
              <a:ext cx="303729" cy="340210"/>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26" name="直接连接符 25">
              <a:extLst>
                <a:ext uri="{FF2B5EF4-FFF2-40B4-BE49-F238E27FC236}">
                  <a16:creationId xmlns:a16="http://schemas.microsoft.com/office/drawing/2014/main" id="{C8D406D4-3727-4D17-8C6F-31F1AC7818A7}"/>
                </a:ext>
              </a:extLst>
            </p:cNvPr>
            <p:cNvCxnSpPr>
              <a:cxnSpLocks/>
            </p:cNvCxnSpPr>
            <p:nvPr/>
          </p:nvCxnSpPr>
          <p:spPr bwMode="auto">
            <a:xfrm>
              <a:off x="3170876" y="5632762"/>
              <a:ext cx="486724" cy="514995"/>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27" name="直接连接符 26">
              <a:extLst>
                <a:ext uri="{FF2B5EF4-FFF2-40B4-BE49-F238E27FC236}">
                  <a16:creationId xmlns:a16="http://schemas.microsoft.com/office/drawing/2014/main" id="{D9001689-9FAF-4FD0-874F-60F13AC06943}"/>
                </a:ext>
              </a:extLst>
            </p:cNvPr>
            <p:cNvCxnSpPr>
              <a:cxnSpLocks/>
            </p:cNvCxnSpPr>
            <p:nvPr/>
          </p:nvCxnSpPr>
          <p:spPr bwMode="auto">
            <a:xfrm>
              <a:off x="3332486" y="5446381"/>
              <a:ext cx="577052" cy="689429"/>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28" name="直接连接符 27">
              <a:extLst>
                <a:ext uri="{FF2B5EF4-FFF2-40B4-BE49-F238E27FC236}">
                  <a16:creationId xmlns:a16="http://schemas.microsoft.com/office/drawing/2014/main" id="{8B2A9DD9-D1E8-4AC7-A7AB-AE5D975F6B51}"/>
                </a:ext>
              </a:extLst>
            </p:cNvPr>
            <p:cNvCxnSpPr>
              <a:cxnSpLocks/>
            </p:cNvCxnSpPr>
            <p:nvPr/>
          </p:nvCxnSpPr>
          <p:spPr bwMode="auto">
            <a:xfrm>
              <a:off x="3504920" y="5296397"/>
              <a:ext cx="726763" cy="858862"/>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29" name="直接连接符 28">
              <a:extLst>
                <a:ext uri="{FF2B5EF4-FFF2-40B4-BE49-F238E27FC236}">
                  <a16:creationId xmlns:a16="http://schemas.microsoft.com/office/drawing/2014/main" id="{FE203937-5225-48BE-9037-10A482B953A3}"/>
                </a:ext>
              </a:extLst>
            </p:cNvPr>
            <p:cNvCxnSpPr>
              <a:cxnSpLocks/>
            </p:cNvCxnSpPr>
            <p:nvPr/>
          </p:nvCxnSpPr>
          <p:spPr bwMode="auto">
            <a:xfrm>
              <a:off x="3688927" y="5109268"/>
              <a:ext cx="837310" cy="1003665"/>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0" name="直接连接符 29">
              <a:extLst>
                <a:ext uri="{FF2B5EF4-FFF2-40B4-BE49-F238E27FC236}">
                  <a16:creationId xmlns:a16="http://schemas.microsoft.com/office/drawing/2014/main" id="{6562E64D-4713-476D-AEC9-9E289FF9E08A}"/>
                </a:ext>
              </a:extLst>
            </p:cNvPr>
            <p:cNvCxnSpPr>
              <a:cxnSpLocks/>
            </p:cNvCxnSpPr>
            <p:nvPr/>
          </p:nvCxnSpPr>
          <p:spPr bwMode="auto">
            <a:xfrm>
              <a:off x="3907450" y="4910729"/>
              <a:ext cx="1034511" cy="1229138"/>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1" name="直接连接符 30">
              <a:extLst>
                <a:ext uri="{FF2B5EF4-FFF2-40B4-BE49-F238E27FC236}">
                  <a16:creationId xmlns:a16="http://schemas.microsoft.com/office/drawing/2014/main" id="{BFFC167D-7CBB-4FDC-AA44-1F37639DDF02}"/>
                </a:ext>
              </a:extLst>
            </p:cNvPr>
            <p:cNvCxnSpPr>
              <a:cxnSpLocks/>
            </p:cNvCxnSpPr>
            <p:nvPr/>
          </p:nvCxnSpPr>
          <p:spPr bwMode="auto">
            <a:xfrm>
              <a:off x="4103598" y="4709058"/>
              <a:ext cx="1206258" cy="1409361"/>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2" name="直接连接符 31">
              <a:extLst>
                <a:ext uri="{FF2B5EF4-FFF2-40B4-BE49-F238E27FC236}">
                  <a16:creationId xmlns:a16="http://schemas.microsoft.com/office/drawing/2014/main" id="{B9D4C9AA-6762-4AC4-A846-668EA143D790}"/>
                </a:ext>
              </a:extLst>
            </p:cNvPr>
            <p:cNvCxnSpPr>
              <a:cxnSpLocks/>
            </p:cNvCxnSpPr>
            <p:nvPr/>
          </p:nvCxnSpPr>
          <p:spPr bwMode="auto">
            <a:xfrm>
              <a:off x="4324468" y="4505033"/>
              <a:ext cx="1410525" cy="1607900"/>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3" name="直接连接符 32">
              <a:extLst>
                <a:ext uri="{FF2B5EF4-FFF2-40B4-BE49-F238E27FC236}">
                  <a16:creationId xmlns:a16="http://schemas.microsoft.com/office/drawing/2014/main" id="{DBDF26CE-FE19-48F4-9F26-6C1080307268}"/>
                </a:ext>
              </a:extLst>
            </p:cNvPr>
            <p:cNvCxnSpPr>
              <a:cxnSpLocks/>
            </p:cNvCxnSpPr>
            <p:nvPr/>
          </p:nvCxnSpPr>
          <p:spPr bwMode="auto">
            <a:xfrm>
              <a:off x="4540497" y="4306494"/>
              <a:ext cx="1590227" cy="1829316"/>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4" name="直接连接符 33">
              <a:extLst>
                <a:ext uri="{FF2B5EF4-FFF2-40B4-BE49-F238E27FC236}">
                  <a16:creationId xmlns:a16="http://schemas.microsoft.com/office/drawing/2014/main" id="{686D49AE-B9F7-4EC7-BE89-0D0F3BD638BD}"/>
                </a:ext>
              </a:extLst>
            </p:cNvPr>
            <p:cNvCxnSpPr>
              <a:cxnSpLocks/>
            </p:cNvCxnSpPr>
            <p:nvPr/>
          </p:nvCxnSpPr>
          <p:spPr bwMode="auto">
            <a:xfrm>
              <a:off x="4783735" y="4105588"/>
              <a:ext cx="1799902" cy="2066611"/>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5" name="直接连接符 34">
              <a:extLst>
                <a:ext uri="{FF2B5EF4-FFF2-40B4-BE49-F238E27FC236}">
                  <a16:creationId xmlns:a16="http://schemas.microsoft.com/office/drawing/2014/main" id="{BEDE8A00-AF14-40A5-A690-8700C061F13F}"/>
                </a:ext>
              </a:extLst>
            </p:cNvPr>
            <p:cNvCxnSpPr>
              <a:cxnSpLocks/>
            </p:cNvCxnSpPr>
            <p:nvPr/>
          </p:nvCxnSpPr>
          <p:spPr bwMode="auto">
            <a:xfrm>
              <a:off x="5051071" y="3818563"/>
              <a:ext cx="2014287" cy="2321304"/>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6" name="直接连接符 35">
              <a:extLst>
                <a:ext uri="{FF2B5EF4-FFF2-40B4-BE49-F238E27FC236}">
                  <a16:creationId xmlns:a16="http://schemas.microsoft.com/office/drawing/2014/main" id="{B1B4D88B-6BBE-4233-B2B7-16751279CF2A}"/>
                </a:ext>
              </a:extLst>
            </p:cNvPr>
            <p:cNvCxnSpPr>
              <a:cxnSpLocks/>
            </p:cNvCxnSpPr>
            <p:nvPr/>
          </p:nvCxnSpPr>
          <p:spPr bwMode="auto">
            <a:xfrm>
              <a:off x="5290292" y="3527764"/>
              <a:ext cx="2253508" cy="2621893"/>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7" name="直接连接符 36">
              <a:extLst>
                <a:ext uri="{FF2B5EF4-FFF2-40B4-BE49-F238E27FC236}">
                  <a16:creationId xmlns:a16="http://schemas.microsoft.com/office/drawing/2014/main" id="{C9DE9AF5-672E-40A0-9BD5-D596C8454817}"/>
                </a:ext>
              </a:extLst>
            </p:cNvPr>
            <p:cNvCxnSpPr>
              <a:cxnSpLocks/>
            </p:cNvCxnSpPr>
            <p:nvPr/>
          </p:nvCxnSpPr>
          <p:spPr bwMode="auto">
            <a:xfrm>
              <a:off x="5565993" y="3355319"/>
              <a:ext cx="1847696" cy="2143295"/>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8" name="直接连接符 37">
              <a:extLst>
                <a:ext uri="{FF2B5EF4-FFF2-40B4-BE49-F238E27FC236}">
                  <a16:creationId xmlns:a16="http://schemas.microsoft.com/office/drawing/2014/main" id="{B17D4CD7-93E7-4E0E-8EB6-2E63EF5052D7}"/>
                </a:ext>
              </a:extLst>
            </p:cNvPr>
            <p:cNvCxnSpPr>
              <a:cxnSpLocks/>
            </p:cNvCxnSpPr>
            <p:nvPr/>
          </p:nvCxnSpPr>
          <p:spPr bwMode="auto">
            <a:xfrm>
              <a:off x="5955863" y="3370912"/>
              <a:ext cx="1499200" cy="1647293"/>
            </a:xfrm>
            <a:prstGeom prst="line">
              <a:avLst/>
            </a:prstGeom>
            <a:solidFill>
              <a:srgbClr val="C0C0C0"/>
            </a:solidFill>
            <a:ln w="22225" cap="flat" cmpd="sng" algn="ctr">
              <a:solidFill>
                <a:srgbClr val="00B0F0"/>
              </a:solidFill>
              <a:prstDash val="solid"/>
              <a:round/>
              <a:headEnd type="none" w="med" len="med"/>
              <a:tailEnd type="none" w="med" len="med"/>
            </a:ln>
            <a:effectLst/>
          </p:spPr>
        </p:cxnSp>
        <p:cxnSp>
          <p:nvCxnSpPr>
            <p:cNvPr id="39" name="直接连接符 38">
              <a:extLst>
                <a:ext uri="{FF2B5EF4-FFF2-40B4-BE49-F238E27FC236}">
                  <a16:creationId xmlns:a16="http://schemas.microsoft.com/office/drawing/2014/main" id="{DFC13BFA-4453-42DE-B5DD-205F286128E6}"/>
                </a:ext>
              </a:extLst>
            </p:cNvPr>
            <p:cNvCxnSpPr>
              <a:cxnSpLocks/>
            </p:cNvCxnSpPr>
            <p:nvPr/>
          </p:nvCxnSpPr>
          <p:spPr bwMode="auto">
            <a:xfrm>
              <a:off x="6272750" y="3330677"/>
              <a:ext cx="1031829" cy="1028281"/>
            </a:xfrm>
            <a:prstGeom prst="line">
              <a:avLst/>
            </a:prstGeom>
            <a:solidFill>
              <a:srgbClr val="C0C0C0"/>
            </a:solidFill>
            <a:ln w="22225" cap="flat" cmpd="sng" algn="ctr">
              <a:solidFill>
                <a:srgbClr val="00B0F0"/>
              </a:solidFill>
              <a:prstDash val="solid"/>
              <a:round/>
              <a:headEnd type="none" w="med" len="med"/>
              <a:tailEnd type="none" w="med" len="med"/>
            </a:ln>
            <a:effectLst/>
          </p:spPr>
        </p:cxnSp>
      </p:grpSp>
    </p:spTree>
    <p:extLst>
      <p:ext uri="{BB962C8B-B14F-4D97-AF65-F5344CB8AC3E}">
        <p14:creationId xmlns:p14="http://schemas.microsoft.com/office/powerpoint/2010/main" val="993381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6" grpId="0"/>
      <p:bldP spid="6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How to Compute Roofline</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308778" y="1013462"/>
            <a:ext cx="8682822" cy="2013776"/>
          </a:xfrm>
        </p:spPr>
        <p:txBody>
          <a:bodyPr/>
          <a:lstStyle/>
          <a:p>
            <a:pPr lvl="1"/>
            <a:r>
              <a:rPr lang="en-US" altLang="zh-CN" dirty="0"/>
              <a:t>Roofline model indicates the performance of an application is bounded by compute or memory</a:t>
            </a:r>
          </a:p>
          <a:p>
            <a:pPr lvl="1"/>
            <a:r>
              <a:rPr lang="en-US" altLang="zh-CN" sz="2400" dirty="0">
                <a:solidFill>
                  <a:srgbClr val="D47FFF"/>
                </a:solidFill>
                <a:latin typeface="Bahnschrift Condensed" panose="020B0502040204020203" pitchFamily="34" charset="0"/>
              </a:rPr>
              <a:t>Attainable Flop/s </a:t>
            </a:r>
            <a:r>
              <a:rPr lang="en-US" altLang="zh-CN" sz="2400" dirty="0">
                <a:solidFill>
                  <a:srgbClr val="FF0080"/>
                </a:solidFill>
                <a:latin typeface="Bahnschrift Condensed" panose="020B0502040204020203" pitchFamily="34" charset="0"/>
              </a:rPr>
              <a:t>= </a:t>
            </a:r>
            <a:r>
              <a:rPr lang="en-US" altLang="zh-CN" sz="2400" dirty="0">
                <a:latin typeface="Bahnschrift Condensed" panose="020B0502040204020203" pitchFamily="34" charset="0"/>
              </a:rPr>
              <a:t>min( </a:t>
            </a:r>
            <a:r>
              <a:rPr lang="en-US" altLang="zh-CN" sz="2400" dirty="0">
                <a:solidFill>
                  <a:srgbClr val="FF0080"/>
                </a:solidFill>
                <a:latin typeface="Bahnschrift Condensed" panose="020B0502040204020203" pitchFamily="34" charset="0"/>
              </a:rPr>
              <a:t>peak Flop/s,  </a:t>
            </a:r>
            <a:r>
              <a:rPr lang="en-US" altLang="zh-CN" sz="2400" dirty="0">
                <a:solidFill>
                  <a:srgbClr val="213AFF"/>
                </a:solidFill>
                <a:latin typeface="Bahnschrift Condensed" panose="020B0502040204020203" pitchFamily="34" charset="0"/>
              </a:rPr>
              <a:t>AI * peak GB/s </a:t>
            </a:r>
            <a:r>
              <a:rPr lang="en-US" altLang="zh-CN" sz="2400" dirty="0">
                <a:latin typeface="Bahnschrift Condensed" panose="020B0502040204020203" pitchFamily="34" charset="0"/>
              </a:rPr>
              <a:t>) </a:t>
            </a:r>
          </a:p>
          <a:p>
            <a:pPr lvl="1"/>
            <a:endParaRPr lang="en-US" altLang="zh-CN" dirty="0"/>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grpSp>
        <p:nvGrpSpPr>
          <p:cNvPr id="46" name="Group 17">
            <a:extLst>
              <a:ext uri="{FF2B5EF4-FFF2-40B4-BE49-F238E27FC236}">
                <a16:creationId xmlns:a16="http://schemas.microsoft.com/office/drawing/2014/main" id="{6B9C7225-5556-43DC-B699-EBD9CEE36B05}"/>
              </a:ext>
            </a:extLst>
          </p:cNvPr>
          <p:cNvGrpSpPr/>
          <p:nvPr/>
        </p:nvGrpSpPr>
        <p:grpSpPr>
          <a:xfrm>
            <a:off x="1945720" y="2938383"/>
            <a:ext cx="5598080" cy="369332"/>
            <a:chOff x="8382000" y="2602468"/>
            <a:chExt cx="4343400" cy="369332"/>
          </a:xfrm>
        </p:grpSpPr>
        <p:cxnSp>
          <p:nvCxnSpPr>
            <p:cNvPr id="47" name="Straight Arrow Connector 9">
              <a:extLst>
                <a:ext uri="{FF2B5EF4-FFF2-40B4-BE49-F238E27FC236}">
                  <a16:creationId xmlns:a16="http://schemas.microsoft.com/office/drawing/2014/main" id="{C5E80D07-AD21-4027-AF42-3A04032E3A8F}"/>
                </a:ext>
              </a:extLst>
            </p:cNvPr>
            <p:cNvCxnSpPr/>
            <p:nvPr/>
          </p:nvCxnSpPr>
          <p:spPr bwMode="auto">
            <a:xfrm>
              <a:off x="8382000" y="2971800"/>
              <a:ext cx="4343400" cy="0"/>
            </a:xfrm>
            <a:prstGeom prst="straightConnector1">
              <a:avLst/>
            </a:prstGeom>
            <a:solidFill>
              <a:schemeClr val="accent1"/>
            </a:solidFill>
            <a:ln w="38100" cap="flat" cmpd="sng" algn="ctr">
              <a:solidFill>
                <a:srgbClr val="FF0080"/>
              </a:solidFill>
              <a:prstDash val="solid"/>
              <a:round/>
              <a:headEnd type="none" w="med" len="med"/>
              <a:tailEnd type="none" w="lg" len="lg"/>
            </a:ln>
            <a:effectLst/>
          </p:spPr>
        </p:cxnSp>
        <p:sp>
          <p:nvSpPr>
            <p:cNvPr id="48" name="TextBox 12">
              <a:extLst>
                <a:ext uri="{FF2B5EF4-FFF2-40B4-BE49-F238E27FC236}">
                  <a16:creationId xmlns:a16="http://schemas.microsoft.com/office/drawing/2014/main" id="{78D46EB0-7B81-4143-BBC9-051A6B0DCE1F}"/>
                </a:ext>
              </a:extLst>
            </p:cNvPr>
            <p:cNvSpPr txBox="1"/>
            <p:nvPr/>
          </p:nvSpPr>
          <p:spPr>
            <a:xfrm>
              <a:off x="8785425" y="2602468"/>
              <a:ext cx="1402948" cy="369332"/>
            </a:xfrm>
            <a:prstGeom prst="rect">
              <a:avLst/>
            </a:prstGeom>
            <a:noFill/>
          </p:spPr>
          <p:txBody>
            <a:bodyPr wrap="none" rtlCol="0">
              <a:spAutoFit/>
            </a:bodyPr>
            <a:lstStyle/>
            <a:p>
              <a:pPr algn="ctr"/>
              <a:r>
                <a:rPr lang="en-US" sz="1800">
                  <a:solidFill>
                    <a:srgbClr val="FF0080"/>
                  </a:solidFill>
                </a:rPr>
                <a:t>Peak Flop/s</a:t>
              </a:r>
            </a:p>
          </p:txBody>
        </p:sp>
      </p:grpSp>
      <p:cxnSp>
        <p:nvCxnSpPr>
          <p:cNvPr id="50" name="Straight Arrow Connector 5">
            <a:extLst>
              <a:ext uri="{FF2B5EF4-FFF2-40B4-BE49-F238E27FC236}">
                <a16:creationId xmlns:a16="http://schemas.microsoft.com/office/drawing/2014/main" id="{E6260FF1-F44D-47B4-AFD6-2549B4E125FE}"/>
              </a:ext>
            </a:extLst>
          </p:cNvPr>
          <p:cNvCxnSpPr>
            <a:cxnSpLocks/>
          </p:cNvCxnSpPr>
          <p:nvPr/>
        </p:nvCxnSpPr>
        <p:spPr bwMode="auto">
          <a:xfrm>
            <a:off x="1945720" y="6127115"/>
            <a:ext cx="5598080" cy="45084"/>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cxnSp>
        <p:nvCxnSpPr>
          <p:cNvPr id="51" name="Straight Arrow Connector 6">
            <a:extLst>
              <a:ext uri="{FF2B5EF4-FFF2-40B4-BE49-F238E27FC236}">
                <a16:creationId xmlns:a16="http://schemas.microsoft.com/office/drawing/2014/main" id="{A1AA3CD9-763A-44AE-A04D-DBE5C7C8D373}"/>
              </a:ext>
            </a:extLst>
          </p:cNvPr>
          <p:cNvCxnSpPr>
            <a:cxnSpLocks/>
          </p:cNvCxnSpPr>
          <p:nvPr/>
        </p:nvCxnSpPr>
        <p:spPr bwMode="auto">
          <a:xfrm flipV="1">
            <a:off x="2174320" y="2926715"/>
            <a:ext cx="41476" cy="342900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sp>
        <p:nvSpPr>
          <p:cNvPr id="52" name="TextBox 13">
            <a:extLst>
              <a:ext uri="{FF2B5EF4-FFF2-40B4-BE49-F238E27FC236}">
                <a16:creationId xmlns:a16="http://schemas.microsoft.com/office/drawing/2014/main" id="{C610348B-0149-467B-A5B8-11F1E137DB96}"/>
              </a:ext>
            </a:extLst>
          </p:cNvPr>
          <p:cNvSpPr txBox="1"/>
          <p:nvPr/>
        </p:nvSpPr>
        <p:spPr>
          <a:xfrm rot="16200000">
            <a:off x="705329" y="4364471"/>
            <a:ext cx="2590801" cy="369332"/>
          </a:xfrm>
          <a:prstGeom prst="rect">
            <a:avLst/>
          </a:prstGeom>
          <a:noFill/>
        </p:spPr>
        <p:txBody>
          <a:bodyPr wrap="square" rtlCol="0">
            <a:spAutoFit/>
          </a:bodyPr>
          <a:lstStyle/>
          <a:p>
            <a:pPr algn="ctr"/>
            <a:r>
              <a:rPr lang="en-US" dirty="0"/>
              <a:t>Throughput</a:t>
            </a:r>
            <a:r>
              <a:rPr lang="en-US" sz="1800" dirty="0"/>
              <a:t> (Flop/s)</a:t>
            </a:r>
          </a:p>
        </p:txBody>
      </p:sp>
      <p:grpSp>
        <p:nvGrpSpPr>
          <p:cNvPr id="53" name="Group 18">
            <a:extLst>
              <a:ext uri="{FF2B5EF4-FFF2-40B4-BE49-F238E27FC236}">
                <a16:creationId xmlns:a16="http://schemas.microsoft.com/office/drawing/2014/main" id="{08E839FD-54B4-49B4-A6B2-BE7DB9FC7862}"/>
              </a:ext>
            </a:extLst>
          </p:cNvPr>
          <p:cNvGrpSpPr/>
          <p:nvPr/>
        </p:nvGrpSpPr>
        <p:grpSpPr>
          <a:xfrm>
            <a:off x="2172180" y="3010855"/>
            <a:ext cx="3501344" cy="3114154"/>
            <a:chOff x="9067800" y="2133600"/>
            <a:chExt cx="3657600" cy="3657600"/>
          </a:xfrm>
        </p:grpSpPr>
        <p:cxnSp>
          <p:nvCxnSpPr>
            <p:cNvPr id="54" name="Straight Arrow Connector 7">
              <a:extLst>
                <a:ext uri="{FF2B5EF4-FFF2-40B4-BE49-F238E27FC236}">
                  <a16:creationId xmlns:a16="http://schemas.microsoft.com/office/drawing/2014/main" id="{452F29CA-BF98-4192-BA29-C86676B71E38}"/>
                </a:ext>
              </a:extLst>
            </p:cNvPr>
            <p:cNvCxnSpPr/>
            <p:nvPr/>
          </p:nvCxnSpPr>
          <p:spPr bwMode="auto">
            <a:xfrm flipV="1">
              <a:off x="9067800" y="2133600"/>
              <a:ext cx="3657600" cy="3657600"/>
            </a:xfrm>
            <a:prstGeom prst="straightConnector1">
              <a:avLst/>
            </a:prstGeom>
            <a:solidFill>
              <a:schemeClr val="accent1"/>
            </a:solidFill>
            <a:ln w="38100" cap="flat" cmpd="sng" algn="ctr">
              <a:solidFill>
                <a:srgbClr val="0432FF"/>
              </a:solidFill>
              <a:prstDash val="solid"/>
              <a:round/>
              <a:headEnd type="none" w="med" len="med"/>
              <a:tailEnd type="none" w="lg" len="lg"/>
            </a:ln>
            <a:effectLst/>
          </p:spPr>
        </p:cxnSp>
        <p:sp>
          <p:nvSpPr>
            <p:cNvPr id="55" name="TextBox 15">
              <a:extLst>
                <a:ext uri="{FF2B5EF4-FFF2-40B4-BE49-F238E27FC236}">
                  <a16:creationId xmlns:a16="http://schemas.microsoft.com/office/drawing/2014/main" id="{D40D4DA8-CFD8-4EDB-81A1-28A897D5C631}"/>
                </a:ext>
              </a:extLst>
            </p:cNvPr>
            <p:cNvSpPr txBox="1"/>
            <p:nvPr/>
          </p:nvSpPr>
          <p:spPr>
            <a:xfrm rot="19080465">
              <a:off x="9681699" y="3825535"/>
              <a:ext cx="1441420" cy="369332"/>
            </a:xfrm>
            <a:prstGeom prst="rect">
              <a:avLst/>
            </a:prstGeom>
            <a:noFill/>
          </p:spPr>
          <p:txBody>
            <a:bodyPr wrap="none" rtlCol="0">
              <a:spAutoFit/>
            </a:bodyPr>
            <a:lstStyle/>
            <a:p>
              <a:pPr algn="ctr"/>
              <a:r>
                <a:rPr lang="en-US" sz="1800" dirty="0">
                  <a:solidFill>
                    <a:srgbClr val="0432FF"/>
                  </a:solidFill>
                </a:rPr>
                <a:t>DRAM GB/s</a:t>
              </a:r>
            </a:p>
          </p:txBody>
        </p:sp>
      </p:grpSp>
      <p:sp>
        <p:nvSpPr>
          <p:cNvPr id="56" name="TextBox 16">
            <a:extLst>
              <a:ext uri="{FF2B5EF4-FFF2-40B4-BE49-F238E27FC236}">
                <a16:creationId xmlns:a16="http://schemas.microsoft.com/office/drawing/2014/main" id="{C32926F6-6C42-43B5-962A-F634B87C906D}"/>
              </a:ext>
            </a:extLst>
          </p:cNvPr>
          <p:cNvSpPr txBox="1"/>
          <p:nvPr/>
        </p:nvSpPr>
        <p:spPr>
          <a:xfrm>
            <a:off x="2188606" y="6118420"/>
            <a:ext cx="4329113" cy="369332"/>
          </a:xfrm>
          <a:prstGeom prst="rect">
            <a:avLst/>
          </a:prstGeom>
          <a:noFill/>
        </p:spPr>
        <p:txBody>
          <a:bodyPr wrap="square" rtlCol="0">
            <a:spAutoFit/>
          </a:bodyPr>
          <a:lstStyle/>
          <a:p>
            <a:pPr algn="ctr"/>
            <a:r>
              <a:rPr lang="en-US" sz="1800" dirty="0"/>
              <a:t>Arithmetic Intensity (</a:t>
            </a:r>
            <a:r>
              <a:rPr lang="en-US" sz="1800" dirty="0" err="1"/>
              <a:t>Flop:Byte</a:t>
            </a:r>
            <a:r>
              <a:rPr lang="en-US" sz="1800" dirty="0"/>
              <a:t>)</a:t>
            </a:r>
          </a:p>
        </p:txBody>
      </p:sp>
      <p:sp>
        <p:nvSpPr>
          <p:cNvPr id="60" name="Freeform 19">
            <a:extLst>
              <a:ext uri="{FF2B5EF4-FFF2-40B4-BE49-F238E27FC236}">
                <a16:creationId xmlns:a16="http://schemas.microsoft.com/office/drawing/2014/main" id="{02693160-7339-4C7D-A693-2C3D5DEBFAEB}"/>
              </a:ext>
            </a:extLst>
          </p:cNvPr>
          <p:cNvSpPr/>
          <p:nvPr/>
        </p:nvSpPr>
        <p:spPr bwMode="auto">
          <a:xfrm>
            <a:off x="2174321" y="3307715"/>
            <a:ext cx="4148138" cy="2808603"/>
          </a:xfrm>
          <a:custGeom>
            <a:avLst/>
            <a:gdLst>
              <a:gd name="connsiteX0" fmla="*/ 0 w 3686175"/>
              <a:gd name="connsiteY0" fmla="*/ 2786063 h 2786063"/>
              <a:gd name="connsiteX1" fmla="*/ 2814637 w 3686175"/>
              <a:gd name="connsiteY1" fmla="*/ 0 h 2786063"/>
              <a:gd name="connsiteX2" fmla="*/ 3686175 w 3686175"/>
              <a:gd name="connsiteY2" fmla="*/ 0 h 2786063"/>
            </a:gdLst>
            <a:ahLst/>
            <a:cxnLst>
              <a:cxn ang="0">
                <a:pos x="connsiteX0" y="connsiteY0"/>
              </a:cxn>
              <a:cxn ang="0">
                <a:pos x="connsiteX1" y="connsiteY1"/>
              </a:cxn>
              <a:cxn ang="0">
                <a:pos x="connsiteX2" y="connsiteY2"/>
              </a:cxn>
            </a:cxnLst>
            <a:rect l="l" t="t" r="r" b="b"/>
            <a:pathLst>
              <a:path w="3686175" h="2786063">
                <a:moveTo>
                  <a:pt x="0" y="2786063"/>
                </a:moveTo>
                <a:lnTo>
                  <a:pt x="2814637" y="0"/>
                </a:lnTo>
                <a:lnTo>
                  <a:pt x="3686175" y="0"/>
                </a:lnTo>
              </a:path>
            </a:pathLst>
          </a:custGeom>
          <a:noFill/>
          <a:ln w="25400" cap="flat" cmpd="sng" algn="ctr">
            <a:solidFill>
              <a:schemeClr val="bg1"/>
            </a:solidFill>
            <a:prstDash val="solid"/>
            <a:round/>
            <a:headEnd type="none" w="med" len="med"/>
            <a:tailEnd type="none" w="med" len="med"/>
          </a:ln>
          <a:effectLst>
            <a:glow rad="127000">
              <a:srgbClr val="CC66FF"/>
            </a:glo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grpSp>
        <p:nvGrpSpPr>
          <p:cNvPr id="62" name="Group 28">
            <a:extLst>
              <a:ext uri="{FF2B5EF4-FFF2-40B4-BE49-F238E27FC236}">
                <a16:creationId xmlns:a16="http://schemas.microsoft.com/office/drawing/2014/main" id="{9330051C-F9CB-4DEC-B7B7-3D57A280588C}"/>
              </a:ext>
            </a:extLst>
          </p:cNvPr>
          <p:cNvGrpSpPr/>
          <p:nvPr/>
        </p:nvGrpSpPr>
        <p:grpSpPr>
          <a:xfrm>
            <a:off x="4301038" y="3035933"/>
            <a:ext cx="1981200" cy="3328476"/>
            <a:chOff x="10820400" y="2590800"/>
            <a:chExt cx="1981200" cy="3429000"/>
          </a:xfrm>
        </p:grpSpPr>
        <p:cxnSp>
          <p:nvCxnSpPr>
            <p:cNvPr id="63" name="Straight Connector 22">
              <a:extLst>
                <a:ext uri="{FF2B5EF4-FFF2-40B4-BE49-F238E27FC236}">
                  <a16:creationId xmlns:a16="http://schemas.microsoft.com/office/drawing/2014/main" id="{BC174744-DABF-4F8C-ACF7-C158F4586E4C}"/>
                </a:ext>
              </a:extLst>
            </p:cNvPr>
            <p:cNvCxnSpPr/>
            <p:nvPr/>
          </p:nvCxnSpPr>
          <p:spPr bwMode="auto">
            <a:xfrm flipH="1">
              <a:off x="11811000" y="2590800"/>
              <a:ext cx="76200" cy="3429000"/>
            </a:xfrm>
            <a:prstGeom prst="line">
              <a:avLst/>
            </a:prstGeom>
            <a:solidFill>
              <a:schemeClr val="accent1"/>
            </a:solidFill>
            <a:ln w="19050" cap="flat" cmpd="sng" algn="ctr">
              <a:solidFill>
                <a:srgbClr val="00B050"/>
              </a:solidFill>
              <a:prstDash val="dash"/>
              <a:round/>
              <a:headEnd type="none" w="med" len="med"/>
              <a:tailEnd type="none" w="med" len="med"/>
            </a:ln>
            <a:effectLst/>
          </p:spPr>
        </p:cxnSp>
        <p:cxnSp>
          <p:nvCxnSpPr>
            <p:cNvPr id="64" name="Straight Connector 23">
              <a:extLst>
                <a:ext uri="{FF2B5EF4-FFF2-40B4-BE49-F238E27FC236}">
                  <a16:creationId xmlns:a16="http://schemas.microsoft.com/office/drawing/2014/main" id="{471F569F-F7D4-41B1-9404-B6E3A4F91E9A}"/>
                </a:ext>
              </a:extLst>
            </p:cNvPr>
            <p:cNvCxnSpPr/>
            <p:nvPr/>
          </p:nvCxnSpPr>
          <p:spPr bwMode="auto">
            <a:xfrm flipH="1">
              <a:off x="11353800" y="5319714"/>
              <a:ext cx="457200" cy="0"/>
            </a:xfrm>
            <a:prstGeom prst="line">
              <a:avLst/>
            </a:prstGeom>
            <a:solidFill>
              <a:schemeClr val="accent1"/>
            </a:solidFill>
            <a:ln w="19050" cap="flat" cmpd="sng" algn="ctr">
              <a:solidFill>
                <a:srgbClr val="00B050"/>
              </a:solidFill>
              <a:prstDash val="solid"/>
              <a:round/>
              <a:headEnd type="none" w="med" len="med"/>
              <a:tailEnd type="stealth" w="lg" len="lg"/>
            </a:ln>
            <a:effectLst/>
          </p:spPr>
        </p:cxnSp>
        <p:cxnSp>
          <p:nvCxnSpPr>
            <p:cNvPr id="66" name="Straight Connector 25">
              <a:extLst>
                <a:ext uri="{FF2B5EF4-FFF2-40B4-BE49-F238E27FC236}">
                  <a16:creationId xmlns:a16="http://schemas.microsoft.com/office/drawing/2014/main" id="{1B24F418-2AAF-436B-95C9-C689BF76F8FA}"/>
                </a:ext>
              </a:extLst>
            </p:cNvPr>
            <p:cNvCxnSpPr/>
            <p:nvPr/>
          </p:nvCxnSpPr>
          <p:spPr bwMode="auto">
            <a:xfrm>
              <a:off x="11811000" y="5319714"/>
              <a:ext cx="457200" cy="0"/>
            </a:xfrm>
            <a:prstGeom prst="line">
              <a:avLst/>
            </a:prstGeom>
            <a:solidFill>
              <a:schemeClr val="accent1"/>
            </a:solidFill>
            <a:ln w="19050" cap="flat" cmpd="sng" algn="ctr">
              <a:solidFill>
                <a:srgbClr val="00B050"/>
              </a:solidFill>
              <a:prstDash val="solid"/>
              <a:round/>
              <a:headEnd type="none" w="med" len="med"/>
              <a:tailEnd type="stealth" w="lg" len="lg"/>
            </a:ln>
            <a:effectLst/>
          </p:spPr>
        </p:cxnSp>
        <p:sp>
          <p:nvSpPr>
            <p:cNvPr id="67" name="TextBox 26">
              <a:extLst>
                <a:ext uri="{FF2B5EF4-FFF2-40B4-BE49-F238E27FC236}">
                  <a16:creationId xmlns:a16="http://schemas.microsoft.com/office/drawing/2014/main" id="{6466DEE1-8484-4A8B-B389-5ED09845DF12}"/>
                </a:ext>
              </a:extLst>
            </p:cNvPr>
            <p:cNvSpPr txBox="1"/>
            <p:nvPr/>
          </p:nvSpPr>
          <p:spPr>
            <a:xfrm>
              <a:off x="10820400" y="4876800"/>
              <a:ext cx="914400" cy="457200"/>
            </a:xfrm>
            <a:prstGeom prst="rect">
              <a:avLst/>
            </a:prstGeom>
            <a:noFill/>
          </p:spPr>
          <p:txBody>
            <a:bodyPr wrap="none" tIns="0" rIns="0" bIns="0" rtlCol="0" anchor="ctr">
              <a:noAutofit/>
            </a:bodyPr>
            <a:lstStyle/>
            <a:p>
              <a:pPr algn="r"/>
              <a:r>
                <a:rPr lang="en-US" sz="1800" dirty="0">
                  <a:solidFill>
                    <a:srgbClr val="00B050"/>
                  </a:solidFill>
                </a:rPr>
                <a:t>Memory-bound</a:t>
              </a:r>
            </a:p>
          </p:txBody>
        </p:sp>
        <p:sp>
          <p:nvSpPr>
            <p:cNvPr id="68" name="TextBox 27">
              <a:extLst>
                <a:ext uri="{FF2B5EF4-FFF2-40B4-BE49-F238E27FC236}">
                  <a16:creationId xmlns:a16="http://schemas.microsoft.com/office/drawing/2014/main" id="{A4FE3901-06BB-4B9E-AC4C-F1F47141FB2A}"/>
                </a:ext>
              </a:extLst>
            </p:cNvPr>
            <p:cNvSpPr txBox="1"/>
            <p:nvPr/>
          </p:nvSpPr>
          <p:spPr>
            <a:xfrm>
              <a:off x="11887200" y="4876800"/>
              <a:ext cx="914400" cy="457200"/>
            </a:xfrm>
            <a:prstGeom prst="rect">
              <a:avLst/>
            </a:prstGeom>
            <a:noFill/>
          </p:spPr>
          <p:txBody>
            <a:bodyPr wrap="none" tIns="0" rIns="0" bIns="0" rtlCol="0" anchor="ctr">
              <a:noAutofit/>
            </a:bodyPr>
            <a:lstStyle/>
            <a:p>
              <a:r>
                <a:rPr lang="en-US" sz="1800" dirty="0">
                  <a:solidFill>
                    <a:srgbClr val="00B050"/>
                  </a:solidFill>
                </a:rPr>
                <a:t>Compute-bound</a:t>
              </a:r>
            </a:p>
          </p:txBody>
        </p:sp>
      </p:grpSp>
    </p:spTree>
    <p:extLst>
      <p:ext uri="{BB962C8B-B14F-4D97-AF65-F5344CB8AC3E}">
        <p14:creationId xmlns:p14="http://schemas.microsoft.com/office/powerpoint/2010/main" val="3352811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How to Compute Roofline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308778" y="1013461"/>
                <a:ext cx="8682822" cy="2045291"/>
              </a:xfrm>
            </p:spPr>
            <p:txBody>
              <a:bodyPr/>
              <a:lstStyle/>
              <a:p>
                <a:pPr lvl="1"/>
                <a:r>
                  <a:rPr lang="en-US" altLang="zh-CN" dirty="0"/>
                  <a:t>Roofline model indicates the performance of an application is bounded by compute or memory</a:t>
                </a:r>
              </a:p>
              <a:p>
                <a:pPr lvl="1"/>
                <a:r>
                  <a:rPr lang="en-US" altLang="zh-CN" sz="2400" dirty="0">
                    <a:solidFill>
                      <a:srgbClr val="D47FFF"/>
                    </a:solidFill>
                    <a:latin typeface="Bahnschrift Condensed" panose="020B0502040204020203" pitchFamily="34" charset="0"/>
                  </a:rPr>
                  <a:t>Attainable Flop/s </a:t>
                </a:r>
                <a:r>
                  <a:rPr lang="en-US" altLang="zh-CN" sz="2400" dirty="0">
                    <a:solidFill>
                      <a:srgbClr val="FF0080"/>
                    </a:solidFill>
                    <a:latin typeface="Bahnschrift Condensed" panose="020B0502040204020203" pitchFamily="34" charset="0"/>
                  </a:rPr>
                  <a:t>= </a:t>
                </a:r>
                <a:r>
                  <a:rPr lang="en-US" altLang="zh-CN" sz="2400" dirty="0">
                    <a:latin typeface="Bahnschrift Condensed" panose="020B0502040204020203" pitchFamily="34" charset="0"/>
                  </a:rPr>
                  <a:t>min( </a:t>
                </a:r>
                <a:r>
                  <a:rPr lang="en-US" altLang="zh-CN" sz="2400" dirty="0">
                    <a:solidFill>
                      <a:srgbClr val="FF0080"/>
                    </a:solidFill>
                    <a:latin typeface="Bahnschrift Condensed" panose="020B0502040204020203" pitchFamily="34" charset="0"/>
                  </a:rPr>
                  <a:t>peak Flop/s,  </a:t>
                </a:r>
                <a:r>
                  <a:rPr lang="en-US" altLang="zh-CN" sz="2400" dirty="0">
                    <a:solidFill>
                      <a:srgbClr val="213AFF"/>
                    </a:solidFill>
                    <a:latin typeface="Bahnschrift Condensed" panose="020B0502040204020203" pitchFamily="34" charset="0"/>
                  </a:rPr>
                  <a:t>AI * peak GB/s </a:t>
                </a:r>
                <a:r>
                  <a:rPr lang="en-US" altLang="zh-CN" sz="2400" dirty="0">
                    <a:latin typeface="Bahnschrift Condensed" panose="020B0502040204020203" pitchFamily="34" charset="0"/>
                  </a:rPr>
                  <a:t>) </a:t>
                </a:r>
              </a:p>
              <a:p>
                <a:pPr lvl="1"/>
                <a:r>
                  <a:rPr lang="en-US" altLang="zh-CN" sz="2400" dirty="0">
                    <a:solidFill>
                      <a:srgbClr val="213AFF"/>
                    </a:solidFill>
                    <a:latin typeface="Bahnschrift Condensed" panose="020B0502040204020203" pitchFamily="34" charset="0"/>
                  </a:rPr>
                  <a:t>     </a:t>
                </a:r>
                <a:r>
                  <a:rPr lang="en-US" altLang="zh-CN" sz="2400" dirty="0">
                    <a:latin typeface="Bahnschrift Condensed" panose="020B0502040204020203" pitchFamily="34" charset="0"/>
                  </a:rPr>
                  <a:t>AI</a:t>
                </a:r>
                <a:r>
                  <a:rPr lang="en-US" altLang="zh-CN" sz="2400" dirty="0">
                    <a:solidFill>
                      <a:srgbClr val="213AFF"/>
                    </a:solidFill>
                    <a:latin typeface="Bahnschrift Condensed" panose="020B0502040204020203" pitchFamily="34" charset="0"/>
                  </a:rPr>
                  <a:t> </a:t>
                </a:r>
                <a14:m>
                  <m:oMath xmlns:m="http://schemas.openxmlformats.org/officeDocument/2006/math">
                    <m:r>
                      <a:rPr lang="en-US" altLang="zh-CN" sz="2000" i="1" smtClean="0">
                        <a:solidFill>
                          <a:srgbClr val="213AFF"/>
                        </a:solidFill>
                        <a:latin typeface="Cambria Math" panose="02040503050406030204" pitchFamily="18" charset="0"/>
                      </a:rPr>
                      <m:t>=</m:t>
                    </m:r>
                    <m:f>
                      <m:fPr>
                        <m:ctrlPr>
                          <a:rPr lang="en-US" altLang="zh-CN" sz="2000" i="1" smtClean="0">
                            <a:solidFill>
                              <a:srgbClr val="213AFF"/>
                            </a:solidFill>
                            <a:latin typeface="Cambria Math" panose="02040503050406030204" pitchFamily="18" charset="0"/>
                          </a:rPr>
                        </m:ctrlPr>
                      </m:fPr>
                      <m:num>
                        <m:r>
                          <m:rPr>
                            <m:nor/>
                          </m:rPr>
                          <a:rPr lang="en-US" altLang="zh-CN" sz="2000" dirty="0" smtClean="0">
                            <a:solidFill>
                              <a:srgbClr val="FF0080"/>
                            </a:solidFill>
                            <a:latin typeface="Bahnschrift Condensed" panose="020B0502040204020203" pitchFamily="34" charset="0"/>
                          </a:rPr>
                          <m:t>Peak</m:t>
                        </m:r>
                        <m:r>
                          <m:rPr>
                            <m:nor/>
                          </m:rPr>
                          <a:rPr lang="en-US" altLang="zh-CN" sz="2000" dirty="0" smtClean="0">
                            <a:solidFill>
                              <a:srgbClr val="FF0080"/>
                            </a:solidFill>
                            <a:latin typeface="Bahnschrift Condensed" panose="020B0502040204020203" pitchFamily="34" charset="0"/>
                          </a:rPr>
                          <m:t> </m:t>
                        </m:r>
                        <m:r>
                          <m:rPr>
                            <m:nor/>
                          </m:rPr>
                          <a:rPr lang="en-US" altLang="zh-CN" sz="2000" dirty="0" smtClean="0">
                            <a:solidFill>
                              <a:srgbClr val="FF0080"/>
                            </a:solidFill>
                            <a:latin typeface="Bahnschrift Condensed" panose="020B0502040204020203" pitchFamily="34" charset="0"/>
                          </a:rPr>
                          <m:t>Flop</m:t>
                        </m:r>
                        <m:r>
                          <m:rPr>
                            <m:nor/>
                          </m:rPr>
                          <a:rPr lang="en-US" altLang="zh-CN" sz="2000" dirty="0" smtClean="0">
                            <a:solidFill>
                              <a:srgbClr val="FF0080"/>
                            </a:solidFill>
                            <a:latin typeface="Bahnschrift Condensed" panose="020B0502040204020203" pitchFamily="34" charset="0"/>
                          </a:rPr>
                          <m:t>/</m:t>
                        </m:r>
                        <m:r>
                          <m:rPr>
                            <m:nor/>
                          </m:rPr>
                          <a:rPr lang="en-US" altLang="zh-CN" sz="2000" dirty="0" smtClean="0">
                            <a:solidFill>
                              <a:srgbClr val="FF0080"/>
                            </a:solidFill>
                            <a:latin typeface="Bahnschrift Condensed" panose="020B0502040204020203" pitchFamily="34" charset="0"/>
                          </a:rPr>
                          <m:t>s</m:t>
                        </m:r>
                      </m:num>
                      <m:den>
                        <m:r>
                          <m:rPr>
                            <m:nor/>
                          </m:rPr>
                          <a:rPr lang="en-US" altLang="zh-CN" sz="2000" dirty="0" smtClean="0">
                            <a:solidFill>
                              <a:srgbClr val="0432FF"/>
                            </a:solidFill>
                            <a:latin typeface="Bahnschrift Condensed" panose="020B0502040204020203" pitchFamily="34" charset="0"/>
                          </a:rPr>
                          <m:t>peak</m:t>
                        </m:r>
                        <m:r>
                          <m:rPr>
                            <m:nor/>
                          </m:rPr>
                          <a:rPr lang="en-US" altLang="zh-CN" sz="2000" dirty="0" smtClean="0">
                            <a:solidFill>
                              <a:srgbClr val="0432FF"/>
                            </a:solidFill>
                            <a:latin typeface="Bahnschrift Condensed" panose="020B0502040204020203" pitchFamily="34" charset="0"/>
                          </a:rPr>
                          <m:t> </m:t>
                        </m:r>
                        <m:r>
                          <m:rPr>
                            <m:nor/>
                          </m:rPr>
                          <a:rPr lang="en-US" altLang="zh-CN" sz="2000" b="0" i="0" dirty="0" smtClean="0">
                            <a:solidFill>
                              <a:srgbClr val="0432FF"/>
                            </a:solidFill>
                            <a:latin typeface="Bahnschrift Condensed" panose="020B0502040204020203" pitchFamily="34" charset="0"/>
                          </a:rPr>
                          <m:t>GB</m:t>
                        </m:r>
                        <m:r>
                          <m:rPr>
                            <m:nor/>
                          </m:rPr>
                          <a:rPr lang="en-US" altLang="zh-CN" sz="2000" dirty="0" smtClean="0">
                            <a:solidFill>
                              <a:srgbClr val="0432FF"/>
                            </a:solidFill>
                            <a:latin typeface="Bahnschrift Condensed" panose="020B0502040204020203" pitchFamily="34" charset="0"/>
                          </a:rPr>
                          <m:t>/</m:t>
                        </m:r>
                        <m:r>
                          <m:rPr>
                            <m:nor/>
                          </m:rPr>
                          <a:rPr lang="en-US" altLang="zh-CN" sz="2000" b="0" i="0" dirty="0" smtClean="0">
                            <a:solidFill>
                              <a:srgbClr val="0432FF"/>
                            </a:solidFill>
                            <a:latin typeface="Bahnschrift Condensed" panose="020B0502040204020203" pitchFamily="34" charset="0"/>
                          </a:rPr>
                          <m:t>s</m:t>
                        </m:r>
                      </m:den>
                    </m:f>
                  </m:oMath>
                </a14:m>
                <a:endParaRPr lang="en-US" altLang="zh-CN" sz="2400" dirty="0">
                  <a:latin typeface="Bahnschrift Condensed" panose="020B0502040204020203" pitchFamily="34" charset="0"/>
                </a:endParaRPr>
              </a:p>
            </p:txBody>
          </p:sp>
        </mc:Choice>
        <mc:Fallback xmlns="">
          <p:sp>
            <p:nvSpPr>
              <p:cNvPr id="3" name="Content Placeholder 2">
                <a:extLst>
                  <a:ext uri="{FF2B5EF4-FFF2-40B4-BE49-F238E27FC236}">
                    <a16:creationId xmlns:a16="http://schemas.microsoft.com/office/drawing/2014/main" id="{A7A011EF-1B60-AD4A-B862-78A89833BA9B}"/>
                  </a:ext>
                </a:extLst>
              </p:cNvPr>
              <p:cNvSpPr>
                <a:spLocks noGrp="1" noRot="1" noChangeAspect="1" noMove="1" noResize="1" noEditPoints="1" noAdjustHandles="1" noChangeArrowheads="1" noChangeShapeType="1" noTextEdit="1"/>
              </p:cNvSpPr>
              <p:nvPr>
                <p:ph idx="1"/>
              </p:nvPr>
            </p:nvSpPr>
            <p:spPr>
              <a:xfrm>
                <a:off x="308778" y="1013461"/>
                <a:ext cx="8682822" cy="2045291"/>
              </a:xfrm>
              <a:blipFill>
                <a:blip r:embed="rId3"/>
                <a:stretch>
                  <a:fillRect t="-1488"/>
                </a:stretch>
              </a:blipFill>
            </p:spPr>
            <p:txBody>
              <a:bodyPr/>
              <a:lstStyle/>
              <a:p>
                <a:r>
                  <a:rPr lang="zh-CN" altLang="en-US">
                    <a:noFill/>
                  </a:rPr>
                  <a:t> </a:t>
                </a:r>
              </a:p>
            </p:txBody>
          </p:sp>
        </mc:Fallback>
      </mc:AlternateContent>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grpSp>
        <p:nvGrpSpPr>
          <p:cNvPr id="46" name="Group 17">
            <a:extLst>
              <a:ext uri="{FF2B5EF4-FFF2-40B4-BE49-F238E27FC236}">
                <a16:creationId xmlns:a16="http://schemas.microsoft.com/office/drawing/2014/main" id="{6B9C7225-5556-43DC-B699-EBD9CEE36B05}"/>
              </a:ext>
            </a:extLst>
          </p:cNvPr>
          <p:cNvGrpSpPr/>
          <p:nvPr/>
        </p:nvGrpSpPr>
        <p:grpSpPr>
          <a:xfrm>
            <a:off x="1945720" y="2938383"/>
            <a:ext cx="5598080" cy="369332"/>
            <a:chOff x="8382000" y="2602468"/>
            <a:chExt cx="4343400" cy="369332"/>
          </a:xfrm>
        </p:grpSpPr>
        <p:cxnSp>
          <p:nvCxnSpPr>
            <p:cNvPr id="47" name="Straight Arrow Connector 9">
              <a:extLst>
                <a:ext uri="{FF2B5EF4-FFF2-40B4-BE49-F238E27FC236}">
                  <a16:creationId xmlns:a16="http://schemas.microsoft.com/office/drawing/2014/main" id="{C5E80D07-AD21-4027-AF42-3A04032E3A8F}"/>
                </a:ext>
              </a:extLst>
            </p:cNvPr>
            <p:cNvCxnSpPr/>
            <p:nvPr/>
          </p:nvCxnSpPr>
          <p:spPr bwMode="auto">
            <a:xfrm>
              <a:off x="8382000" y="2971800"/>
              <a:ext cx="4343400" cy="0"/>
            </a:xfrm>
            <a:prstGeom prst="straightConnector1">
              <a:avLst/>
            </a:prstGeom>
            <a:solidFill>
              <a:schemeClr val="accent1"/>
            </a:solidFill>
            <a:ln w="38100" cap="flat" cmpd="sng" algn="ctr">
              <a:solidFill>
                <a:srgbClr val="FF0080"/>
              </a:solidFill>
              <a:prstDash val="solid"/>
              <a:round/>
              <a:headEnd type="none" w="med" len="med"/>
              <a:tailEnd type="none" w="lg" len="lg"/>
            </a:ln>
            <a:effectLst/>
          </p:spPr>
        </p:cxnSp>
        <p:sp>
          <p:nvSpPr>
            <p:cNvPr id="48" name="TextBox 12">
              <a:extLst>
                <a:ext uri="{FF2B5EF4-FFF2-40B4-BE49-F238E27FC236}">
                  <a16:creationId xmlns:a16="http://schemas.microsoft.com/office/drawing/2014/main" id="{78D46EB0-7B81-4143-BBC9-051A6B0DCE1F}"/>
                </a:ext>
              </a:extLst>
            </p:cNvPr>
            <p:cNvSpPr txBox="1"/>
            <p:nvPr/>
          </p:nvSpPr>
          <p:spPr>
            <a:xfrm>
              <a:off x="8785425" y="2602468"/>
              <a:ext cx="1402948" cy="369332"/>
            </a:xfrm>
            <a:prstGeom prst="rect">
              <a:avLst/>
            </a:prstGeom>
            <a:noFill/>
          </p:spPr>
          <p:txBody>
            <a:bodyPr wrap="none" rtlCol="0">
              <a:spAutoFit/>
            </a:bodyPr>
            <a:lstStyle/>
            <a:p>
              <a:pPr algn="ctr"/>
              <a:r>
                <a:rPr lang="en-US" sz="1800" dirty="0">
                  <a:solidFill>
                    <a:srgbClr val="FF0080"/>
                  </a:solidFill>
                </a:rPr>
                <a:t>Peak Flop/s</a:t>
              </a:r>
            </a:p>
          </p:txBody>
        </p:sp>
      </p:grpSp>
      <p:cxnSp>
        <p:nvCxnSpPr>
          <p:cNvPr id="50" name="Straight Arrow Connector 5">
            <a:extLst>
              <a:ext uri="{FF2B5EF4-FFF2-40B4-BE49-F238E27FC236}">
                <a16:creationId xmlns:a16="http://schemas.microsoft.com/office/drawing/2014/main" id="{E6260FF1-F44D-47B4-AFD6-2549B4E125FE}"/>
              </a:ext>
            </a:extLst>
          </p:cNvPr>
          <p:cNvCxnSpPr>
            <a:cxnSpLocks/>
          </p:cNvCxnSpPr>
          <p:nvPr/>
        </p:nvCxnSpPr>
        <p:spPr bwMode="auto">
          <a:xfrm>
            <a:off x="1945720" y="6127115"/>
            <a:ext cx="5598080" cy="45084"/>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cxnSp>
        <p:nvCxnSpPr>
          <p:cNvPr id="51" name="Straight Arrow Connector 6">
            <a:extLst>
              <a:ext uri="{FF2B5EF4-FFF2-40B4-BE49-F238E27FC236}">
                <a16:creationId xmlns:a16="http://schemas.microsoft.com/office/drawing/2014/main" id="{A1AA3CD9-763A-44AE-A04D-DBE5C7C8D373}"/>
              </a:ext>
            </a:extLst>
          </p:cNvPr>
          <p:cNvCxnSpPr>
            <a:cxnSpLocks/>
          </p:cNvCxnSpPr>
          <p:nvPr/>
        </p:nvCxnSpPr>
        <p:spPr bwMode="auto">
          <a:xfrm flipV="1">
            <a:off x="2174320" y="2926715"/>
            <a:ext cx="41476" cy="342900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sp>
        <p:nvSpPr>
          <p:cNvPr id="52" name="TextBox 13">
            <a:extLst>
              <a:ext uri="{FF2B5EF4-FFF2-40B4-BE49-F238E27FC236}">
                <a16:creationId xmlns:a16="http://schemas.microsoft.com/office/drawing/2014/main" id="{C610348B-0149-467B-A5B8-11F1E137DB96}"/>
              </a:ext>
            </a:extLst>
          </p:cNvPr>
          <p:cNvSpPr txBox="1"/>
          <p:nvPr/>
        </p:nvSpPr>
        <p:spPr>
          <a:xfrm rot="16200000">
            <a:off x="705329" y="4364471"/>
            <a:ext cx="2590801" cy="369332"/>
          </a:xfrm>
          <a:prstGeom prst="rect">
            <a:avLst/>
          </a:prstGeom>
          <a:noFill/>
        </p:spPr>
        <p:txBody>
          <a:bodyPr wrap="square" rtlCol="0">
            <a:spAutoFit/>
          </a:bodyPr>
          <a:lstStyle/>
          <a:p>
            <a:pPr algn="ctr"/>
            <a:r>
              <a:rPr lang="en-US" dirty="0"/>
              <a:t>Throughput</a:t>
            </a:r>
            <a:r>
              <a:rPr lang="en-US" sz="1800" dirty="0"/>
              <a:t> (Flop/s)</a:t>
            </a:r>
          </a:p>
        </p:txBody>
      </p:sp>
      <p:grpSp>
        <p:nvGrpSpPr>
          <p:cNvPr id="53" name="Group 18">
            <a:extLst>
              <a:ext uri="{FF2B5EF4-FFF2-40B4-BE49-F238E27FC236}">
                <a16:creationId xmlns:a16="http://schemas.microsoft.com/office/drawing/2014/main" id="{08E839FD-54B4-49B4-A6B2-BE7DB9FC7862}"/>
              </a:ext>
            </a:extLst>
          </p:cNvPr>
          <p:cNvGrpSpPr/>
          <p:nvPr/>
        </p:nvGrpSpPr>
        <p:grpSpPr>
          <a:xfrm>
            <a:off x="2172180" y="3010855"/>
            <a:ext cx="3501344" cy="3114154"/>
            <a:chOff x="9067800" y="2133600"/>
            <a:chExt cx="3657600" cy="3657600"/>
          </a:xfrm>
        </p:grpSpPr>
        <p:cxnSp>
          <p:nvCxnSpPr>
            <p:cNvPr id="54" name="Straight Arrow Connector 7">
              <a:extLst>
                <a:ext uri="{FF2B5EF4-FFF2-40B4-BE49-F238E27FC236}">
                  <a16:creationId xmlns:a16="http://schemas.microsoft.com/office/drawing/2014/main" id="{452F29CA-BF98-4192-BA29-C86676B71E38}"/>
                </a:ext>
              </a:extLst>
            </p:cNvPr>
            <p:cNvCxnSpPr/>
            <p:nvPr/>
          </p:nvCxnSpPr>
          <p:spPr bwMode="auto">
            <a:xfrm flipV="1">
              <a:off x="9067800" y="2133600"/>
              <a:ext cx="3657600" cy="3657600"/>
            </a:xfrm>
            <a:prstGeom prst="straightConnector1">
              <a:avLst/>
            </a:prstGeom>
            <a:solidFill>
              <a:schemeClr val="accent1"/>
            </a:solidFill>
            <a:ln w="38100" cap="flat" cmpd="sng" algn="ctr">
              <a:solidFill>
                <a:srgbClr val="0432FF"/>
              </a:solidFill>
              <a:prstDash val="solid"/>
              <a:round/>
              <a:headEnd type="none" w="med" len="med"/>
              <a:tailEnd type="none" w="lg" len="lg"/>
            </a:ln>
            <a:effectLst/>
          </p:spPr>
        </p:cxnSp>
        <p:sp>
          <p:nvSpPr>
            <p:cNvPr id="55" name="TextBox 15">
              <a:extLst>
                <a:ext uri="{FF2B5EF4-FFF2-40B4-BE49-F238E27FC236}">
                  <a16:creationId xmlns:a16="http://schemas.microsoft.com/office/drawing/2014/main" id="{D40D4DA8-CFD8-4EDB-81A1-28A897D5C631}"/>
                </a:ext>
              </a:extLst>
            </p:cNvPr>
            <p:cNvSpPr txBox="1"/>
            <p:nvPr/>
          </p:nvSpPr>
          <p:spPr>
            <a:xfrm rot="19080465">
              <a:off x="9681699" y="3825535"/>
              <a:ext cx="1441420" cy="369332"/>
            </a:xfrm>
            <a:prstGeom prst="rect">
              <a:avLst/>
            </a:prstGeom>
            <a:noFill/>
          </p:spPr>
          <p:txBody>
            <a:bodyPr wrap="none" rtlCol="0">
              <a:spAutoFit/>
            </a:bodyPr>
            <a:lstStyle/>
            <a:p>
              <a:pPr algn="ctr"/>
              <a:r>
                <a:rPr lang="en-US" sz="1800" dirty="0">
                  <a:solidFill>
                    <a:srgbClr val="0432FF"/>
                  </a:solidFill>
                </a:rPr>
                <a:t>DRAM GB/s</a:t>
              </a:r>
            </a:p>
          </p:txBody>
        </p:sp>
      </p:grpSp>
      <p:sp>
        <p:nvSpPr>
          <p:cNvPr id="56" name="TextBox 16">
            <a:extLst>
              <a:ext uri="{FF2B5EF4-FFF2-40B4-BE49-F238E27FC236}">
                <a16:creationId xmlns:a16="http://schemas.microsoft.com/office/drawing/2014/main" id="{C32926F6-6C42-43B5-962A-F634B87C906D}"/>
              </a:ext>
            </a:extLst>
          </p:cNvPr>
          <p:cNvSpPr txBox="1"/>
          <p:nvPr/>
        </p:nvSpPr>
        <p:spPr>
          <a:xfrm>
            <a:off x="2188606" y="6118420"/>
            <a:ext cx="4329113" cy="369332"/>
          </a:xfrm>
          <a:prstGeom prst="rect">
            <a:avLst/>
          </a:prstGeom>
          <a:noFill/>
        </p:spPr>
        <p:txBody>
          <a:bodyPr wrap="square" rtlCol="0">
            <a:spAutoFit/>
          </a:bodyPr>
          <a:lstStyle/>
          <a:p>
            <a:pPr algn="ctr"/>
            <a:r>
              <a:rPr lang="en-US" sz="1800" dirty="0"/>
              <a:t>Arithmetic Intensity (</a:t>
            </a:r>
            <a:r>
              <a:rPr lang="en-US" sz="1800" dirty="0" err="1"/>
              <a:t>Flop:Byte</a:t>
            </a:r>
            <a:r>
              <a:rPr lang="en-US" sz="1800" dirty="0"/>
              <a:t>)</a:t>
            </a:r>
          </a:p>
        </p:txBody>
      </p:sp>
      <p:sp>
        <p:nvSpPr>
          <p:cNvPr id="60" name="Freeform 19">
            <a:extLst>
              <a:ext uri="{FF2B5EF4-FFF2-40B4-BE49-F238E27FC236}">
                <a16:creationId xmlns:a16="http://schemas.microsoft.com/office/drawing/2014/main" id="{02693160-7339-4C7D-A693-2C3D5DEBFAEB}"/>
              </a:ext>
            </a:extLst>
          </p:cNvPr>
          <p:cNvSpPr/>
          <p:nvPr/>
        </p:nvSpPr>
        <p:spPr bwMode="auto">
          <a:xfrm>
            <a:off x="2174321" y="3307715"/>
            <a:ext cx="4148138" cy="2808603"/>
          </a:xfrm>
          <a:custGeom>
            <a:avLst/>
            <a:gdLst>
              <a:gd name="connsiteX0" fmla="*/ 0 w 3686175"/>
              <a:gd name="connsiteY0" fmla="*/ 2786063 h 2786063"/>
              <a:gd name="connsiteX1" fmla="*/ 2814637 w 3686175"/>
              <a:gd name="connsiteY1" fmla="*/ 0 h 2786063"/>
              <a:gd name="connsiteX2" fmla="*/ 3686175 w 3686175"/>
              <a:gd name="connsiteY2" fmla="*/ 0 h 2786063"/>
            </a:gdLst>
            <a:ahLst/>
            <a:cxnLst>
              <a:cxn ang="0">
                <a:pos x="connsiteX0" y="connsiteY0"/>
              </a:cxn>
              <a:cxn ang="0">
                <a:pos x="connsiteX1" y="connsiteY1"/>
              </a:cxn>
              <a:cxn ang="0">
                <a:pos x="connsiteX2" y="connsiteY2"/>
              </a:cxn>
            </a:cxnLst>
            <a:rect l="l" t="t" r="r" b="b"/>
            <a:pathLst>
              <a:path w="3686175" h="2786063">
                <a:moveTo>
                  <a:pt x="0" y="2786063"/>
                </a:moveTo>
                <a:lnTo>
                  <a:pt x="2814637" y="0"/>
                </a:lnTo>
                <a:lnTo>
                  <a:pt x="3686175" y="0"/>
                </a:lnTo>
              </a:path>
            </a:pathLst>
          </a:custGeom>
          <a:noFill/>
          <a:ln w="25400" cap="flat" cmpd="sng" algn="ctr">
            <a:solidFill>
              <a:schemeClr val="bg1"/>
            </a:solidFill>
            <a:prstDash val="solid"/>
            <a:round/>
            <a:headEnd type="none" w="med" len="med"/>
            <a:tailEnd type="none" w="med" len="med"/>
          </a:ln>
          <a:effectLst>
            <a:glow rad="127000">
              <a:srgbClr val="CC66FF"/>
            </a:glo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grpSp>
        <p:nvGrpSpPr>
          <p:cNvPr id="62" name="Group 28">
            <a:extLst>
              <a:ext uri="{FF2B5EF4-FFF2-40B4-BE49-F238E27FC236}">
                <a16:creationId xmlns:a16="http://schemas.microsoft.com/office/drawing/2014/main" id="{9330051C-F9CB-4DEC-B7B7-3D57A280588C}"/>
              </a:ext>
            </a:extLst>
          </p:cNvPr>
          <p:cNvGrpSpPr/>
          <p:nvPr/>
        </p:nvGrpSpPr>
        <p:grpSpPr>
          <a:xfrm>
            <a:off x="4301038" y="3035933"/>
            <a:ext cx="1981200" cy="3328476"/>
            <a:chOff x="10820400" y="2590800"/>
            <a:chExt cx="1981200" cy="3429000"/>
          </a:xfrm>
        </p:grpSpPr>
        <p:cxnSp>
          <p:nvCxnSpPr>
            <p:cNvPr id="63" name="Straight Connector 22">
              <a:extLst>
                <a:ext uri="{FF2B5EF4-FFF2-40B4-BE49-F238E27FC236}">
                  <a16:creationId xmlns:a16="http://schemas.microsoft.com/office/drawing/2014/main" id="{BC174744-DABF-4F8C-ACF7-C158F4586E4C}"/>
                </a:ext>
              </a:extLst>
            </p:cNvPr>
            <p:cNvCxnSpPr/>
            <p:nvPr/>
          </p:nvCxnSpPr>
          <p:spPr bwMode="auto">
            <a:xfrm flipH="1">
              <a:off x="11811000" y="2590800"/>
              <a:ext cx="76200" cy="3429000"/>
            </a:xfrm>
            <a:prstGeom prst="line">
              <a:avLst/>
            </a:prstGeom>
            <a:solidFill>
              <a:schemeClr val="accent1"/>
            </a:solidFill>
            <a:ln w="19050" cap="flat" cmpd="sng" algn="ctr">
              <a:solidFill>
                <a:srgbClr val="00B050"/>
              </a:solidFill>
              <a:prstDash val="dash"/>
              <a:round/>
              <a:headEnd type="none" w="med" len="med"/>
              <a:tailEnd type="none" w="med" len="med"/>
            </a:ln>
            <a:effectLst/>
          </p:spPr>
        </p:cxnSp>
        <p:cxnSp>
          <p:nvCxnSpPr>
            <p:cNvPr id="64" name="Straight Connector 23">
              <a:extLst>
                <a:ext uri="{FF2B5EF4-FFF2-40B4-BE49-F238E27FC236}">
                  <a16:creationId xmlns:a16="http://schemas.microsoft.com/office/drawing/2014/main" id="{471F569F-F7D4-41B1-9404-B6E3A4F91E9A}"/>
                </a:ext>
              </a:extLst>
            </p:cNvPr>
            <p:cNvCxnSpPr/>
            <p:nvPr/>
          </p:nvCxnSpPr>
          <p:spPr bwMode="auto">
            <a:xfrm flipH="1">
              <a:off x="11353800" y="5319714"/>
              <a:ext cx="457200" cy="0"/>
            </a:xfrm>
            <a:prstGeom prst="line">
              <a:avLst/>
            </a:prstGeom>
            <a:solidFill>
              <a:schemeClr val="accent1"/>
            </a:solidFill>
            <a:ln w="19050" cap="flat" cmpd="sng" algn="ctr">
              <a:solidFill>
                <a:srgbClr val="00B050"/>
              </a:solidFill>
              <a:prstDash val="solid"/>
              <a:round/>
              <a:headEnd type="none" w="med" len="med"/>
              <a:tailEnd type="stealth" w="lg" len="lg"/>
            </a:ln>
            <a:effectLst/>
          </p:spPr>
        </p:cxnSp>
        <p:cxnSp>
          <p:nvCxnSpPr>
            <p:cNvPr id="66" name="Straight Connector 25">
              <a:extLst>
                <a:ext uri="{FF2B5EF4-FFF2-40B4-BE49-F238E27FC236}">
                  <a16:creationId xmlns:a16="http://schemas.microsoft.com/office/drawing/2014/main" id="{1B24F418-2AAF-436B-95C9-C689BF76F8FA}"/>
                </a:ext>
              </a:extLst>
            </p:cNvPr>
            <p:cNvCxnSpPr/>
            <p:nvPr/>
          </p:nvCxnSpPr>
          <p:spPr bwMode="auto">
            <a:xfrm>
              <a:off x="11811000" y="5319714"/>
              <a:ext cx="457200" cy="0"/>
            </a:xfrm>
            <a:prstGeom prst="line">
              <a:avLst/>
            </a:prstGeom>
            <a:solidFill>
              <a:schemeClr val="accent1"/>
            </a:solidFill>
            <a:ln w="19050" cap="flat" cmpd="sng" algn="ctr">
              <a:solidFill>
                <a:srgbClr val="00B050"/>
              </a:solidFill>
              <a:prstDash val="solid"/>
              <a:round/>
              <a:headEnd type="none" w="med" len="med"/>
              <a:tailEnd type="stealth" w="lg" len="lg"/>
            </a:ln>
            <a:effectLst/>
          </p:spPr>
        </p:cxnSp>
        <p:sp>
          <p:nvSpPr>
            <p:cNvPr id="67" name="TextBox 26">
              <a:extLst>
                <a:ext uri="{FF2B5EF4-FFF2-40B4-BE49-F238E27FC236}">
                  <a16:creationId xmlns:a16="http://schemas.microsoft.com/office/drawing/2014/main" id="{6466DEE1-8484-4A8B-B389-5ED09845DF12}"/>
                </a:ext>
              </a:extLst>
            </p:cNvPr>
            <p:cNvSpPr txBox="1"/>
            <p:nvPr/>
          </p:nvSpPr>
          <p:spPr>
            <a:xfrm>
              <a:off x="10820400" y="4876800"/>
              <a:ext cx="914400" cy="457200"/>
            </a:xfrm>
            <a:prstGeom prst="rect">
              <a:avLst/>
            </a:prstGeom>
            <a:noFill/>
          </p:spPr>
          <p:txBody>
            <a:bodyPr wrap="none" tIns="0" rIns="0" bIns="0" rtlCol="0" anchor="ctr">
              <a:noAutofit/>
            </a:bodyPr>
            <a:lstStyle/>
            <a:p>
              <a:pPr algn="r"/>
              <a:r>
                <a:rPr lang="en-US" sz="1800" dirty="0">
                  <a:solidFill>
                    <a:srgbClr val="00B050"/>
                  </a:solidFill>
                </a:rPr>
                <a:t>Memory-bound</a:t>
              </a:r>
            </a:p>
          </p:txBody>
        </p:sp>
        <p:sp>
          <p:nvSpPr>
            <p:cNvPr id="68" name="TextBox 27">
              <a:extLst>
                <a:ext uri="{FF2B5EF4-FFF2-40B4-BE49-F238E27FC236}">
                  <a16:creationId xmlns:a16="http://schemas.microsoft.com/office/drawing/2014/main" id="{A4FE3901-06BB-4B9E-AC4C-F1F47141FB2A}"/>
                </a:ext>
              </a:extLst>
            </p:cNvPr>
            <p:cNvSpPr txBox="1"/>
            <p:nvPr/>
          </p:nvSpPr>
          <p:spPr>
            <a:xfrm>
              <a:off x="11887200" y="4876800"/>
              <a:ext cx="914400" cy="457200"/>
            </a:xfrm>
            <a:prstGeom prst="rect">
              <a:avLst/>
            </a:prstGeom>
            <a:noFill/>
          </p:spPr>
          <p:txBody>
            <a:bodyPr wrap="none" tIns="0" rIns="0" bIns="0" rtlCol="0" anchor="ctr">
              <a:noAutofit/>
            </a:bodyPr>
            <a:lstStyle/>
            <a:p>
              <a:r>
                <a:rPr lang="en-US" sz="1800" dirty="0">
                  <a:solidFill>
                    <a:srgbClr val="00B050"/>
                  </a:solidFill>
                </a:rPr>
                <a:t>Compute-bound</a:t>
              </a:r>
            </a:p>
          </p:txBody>
        </p:sp>
      </p:grpSp>
      <p:sp>
        <p:nvSpPr>
          <p:cNvPr id="5" name="星形: 五角 4">
            <a:extLst>
              <a:ext uri="{FF2B5EF4-FFF2-40B4-BE49-F238E27FC236}">
                <a16:creationId xmlns:a16="http://schemas.microsoft.com/office/drawing/2014/main" id="{D3941848-C1E7-4E67-8961-EA72B75FE5D5}"/>
              </a:ext>
            </a:extLst>
          </p:cNvPr>
          <p:cNvSpPr/>
          <p:nvPr/>
        </p:nvSpPr>
        <p:spPr bwMode="auto">
          <a:xfrm>
            <a:off x="5270457" y="3150258"/>
            <a:ext cx="194762" cy="248962"/>
          </a:xfrm>
          <a:prstGeom prst="star5">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3" name="星形: 五角 22">
            <a:extLst>
              <a:ext uri="{FF2B5EF4-FFF2-40B4-BE49-F238E27FC236}">
                <a16:creationId xmlns:a16="http://schemas.microsoft.com/office/drawing/2014/main" id="{36D0A400-DAC1-4CEF-8E5B-238522596347}"/>
              </a:ext>
            </a:extLst>
          </p:cNvPr>
          <p:cNvSpPr/>
          <p:nvPr/>
        </p:nvSpPr>
        <p:spPr bwMode="auto">
          <a:xfrm>
            <a:off x="1066800" y="2438400"/>
            <a:ext cx="194762" cy="248962"/>
          </a:xfrm>
          <a:prstGeom prst="star5">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Tree>
    <p:extLst>
      <p:ext uri="{BB962C8B-B14F-4D97-AF65-F5344CB8AC3E}">
        <p14:creationId xmlns:p14="http://schemas.microsoft.com/office/powerpoint/2010/main" val="33985815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Compute Roofline Model</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304800" y="980867"/>
            <a:ext cx="8682822" cy="2013776"/>
          </a:xfrm>
        </p:spPr>
        <p:txBody>
          <a:bodyPr/>
          <a:lstStyle/>
          <a:p>
            <a:r>
              <a:rPr lang="en-US" b="1" dirty="0"/>
              <a:t>Compute roofline model</a:t>
            </a:r>
            <a:r>
              <a:rPr lang="en-US" dirty="0"/>
              <a:t>:</a:t>
            </a:r>
          </a:p>
          <a:p>
            <a:pPr lvl="1"/>
            <a:r>
              <a:rPr lang="en-US" altLang="zh-CN" sz="2000" dirty="0">
                <a:solidFill>
                  <a:srgbClr val="7030A0"/>
                </a:solidFill>
              </a:rPr>
              <a:t>No vectorization: </a:t>
            </a:r>
            <a:r>
              <a:rPr lang="en-US" altLang="zh-CN" sz="2000" dirty="0"/>
              <a:t>none</a:t>
            </a:r>
          </a:p>
          <a:p>
            <a:pPr lvl="1"/>
            <a:r>
              <a:rPr lang="en-US" altLang="zh-CN" sz="2000" dirty="0" err="1">
                <a:solidFill>
                  <a:srgbClr val="CC66FF"/>
                </a:solidFill>
              </a:rPr>
              <a:t>Vec</a:t>
            </a:r>
            <a:r>
              <a:rPr lang="en-US" altLang="zh-CN" sz="2000" dirty="0">
                <a:solidFill>
                  <a:srgbClr val="CC66FF"/>
                </a:solidFill>
              </a:rPr>
              <a:t>: </a:t>
            </a:r>
            <a:r>
              <a:rPr lang="en-US" altLang="zh-CN" sz="2000" dirty="0"/>
              <a:t>vectorization code</a:t>
            </a:r>
            <a:endParaRPr lang="en-US" altLang="zh-CN" sz="2000" dirty="0">
              <a:solidFill>
                <a:srgbClr val="CC66FF"/>
              </a:solidFill>
            </a:endParaRPr>
          </a:p>
          <a:p>
            <a:pPr lvl="1"/>
            <a:r>
              <a:rPr lang="en-US" altLang="zh-CN" sz="1800" dirty="0">
                <a:solidFill>
                  <a:srgbClr val="FF0080"/>
                </a:solidFill>
              </a:rPr>
              <a:t>Peak Flop/s:</a:t>
            </a:r>
            <a:r>
              <a:rPr lang="en-US" altLang="zh-CN" sz="2000" dirty="0">
                <a:solidFill>
                  <a:srgbClr val="FF0080"/>
                </a:solidFill>
              </a:rPr>
              <a:t> </a:t>
            </a:r>
            <a:r>
              <a:rPr lang="en-US" altLang="zh-CN" sz="2000" dirty="0"/>
              <a:t>fused multiply-add + vectorization code</a:t>
            </a:r>
          </a:p>
          <a:p>
            <a:pPr lvl="1"/>
            <a:endParaRPr lang="en-US" altLang="zh-CN" sz="2000" dirty="0"/>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grpSp>
        <p:nvGrpSpPr>
          <p:cNvPr id="46" name="Group 17">
            <a:extLst>
              <a:ext uri="{FF2B5EF4-FFF2-40B4-BE49-F238E27FC236}">
                <a16:creationId xmlns:a16="http://schemas.microsoft.com/office/drawing/2014/main" id="{6B9C7225-5556-43DC-B699-EBD9CEE36B05}"/>
              </a:ext>
            </a:extLst>
          </p:cNvPr>
          <p:cNvGrpSpPr/>
          <p:nvPr/>
        </p:nvGrpSpPr>
        <p:grpSpPr>
          <a:xfrm>
            <a:off x="1945720" y="2938383"/>
            <a:ext cx="5598080" cy="369332"/>
            <a:chOff x="8382000" y="2602468"/>
            <a:chExt cx="4343400" cy="369332"/>
          </a:xfrm>
        </p:grpSpPr>
        <p:cxnSp>
          <p:nvCxnSpPr>
            <p:cNvPr id="47" name="Straight Arrow Connector 9">
              <a:extLst>
                <a:ext uri="{FF2B5EF4-FFF2-40B4-BE49-F238E27FC236}">
                  <a16:creationId xmlns:a16="http://schemas.microsoft.com/office/drawing/2014/main" id="{C5E80D07-AD21-4027-AF42-3A04032E3A8F}"/>
                </a:ext>
              </a:extLst>
            </p:cNvPr>
            <p:cNvCxnSpPr/>
            <p:nvPr/>
          </p:nvCxnSpPr>
          <p:spPr bwMode="auto">
            <a:xfrm>
              <a:off x="8382000" y="2971800"/>
              <a:ext cx="4343400" cy="0"/>
            </a:xfrm>
            <a:prstGeom prst="straightConnector1">
              <a:avLst/>
            </a:prstGeom>
            <a:solidFill>
              <a:schemeClr val="accent1"/>
            </a:solidFill>
            <a:ln w="38100" cap="flat" cmpd="sng" algn="ctr">
              <a:solidFill>
                <a:srgbClr val="FF0080"/>
              </a:solidFill>
              <a:prstDash val="solid"/>
              <a:round/>
              <a:headEnd type="none" w="med" len="med"/>
              <a:tailEnd type="none" w="lg" len="lg"/>
            </a:ln>
            <a:effectLst/>
          </p:spPr>
        </p:cxnSp>
        <p:sp>
          <p:nvSpPr>
            <p:cNvPr id="48" name="TextBox 12">
              <a:extLst>
                <a:ext uri="{FF2B5EF4-FFF2-40B4-BE49-F238E27FC236}">
                  <a16:creationId xmlns:a16="http://schemas.microsoft.com/office/drawing/2014/main" id="{78D46EB0-7B81-4143-BBC9-051A6B0DCE1F}"/>
                </a:ext>
              </a:extLst>
            </p:cNvPr>
            <p:cNvSpPr txBox="1"/>
            <p:nvPr/>
          </p:nvSpPr>
          <p:spPr>
            <a:xfrm>
              <a:off x="8785425" y="2602468"/>
              <a:ext cx="1402948" cy="369332"/>
            </a:xfrm>
            <a:prstGeom prst="rect">
              <a:avLst/>
            </a:prstGeom>
            <a:noFill/>
          </p:spPr>
          <p:txBody>
            <a:bodyPr wrap="none" rtlCol="0">
              <a:spAutoFit/>
            </a:bodyPr>
            <a:lstStyle/>
            <a:p>
              <a:pPr algn="ctr"/>
              <a:r>
                <a:rPr lang="en-US" sz="1800" dirty="0">
                  <a:solidFill>
                    <a:srgbClr val="FF0080"/>
                  </a:solidFill>
                </a:rPr>
                <a:t>Peak Flop/s</a:t>
              </a:r>
            </a:p>
          </p:txBody>
        </p:sp>
      </p:grpSp>
      <p:cxnSp>
        <p:nvCxnSpPr>
          <p:cNvPr id="50" name="Straight Arrow Connector 5">
            <a:extLst>
              <a:ext uri="{FF2B5EF4-FFF2-40B4-BE49-F238E27FC236}">
                <a16:creationId xmlns:a16="http://schemas.microsoft.com/office/drawing/2014/main" id="{E6260FF1-F44D-47B4-AFD6-2549B4E125FE}"/>
              </a:ext>
            </a:extLst>
          </p:cNvPr>
          <p:cNvCxnSpPr>
            <a:cxnSpLocks/>
          </p:cNvCxnSpPr>
          <p:nvPr/>
        </p:nvCxnSpPr>
        <p:spPr bwMode="auto">
          <a:xfrm>
            <a:off x="1945720" y="6127115"/>
            <a:ext cx="5598080" cy="45084"/>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cxnSp>
        <p:nvCxnSpPr>
          <p:cNvPr id="51" name="Straight Arrow Connector 6">
            <a:extLst>
              <a:ext uri="{FF2B5EF4-FFF2-40B4-BE49-F238E27FC236}">
                <a16:creationId xmlns:a16="http://schemas.microsoft.com/office/drawing/2014/main" id="{A1AA3CD9-763A-44AE-A04D-DBE5C7C8D373}"/>
              </a:ext>
            </a:extLst>
          </p:cNvPr>
          <p:cNvCxnSpPr>
            <a:cxnSpLocks/>
          </p:cNvCxnSpPr>
          <p:nvPr/>
        </p:nvCxnSpPr>
        <p:spPr bwMode="auto">
          <a:xfrm flipV="1">
            <a:off x="2174320" y="2926715"/>
            <a:ext cx="41476" cy="342900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sp>
        <p:nvSpPr>
          <p:cNvPr id="52" name="TextBox 13">
            <a:extLst>
              <a:ext uri="{FF2B5EF4-FFF2-40B4-BE49-F238E27FC236}">
                <a16:creationId xmlns:a16="http://schemas.microsoft.com/office/drawing/2014/main" id="{C610348B-0149-467B-A5B8-11F1E137DB96}"/>
              </a:ext>
            </a:extLst>
          </p:cNvPr>
          <p:cNvSpPr txBox="1"/>
          <p:nvPr/>
        </p:nvSpPr>
        <p:spPr>
          <a:xfrm rot="16200000">
            <a:off x="705329" y="4364471"/>
            <a:ext cx="2590801" cy="369332"/>
          </a:xfrm>
          <a:prstGeom prst="rect">
            <a:avLst/>
          </a:prstGeom>
          <a:noFill/>
        </p:spPr>
        <p:txBody>
          <a:bodyPr wrap="square" rtlCol="0">
            <a:spAutoFit/>
          </a:bodyPr>
          <a:lstStyle/>
          <a:p>
            <a:pPr algn="ctr"/>
            <a:r>
              <a:rPr lang="en-US" dirty="0"/>
              <a:t>Throughput</a:t>
            </a:r>
            <a:r>
              <a:rPr lang="en-US" sz="1800" dirty="0"/>
              <a:t> (Flop/s)</a:t>
            </a:r>
          </a:p>
        </p:txBody>
      </p:sp>
      <p:grpSp>
        <p:nvGrpSpPr>
          <p:cNvPr id="53" name="Group 18">
            <a:extLst>
              <a:ext uri="{FF2B5EF4-FFF2-40B4-BE49-F238E27FC236}">
                <a16:creationId xmlns:a16="http://schemas.microsoft.com/office/drawing/2014/main" id="{08E839FD-54B4-49B4-A6B2-BE7DB9FC7862}"/>
              </a:ext>
            </a:extLst>
          </p:cNvPr>
          <p:cNvGrpSpPr/>
          <p:nvPr/>
        </p:nvGrpSpPr>
        <p:grpSpPr>
          <a:xfrm>
            <a:off x="2174320" y="3035933"/>
            <a:ext cx="3540680" cy="3091169"/>
            <a:chOff x="9067800" y="2133600"/>
            <a:chExt cx="3657600" cy="3657600"/>
          </a:xfrm>
        </p:grpSpPr>
        <p:cxnSp>
          <p:nvCxnSpPr>
            <p:cNvPr id="54" name="Straight Arrow Connector 7">
              <a:extLst>
                <a:ext uri="{FF2B5EF4-FFF2-40B4-BE49-F238E27FC236}">
                  <a16:creationId xmlns:a16="http://schemas.microsoft.com/office/drawing/2014/main" id="{452F29CA-BF98-4192-BA29-C86676B71E38}"/>
                </a:ext>
              </a:extLst>
            </p:cNvPr>
            <p:cNvCxnSpPr/>
            <p:nvPr/>
          </p:nvCxnSpPr>
          <p:spPr bwMode="auto">
            <a:xfrm flipV="1">
              <a:off x="9067800" y="2133600"/>
              <a:ext cx="3657600" cy="3657600"/>
            </a:xfrm>
            <a:prstGeom prst="straightConnector1">
              <a:avLst/>
            </a:prstGeom>
            <a:solidFill>
              <a:schemeClr val="accent1"/>
            </a:solidFill>
            <a:ln w="38100" cap="flat" cmpd="sng" algn="ctr">
              <a:solidFill>
                <a:srgbClr val="0432FF"/>
              </a:solidFill>
              <a:prstDash val="solid"/>
              <a:round/>
              <a:headEnd type="none" w="med" len="med"/>
              <a:tailEnd type="none" w="lg" len="lg"/>
            </a:ln>
            <a:effectLst/>
          </p:spPr>
        </p:cxnSp>
        <p:sp>
          <p:nvSpPr>
            <p:cNvPr id="55" name="TextBox 15">
              <a:extLst>
                <a:ext uri="{FF2B5EF4-FFF2-40B4-BE49-F238E27FC236}">
                  <a16:creationId xmlns:a16="http://schemas.microsoft.com/office/drawing/2014/main" id="{D40D4DA8-CFD8-4EDB-81A1-28A897D5C631}"/>
                </a:ext>
              </a:extLst>
            </p:cNvPr>
            <p:cNvSpPr txBox="1"/>
            <p:nvPr/>
          </p:nvSpPr>
          <p:spPr>
            <a:xfrm rot="18900000">
              <a:off x="10030791" y="3553160"/>
              <a:ext cx="1441420" cy="369332"/>
            </a:xfrm>
            <a:prstGeom prst="rect">
              <a:avLst/>
            </a:prstGeom>
            <a:noFill/>
          </p:spPr>
          <p:txBody>
            <a:bodyPr wrap="none" rtlCol="0">
              <a:spAutoFit/>
            </a:bodyPr>
            <a:lstStyle/>
            <a:p>
              <a:pPr algn="ctr"/>
              <a:r>
                <a:rPr lang="en-US" sz="1800" dirty="0">
                  <a:solidFill>
                    <a:srgbClr val="0432FF"/>
                  </a:solidFill>
                </a:rPr>
                <a:t>DRAM GB/s</a:t>
              </a:r>
            </a:p>
          </p:txBody>
        </p:sp>
      </p:grpSp>
      <p:sp>
        <p:nvSpPr>
          <p:cNvPr id="56" name="TextBox 16">
            <a:extLst>
              <a:ext uri="{FF2B5EF4-FFF2-40B4-BE49-F238E27FC236}">
                <a16:creationId xmlns:a16="http://schemas.microsoft.com/office/drawing/2014/main" id="{C32926F6-6C42-43B5-962A-F634B87C906D}"/>
              </a:ext>
            </a:extLst>
          </p:cNvPr>
          <p:cNvSpPr txBox="1"/>
          <p:nvPr/>
        </p:nvSpPr>
        <p:spPr>
          <a:xfrm>
            <a:off x="2188606" y="6118420"/>
            <a:ext cx="4329113" cy="369332"/>
          </a:xfrm>
          <a:prstGeom prst="rect">
            <a:avLst/>
          </a:prstGeom>
          <a:noFill/>
        </p:spPr>
        <p:txBody>
          <a:bodyPr wrap="square" rtlCol="0">
            <a:spAutoFit/>
          </a:bodyPr>
          <a:lstStyle/>
          <a:p>
            <a:pPr algn="ctr"/>
            <a:r>
              <a:rPr lang="en-US" sz="1800" dirty="0"/>
              <a:t>Arithmetic Intensity (</a:t>
            </a:r>
            <a:r>
              <a:rPr lang="en-US" sz="1800" dirty="0" err="1"/>
              <a:t>Flop:Byte</a:t>
            </a:r>
            <a:r>
              <a:rPr lang="en-US" sz="1800" dirty="0"/>
              <a:t>)</a:t>
            </a:r>
          </a:p>
        </p:txBody>
      </p:sp>
      <p:grpSp>
        <p:nvGrpSpPr>
          <p:cNvPr id="7" name="组合 6">
            <a:extLst>
              <a:ext uri="{FF2B5EF4-FFF2-40B4-BE49-F238E27FC236}">
                <a16:creationId xmlns:a16="http://schemas.microsoft.com/office/drawing/2014/main" id="{76D6C7AF-B49E-461D-89B3-8326AE294FD4}"/>
              </a:ext>
            </a:extLst>
          </p:cNvPr>
          <p:cNvGrpSpPr/>
          <p:nvPr/>
        </p:nvGrpSpPr>
        <p:grpSpPr>
          <a:xfrm>
            <a:off x="2112204" y="3402150"/>
            <a:ext cx="5431596" cy="369332"/>
            <a:chOff x="2112204" y="3402776"/>
            <a:chExt cx="5431596" cy="369332"/>
          </a:xfrm>
        </p:grpSpPr>
        <p:cxnSp>
          <p:nvCxnSpPr>
            <p:cNvPr id="22" name="Straight Arrow Connector 28">
              <a:extLst>
                <a:ext uri="{FF2B5EF4-FFF2-40B4-BE49-F238E27FC236}">
                  <a16:creationId xmlns:a16="http://schemas.microsoft.com/office/drawing/2014/main" id="{C9522129-39F9-4C05-9E2A-A02E24D40D66}"/>
                </a:ext>
              </a:extLst>
            </p:cNvPr>
            <p:cNvCxnSpPr>
              <a:cxnSpLocks/>
            </p:cNvCxnSpPr>
            <p:nvPr/>
          </p:nvCxnSpPr>
          <p:spPr bwMode="auto">
            <a:xfrm>
              <a:off x="2112204" y="3757934"/>
              <a:ext cx="5431596" cy="0"/>
            </a:xfrm>
            <a:prstGeom prst="straightConnector1">
              <a:avLst/>
            </a:prstGeom>
            <a:solidFill>
              <a:schemeClr val="accent1"/>
            </a:solidFill>
            <a:ln w="38100" cap="flat" cmpd="sng" algn="ctr">
              <a:solidFill>
                <a:srgbClr val="CC66FF"/>
              </a:solidFill>
              <a:prstDash val="solid"/>
              <a:round/>
              <a:headEnd type="none" w="med" len="med"/>
              <a:tailEnd type="none" w="lg" len="lg"/>
            </a:ln>
            <a:effectLst/>
          </p:spPr>
        </p:cxnSp>
        <p:sp>
          <p:nvSpPr>
            <p:cNvPr id="23" name="TextBox 33">
              <a:extLst>
                <a:ext uri="{FF2B5EF4-FFF2-40B4-BE49-F238E27FC236}">
                  <a16:creationId xmlns:a16="http://schemas.microsoft.com/office/drawing/2014/main" id="{070BE191-3706-48E7-A2D6-FB18A7B761A9}"/>
                </a:ext>
              </a:extLst>
            </p:cNvPr>
            <p:cNvSpPr txBox="1"/>
            <p:nvPr/>
          </p:nvSpPr>
          <p:spPr>
            <a:xfrm>
              <a:off x="2971800" y="3402776"/>
              <a:ext cx="588204" cy="369332"/>
            </a:xfrm>
            <a:prstGeom prst="rect">
              <a:avLst/>
            </a:prstGeom>
            <a:noFill/>
          </p:spPr>
          <p:txBody>
            <a:bodyPr wrap="square" rtlCol="0">
              <a:spAutoFit/>
            </a:bodyPr>
            <a:lstStyle/>
            <a:p>
              <a:r>
                <a:rPr lang="en-US" sz="1800" dirty="0" err="1">
                  <a:solidFill>
                    <a:srgbClr val="CC66FF"/>
                  </a:solidFill>
                </a:rPr>
                <a:t>Vec</a:t>
              </a:r>
              <a:endParaRPr lang="en-US" sz="1800" dirty="0">
                <a:solidFill>
                  <a:srgbClr val="CC66FF"/>
                </a:solidFill>
              </a:endParaRPr>
            </a:p>
          </p:txBody>
        </p:sp>
      </p:grpSp>
      <p:grpSp>
        <p:nvGrpSpPr>
          <p:cNvPr id="8" name="组合 7">
            <a:extLst>
              <a:ext uri="{FF2B5EF4-FFF2-40B4-BE49-F238E27FC236}">
                <a16:creationId xmlns:a16="http://schemas.microsoft.com/office/drawing/2014/main" id="{6A2E59CC-54D2-497C-8D2D-CF659AB2D416}"/>
              </a:ext>
            </a:extLst>
          </p:cNvPr>
          <p:cNvGrpSpPr/>
          <p:nvPr/>
        </p:nvGrpSpPr>
        <p:grpSpPr>
          <a:xfrm>
            <a:off x="2193487" y="4903518"/>
            <a:ext cx="5350313" cy="381000"/>
            <a:chOff x="2193487" y="4903518"/>
            <a:chExt cx="5350313" cy="381000"/>
          </a:xfrm>
        </p:grpSpPr>
        <p:cxnSp>
          <p:nvCxnSpPr>
            <p:cNvPr id="25" name="Straight Arrow Connector 32">
              <a:extLst>
                <a:ext uri="{FF2B5EF4-FFF2-40B4-BE49-F238E27FC236}">
                  <a16:creationId xmlns:a16="http://schemas.microsoft.com/office/drawing/2014/main" id="{0E9FE140-ABB5-4D5F-A873-42266EC5DFDC}"/>
                </a:ext>
              </a:extLst>
            </p:cNvPr>
            <p:cNvCxnSpPr>
              <a:cxnSpLocks/>
            </p:cNvCxnSpPr>
            <p:nvPr/>
          </p:nvCxnSpPr>
          <p:spPr bwMode="auto">
            <a:xfrm>
              <a:off x="2193487" y="5284518"/>
              <a:ext cx="5350313" cy="0"/>
            </a:xfrm>
            <a:prstGeom prst="straightConnector1">
              <a:avLst/>
            </a:prstGeom>
            <a:solidFill>
              <a:schemeClr val="accent1"/>
            </a:solidFill>
            <a:ln w="38100" cap="flat" cmpd="sng" algn="ctr">
              <a:solidFill>
                <a:srgbClr val="7030A0"/>
              </a:solidFill>
              <a:prstDash val="solid"/>
              <a:round/>
              <a:headEnd type="none" w="med" len="med"/>
              <a:tailEnd type="none" w="lg" len="lg"/>
            </a:ln>
            <a:effectLst/>
          </p:spPr>
        </p:cxnSp>
        <p:sp>
          <p:nvSpPr>
            <p:cNvPr id="26" name="TextBox 36">
              <a:extLst>
                <a:ext uri="{FF2B5EF4-FFF2-40B4-BE49-F238E27FC236}">
                  <a16:creationId xmlns:a16="http://schemas.microsoft.com/office/drawing/2014/main" id="{11D5D8BB-CA11-4F89-BF6C-7C40622D32A4}"/>
                </a:ext>
              </a:extLst>
            </p:cNvPr>
            <p:cNvSpPr txBox="1"/>
            <p:nvPr/>
          </p:nvSpPr>
          <p:spPr>
            <a:xfrm>
              <a:off x="2488121" y="4903518"/>
              <a:ext cx="1838966" cy="369332"/>
            </a:xfrm>
            <a:prstGeom prst="rect">
              <a:avLst/>
            </a:prstGeom>
            <a:noFill/>
          </p:spPr>
          <p:txBody>
            <a:bodyPr wrap="square" rtlCol="0">
              <a:spAutoFit/>
            </a:bodyPr>
            <a:lstStyle/>
            <a:p>
              <a:r>
                <a:rPr lang="en-US" sz="1800" dirty="0">
                  <a:solidFill>
                    <a:srgbClr val="7030A0"/>
                  </a:solidFill>
                </a:rPr>
                <a:t>No vectorization</a:t>
              </a:r>
            </a:p>
          </p:txBody>
        </p:sp>
      </p:grpSp>
    </p:spTree>
    <p:extLst>
      <p:ext uri="{BB962C8B-B14F-4D97-AF65-F5344CB8AC3E}">
        <p14:creationId xmlns:p14="http://schemas.microsoft.com/office/powerpoint/2010/main" val="45716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1AF6D28-E6ED-476D-A2DC-E37DDA3D0DBB}"/>
              </a:ext>
            </a:extLst>
          </p:cNvPr>
          <p:cNvGrpSpPr/>
          <p:nvPr/>
        </p:nvGrpSpPr>
        <p:grpSpPr>
          <a:xfrm>
            <a:off x="2174321" y="3091276"/>
            <a:ext cx="2570440" cy="3027103"/>
            <a:chOff x="2198083" y="3091276"/>
            <a:chExt cx="2546677" cy="2547633"/>
          </a:xfrm>
        </p:grpSpPr>
        <p:cxnSp>
          <p:nvCxnSpPr>
            <p:cNvPr id="25" name="Straight Arrow Connector 23">
              <a:extLst>
                <a:ext uri="{FF2B5EF4-FFF2-40B4-BE49-F238E27FC236}">
                  <a16:creationId xmlns:a16="http://schemas.microsoft.com/office/drawing/2014/main" id="{BD6F5708-835A-46A3-9831-DE69079BCF6B}"/>
                </a:ext>
              </a:extLst>
            </p:cNvPr>
            <p:cNvCxnSpPr>
              <a:cxnSpLocks/>
            </p:cNvCxnSpPr>
            <p:nvPr/>
          </p:nvCxnSpPr>
          <p:spPr bwMode="auto">
            <a:xfrm flipV="1">
              <a:off x="2198083" y="3091276"/>
              <a:ext cx="2546677" cy="2547633"/>
            </a:xfrm>
            <a:prstGeom prst="straightConnector1">
              <a:avLst/>
            </a:prstGeom>
            <a:solidFill>
              <a:schemeClr val="accent1"/>
            </a:solidFill>
            <a:ln w="38100" cap="flat" cmpd="sng" algn="ctr">
              <a:solidFill>
                <a:srgbClr val="00B050"/>
              </a:solidFill>
              <a:prstDash val="solid"/>
              <a:round/>
              <a:headEnd type="none" w="med" len="med"/>
              <a:tailEnd type="none" w="lg" len="lg"/>
            </a:ln>
            <a:effectLst/>
          </p:spPr>
        </p:cxnSp>
        <p:sp>
          <p:nvSpPr>
            <p:cNvPr id="26" name="TextBox 24">
              <a:extLst>
                <a:ext uri="{FF2B5EF4-FFF2-40B4-BE49-F238E27FC236}">
                  <a16:creationId xmlns:a16="http://schemas.microsoft.com/office/drawing/2014/main" id="{A1ABF284-17C9-4F23-899D-89937B57FA9D}"/>
                </a:ext>
              </a:extLst>
            </p:cNvPr>
            <p:cNvSpPr txBox="1"/>
            <p:nvPr/>
          </p:nvSpPr>
          <p:spPr>
            <a:xfrm rot="18559001">
              <a:off x="3133104" y="3766504"/>
              <a:ext cx="1082814" cy="434784"/>
            </a:xfrm>
            <a:prstGeom prst="rect">
              <a:avLst/>
            </a:prstGeom>
            <a:noFill/>
          </p:spPr>
          <p:txBody>
            <a:bodyPr wrap="none" rtlCol="0">
              <a:spAutoFit/>
            </a:bodyPr>
            <a:lstStyle/>
            <a:p>
              <a:pPr algn="ctr"/>
              <a:r>
                <a:rPr lang="en-US" sz="1800" dirty="0">
                  <a:solidFill>
                    <a:srgbClr val="00B050"/>
                  </a:solidFill>
                </a:rPr>
                <a:t>HBM GB/s</a:t>
              </a:r>
            </a:p>
          </p:txBody>
        </p:sp>
      </p:grpSp>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altLang="zh-CN" dirty="0"/>
              <a:t>Memory </a:t>
            </a:r>
            <a:r>
              <a:rPr lang="en-US" dirty="0"/>
              <a:t>Roofline Model</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308778" y="1013462"/>
            <a:ext cx="8682822" cy="2013776"/>
          </a:xfrm>
        </p:spPr>
        <p:txBody>
          <a:bodyPr/>
          <a:lstStyle/>
          <a:p>
            <a:r>
              <a:rPr lang="en-US" b="1" dirty="0"/>
              <a:t>Memory Roofline Model</a:t>
            </a:r>
            <a:r>
              <a:rPr lang="en-US" dirty="0"/>
              <a:t>:</a:t>
            </a:r>
          </a:p>
          <a:p>
            <a:pPr lvl="1"/>
            <a:r>
              <a:rPr lang="en-US" altLang="zh-CN" sz="2400" dirty="0">
                <a:solidFill>
                  <a:srgbClr val="0432FF"/>
                </a:solidFill>
              </a:rPr>
              <a:t>DRAM</a:t>
            </a:r>
            <a:r>
              <a:rPr lang="en-US" altLang="zh-CN" dirty="0"/>
              <a:t>: limited memory bandwidth;</a:t>
            </a:r>
          </a:p>
          <a:p>
            <a:pPr lvl="1"/>
            <a:r>
              <a:rPr lang="en-US" altLang="zh-CN" sz="2400" dirty="0">
                <a:solidFill>
                  <a:srgbClr val="00B050"/>
                </a:solidFill>
              </a:rPr>
              <a:t>HBM</a:t>
            </a:r>
            <a:r>
              <a:rPr lang="en-US" dirty="0"/>
              <a:t>: medium memory bandwidth;</a:t>
            </a:r>
          </a:p>
          <a:p>
            <a:pPr lvl="1"/>
            <a:r>
              <a:rPr lang="en-US" altLang="zh-CN" dirty="0">
                <a:solidFill>
                  <a:srgbClr val="FFC000"/>
                </a:solidFill>
              </a:rPr>
              <a:t>Cache</a:t>
            </a:r>
            <a:r>
              <a:rPr lang="en-US" dirty="0"/>
              <a:t>: large memory bandwidth</a:t>
            </a:r>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grpSp>
        <p:nvGrpSpPr>
          <p:cNvPr id="46" name="Group 17">
            <a:extLst>
              <a:ext uri="{FF2B5EF4-FFF2-40B4-BE49-F238E27FC236}">
                <a16:creationId xmlns:a16="http://schemas.microsoft.com/office/drawing/2014/main" id="{6B9C7225-5556-43DC-B699-EBD9CEE36B05}"/>
              </a:ext>
            </a:extLst>
          </p:cNvPr>
          <p:cNvGrpSpPr/>
          <p:nvPr/>
        </p:nvGrpSpPr>
        <p:grpSpPr>
          <a:xfrm>
            <a:off x="1945720" y="2943818"/>
            <a:ext cx="5598080" cy="369332"/>
            <a:chOff x="8382000" y="2607903"/>
            <a:chExt cx="4343400" cy="369332"/>
          </a:xfrm>
        </p:grpSpPr>
        <p:cxnSp>
          <p:nvCxnSpPr>
            <p:cNvPr id="47" name="Straight Arrow Connector 9">
              <a:extLst>
                <a:ext uri="{FF2B5EF4-FFF2-40B4-BE49-F238E27FC236}">
                  <a16:creationId xmlns:a16="http://schemas.microsoft.com/office/drawing/2014/main" id="{C5E80D07-AD21-4027-AF42-3A04032E3A8F}"/>
                </a:ext>
              </a:extLst>
            </p:cNvPr>
            <p:cNvCxnSpPr/>
            <p:nvPr/>
          </p:nvCxnSpPr>
          <p:spPr bwMode="auto">
            <a:xfrm>
              <a:off x="8382000" y="2971800"/>
              <a:ext cx="4343400" cy="0"/>
            </a:xfrm>
            <a:prstGeom prst="straightConnector1">
              <a:avLst/>
            </a:prstGeom>
            <a:solidFill>
              <a:schemeClr val="accent1"/>
            </a:solidFill>
            <a:ln w="38100" cap="flat" cmpd="sng" algn="ctr">
              <a:solidFill>
                <a:srgbClr val="FF0080"/>
              </a:solidFill>
              <a:prstDash val="solid"/>
              <a:round/>
              <a:headEnd type="none" w="med" len="med"/>
              <a:tailEnd type="none" w="lg" len="lg"/>
            </a:ln>
            <a:effectLst/>
          </p:spPr>
        </p:cxnSp>
        <p:sp>
          <p:nvSpPr>
            <p:cNvPr id="48" name="TextBox 12">
              <a:extLst>
                <a:ext uri="{FF2B5EF4-FFF2-40B4-BE49-F238E27FC236}">
                  <a16:creationId xmlns:a16="http://schemas.microsoft.com/office/drawing/2014/main" id="{78D46EB0-7B81-4143-BBC9-051A6B0DCE1F}"/>
                </a:ext>
              </a:extLst>
            </p:cNvPr>
            <p:cNvSpPr txBox="1"/>
            <p:nvPr/>
          </p:nvSpPr>
          <p:spPr>
            <a:xfrm>
              <a:off x="8468650" y="2607903"/>
              <a:ext cx="1402948" cy="369332"/>
            </a:xfrm>
            <a:prstGeom prst="rect">
              <a:avLst/>
            </a:prstGeom>
            <a:noFill/>
          </p:spPr>
          <p:txBody>
            <a:bodyPr wrap="none" rtlCol="0">
              <a:spAutoFit/>
            </a:bodyPr>
            <a:lstStyle/>
            <a:p>
              <a:pPr algn="ctr"/>
              <a:r>
                <a:rPr lang="en-US" sz="1800" dirty="0">
                  <a:solidFill>
                    <a:srgbClr val="FF0080"/>
                  </a:solidFill>
                </a:rPr>
                <a:t>Peak Flop/s</a:t>
              </a:r>
            </a:p>
          </p:txBody>
        </p:sp>
      </p:grpSp>
      <p:cxnSp>
        <p:nvCxnSpPr>
          <p:cNvPr id="50" name="Straight Arrow Connector 5">
            <a:extLst>
              <a:ext uri="{FF2B5EF4-FFF2-40B4-BE49-F238E27FC236}">
                <a16:creationId xmlns:a16="http://schemas.microsoft.com/office/drawing/2014/main" id="{E6260FF1-F44D-47B4-AFD6-2549B4E125FE}"/>
              </a:ext>
            </a:extLst>
          </p:cNvPr>
          <p:cNvCxnSpPr>
            <a:cxnSpLocks/>
          </p:cNvCxnSpPr>
          <p:nvPr/>
        </p:nvCxnSpPr>
        <p:spPr bwMode="auto">
          <a:xfrm>
            <a:off x="1945720" y="6127115"/>
            <a:ext cx="5598080" cy="45084"/>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cxnSp>
        <p:nvCxnSpPr>
          <p:cNvPr id="51" name="Straight Arrow Connector 6">
            <a:extLst>
              <a:ext uri="{FF2B5EF4-FFF2-40B4-BE49-F238E27FC236}">
                <a16:creationId xmlns:a16="http://schemas.microsoft.com/office/drawing/2014/main" id="{A1AA3CD9-763A-44AE-A04D-DBE5C7C8D373}"/>
              </a:ext>
            </a:extLst>
          </p:cNvPr>
          <p:cNvCxnSpPr>
            <a:cxnSpLocks/>
          </p:cNvCxnSpPr>
          <p:nvPr/>
        </p:nvCxnSpPr>
        <p:spPr bwMode="auto">
          <a:xfrm flipV="1">
            <a:off x="2174320" y="2926715"/>
            <a:ext cx="41476" cy="342900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sp>
        <p:nvSpPr>
          <p:cNvPr id="52" name="TextBox 13">
            <a:extLst>
              <a:ext uri="{FF2B5EF4-FFF2-40B4-BE49-F238E27FC236}">
                <a16:creationId xmlns:a16="http://schemas.microsoft.com/office/drawing/2014/main" id="{C610348B-0149-467B-A5B8-11F1E137DB96}"/>
              </a:ext>
            </a:extLst>
          </p:cNvPr>
          <p:cNvSpPr txBox="1"/>
          <p:nvPr/>
        </p:nvSpPr>
        <p:spPr>
          <a:xfrm rot="16200000">
            <a:off x="705329" y="4364471"/>
            <a:ext cx="2590801" cy="369332"/>
          </a:xfrm>
          <a:prstGeom prst="rect">
            <a:avLst/>
          </a:prstGeom>
          <a:noFill/>
        </p:spPr>
        <p:txBody>
          <a:bodyPr wrap="square" rtlCol="0">
            <a:spAutoFit/>
          </a:bodyPr>
          <a:lstStyle/>
          <a:p>
            <a:pPr algn="ctr"/>
            <a:r>
              <a:rPr lang="en-US" dirty="0"/>
              <a:t>Throughput</a:t>
            </a:r>
            <a:r>
              <a:rPr lang="en-US" sz="1800" dirty="0"/>
              <a:t> (Flop/s)</a:t>
            </a:r>
          </a:p>
        </p:txBody>
      </p:sp>
      <p:grpSp>
        <p:nvGrpSpPr>
          <p:cNvPr id="53" name="Group 18">
            <a:extLst>
              <a:ext uri="{FF2B5EF4-FFF2-40B4-BE49-F238E27FC236}">
                <a16:creationId xmlns:a16="http://schemas.microsoft.com/office/drawing/2014/main" id="{08E839FD-54B4-49B4-A6B2-BE7DB9FC7862}"/>
              </a:ext>
            </a:extLst>
          </p:cNvPr>
          <p:cNvGrpSpPr/>
          <p:nvPr/>
        </p:nvGrpSpPr>
        <p:grpSpPr>
          <a:xfrm>
            <a:off x="2193733" y="3044341"/>
            <a:ext cx="3537427" cy="3082733"/>
            <a:chOff x="9067800" y="2133600"/>
            <a:chExt cx="3657600" cy="3657600"/>
          </a:xfrm>
        </p:grpSpPr>
        <p:cxnSp>
          <p:nvCxnSpPr>
            <p:cNvPr id="54" name="Straight Arrow Connector 7">
              <a:extLst>
                <a:ext uri="{FF2B5EF4-FFF2-40B4-BE49-F238E27FC236}">
                  <a16:creationId xmlns:a16="http://schemas.microsoft.com/office/drawing/2014/main" id="{452F29CA-BF98-4192-BA29-C86676B71E38}"/>
                </a:ext>
              </a:extLst>
            </p:cNvPr>
            <p:cNvCxnSpPr/>
            <p:nvPr/>
          </p:nvCxnSpPr>
          <p:spPr bwMode="auto">
            <a:xfrm flipV="1">
              <a:off x="9067800" y="2133600"/>
              <a:ext cx="3657600" cy="3657600"/>
            </a:xfrm>
            <a:prstGeom prst="straightConnector1">
              <a:avLst/>
            </a:prstGeom>
            <a:solidFill>
              <a:schemeClr val="accent1"/>
            </a:solidFill>
            <a:ln w="38100" cap="flat" cmpd="sng" algn="ctr">
              <a:solidFill>
                <a:srgbClr val="0432FF"/>
              </a:solidFill>
              <a:prstDash val="solid"/>
              <a:round/>
              <a:headEnd type="none" w="med" len="med"/>
              <a:tailEnd type="none" w="lg" len="lg"/>
            </a:ln>
            <a:effectLst/>
          </p:spPr>
        </p:cxnSp>
        <p:sp>
          <p:nvSpPr>
            <p:cNvPr id="55" name="TextBox 15">
              <a:extLst>
                <a:ext uri="{FF2B5EF4-FFF2-40B4-BE49-F238E27FC236}">
                  <a16:creationId xmlns:a16="http://schemas.microsoft.com/office/drawing/2014/main" id="{D40D4DA8-CFD8-4EDB-81A1-28A897D5C631}"/>
                </a:ext>
              </a:extLst>
            </p:cNvPr>
            <p:cNvSpPr txBox="1"/>
            <p:nvPr/>
          </p:nvSpPr>
          <p:spPr>
            <a:xfrm rot="19238106">
              <a:off x="10310946" y="3903226"/>
              <a:ext cx="1441420" cy="369332"/>
            </a:xfrm>
            <a:prstGeom prst="rect">
              <a:avLst/>
            </a:prstGeom>
            <a:noFill/>
          </p:spPr>
          <p:txBody>
            <a:bodyPr wrap="none" rtlCol="0">
              <a:spAutoFit/>
            </a:bodyPr>
            <a:lstStyle/>
            <a:p>
              <a:pPr algn="ctr"/>
              <a:r>
                <a:rPr lang="en-US" sz="1800" dirty="0">
                  <a:solidFill>
                    <a:srgbClr val="0432FF"/>
                  </a:solidFill>
                </a:rPr>
                <a:t>DRAM GB/s</a:t>
              </a:r>
            </a:p>
          </p:txBody>
        </p:sp>
      </p:grpSp>
      <p:sp>
        <p:nvSpPr>
          <p:cNvPr id="56" name="TextBox 16">
            <a:extLst>
              <a:ext uri="{FF2B5EF4-FFF2-40B4-BE49-F238E27FC236}">
                <a16:creationId xmlns:a16="http://schemas.microsoft.com/office/drawing/2014/main" id="{C32926F6-6C42-43B5-962A-F634B87C906D}"/>
              </a:ext>
            </a:extLst>
          </p:cNvPr>
          <p:cNvSpPr txBox="1"/>
          <p:nvPr/>
        </p:nvSpPr>
        <p:spPr>
          <a:xfrm>
            <a:off x="2188606" y="6118420"/>
            <a:ext cx="4329113" cy="369332"/>
          </a:xfrm>
          <a:prstGeom prst="rect">
            <a:avLst/>
          </a:prstGeom>
          <a:noFill/>
        </p:spPr>
        <p:txBody>
          <a:bodyPr wrap="square" rtlCol="0">
            <a:spAutoFit/>
          </a:bodyPr>
          <a:lstStyle/>
          <a:p>
            <a:pPr algn="ctr"/>
            <a:r>
              <a:rPr lang="en-US" sz="1800" dirty="0"/>
              <a:t>Arithmetic Intensity (</a:t>
            </a:r>
            <a:r>
              <a:rPr lang="en-US" sz="1800" dirty="0" err="1"/>
              <a:t>Flop:Byte</a:t>
            </a:r>
            <a:r>
              <a:rPr lang="en-US" sz="1800" dirty="0"/>
              <a:t>)</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grpSp>
        <p:nvGrpSpPr>
          <p:cNvPr id="8" name="组合 7">
            <a:extLst>
              <a:ext uri="{FF2B5EF4-FFF2-40B4-BE49-F238E27FC236}">
                <a16:creationId xmlns:a16="http://schemas.microsoft.com/office/drawing/2014/main" id="{731FEDC9-9B68-4A9E-9367-A0E8CFAD098F}"/>
              </a:ext>
            </a:extLst>
          </p:cNvPr>
          <p:cNvGrpSpPr/>
          <p:nvPr/>
        </p:nvGrpSpPr>
        <p:grpSpPr>
          <a:xfrm>
            <a:off x="2159660" y="3124200"/>
            <a:ext cx="1802739" cy="2971793"/>
            <a:chOff x="2220877" y="3035933"/>
            <a:chExt cx="1774399" cy="1642551"/>
          </a:xfrm>
        </p:grpSpPr>
        <p:cxnSp>
          <p:nvCxnSpPr>
            <p:cNvPr id="23" name="Straight Arrow Connector 25">
              <a:extLst>
                <a:ext uri="{FF2B5EF4-FFF2-40B4-BE49-F238E27FC236}">
                  <a16:creationId xmlns:a16="http://schemas.microsoft.com/office/drawing/2014/main" id="{115F3553-6DA1-4A00-9669-BDC5F36EE5B6}"/>
                </a:ext>
              </a:extLst>
            </p:cNvPr>
            <p:cNvCxnSpPr>
              <a:cxnSpLocks/>
            </p:cNvCxnSpPr>
            <p:nvPr/>
          </p:nvCxnSpPr>
          <p:spPr bwMode="auto">
            <a:xfrm flipV="1">
              <a:off x="2220877" y="3035933"/>
              <a:ext cx="1774399" cy="1642551"/>
            </a:xfrm>
            <a:prstGeom prst="straightConnector1">
              <a:avLst/>
            </a:prstGeom>
            <a:solidFill>
              <a:schemeClr val="accent1"/>
            </a:solidFill>
            <a:ln w="38100" cap="flat" cmpd="sng" algn="ctr">
              <a:solidFill>
                <a:srgbClr val="FFC000"/>
              </a:solidFill>
              <a:prstDash val="solid"/>
              <a:round/>
              <a:headEnd type="none" w="med" len="med"/>
              <a:tailEnd type="none" w="lg" len="lg"/>
            </a:ln>
            <a:effectLst/>
          </p:spPr>
        </p:cxnSp>
        <p:sp>
          <p:nvSpPr>
            <p:cNvPr id="24" name="TextBox 26">
              <a:extLst>
                <a:ext uri="{FF2B5EF4-FFF2-40B4-BE49-F238E27FC236}">
                  <a16:creationId xmlns:a16="http://schemas.microsoft.com/office/drawing/2014/main" id="{84DE4B21-AFAE-4973-847B-52BE0FE08290}"/>
                </a:ext>
              </a:extLst>
            </p:cNvPr>
            <p:cNvSpPr txBox="1"/>
            <p:nvPr/>
          </p:nvSpPr>
          <p:spPr>
            <a:xfrm rot="17974627">
              <a:off x="2598758" y="3545552"/>
              <a:ext cx="802216" cy="657711"/>
            </a:xfrm>
            <a:prstGeom prst="rect">
              <a:avLst/>
            </a:prstGeom>
            <a:noFill/>
          </p:spPr>
          <p:txBody>
            <a:bodyPr wrap="none" rtlCol="0">
              <a:spAutoFit/>
            </a:bodyPr>
            <a:lstStyle/>
            <a:p>
              <a:pPr algn="ctr"/>
              <a:r>
                <a:rPr lang="en-US" dirty="0">
                  <a:solidFill>
                    <a:srgbClr val="FFC000"/>
                  </a:solidFill>
                </a:rPr>
                <a:t>Cache</a:t>
              </a:r>
              <a:r>
                <a:rPr lang="en-US" sz="1800" dirty="0">
                  <a:solidFill>
                    <a:srgbClr val="FFC000"/>
                  </a:solidFill>
                </a:rPr>
                <a:t> GB/s</a:t>
              </a:r>
            </a:p>
          </p:txBody>
        </p:sp>
      </p:grpSp>
    </p:spTree>
    <p:extLst>
      <p:ext uri="{BB962C8B-B14F-4D97-AF65-F5344CB8AC3E}">
        <p14:creationId xmlns:p14="http://schemas.microsoft.com/office/powerpoint/2010/main" val="32728730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Roofline Model: Examples</a:t>
            </a:r>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sp>
        <p:nvSpPr>
          <p:cNvPr id="6" name="矩形 5">
            <a:extLst>
              <a:ext uri="{FF2B5EF4-FFF2-40B4-BE49-F238E27FC236}">
                <a16:creationId xmlns:a16="http://schemas.microsoft.com/office/drawing/2014/main" id="{A2181C84-BB25-4FDA-900E-6766B50367DF}"/>
              </a:ext>
            </a:extLst>
          </p:cNvPr>
          <p:cNvSpPr/>
          <p:nvPr/>
        </p:nvSpPr>
        <p:spPr>
          <a:xfrm>
            <a:off x="4744095" y="3581401"/>
            <a:ext cx="3886200" cy="1938992"/>
          </a:xfrm>
          <a:prstGeom prst="rect">
            <a:avLst/>
          </a:prstGeom>
        </p:spPr>
        <p:txBody>
          <a:bodyPr wrap="square">
            <a:spAutoFit/>
          </a:bodyPr>
          <a:lstStyle/>
          <a:p>
            <a:r>
              <a:rPr lang="en-US" altLang="zh-CN" sz="2400" dirty="0">
                <a:latin typeface="Bahnschrift Condensed" panose="020B0502040204020203" pitchFamily="34" charset="0"/>
              </a:rPr>
              <a:t>7-point constant coefficient stencil :</a:t>
            </a:r>
          </a:p>
          <a:p>
            <a:pPr marL="285750" indent="-285750">
              <a:buFont typeface="Arial" panose="020B0604020202020204" pitchFamily="34" charset="0"/>
              <a:buChar char="•"/>
            </a:pPr>
            <a:r>
              <a:rPr lang="en-US" altLang="zh-CN" b="1" dirty="0">
                <a:latin typeface="Bahnschrift Condensed" panose="020B0502040204020203" pitchFamily="34" charset="0"/>
              </a:rPr>
              <a:t>Type</a:t>
            </a:r>
            <a:r>
              <a:rPr lang="en-US" altLang="zh-CN" dirty="0">
                <a:latin typeface="Bahnschrift Condensed" panose="020B0502040204020203" pitchFamily="34" charset="0"/>
              </a:rPr>
              <a:t>: short</a:t>
            </a:r>
          </a:p>
          <a:p>
            <a:pPr marL="285750" indent="-285750">
              <a:buFont typeface="Arial" panose="020B0604020202020204" pitchFamily="34" charset="0"/>
              <a:buChar char="•"/>
            </a:pPr>
            <a:r>
              <a:rPr lang="en-US" altLang="zh-CN" b="1" dirty="0">
                <a:latin typeface="Bahnschrift Condensed" panose="020B0502040204020203" pitchFamily="34" charset="0"/>
              </a:rPr>
              <a:t>Memory</a:t>
            </a:r>
            <a:r>
              <a:rPr lang="en-US" altLang="zh-CN" dirty="0">
                <a:latin typeface="Bahnschrift Condensed" panose="020B0502040204020203" pitchFamily="34" charset="0"/>
              </a:rPr>
              <a:t>: 16 Bytes/iteration</a:t>
            </a:r>
          </a:p>
          <a:p>
            <a:pPr marL="285750" indent="-285750">
              <a:buFont typeface="Arial" panose="020B0604020202020204" pitchFamily="34" charset="0"/>
              <a:buChar char="•"/>
            </a:pPr>
            <a:r>
              <a:rPr lang="en-US" altLang="zh-CN" b="1" dirty="0">
                <a:latin typeface="Bahnschrift Condensed" panose="020B0502040204020203" pitchFamily="34" charset="0"/>
              </a:rPr>
              <a:t>Compute</a:t>
            </a:r>
            <a:r>
              <a:rPr lang="en-US" altLang="zh-CN" dirty="0">
                <a:latin typeface="Bahnschrift Condensed" panose="020B0502040204020203" pitchFamily="34" charset="0"/>
              </a:rPr>
              <a:t>: 7 flops/iteration</a:t>
            </a:r>
          </a:p>
          <a:p>
            <a:pPr marL="285750" indent="-285750">
              <a:buFont typeface="Arial" panose="020B0604020202020204" pitchFamily="34" charset="0"/>
              <a:buChar char="•"/>
            </a:pPr>
            <a:r>
              <a:rPr lang="en-US" altLang="zh-CN" b="1" dirty="0">
                <a:latin typeface="Bahnschrift Condensed" panose="020B0502040204020203" pitchFamily="34" charset="0"/>
              </a:rPr>
              <a:t>Arithmetic Intensity</a:t>
            </a:r>
            <a:r>
              <a:rPr lang="en-US" altLang="zh-CN" dirty="0">
                <a:latin typeface="Bahnschrift Condensed" panose="020B0502040204020203" pitchFamily="34" charset="0"/>
              </a:rPr>
              <a:t>: 0.4375 flops/byte </a:t>
            </a:r>
          </a:p>
          <a:p>
            <a:endParaRPr lang="zh-CN" altLang="en-US" sz="2400" dirty="0">
              <a:latin typeface="Bahnschrift Condensed" panose="020B0502040204020203" pitchFamily="34" charset="0"/>
            </a:endParaRPr>
          </a:p>
        </p:txBody>
      </p:sp>
      <p:sp>
        <p:nvSpPr>
          <p:cNvPr id="27" name="TextBox 19">
            <a:extLst>
              <a:ext uri="{FF2B5EF4-FFF2-40B4-BE49-F238E27FC236}">
                <a16:creationId xmlns:a16="http://schemas.microsoft.com/office/drawing/2014/main" id="{983890ED-DB9F-4A8B-AC48-1030FE31F0D7}"/>
              </a:ext>
            </a:extLst>
          </p:cNvPr>
          <p:cNvSpPr txBox="1"/>
          <p:nvPr/>
        </p:nvSpPr>
        <p:spPr>
          <a:xfrm>
            <a:off x="533400" y="984646"/>
            <a:ext cx="3200400" cy="914400"/>
          </a:xfrm>
          <a:prstGeom prst="rect">
            <a:avLst/>
          </a:prstGeom>
          <a:solidFill>
            <a:srgbClr val="002060"/>
          </a:solidFill>
        </p:spPr>
        <p:txBody>
          <a:bodyPr wrap="square" rtlCol="0" anchor="ctr">
            <a:noAutofit/>
          </a:bodyPr>
          <a:lstStyle/>
          <a:p>
            <a:r>
              <a:rPr lang="mr-IN" sz="1200" dirty="0">
                <a:solidFill>
                  <a:srgbClr val="FF6FCF"/>
                </a:solidFill>
                <a:latin typeface="Lucida Console" charset="0"/>
                <a:ea typeface="Lucida Console" charset="0"/>
                <a:cs typeface="Lucida Console" charset="0"/>
              </a:rPr>
              <a:t>#</a:t>
            </a:r>
            <a:r>
              <a:rPr lang="mr-IN" sz="1200" dirty="0" err="1">
                <a:solidFill>
                  <a:srgbClr val="FF6FCF"/>
                </a:solidFill>
                <a:latin typeface="Lucida Console" charset="0"/>
                <a:ea typeface="Lucida Console" charset="0"/>
                <a:cs typeface="Lucida Console" charset="0"/>
              </a:rPr>
              <a:t>pragma</a:t>
            </a:r>
            <a:r>
              <a:rPr lang="mr-IN" sz="1200" dirty="0">
                <a:solidFill>
                  <a:srgbClr val="FF6FCF"/>
                </a:solidFill>
                <a:latin typeface="Lucida Console" charset="0"/>
                <a:ea typeface="Lucida Console" charset="0"/>
                <a:cs typeface="Lucida Console" charset="0"/>
              </a:rPr>
              <a:t> </a:t>
            </a:r>
            <a:r>
              <a:rPr lang="mr-IN" sz="1200" dirty="0" err="1">
                <a:solidFill>
                  <a:srgbClr val="FF6FCF"/>
                </a:solidFill>
                <a:latin typeface="Lucida Console" charset="0"/>
                <a:ea typeface="Lucida Console" charset="0"/>
                <a:cs typeface="Lucida Console" charset="0"/>
              </a:rPr>
              <a:t>omp</a:t>
            </a:r>
            <a:r>
              <a:rPr lang="mr-IN" sz="1200" dirty="0">
                <a:solidFill>
                  <a:srgbClr val="FF6FCF"/>
                </a:solidFill>
                <a:latin typeface="Lucida Console" charset="0"/>
                <a:ea typeface="Lucida Console" charset="0"/>
                <a:cs typeface="Lucida Console" charset="0"/>
              </a:rPr>
              <a:t> </a:t>
            </a:r>
            <a:r>
              <a:rPr lang="mr-IN" sz="1200" dirty="0" err="1">
                <a:solidFill>
                  <a:srgbClr val="FF6FCF"/>
                </a:solidFill>
                <a:latin typeface="Lucida Console" charset="0"/>
                <a:ea typeface="Lucida Console" charset="0"/>
                <a:cs typeface="Lucida Console" charset="0"/>
              </a:rPr>
              <a:t>parallel</a:t>
            </a:r>
            <a:r>
              <a:rPr lang="mr-IN" sz="1200" dirty="0">
                <a:solidFill>
                  <a:srgbClr val="FF6FCF"/>
                </a:solidFill>
                <a:latin typeface="Lucida Console" charset="0"/>
                <a:ea typeface="Lucida Console" charset="0"/>
                <a:cs typeface="Lucida Console" charset="0"/>
              </a:rPr>
              <a:t> </a:t>
            </a:r>
            <a:r>
              <a:rPr lang="mr-IN" sz="1200" dirty="0" err="1">
                <a:solidFill>
                  <a:srgbClr val="FF6FCF"/>
                </a:solidFill>
                <a:latin typeface="Lucida Console" charset="0"/>
                <a:ea typeface="Lucida Console" charset="0"/>
                <a:cs typeface="Lucida Console" charset="0"/>
              </a:rPr>
              <a:t>for</a:t>
            </a:r>
            <a:endParaRPr lang="en-US" sz="1200" dirty="0">
              <a:solidFill>
                <a:srgbClr val="FF6FCF"/>
              </a:solidFill>
              <a:latin typeface="Lucida Console" charset="0"/>
              <a:ea typeface="Lucida Console" charset="0"/>
              <a:cs typeface="Lucida Console" charset="0"/>
            </a:endParaRPr>
          </a:p>
          <a:p>
            <a:r>
              <a:rPr lang="mr-IN" sz="1200" dirty="0" err="1">
                <a:solidFill>
                  <a:srgbClr val="FFFF00"/>
                </a:solidFill>
                <a:latin typeface="Lucida Console" charset="0"/>
                <a:ea typeface="Lucida Console" charset="0"/>
                <a:cs typeface="Lucida Console" charset="0"/>
              </a:rPr>
              <a:t>for</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a:t>
            </a:r>
            <a:r>
              <a:rPr lang="mr-IN" sz="1200" dirty="0">
                <a:solidFill>
                  <a:srgbClr val="FFFF00"/>
                </a:solidFill>
                <a:latin typeface="Lucida Console" charset="0"/>
                <a:ea typeface="Lucida Console" charset="0"/>
                <a:cs typeface="Lucida Console" charset="0"/>
              </a:rPr>
              <a:t>=</a:t>
            </a:r>
            <a:r>
              <a:rPr lang="en-US" sz="1200" dirty="0">
                <a:solidFill>
                  <a:srgbClr val="FFFF00"/>
                </a:solidFill>
                <a:latin typeface="Lucida Console" charset="0"/>
                <a:ea typeface="Lucida Console" charset="0"/>
                <a:cs typeface="Lucida Console" charset="0"/>
              </a:rPr>
              <a:t>0</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a:t>
            </a:r>
            <a:r>
              <a:rPr lang="mr-IN" sz="1200" dirty="0">
                <a:solidFill>
                  <a:srgbClr val="FFFF00"/>
                </a:solidFill>
                <a:latin typeface="Lucida Console" charset="0"/>
                <a:ea typeface="Lucida Console" charset="0"/>
                <a:cs typeface="Lucida Console" charset="0"/>
              </a:rPr>
              <a:t>&lt;</a:t>
            </a:r>
            <a:r>
              <a:rPr lang="en-US" sz="1200" dirty="0">
                <a:solidFill>
                  <a:srgbClr val="FFFF00"/>
                </a:solidFill>
                <a:latin typeface="Lucida Console" charset="0"/>
                <a:ea typeface="Lucida Console" charset="0"/>
                <a:cs typeface="Lucida Console" charset="0"/>
              </a:rPr>
              <a:t>N</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a:t>
            </a:r>
            <a:r>
              <a:rPr lang="mr-IN" sz="1200" dirty="0">
                <a:solidFill>
                  <a:srgbClr val="FFFF00"/>
                </a:solidFill>
                <a:latin typeface="Lucida Console" charset="0"/>
                <a:ea typeface="Lucida Console" charset="0"/>
                <a:cs typeface="Lucida Console" charset="0"/>
              </a:rPr>
              <a:t>++){</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Z</a:t>
            </a:r>
            <a:r>
              <a:rPr lang="mr-IN" sz="1200" dirty="0">
                <a:solidFill>
                  <a:srgbClr val="FFFF00"/>
                </a:solidFill>
                <a:latin typeface="Lucida Console" charset="0"/>
                <a:ea typeface="Lucida Console" charset="0"/>
                <a:cs typeface="Lucida Console" charset="0"/>
              </a:rPr>
              <a:t>[</a:t>
            </a:r>
            <a:r>
              <a:rPr lang="en-US" sz="1200" dirty="0" err="1">
                <a:solidFill>
                  <a:srgbClr val="FFFF00"/>
                </a:solidFill>
                <a:latin typeface="Lucida Console" charset="0"/>
                <a:ea typeface="Lucida Console" charset="0"/>
                <a:cs typeface="Lucida Console" charset="0"/>
              </a:rPr>
              <a:t>i</a:t>
            </a:r>
            <a:r>
              <a:rPr lang="mr-IN" sz="1200" dirty="0">
                <a:solidFill>
                  <a:srgbClr val="FFFF00"/>
                </a:solidFill>
                <a:latin typeface="Lucida Console" charset="0"/>
                <a:ea typeface="Lucida Console" charset="0"/>
                <a:cs typeface="Lucida Console" charset="0"/>
              </a:rPr>
              <a:t>] = </a:t>
            </a:r>
            <a:r>
              <a:rPr lang="en-US" sz="1200" dirty="0">
                <a:solidFill>
                  <a:srgbClr val="FFFF00"/>
                </a:solidFill>
                <a:latin typeface="Lucida Console" charset="0"/>
                <a:ea typeface="Lucida Console" charset="0"/>
                <a:cs typeface="Lucida Console" charset="0"/>
              </a:rPr>
              <a:t>X[</a:t>
            </a:r>
            <a:r>
              <a:rPr lang="en-US" sz="1200" dirty="0" err="1">
                <a:solidFill>
                  <a:srgbClr val="FFFF00"/>
                </a:solidFill>
                <a:latin typeface="Lucida Console" charset="0"/>
                <a:ea typeface="Lucida Console" charset="0"/>
                <a:cs typeface="Lucida Console" charset="0"/>
              </a:rPr>
              <a:t>i</a:t>
            </a:r>
            <a:r>
              <a:rPr lang="en-US" sz="1200" dirty="0">
                <a:solidFill>
                  <a:srgbClr val="FFFF00"/>
                </a:solidFill>
                <a:latin typeface="Lucida Console" charset="0"/>
                <a:ea typeface="Lucida Console" charset="0"/>
                <a:cs typeface="Lucida Console" charset="0"/>
              </a:rPr>
              <a:t>] + alpha*Y[</a:t>
            </a:r>
            <a:r>
              <a:rPr lang="en-US" sz="1200" dirty="0" err="1">
                <a:solidFill>
                  <a:srgbClr val="FFFF00"/>
                </a:solidFill>
                <a:latin typeface="Lucida Console" charset="0"/>
                <a:ea typeface="Lucida Console" charset="0"/>
                <a:cs typeface="Lucida Console" charset="0"/>
              </a:rPr>
              <a:t>i</a:t>
            </a:r>
            <a:r>
              <a:rPr lang="en-US" sz="1200" dirty="0">
                <a:solidFill>
                  <a:srgbClr val="FFFF00"/>
                </a:solidFill>
                <a:latin typeface="Lucida Console" charset="0"/>
                <a:ea typeface="Lucida Console" charset="0"/>
                <a:cs typeface="Lucida Console" charset="0"/>
              </a:rPr>
              <a:t>];</a:t>
            </a:r>
          </a:p>
          <a:p>
            <a:r>
              <a:rPr lang="en-US" sz="1200" dirty="0">
                <a:solidFill>
                  <a:srgbClr val="FFFF00"/>
                </a:solidFill>
                <a:latin typeface="Lucida Console" charset="0"/>
                <a:ea typeface="Lucida Console" charset="0"/>
                <a:cs typeface="Lucida Console" charset="0"/>
              </a:rPr>
              <a:t>}</a:t>
            </a:r>
          </a:p>
        </p:txBody>
      </p:sp>
      <p:sp>
        <p:nvSpPr>
          <p:cNvPr id="28" name="TextBox 3">
            <a:extLst>
              <a:ext uri="{FF2B5EF4-FFF2-40B4-BE49-F238E27FC236}">
                <a16:creationId xmlns:a16="http://schemas.microsoft.com/office/drawing/2014/main" id="{D989C025-098F-407C-937A-BCA2CCC34D98}"/>
              </a:ext>
            </a:extLst>
          </p:cNvPr>
          <p:cNvSpPr txBox="1"/>
          <p:nvPr/>
        </p:nvSpPr>
        <p:spPr>
          <a:xfrm>
            <a:off x="4841320" y="984646"/>
            <a:ext cx="3733800" cy="2514600"/>
          </a:xfrm>
          <a:prstGeom prst="rect">
            <a:avLst/>
          </a:prstGeom>
          <a:solidFill>
            <a:srgbClr val="002060"/>
          </a:solidFill>
        </p:spPr>
        <p:txBody>
          <a:bodyPr wrap="square" rtlCol="0" anchor="ctr">
            <a:noAutofit/>
          </a:bodyPr>
          <a:lstStyle/>
          <a:p>
            <a:r>
              <a:rPr lang="mr-IN" sz="1200" dirty="0">
                <a:solidFill>
                  <a:srgbClr val="FF6FCF"/>
                </a:solidFill>
                <a:latin typeface="Lucida Console" charset="0"/>
                <a:ea typeface="Lucida Console" charset="0"/>
                <a:cs typeface="Lucida Console" charset="0"/>
              </a:rPr>
              <a:t>#</a:t>
            </a:r>
            <a:r>
              <a:rPr lang="mr-IN" sz="1200" dirty="0" err="1">
                <a:solidFill>
                  <a:srgbClr val="FF6FCF"/>
                </a:solidFill>
                <a:latin typeface="Lucida Console" charset="0"/>
                <a:ea typeface="Lucida Console" charset="0"/>
                <a:cs typeface="Lucida Console" charset="0"/>
              </a:rPr>
              <a:t>pragma</a:t>
            </a:r>
            <a:r>
              <a:rPr lang="mr-IN" sz="1200" dirty="0">
                <a:solidFill>
                  <a:srgbClr val="FF6FCF"/>
                </a:solidFill>
                <a:latin typeface="Lucida Console" charset="0"/>
                <a:ea typeface="Lucida Console" charset="0"/>
                <a:cs typeface="Lucida Console" charset="0"/>
              </a:rPr>
              <a:t> </a:t>
            </a:r>
            <a:r>
              <a:rPr lang="mr-IN" sz="1200" dirty="0" err="1">
                <a:solidFill>
                  <a:srgbClr val="FF6FCF"/>
                </a:solidFill>
                <a:latin typeface="Lucida Console" charset="0"/>
                <a:ea typeface="Lucida Console" charset="0"/>
                <a:cs typeface="Lucida Console" charset="0"/>
              </a:rPr>
              <a:t>omp</a:t>
            </a:r>
            <a:r>
              <a:rPr lang="mr-IN" sz="1200" dirty="0">
                <a:solidFill>
                  <a:srgbClr val="FF6FCF"/>
                </a:solidFill>
                <a:latin typeface="Lucida Console" charset="0"/>
                <a:ea typeface="Lucida Console" charset="0"/>
                <a:cs typeface="Lucida Console" charset="0"/>
              </a:rPr>
              <a:t> </a:t>
            </a:r>
            <a:r>
              <a:rPr lang="mr-IN" sz="1200" dirty="0" err="1">
                <a:solidFill>
                  <a:srgbClr val="FF6FCF"/>
                </a:solidFill>
                <a:latin typeface="Lucida Console" charset="0"/>
                <a:ea typeface="Lucida Console" charset="0"/>
                <a:cs typeface="Lucida Console" charset="0"/>
              </a:rPr>
              <a:t>parallel</a:t>
            </a:r>
            <a:r>
              <a:rPr lang="mr-IN" sz="1200" dirty="0">
                <a:solidFill>
                  <a:srgbClr val="FF6FCF"/>
                </a:solidFill>
                <a:latin typeface="Lucida Console" charset="0"/>
                <a:ea typeface="Lucida Console" charset="0"/>
                <a:cs typeface="Lucida Console" charset="0"/>
              </a:rPr>
              <a:t> </a:t>
            </a:r>
            <a:r>
              <a:rPr lang="mr-IN" sz="1200" dirty="0" err="1">
                <a:solidFill>
                  <a:srgbClr val="FF6FCF"/>
                </a:solidFill>
                <a:latin typeface="Lucida Console" charset="0"/>
                <a:ea typeface="Lucida Console" charset="0"/>
                <a:cs typeface="Lucida Console" charset="0"/>
              </a:rPr>
              <a:t>for</a:t>
            </a:r>
            <a:endParaRPr lang="en-US" sz="1200" dirty="0">
              <a:solidFill>
                <a:srgbClr val="FF6FCF"/>
              </a:solidFill>
              <a:latin typeface="Lucida Console" charset="0"/>
              <a:ea typeface="Lucida Console" charset="0"/>
              <a:cs typeface="Lucida Console" charset="0"/>
            </a:endParaRPr>
          </a:p>
          <a:p>
            <a:r>
              <a:rPr lang="mr-IN" sz="1200" dirty="0" err="1">
                <a:solidFill>
                  <a:srgbClr val="FFFF00"/>
                </a:solidFill>
                <a:latin typeface="Lucida Console" charset="0"/>
                <a:ea typeface="Lucida Console" charset="0"/>
                <a:cs typeface="Lucida Console" charset="0"/>
              </a:rPr>
              <a:t>for</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k</a:t>
            </a:r>
            <a:r>
              <a:rPr lang="mr-IN" sz="1200" dirty="0">
                <a:solidFill>
                  <a:srgbClr val="FFFF00"/>
                </a:solidFill>
                <a:latin typeface="Lucida Console" charset="0"/>
                <a:ea typeface="Lucida Console" charset="0"/>
                <a:cs typeface="Lucida Console" charset="0"/>
              </a:rPr>
              <a:t>=1;k&lt;dim+1;k++){</a:t>
            </a:r>
            <a:endParaRPr lang="en-US" sz="1200" dirty="0">
              <a:solidFill>
                <a:srgbClr val="FFFF00"/>
              </a:solidFill>
              <a:latin typeface="Lucida Console" charset="0"/>
              <a:ea typeface="Lucida Console" charset="0"/>
              <a:cs typeface="Lucida Console" charset="0"/>
            </a:endParaRPr>
          </a:p>
          <a:p>
            <a:r>
              <a:rPr lang="mr-IN" sz="1200" dirty="0" err="1">
                <a:solidFill>
                  <a:srgbClr val="FFFF00"/>
                </a:solidFill>
                <a:latin typeface="Lucida Console" charset="0"/>
                <a:ea typeface="Lucida Console" charset="0"/>
                <a:cs typeface="Lucida Console" charset="0"/>
              </a:rPr>
              <a:t>for</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j</a:t>
            </a:r>
            <a:r>
              <a:rPr lang="mr-IN" sz="1200" dirty="0">
                <a:solidFill>
                  <a:srgbClr val="FFFF00"/>
                </a:solidFill>
                <a:latin typeface="Lucida Console" charset="0"/>
                <a:ea typeface="Lucida Console" charset="0"/>
                <a:cs typeface="Lucida Console" charset="0"/>
              </a:rPr>
              <a:t>=1;j&lt;dim+1;j++){</a:t>
            </a:r>
            <a:endParaRPr lang="en-US" sz="1200" dirty="0">
              <a:solidFill>
                <a:srgbClr val="FFFF00"/>
              </a:solidFill>
              <a:latin typeface="Lucida Console" charset="0"/>
              <a:ea typeface="Lucida Console" charset="0"/>
              <a:cs typeface="Lucida Console" charset="0"/>
            </a:endParaRPr>
          </a:p>
          <a:p>
            <a:r>
              <a:rPr lang="mr-IN" sz="1200" dirty="0" err="1">
                <a:solidFill>
                  <a:srgbClr val="FFFF00"/>
                </a:solidFill>
                <a:latin typeface="Lucida Console" charset="0"/>
                <a:ea typeface="Lucida Console" charset="0"/>
                <a:cs typeface="Lucida Console" charset="0"/>
              </a:rPr>
              <a:t>for</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a:t>
            </a:r>
            <a:r>
              <a:rPr lang="mr-IN" sz="1200" dirty="0">
                <a:solidFill>
                  <a:srgbClr val="FFFF00"/>
                </a:solidFill>
                <a:latin typeface="Lucida Console" charset="0"/>
                <a:ea typeface="Lucida Console" charset="0"/>
                <a:cs typeface="Lucida Console" charset="0"/>
              </a:rPr>
              <a:t>=1;i&lt;dim+1;i++){</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a:t>
            </a:r>
            <a:r>
              <a:rPr lang="mr-IN" sz="1200" dirty="0" err="1">
                <a:solidFill>
                  <a:srgbClr val="FFFF00"/>
                </a:solidFill>
                <a:latin typeface="Lucida Console" charset="0"/>
                <a:ea typeface="Lucida Console" charset="0"/>
                <a:cs typeface="Lucida Console" charset="0"/>
              </a:rPr>
              <a:t>int</a:t>
            </a:r>
            <a:r>
              <a:rPr lang="mr-IN" sz="1200" dirty="0">
                <a:solidFill>
                  <a:srgbClr val="FFFF00"/>
                </a:solidFill>
                <a:latin typeface="Lucida Console" charset="0"/>
                <a:ea typeface="Lucida Console" charset="0"/>
                <a:cs typeface="Lucida Console" charset="0"/>
              </a:rPr>
              <a:t> </a:t>
            </a:r>
            <a:r>
              <a:rPr lang="mr-IN" sz="1200" dirty="0" err="1">
                <a:solidFill>
                  <a:srgbClr val="FFFF00"/>
                </a:solidFill>
                <a:latin typeface="Lucida Console" charset="0"/>
                <a:ea typeface="Lucida Console" charset="0"/>
                <a:cs typeface="Lucida Console" charset="0"/>
              </a:rPr>
              <a:t>ijk</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i</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j</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jStride</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k</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kStride</a:t>
            </a:r>
            <a:r>
              <a:rPr lang="mr-IN" sz="1200" dirty="0">
                <a:solidFill>
                  <a:srgbClr val="FFFF00"/>
                </a:solidFill>
                <a:latin typeface="Lucida Console" charset="0"/>
                <a:ea typeface="Lucida Console" charset="0"/>
                <a:cs typeface="Lucida Console" charset="0"/>
              </a:rPr>
              <a:t>;</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a:t>
            </a:r>
            <a:r>
              <a:rPr lang="mr-IN" sz="1200" dirty="0">
                <a:solidFill>
                  <a:srgbClr val="FFFF00"/>
                </a:solidFill>
                <a:latin typeface="Lucida Console" charset="0"/>
                <a:ea typeface="Lucida Console" charset="0"/>
                <a:cs typeface="Lucida Console" charset="0"/>
              </a:rPr>
              <a:t> </a:t>
            </a:r>
            <a:r>
              <a:rPr lang="mr-IN" sz="1200" dirty="0" err="1">
                <a:solidFill>
                  <a:srgbClr val="FFFF00"/>
                </a:solidFill>
                <a:latin typeface="Lucida Console" charset="0"/>
                <a:ea typeface="Lucida Console" charset="0"/>
                <a:cs typeface="Lucida Console" charset="0"/>
              </a:rPr>
              <a:t>new</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ijk</a:t>
            </a:r>
            <a:r>
              <a:rPr lang="mr-IN" sz="1200" dirty="0">
                <a:solidFill>
                  <a:srgbClr val="FFFF00"/>
                </a:solidFill>
                <a:latin typeface="Lucida Console" charset="0"/>
                <a:ea typeface="Lucida Console" charset="0"/>
                <a:cs typeface="Lucida Console" charset="0"/>
              </a:rPr>
              <a:t>] = -6.0*</a:t>
            </a:r>
            <a:r>
              <a:rPr lang="mr-IN" sz="1200" dirty="0" err="1">
                <a:solidFill>
                  <a:srgbClr val="FFFF00"/>
                </a:solidFill>
                <a:latin typeface="Lucida Console" charset="0"/>
                <a:ea typeface="Lucida Console" charset="0"/>
                <a:cs typeface="Lucida Console" charset="0"/>
              </a:rPr>
              <a:t>old</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ijk</a:t>
            </a:r>
            <a:r>
              <a:rPr lang="mr-IN" sz="1200" dirty="0">
                <a:solidFill>
                  <a:srgbClr val="FFFF00"/>
                </a:solidFill>
                <a:latin typeface="Lucida Console" charset="0"/>
                <a:ea typeface="Lucida Console" charset="0"/>
                <a:cs typeface="Lucida Console" charset="0"/>
              </a:rPr>
              <a:t>        ]</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old</a:t>
            </a:r>
            <a:r>
              <a:rPr lang="mr-IN" sz="1200" dirty="0">
                <a:solidFill>
                  <a:srgbClr val="FFFF00"/>
                </a:solidFill>
                <a:latin typeface="Lucida Console" charset="0"/>
                <a:ea typeface="Lucida Console" charset="0"/>
                <a:cs typeface="Lucida Console" charset="0"/>
              </a:rPr>
              <a:t>[ijk-1      ]</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old</a:t>
            </a:r>
            <a:r>
              <a:rPr lang="mr-IN" sz="1200" dirty="0">
                <a:solidFill>
                  <a:srgbClr val="FFFF00"/>
                </a:solidFill>
                <a:latin typeface="Lucida Console" charset="0"/>
                <a:ea typeface="Lucida Console" charset="0"/>
                <a:cs typeface="Lucida Console" charset="0"/>
              </a:rPr>
              <a:t>[ijk+1      ]</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old</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ijk-jStride</a:t>
            </a:r>
            <a:r>
              <a:rPr lang="mr-IN" sz="1200" dirty="0">
                <a:solidFill>
                  <a:srgbClr val="FFFF00"/>
                </a:solidFill>
                <a:latin typeface="Lucida Console" charset="0"/>
                <a:ea typeface="Lucida Console" charset="0"/>
                <a:cs typeface="Lucida Console" charset="0"/>
              </a:rPr>
              <a:t>]</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old</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ijk+jStride</a:t>
            </a:r>
            <a:r>
              <a:rPr lang="mr-IN" sz="1200" dirty="0">
                <a:solidFill>
                  <a:srgbClr val="FFFF00"/>
                </a:solidFill>
                <a:latin typeface="Lucida Console" charset="0"/>
                <a:ea typeface="Lucida Console" charset="0"/>
                <a:cs typeface="Lucida Console" charset="0"/>
              </a:rPr>
              <a:t>]</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old</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ijk-kStride</a:t>
            </a:r>
            <a:r>
              <a:rPr lang="mr-IN" sz="1200" dirty="0">
                <a:solidFill>
                  <a:srgbClr val="FFFF00"/>
                </a:solidFill>
                <a:latin typeface="Lucida Console" charset="0"/>
                <a:ea typeface="Lucida Console" charset="0"/>
                <a:cs typeface="Lucida Console" charset="0"/>
              </a:rPr>
              <a:t>]</a:t>
            </a:r>
            <a:endParaRPr lang="en-US" sz="1200" dirty="0">
              <a:solidFill>
                <a:srgbClr val="FFFF00"/>
              </a:solidFill>
              <a:latin typeface="Lucida Console" charset="0"/>
              <a:ea typeface="Lucida Console" charset="0"/>
              <a:cs typeface="Lucida Console" charset="0"/>
            </a:endParaRPr>
          </a:p>
          <a:p>
            <a:r>
              <a:rPr lang="en-US" sz="1200" dirty="0">
                <a:solidFill>
                  <a:srgbClr val="FFFF00"/>
                </a:solidFill>
                <a:latin typeface="Lucida Console" charset="0"/>
                <a:ea typeface="Lucida Console" charset="0"/>
                <a:cs typeface="Lucida Console" charset="0"/>
              </a:rPr>
              <a:t>  </a:t>
            </a:r>
            <a:r>
              <a:rPr lang="mr-IN" sz="1200" dirty="0">
                <a:solidFill>
                  <a:srgbClr val="FFFF00"/>
                </a:solidFill>
                <a:latin typeface="Lucida Console" charset="0"/>
                <a:ea typeface="Lucida Console" charset="0"/>
                <a:cs typeface="Lucida Console" charset="0"/>
              </a:rPr>
              <a:t>              + </a:t>
            </a:r>
            <a:r>
              <a:rPr lang="mr-IN" sz="1200" dirty="0" err="1">
                <a:solidFill>
                  <a:srgbClr val="FFFF00"/>
                </a:solidFill>
                <a:latin typeface="Lucida Console" charset="0"/>
                <a:ea typeface="Lucida Console" charset="0"/>
                <a:cs typeface="Lucida Console" charset="0"/>
              </a:rPr>
              <a:t>old</a:t>
            </a:r>
            <a:r>
              <a:rPr lang="mr-IN" sz="1200" dirty="0">
                <a:solidFill>
                  <a:srgbClr val="FFFF00"/>
                </a:solidFill>
                <a:latin typeface="Lucida Console" charset="0"/>
                <a:ea typeface="Lucida Console" charset="0"/>
                <a:cs typeface="Lucida Console" charset="0"/>
              </a:rPr>
              <a:t>[</a:t>
            </a:r>
            <a:r>
              <a:rPr lang="mr-IN" sz="1200" dirty="0" err="1">
                <a:solidFill>
                  <a:srgbClr val="FFFF00"/>
                </a:solidFill>
                <a:latin typeface="Lucida Console" charset="0"/>
                <a:ea typeface="Lucida Console" charset="0"/>
                <a:cs typeface="Lucida Console" charset="0"/>
              </a:rPr>
              <a:t>ijk+kStride</a:t>
            </a:r>
            <a:r>
              <a:rPr lang="mr-IN" sz="1200" dirty="0">
                <a:solidFill>
                  <a:srgbClr val="FFFF00"/>
                </a:solidFill>
                <a:latin typeface="Lucida Console" charset="0"/>
                <a:ea typeface="Lucida Console" charset="0"/>
                <a:cs typeface="Lucida Console" charset="0"/>
              </a:rPr>
              <a:t>];</a:t>
            </a:r>
            <a:endParaRPr lang="en-US" sz="1200" dirty="0">
              <a:solidFill>
                <a:srgbClr val="FFFF00"/>
              </a:solidFill>
              <a:latin typeface="Lucida Console" charset="0"/>
              <a:ea typeface="Lucida Console" charset="0"/>
              <a:cs typeface="Lucida Console" charset="0"/>
            </a:endParaRPr>
          </a:p>
          <a:p>
            <a:r>
              <a:rPr lang="mr-IN" sz="1200" dirty="0">
                <a:solidFill>
                  <a:srgbClr val="FFFF00"/>
                </a:solidFill>
                <a:latin typeface="Lucida Console" charset="0"/>
                <a:ea typeface="Lucida Console" charset="0"/>
                <a:cs typeface="Lucida Console" charset="0"/>
              </a:rPr>
              <a:t>}}}</a:t>
            </a:r>
            <a:endParaRPr lang="en-US" sz="1200" dirty="0">
              <a:solidFill>
                <a:srgbClr val="FFFF00"/>
              </a:solidFill>
              <a:latin typeface="Lucida Console" charset="0"/>
              <a:ea typeface="Lucida Console" charset="0"/>
              <a:cs typeface="Lucida Console" charset="0"/>
            </a:endParaRPr>
          </a:p>
        </p:txBody>
      </p:sp>
      <p:sp>
        <p:nvSpPr>
          <p:cNvPr id="62" name="矩形 61">
            <a:extLst>
              <a:ext uri="{FF2B5EF4-FFF2-40B4-BE49-F238E27FC236}">
                <a16:creationId xmlns:a16="http://schemas.microsoft.com/office/drawing/2014/main" id="{6AC913A4-9435-446F-BC03-0B84587FF335}"/>
              </a:ext>
            </a:extLst>
          </p:cNvPr>
          <p:cNvSpPr/>
          <p:nvPr/>
        </p:nvSpPr>
        <p:spPr>
          <a:xfrm>
            <a:off x="444730" y="2025130"/>
            <a:ext cx="3886200" cy="1938992"/>
          </a:xfrm>
          <a:prstGeom prst="rect">
            <a:avLst/>
          </a:prstGeom>
        </p:spPr>
        <p:txBody>
          <a:bodyPr wrap="square">
            <a:spAutoFit/>
          </a:bodyPr>
          <a:lstStyle/>
          <a:p>
            <a:r>
              <a:rPr lang="en-US" altLang="zh-CN" sz="2400" dirty="0">
                <a:latin typeface="Bahnschrift Condensed" panose="020B0502040204020203" pitchFamily="34" charset="0"/>
              </a:rPr>
              <a:t>STREAM Triad:</a:t>
            </a:r>
          </a:p>
          <a:p>
            <a:pPr marL="285750" indent="-285750">
              <a:buFont typeface="Arial" panose="020B0604020202020204" pitchFamily="34" charset="0"/>
              <a:buChar char="•"/>
            </a:pPr>
            <a:r>
              <a:rPr lang="en-US" altLang="zh-CN" b="1" dirty="0">
                <a:latin typeface="Bahnschrift Condensed" panose="020B0502040204020203" pitchFamily="34" charset="0"/>
              </a:rPr>
              <a:t>Type</a:t>
            </a:r>
            <a:r>
              <a:rPr lang="en-US" altLang="zh-CN" dirty="0">
                <a:latin typeface="Bahnschrift Condensed" panose="020B0502040204020203" pitchFamily="34" charset="0"/>
              </a:rPr>
              <a:t>: double</a:t>
            </a:r>
          </a:p>
          <a:p>
            <a:pPr marL="285750" indent="-285750">
              <a:buFont typeface="Arial" panose="020B0604020202020204" pitchFamily="34" charset="0"/>
              <a:buChar char="•"/>
            </a:pPr>
            <a:r>
              <a:rPr lang="en-US" altLang="zh-CN" b="1" dirty="0">
                <a:latin typeface="Bahnschrift Condensed" panose="020B0502040204020203" pitchFamily="34" charset="0"/>
              </a:rPr>
              <a:t>Memory</a:t>
            </a:r>
            <a:r>
              <a:rPr lang="en-US" altLang="zh-CN" dirty="0">
                <a:latin typeface="Bahnschrift Condensed" panose="020B0502040204020203" pitchFamily="34" charset="0"/>
              </a:rPr>
              <a:t>: 24 Bytes/iteration</a:t>
            </a:r>
          </a:p>
          <a:p>
            <a:pPr marL="285750" indent="-285750">
              <a:buFont typeface="Arial" panose="020B0604020202020204" pitchFamily="34" charset="0"/>
              <a:buChar char="•"/>
            </a:pPr>
            <a:r>
              <a:rPr lang="en-US" altLang="zh-CN" b="1" dirty="0">
                <a:latin typeface="Bahnschrift Condensed" panose="020B0502040204020203" pitchFamily="34" charset="0"/>
              </a:rPr>
              <a:t>Compute</a:t>
            </a:r>
            <a:r>
              <a:rPr lang="en-US" altLang="zh-CN" dirty="0">
                <a:latin typeface="Bahnschrift Condensed" panose="020B0502040204020203" pitchFamily="34" charset="0"/>
              </a:rPr>
              <a:t>: 2 flops/iteration</a:t>
            </a:r>
          </a:p>
          <a:p>
            <a:pPr marL="285750" indent="-285750">
              <a:buFont typeface="Arial" panose="020B0604020202020204" pitchFamily="34" charset="0"/>
              <a:buChar char="•"/>
            </a:pPr>
            <a:r>
              <a:rPr lang="en-US" altLang="zh-CN" b="1" dirty="0">
                <a:latin typeface="Bahnschrift Condensed" panose="020B0502040204020203" pitchFamily="34" charset="0"/>
              </a:rPr>
              <a:t>Arithmetic Intensity</a:t>
            </a:r>
            <a:r>
              <a:rPr lang="en-US" altLang="zh-CN" dirty="0">
                <a:latin typeface="Bahnschrift Condensed" panose="020B0502040204020203" pitchFamily="34" charset="0"/>
              </a:rPr>
              <a:t>: 0.083 flops/byte </a:t>
            </a:r>
          </a:p>
          <a:p>
            <a:endParaRPr lang="zh-CN" altLang="en-US" sz="2400" dirty="0">
              <a:latin typeface="Bahnschrift Condensed" panose="020B0502040204020203" pitchFamily="34" charset="0"/>
            </a:endParaRPr>
          </a:p>
        </p:txBody>
      </p:sp>
    </p:spTree>
    <p:extLst>
      <p:ext uri="{BB962C8B-B14F-4D97-AF65-F5344CB8AC3E}">
        <p14:creationId xmlns:p14="http://schemas.microsoft.com/office/powerpoint/2010/main" val="1400976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Roofline Model: Examples</a:t>
            </a:r>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grpSp>
        <p:nvGrpSpPr>
          <p:cNvPr id="13" name="组合 12">
            <a:extLst>
              <a:ext uri="{FF2B5EF4-FFF2-40B4-BE49-F238E27FC236}">
                <a16:creationId xmlns:a16="http://schemas.microsoft.com/office/drawing/2014/main" id="{DC35C777-B8F5-4795-BCA9-925F09D0AB11}"/>
              </a:ext>
            </a:extLst>
          </p:cNvPr>
          <p:cNvGrpSpPr/>
          <p:nvPr/>
        </p:nvGrpSpPr>
        <p:grpSpPr>
          <a:xfrm>
            <a:off x="2182297" y="1371600"/>
            <a:ext cx="4751903" cy="4492752"/>
            <a:chOff x="8991600" y="1371600"/>
            <a:chExt cx="4751903" cy="4492752"/>
          </a:xfrm>
        </p:grpSpPr>
        <p:grpSp>
          <p:nvGrpSpPr>
            <p:cNvPr id="30" name="Group 17">
              <a:extLst>
                <a:ext uri="{FF2B5EF4-FFF2-40B4-BE49-F238E27FC236}">
                  <a16:creationId xmlns:a16="http://schemas.microsoft.com/office/drawing/2014/main" id="{2C4614FA-9108-4E93-8652-D0817BCBB357}"/>
                </a:ext>
              </a:extLst>
            </p:cNvPr>
            <p:cNvGrpSpPr/>
            <p:nvPr/>
          </p:nvGrpSpPr>
          <p:grpSpPr>
            <a:xfrm>
              <a:off x="9108520" y="2069068"/>
              <a:ext cx="4634983" cy="369332"/>
              <a:chOff x="8382000" y="2602468"/>
              <a:chExt cx="4634983" cy="369332"/>
            </a:xfrm>
          </p:grpSpPr>
          <p:cxnSp>
            <p:nvCxnSpPr>
              <p:cNvPr id="31" name="Straight Arrow Connector 9">
                <a:extLst>
                  <a:ext uri="{FF2B5EF4-FFF2-40B4-BE49-F238E27FC236}">
                    <a16:creationId xmlns:a16="http://schemas.microsoft.com/office/drawing/2014/main" id="{DB7FFD8A-6395-4D7F-AA80-E29BA0A13193}"/>
                  </a:ext>
                </a:extLst>
              </p:cNvPr>
              <p:cNvCxnSpPr>
                <a:cxnSpLocks/>
              </p:cNvCxnSpPr>
              <p:nvPr/>
            </p:nvCxnSpPr>
            <p:spPr bwMode="auto">
              <a:xfrm>
                <a:off x="8382000" y="2971800"/>
                <a:ext cx="4634983" cy="0"/>
              </a:xfrm>
              <a:prstGeom prst="straightConnector1">
                <a:avLst/>
              </a:prstGeom>
              <a:solidFill>
                <a:schemeClr val="accent1"/>
              </a:solidFill>
              <a:ln w="38100" cap="flat" cmpd="sng" algn="ctr">
                <a:solidFill>
                  <a:srgbClr val="FF0080"/>
                </a:solidFill>
                <a:prstDash val="solid"/>
                <a:round/>
                <a:headEnd type="none" w="med" len="med"/>
                <a:tailEnd type="none" w="lg" len="lg"/>
              </a:ln>
              <a:effectLst/>
            </p:spPr>
          </p:cxnSp>
          <p:sp>
            <p:nvSpPr>
              <p:cNvPr id="32" name="TextBox 12">
                <a:extLst>
                  <a:ext uri="{FF2B5EF4-FFF2-40B4-BE49-F238E27FC236}">
                    <a16:creationId xmlns:a16="http://schemas.microsoft.com/office/drawing/2014/main" id="{591E7CDD-65D3-4968-AAC8-CBD3AAA83929}"/>
                  </a:ext>
                </a:extLst>
              </p:cNvPr>
              <p:cNvSpPr txBox="1"/>
              <p:nvPr/>
            </p:nvSpPr>
            <p:spPr>
              <a:xfrm>
                <a:off x="8785425" y="2602468"/>
                <a:ext cx="1402948" cy="369332"/>
              </a:xfrm>
              <a:prstGeom prst="rect">
                <a:avLst/>
              </a:prstGeom>
              <a:noFill/>
            </p:spPr>
            <p:txBody>
              <a:bodyPr wrap="none" rtlCol="0">
                <a:spAutoFit/>
              </a:bodyPr>
              <a:lstStyle/>
              <a:p>
                <a:pPr algn="ctr"/>
                <a:r>
                  <a:rPr lang="en-US" sz="1800" dirty="0">
                    <a:solidFill>
                      <a:srgbClr val="FF0080"/>
                    </a:solidFill>
                  </a:rPr>
                  <a:t>Peak Flop/s</a:t>
                </a:r>
              </a:p>
            </p:txBody>
          </p:sp>
        </p:grpSp>
        <p:grpSp>
          <p:nvGrpSpPr>
            <p:cNvPr id="33" name="Group 20">
              <a:extLst>
                <a:ext uri="{FF2B5EF4-FFF2-40B4-BE49-F238E27FC236}">
                  <a16:creationId xmlns:a16="http://schemas.microsoft.com/office/drawing/2014/main" id="{DB3D5C30-A104-48B5-A5DC-7D0C28AB993A}"/>
                </a:ext>
              </a:extLst>
            </p:cNvPr>
            <p:cNvGrpSpPr/>
            <p:nvPr/>
          </p:nvGrpSpPr>
          <p:grpSpPr>
            <a:xfrm>
              <a:off x="8991600" y="1371600"/>
              <a:ext cx="4688920" cy="4114800"/>
              <a:chOff x="8265080" y="1905000"/>
              <a:chExt cx="4688920" cy="4114800"/>
            </a:xfrm>
          </p:grpSpPr>
          <p:cxnSp>
            <p:nvCxnSpPr>
              <p:cNvPr id="34" name="Straight Arrow Connector 5">
                <a:extLst>
                  <a:ext uri="{FF2B5EF4-FFF2-40B4-BE49-F238E27FC236}">
                    <a16:creationId xmlns:a16="http://schemas.microsoft.com/office/drawing/2014/main" id="{4C3150F3-A239-49BF-AF53-6087CB99327A}"/>
                  </a:ext>
                </a:extLst>
              </p:cNvPr>
              <p:cNvCxnSpPr/>
              <p:nvPr/>
            </p:nvCxnSpPr>
            <p:spPr bwMode="auto">
              <a:xfrm>
                <a:off x="8382000" y="5791200"/>
                <a:ext cx="4572000" cy="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cxnSp>
            <p:nvCxnSpPr>
              <p:cNvPr id="35" name="Straight Arrow Connector 6">
                <a:extLst>
                  <a:ext uri="{FF2B5EF4-FFF2-40B4-BE49-F238E27FC236}">
                    <a16:creationId xmlns:a16="http://schemas.microsoft.com/office/drawing/2014/main" id="{C3512DBF-474D-45B7-8D1A-9CBD86B9B1F8}"/>
                  </a:ext>
                </a:extLst>
              </p:cNvPr>
              <p:cNvCxnSpPr/>
              <p:nvPr/>
            </p:nvCxnSpPr>
            <p:spPr bwMode="auto">
              <a:xfrm flipV="1">
                <a:off x="8610600" y="1905000"/>
                <a:ext cx="23812" cy="411480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sp>
            <p:nvSpPr>
              <p:cNvPr id="36" name="TextBox 13">
                <a:extLst>
                  <a:ext uri="{FF2B5EF4-FFF2-40B4-BE49-F238E27FC236}">
                    <a16:creationId xmlns:a16="http://schemas.microsoft.com/office/drawing/2014/main" id="{21ABAF50-CB38-44EF-ACCA-973F1BF6163F}"/>
                  </a:ext>
                </a:extLst>
              </p:cNvPr>
              <p:cNvSpPr txBox="1"/>
              <p:nvPr/>
            </p:nvSpPr>
            <p:spPr>
              <a:xfrm rot="16200000">
                <a:off x="6697146" y="3853933"/>
                <a:ext cx="3505200" cy="369332"/>
              </a:xfrm>
              <a:prstGeom prst="rect">
                <a:avLst/>
              </a:prstGeom>
              <a:noFill/>
            </p:spPr>
            <p:txBody>
              <a:bodyPr wrap="square" rtlCol="0">
                <a:spAutoFit/>
              </a:bodyPr>
              <a:lstStyle/>
              <a:p>
                <a:pPr algn="ctr"/>
                <a:r>
                  <a:rPr lang="en-US" sz="1800"/>
                  <a:t>Attainable Flop/s</a:t>
                </a:r>
                <a:endParaRPr lang="en-US" sz="1800" dirty="0"/>
              </a:p>
            </p:txBody>
          </p:sp>
        </p:grpSp>
        <p:grpSp>
          <p:nvGrpSpPr>
            <p:cNvPr id="37" name="Group 18">
              <a:extLst>
                <a:ext uri="{FF2B5EF4-FFF2-40B4-BE49-F238E27FC236}">
                  <a16:creationId xmlns:a16="http://schemas.microsoft.com/office/drawing/2014/main" id="{3317FA3D-7B2C-42DB-A729-D10D64116632}"/>
                </a:ext>
              </a:extLst>
            </p:cNvPr>
            <p:cNvGrpSpPr/>
            <p:nvPr/>
          </p:nvGrpSpPr>
          <p:grpSpPr>
            <a:xfrm>
              <a:off x="9351405" y="1600200"/>
              <a:ext cx="4100515" cy="3657599"/>
              <a:chOff x="8624885" y="2133600"/>
              <a:chExt cx="4100515" cy="3657599"/>
            </a:xfrm>
          </p:grpSpPr>
          <p:cxnSp>
            <p:nvCxnSpPr>
              <p:cNvPr id="38" name="Straight Arrow Connector 7">
                <a:extLst>
                  <a:ext uri="{FF2B5EF4-FFF2-40B4-BE49-F238E27FC236}">
                    <a16:creationId xmlns:a16="http://schemas.microsoft.com/office/drawing/2014/main" id="{8E0344F1-718B-4D93-8A29-5531448096C3}"/>
                  </a:ext>
                </a:extLst>
              </p:cNvPr>
              <p:cNvCxnSpPr>
                <a:cxnSpLocks/>
              </p:cNvCxnSpPr>
              <p:nvPr/>
            </p:nvCxnSpPr>
            <p:spPr bwMode="auto">
              <a:xfrm flipV="1">
                <a:off x="8624885" y="2133600"/>
                <a:ext cx="4100515" cy="3657599"/>
              </a:xfrm>
              <a:prstGeom prst="straightConnector1">
                <a:avLst/>
              </a:prstGeom>
              <a:solidFill>
                <a:schemeClr val="accent1"/>
              </a:solidFill>
              <a:ln w="38100" cap="flat" cmpd="sng" algn="ctr">
                <a:solidFill>
                  <a:srgbClr val="0432FF"/>
                </a:solidFill>
                <a:prstDash val="solid"/>
                <a:round/>
                <a:headEnd type="none" w="med" len="med"/>
                <a:tailEnd type="none" w="lg" len="lg"/>
              </a:ln>
              <a:effectLst/>
            </p:spPr>
          </p:cxnSp>
          <p:sp>
            <p:nvSpPr>
              <p:cNvPr id="39" name="TextBox 15">
                <a:extLst>
                  <a:ext uri="{FF2B5EF4-FFF2-40B4-BE49-F238E27FC236}">
                    <a16:creationId xmlns:a16="http://schemas.microsoft.com/office/drawing/2014/main" id="{15ACA57D-9228-46E3-AC1D-FFD322BDBDBB}"/>
                  </a:ext>
                </a:extLst>
              </p:cNvPr>
              <p:cNvSpPr txBox="1"/>
              <p:nvPr/>
            </p:nvSpPr>
            <p:spPr>
              <a:xfrm rot="19001084">
                <a:off x="9585021" y="3886659"/>
                <a:ext cx="1441420" cy="369332"/>
              </a:xfrm>
              <a:prstGeom prst="rect">
                <a:avLst/>
              </a:prstGeom>
              <a:noFill/>
            </p:spPr>
            <p:txBody>
              <a:bodyPr wrap="square" rtlCol="0">
                <a:spAutoFit/>
              </a:bodyPr>
              <a:lstStyle/>
              <a:p>
                <a:pPr algn="ctr"/>
                <a:r>
                  <a:rPr lang="en-US" sz="1800" dirty="0">
                    <a:solidFill>
                      <a:srgbClr val="0432FF"/>
                    </a:solidFill>
                  </a:rPr>
                  <a:t>DRAM GB/s</a:t>
                </a:r>
              </a:p>
            </p:txBody>
          </p:sp>
        </p:grpSp>
        <p:grpSp>
          <p:nvGrpSpPr>
            <p:cNvPr id="40" name="Group 21">
              <a:extLst>
                <a:ext uri="{FF2B5EF4-FFF2-40B4-BE49-F238E27FC236}">
                  <a16:creationId xmlns:a16="http://schemas.microsoft.com/office/drawing/2014/main" id="{27FFB260-E44A-4E66-96A6-5E6A28289E65}"/>
                </a:ext>
              </a:extLst>
            </p:cNvPr>
            <p:cNvGrpSpPr/>
            <p:nvPr/>
          </p:nvGrpSpPr>
          <p:grpSpPr>
            <a:xfrm>
              <a:off x="11775520" y="2971800"/>
              <a:ext cx="1143000" cy="2324101"/>
              <a:chOff x="11049000" y="3505200"/>
              <a:chExt cx="1143000" cy="2324101"/>
            </a:xfrm>
          </p:grpSpPr>
          <p:cxnSp>
            <p:nvCxnSpPr>
              <p:cNvPr id="41" name="Straight Connector 29">
                <a:extLst>
                  <a:ext uri="{FF2B5EF4-FFF2-40B4-BE49-F238E27FC236}">
                    <a16:creationId xmlns:a16="http://schemas.microsoft.com/office/drawing/2014/main" id="{B0A8FB6C-16DB-4AAE-8EF5-BFF331D36504}"/>
                  </a:ext>
                </a:extLst>
              </p:cNvPr>
              <p:cNvCxnSpPr/>
              <p:nvPr/>
            </p:nvCxnSpPr>
            <p:spPr bwMode="auto">
              <a:xfrm flipH="1">
                <a:off x="11101386" y="3733800"/>
                <a:ext cx="21077" cy="2095501"/>
              </a:xfrm>
              <a:prstGeom prst="line">
                <a:avLst/>
              </a:prstGeom>
              <a:solidFill>
                <a:schemeClr val="accent1"/>
              </a:solidFill>
              <a:ln w="19050" cap="flat" cmpd="sng" algn="ctr">
                <a:solidFill>
                  <a:srgbClr val="00B050"/>
                </a:solidFill>
                <a:prstDash val="dash"/>
                <a:round/>
                <a:headEnd type="none" w="med" len="med"/>
                <a:tailEnd type="none" w="med" len="med"/>
              </a:ln>
              <a:effectLst/>
            </p:spPr>
          </p:cxnSp>
          <p:sp>
            <p:nvSpPr>
              <p:cNvPr id="42" name="TextBox 33">
                <a:extLst>
                  <a:ext uri="{FF2B5EF4-FFF2-40B4-BE49-F238E27FC236}">
                    <a16:creationId xmlns:a16="http://schemas.microsoft.com/office/drawing/2014/main" id="{F425C9F5-E055-4767-B25F-06D50E9D67AF}"/>
                  </a:ext>
                </a:extLst>
              </p:cNvPr>
              <p:cNvSpPr txBox="1"/>
              <p:nvPr/>
            </p:nvSpPr>
            <p:spPr>
              <a:xfrm>
                <a:off x="11125200" y="4724400"/>
                <a:ext cx="914400" cy="457200"/>
              </a:xfrm>
              <a:prstGeom prst="rect">
                <a:avLst/>
              </a:prstGeom>
              <a:noFill/>
            </p:spPr>
            <p:txBody>
              <a:bodyPr wrap="none" tIns="0" rIns="0" bIns="0" rtlCol="0" anchor="ctr">
                <a:noAutofit/>
              </a:bodyPr>
              <a:lstStyle/>
              <a:p>
                <a:r>
                  <a:rPr lang="en-US" sz="1800" dirty="0">
                    <a:solidFill>
                      <a:srgbClr val="00B050"/>
                    </a:solidFill>
                  </a:rPr>
                  <a:t>7-point</a:t>
                </a:r>
              </a:p>
              <a:p>
                <a:r>
                  <a:rPr lang="en-US" sz="1800" dirty="0">
                    <a:solidFill>
                      <a:srgbClr val="00B050"/>
                    </a:solidFill>
                  </a:rPr>
                  <a:t>Stencil</a:t>
                </a:r>
              </a:p>
            </p:txBody>
          </p:sp>
          <p:sp>
            <p:nvSpPr>
              <p:cNvPr id="43" name="Oval 10">
                <a:extLst>
                  <a:ext uri="{FF2B5EF4-FFF2-40B4-BE49-F238E27FC236}">
                    <a16:creationId xmlns:a16="http://schemas.microsoft.com/office/drawing/2014/main" id="{A2B9AB94-FFA0-4B13-B441-411BEF481DC8}"/>
                  </a:ext>
                </a:extLst>
              </p:cNvPr>
              <p:cNvSpPr/>
              <p:nvPr/>
            </p:nvSpPr>
            <p:spPr bwMode="auto">
              <a:xfrm>
                <a:off x="11049000" y="3657600"/>
                <a:ext cx="152400" cy="152400"/>
              </a:xfrm>
              <a:prstGeom prst="ellipse">
                <a:avLst/>
              </a:prstGeom>
              <a:solidFill>
                <a:schemeClr val="bg1"/>
              </a:solid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44" name="TextBox 24">
                <a:extLst>
                  <a:ext uri="{FF2B5EF4-FFF2-40B4-BE49-F238E27FC236}">
                    <a16:creationId xmlns:a16="http://schemas.microsoft.com/office/drawing/2014/main" id="{E9FF705F-6853-42C4-BFD2-D52519C6E1F5}"/>
                  </a:ext>
                </a:extLst>
              </p:cNvPr>
              <p:cNvSpPr txBox="1"/>
              <p:nvPr/>
            </p:nvSpPr>
            <p:spPr>
              <a:xfrm>
                <a:off x="11277600" y="3505200"/>
                <a:ext cx="914400" cy="457200"/>
              </a:xfrm>
              <a:prstGeom prst="rect">
                <a:avLst/>
              </a:prstGeom>
              <a:noFill/>
            </p:spPr>
            <p:txBody>
              <a:bodyPr wrap="none" tIns="0" rIns="0" bIns="0" rtlCol="0" anchor="ctr">
                <a:noAutofit/>
              </a:bodyPr>
              <a:lstStyle/>
              <a:p>
                <a:r>
                  <a:rPr lang="en-US" sz="1800" dirty="0" err="1">
                    <a:solidFill>
                      <a:srgbClr val="00B050"/>
                    </a:solidFill>
                  </a:rPr>
                  <a:t>Gflop</a:t>
                </a:r>
                <a:r>
                  <a:rPr lang="en-US" sz="1800" dirty="0">
                    <a:solidFill>
                      <a:srgbClr val="00B050"/>
                    </a:solidFill>
                  </a:rPr>
                  <a:t>/s ≤ AI * DRAM GB/s</a:t>
                </a:r>
              </a:p>
            </p:txBody>
          </p:sp>
        </p:grpSp>
        <p:grpSp>
          <p:nvGrpSpPr>
            <p:cNvPr id="45" name="Group 14">
              <a:extLst>
                <a:ext uri="{FF2B5EF4-FFF2-40B4-BE49-F238E27FC236}">
                  <a16:creationId xmlns:a16="http://schemas.microsoft.com/office/drawing/2014/main" id="{6A4A9267-027D-46B2-A6B4-D5E9449DFF01}"/>
                </a:ext>
              </a:extLst>
            </p:cNvPr>
            <p:cNvGrpSpPr/>
            <p:nvPr/>
          </p:nvGrpSpPr>
          <p:grpSpPr>
            <a:xfrm>
              <a:off x="10022920" y="3962399"/>
              <a:ext cx="1066800" cy="1299749"/>
              <a:chOff x="9296400" y="4495799"/>
              <a:chExt cx="1066800" cy="1299749"/>
            </a:xfrm>
          </p:grpSpPr>
          <p:sp>
            <p:nvSpPr>
              <p:cNvPr id="49" name="TextBox 32">
                <a:extLst>
                  <a:ext uri="{FF2B5EF4-FFF2-40B4-BE49-F238E27FC236}">
                    <a16:creationId xmlns:a16="http://schemas.microsoft.com/office/drawing/2014/main" id="{279023EB-AC76-493B-89A8-513D93D7BEE7}"/>
                  </a:ext>
                </a:extLst>
              </p:cNvPr>
              <p:cNvSpPr txBox="1"/>
              <p:nvPr/>
            </p:nvSpPr>
            <p:spPr>
              <a:xfrm>
                <a:off x="9296400" y="5181600"/>
                <a:ext cx="914400" cy="457200"/>
              </a:xfrm>
              <a:prstGeom prst="rect">
                <a:avLst/>
              </a:prstGeom>
              <a:noFill/>
            </p:spPr>
            <p:txBody>
              <a:bodyPr wrap="none" tIns="0" rIns="0" bIns="0" rtlCol="0" anchor="ctr">
                <a:noAutofit/>
              </a:bodyPr>
              <a:lstStyle/>
              <a:p>
                <a:pPr algn="r"/>
                <a:r>
                  <a:rPr lang="en-US" sz="1800" dirty="0">
                    <a:solidFill>
                      <a:srgbClr val="7030A0"/>
                    </a:solidFill>
                  </a:rPr>
                  <a:t>TRIAD</a:t>
                </a:r>
              </a:p>
            </p:txBody>
          </p:sp>
          <p:cxnSp>
            <p:nvCxnSpPr>
              <p:cNvPr id="57" name="Straight Connector 34">
                <a:extLst>
                  <a:ext uri="{FF2B5EF4-FFF2-40B4-BE49-F238E27FC236}">
                    <a16:creationId xmlns:a16="http://schemas.microsoft.com/office/drawing/2014/main" id="{443E6BE4-E69C-4A29-AF3E-4914D9DFB734}"/>
                  </a:ext>
                </a:extLst>
              </p:cNvPr>
              <p:cNvCxnSpPr/>
              <p:nvPr/>
            </p:nvCxnSpPr>
            <p:spPr bwMode="auto">
              <a:xfrm flipH="1">
                <a:off x="10287000" y="4572001"/>
                <a:ext cx="2737" cy="1223547"/>
              </a:xfrm>
              <a:prstGeom prst="line">
                <a:avLst/>
              </a:prstGeom>
              <a:solidFill>
                <a:schemeClr val="accent1"/>
              </a:solidFill>
              <a:ln w="19050" cap="flat" cmpd="sng" algn="ctr">
                <a:solidFill>
                  <a:srgbClr val="7030A0"/>
                </a:solidFill>
                <a:prstDash val="dash"/>
                <a:round/>
                <a:headEnd type="none" w="med" len="med"/>
                <a:tailEnd type="none" w="med" len="med"/>
              </a:ln>
              <a:effectLst/>
            </p:spPr>
          </p:cxnSp>
          <p:sp>
            <p:nvSpPr>
              <p:cNvPr id="58" name="Oval 35">
                <a:extLst>
                  <a:ext uri="{FF2B5EF4-FFF2-40B4-BE49-F238E27FC236}">
                    <a16:creationId xmlns:a16="http://schemas.microsoft.com/office/drawing/2014/main" id="{07D36C30-634C-4B8D-8716-CF9A48E95829}"/>
                  </a:ext>
                </a:extLst>
              </p:cNvPr>
              <p:cNvSpPr/>
              <p:nvPr/>
            </p:nvSpPr>
            <p:spPr bwMode="auto">
              <a:xfrm>
                <a:off x="10210800" y="4495799"/>
                <a:ext cx="152400" cy="152401"/>
              </a:xfrm>
              <a:prstGeom prst="ellipse">
                <a:avLst/>
              </a:prstGeom>
              <a:solidFill>
                <a:schemeClr val="bg1"/>
              </a:solidFill>
              <a:ln w="381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grpSp>
        <p:sp>
          <p:nvSpPr>
            <p:cNvPr id="59" name="TextBox 25">
              <a:extLst>
                <a:ext uri="{FF2B5EF4-FFF2-40B4-BE49-F238E27FC236}">
                  <a16:creationId xmlns:a16="http://schemas.microsoft.com/office/drawing/2014/main" id="{B017EBD5-976C-4CE3-9EE0-34E6AE50AD98}"/>
                </a:ext>
              </a:extLst>
            </p:cNvPr>
            <p:cNvSpPr txBox="1"/>
            <p:nvPr/>
          </p:nvSpPr>
          <p:spPr>
            <a:xfrm>
              <a:off x="9351405" y="5562600"/>
              <a:ext cx="4343400" cy="301752"/>
            </a:xfrm>
            <a:prstGeom prst="rect">
              <a:avLst/>
            </a:prstGeom>
            <a:noFill/>
          </p:spPr>
          <p:txBody>
            <a:bodyPr wrap="square" lIns="0" tIns="0" rIns="0" rtlCol="0" anchor="ctr" anchorCtr="0">
              <a:noAutofit/>
            </a:bodyPr>
            <a:lstStyle/>
            <a:p>
              <a:pPr algn="ctr"/>
              <a:r>
                <a:rPr lang="en-US" sz="1800" dirty="0"/>
                <a:t>Arithmetic Intensity (</a:t>
              </a:r>
              <a:r>
                <a:rPr lang="en-US" sz="1800" dirty="0" err="1"/>
                <a:t>Flop:Byte</a:t>
              </a:r>
              <a:r>
                <a:rPr lang="en-US" sz="1800" dirty="0"/>
                <a:t>)</a:t>
              </a:r>
            </a:p>
          </p:txBody>
        </p:sp>
        <p:sp>
          <p:nvSpPr>
            <p:cNvPr id="60" name="TextBox 26">
              <a:extLst>
                <a:ext uri="{FF2B5EF4-FFF2-40B4-BE49-F238E27FC236}">
                  <a16:creationId xmlns:a16="http://schemas.microsoft.com/office/drawing/2014/main" id="{694A5CBA-7FDD-4358-9A5E-0773FFE7ACF6}"/>
                </a:ext>
              </a:extLst>
            </p:cNvPr>
            <p:cNvSpPr txBox="1"/>
            <p:nvPr/>
          </p:nvSpPr>
          <p:spPr>
            <a:xfrm>
              <a:off x="10327720" y="5257800"/>
              <a:ext cx="1371600" cy="301752"/>
            </a:xfrm>
            <a:prstGeom prst="rect">
              <a:avLst/>
            </a:prstGeom>
            <a:noFill/>
          </p:spPr>
          <p:txBody>
            <a:bodyPr wrap="square" lIns="0" tIns="0" rIns="0" bIns="0" rtlCol="0" anchor="ctr" anchorCtr="0">
              <a:noAutofit/>
            </a:bodyPr>
            <a:lstStyle/>
            <a:p>
              <a:pPr algn="ctr"/>
              <a:r>
                <a:rPr lang="en-US" sz="1800" dirty="0"/>
                <a:t>0.083</a:t>
              </a:r>
            </a:p>
          </p:txBody>
        </p:sp>
        <p:sp>
          <p:nvSpPr>
            <p:cNvPr id="61" name="TextBox 27">
              <a:extLst>
                <a:ext uri="{FF2B5EF4-FFF2-40B4-BE49-F238E27FC236}">
                  <a16:creationId xmlns:a16="http://schemas.microsoft.com/office/drawing/2014/main" id="{595478C6-A25C-478A-8D15-97AA4006EDB1}"/>
                </a:ext>
              </a:extLst>
            </p:cNvPr>
            <p:cNvSpPr txBox="1"/>
            <p:nvPr/>
          </p:nvSpPr>
          <p:spPr>
            <a:xfrm>
              <a:off x="11165920" y="5257800"/>
              <a:ext cx="1371600" cy="301752"/>
            </a:xfrm>
            <a:prstGeom prst="rect">
              <a:avLst/>
            </a:prstGeom>
            <a:noFill/>
          </p:spPr>
          <p:txBody>
            <a:bodyPr wrap="square" lIns="0" tIns="0" rIns="0" bIns="0" rtlCol="0" anchor="ctr" anchorCtr="0">
              <a:noAutofit/>
            </a:bodyPr>
            <a:lstStyle/>
            <a:p>
              <a:pPr algn="ctr"/>
              <a:r>
                <a:rPr lang="en-US" sz="1800" dirty="0"/>
                <a:t>0.44</a:t>
              </a:r>
            </a:p>
          </p:txBody>
        </p:sp>
      </p:grpSp>
    </p:spTree>
    <p:extLst>
      <p:ext uri="{BB962C8B-B14F-4D97-AF65-F5344CB8AC3E}">
        <p14:creationId xmlns:p14="http://schemas.microsoft.com/office/powerpoint/2010/main" val="10627189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sp>
        <p:nvSpPr>
          <p:cNvPr id="3" name="Rectangle 5">
            <a:extLst>
              <a:ext uri="{FF2B5EF4-FFF2-40B4-BE49-F238E27FC236}">
                <a16:creationId xmlns:a16="http://schemas.microsoft.com/office/drawing/2014/main" id="{EC845404-8F1F-436E-B9BE-C93A6DE5841E}"/>
              </a:ext>
            </a:extLst>
          </p:cNvPr>
          <p:cNvSpPr>
            <a:spLocks noChangeArrowheads="1"/>
          </p:cNvSpPr>
          <p:nvPr/>
        </p:nvSpPr>
        <p:spPr bwMode="auto">
          <a:xfrm>
            <a:off x="0" y="139310"/>
            <a:ext cx="91577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You’re required to evaluate the performance of three operators (Conv, FC and Attention) on an AI processor.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The chip manufacturer provides an empty roofline chart as below:</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grpSp>
        <p:nvGrpSpPr>
          <p:cNvPr id="6" name="组合 4">
            <a:extLst>
              <a:ext uri="{FF2B5EF4-FFF2-40B4-BE49-F238E27FC236}">
                <a16:creationId xmlns:a16="http://schemas.microsoft.com/office/drawing/2014/main" id="{7FB50B6C-2502-4AA4-85B0-710833B1CEDA}"/>
              </a:ext>
            </a:extLst>
          </p:cNvPr>
          <p:cNvGrpSpPr>
            <a:grpSpLocks/>
          </p:cNvGrpSpPr>
          <p:nvPr/>
        </p:nvGrpSpPr>
        <p:grpSpPr bwMode="auto">
          <a:xfrm>
            <a:off x="2176537" y="4519812"/>
            <a:ext cx="4790926" cy="2109588"/>
            <a:chOff x="21435" y="33762"/>
            <a:chExt cx="47915" cy="21092"/>
          </a:xfrm>
        </p:grpSpPr>
        <p:sp>
          <p:nvSpPr>
            <p:cNvPr id="7" name="直接连接符 2">
              <a:extLst>
                <a:ext uri="{FF2B5EF4-FFF2-40B4-BE49-F238E27FC236}">
                  <a16:creationId xmlns:a16="http://schemas.microsoft.com/office/drawing/2014/main" id="{D6975C8C-12DD-4879-A13A-171EF0311C72}"/>
                </a:ext>
              </a:extLst>
            </p:cNvPr>
            <p:cNvSpPr>
              <a:spLocks noChangeShapeType="1"/>
            </p:cNvSpPr>
            <p:nvPr/>
          </p:nvSpPr>
          <p:spPr bwMode="auto">
            <a:xfrm flipH="1">
              <a:off x="26436" y="35046"/>
              <a:ext cx="10144"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直接连接符 3">
              <a:extLst>
                <a:ext uri="{FF2B5EF4-FFF2-40B4-BE49-F238E27FC236}">
                  <a16:creationId xmlns:a16="http://schemas.microsoft.com/office/drawing/2014/main" id="{391E3DFC-419B-4EB9-81C4-DB7B7F3EAEA9}"/>
                </a:ext>
              </a:extLst>
            </p:cNvPr>
            <p:cNvSpPr>
              <a:spLocks noChangeShapeType="1"/>
            </p:cNvSpPr>
            <p:nvPr/>
          </p:nvSpPr>
          <p:spPr bwMode="auto">
            <a:xfrm>
              <a:off x="36580" y="35046"/>
              <a:ext cx="0" cy="1521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9" name="对象 8">
              <a:extLst>
                <a:ext uri="{FF2B5EF4-FFF2-40B4-BE49-F238E27FC236}">
                  <a16:creationId xmlns:a16="http://schemas.microsoft.com/office/drawing/2014/main" id="{60CA74BF-35E9-46FD-B5AA-42BA93A01206}"/>
                </a:ext>
              </a:extLst>
            </p:cNvPr>
            <p:cNvGraphicFramePr>
              <a:graphicFrameLocks/>
            </p:cNvGraphicFramePr>
            <p:nvPr>
              <p:extLst>
                <p:ext uri="{D42A27DB-BD31-4B8C-83A1-F6EECF244321}">
                  <p14:modId xmlns:p14="http://schemas.microsoft.com/office/powerpoint/2010/main" val="1521153816"/>
                </p:ext>
              </p:extLst>
            </p:nvPr>
          </p:nvGraphicFramePr>
          <p:xfrm>
            <a:off x="21435" y="33762"/>
            <a:ext cx="47915" cy="21092"/>
          </p:xfrm>
          <a:graphic>
            <a:graphicData uri="http://schemas.openxmlformats.org/presentationml/2006/ole">
              <mc:AlternateContent xmlns:mc="http://schemas.openxmlformats.org/markup-compatibility/2006">
                <mc:Choice xmlns:v="urn:schemas-microsoft-com:vml" Requires="v">
                  <p:oleObj spid="_x0000_s1049" name="Chart" r:id="rId4" imgW="4791871" imgH="2109399" progId="Excel.Chart.8">
                    <p:embed/>
                  </p:oleObj>
                </mc:Choice>
                <mc:Fallback>
                  <p:oleObj name="Chart" r:id="rId4" imgW="4791871" imgH="2109399" progId="Excel.Chart.8">
                    <p:embed/>
                    <p:pic>
                      <p:nvPicPr>
                        <p:cNvPr id="0" name="图表 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5" y="33762"/>
                          <a:ext cx="47915" cy="21092"/>
                        </a:xfrm>
                        <a:prstGeom prst="rect">
                          <a:avLst/>
                        </a:prstGeom>
                        <a:noFill/>
                      </p:spPr>
                    </p:pic>
                  </p:oleObj>
                </mc:Fallback>
              </mc:AlternateContent>
            </a:graphicData>
          </a:graphic>
        </p:graphicFrame>
      </p:grpSp>
      <p:sp>
        <p:nvSpPr>
          <p:cNvPr id="10" name="Rectangle 6">
            <a:extLst>
              <a:ext uri="{FF2B5EF4-FFF2-40B4-BE49-F238E27FC236}">
                <a16:creationId xmlns:a16="http://schemas.microsoft.com/office/drawing/2014/main" id="{0E9CE402-29CC-4D40-A970-6A5730A95C48}"/>
              </a:ext>
            </a:extLst>
          </p:cNvPr>
          <p:cNvSpPr>
            <a:spLocks noChangeArrowheads="1"/>
          </p:cNvSpPr>
          <p:nvPr/>
        </p:nvSpPr>
        <p:spPr bwMode="auto">
          <a:xfrm>
            <a:off x="27921" y="822500"/>
            <a:ext cx="9060820" cy="361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Performance benchmark results of the three operators are given as follow:</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The operator Conv has</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10000 operations </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(OPs) per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1000-byte memory </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access and achieves</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5.8 TOP/s</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on the AI processor. </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The operator FC has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30000 operations</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(OPs) per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1000-byte memory </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access and achieves</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7.9 TOP/s </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on the AI processor. </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The operator Attention has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50000 operations </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(OPs) per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1000-byte memory</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access and achieves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6.1 TOP/s</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on the AI processor.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 Please calculate theoretical computing throughput and memory bandwidth of the processor. </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 Please place each operator onto the roofline chart given above. </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 Among the three operators, which operators are almost fully optimized and which are not? Please give the reason. </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 Which operators are memory-bound and which are compute-bound? Please give the reason. </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 If there exists another implementation of the Conv operator where computing units finish convolution in fewer clock cycles, will its throughput become higher or not? Please give the reason. </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508895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76200" y="152400"/>
            <a:ext cx="9067800" cy="697468"/>
          </a:xfrm>
        </p:spPr>
        <p:txBody>
          <a:bodyPr/>
          <a:lstStyle/>
          <a:p>
            <a:r>
              <a:rPr lang="en-US" altLang="zh-CN" sz="3600" dirty="0" err="1"/>
              <a:t>OpenAI</a:t>
            </a:r>
            <a:r>
              <a:rPr lang="en-US" altLang="zh-CN" sz="3600" dirty="0"/>
              <a:t>: Compute Power Needed by NN Model</a:t>
            </a:r>
            <a:endParaRPr lang="en-US" altLang="zh-CN" sz="3600" dirty="0">
              <a:solidFill>
                <a:schemeClr val="tx1"/>
              </a:solidFill>
            </a:endParaRPr>
          </a:p>
        </p:txBody>
      </p:sp>
      <p:graphicFrame>
        <p:nvGraphicFramePr>
          <p:cNvPr id="10" name="表格 9">
            <a:extLst>
              <a:ext uri="{FF2B5EF4-FFF2-40B4-BE49-F238E27FC236}">
                <a16:creationId xmlns:a16="http://schemas.microsoft.com/office/drawing/2014/main" id="{DA0B954E-E1AC-4970-A731-F030B8B0AF15}"/>
              </a:ext>
            </a:extLst>
          </p:cNvPr>
          <p:cNvGraphicFramePr>
            <a:graphicFrameLocks noGrp="1"/>
          </p:cNvGraphicFramePr>
          <p:nvPr>
            <p:extLst>
              <p:ext uri="{D42A27DB-BD31-4B8C-83A1-F6EECF244321}">
                <p14:modId xmlns:p14="http://schemas.microsoft.com/office/powerpoint/2010/main" val="2251248492"/>
              </p:ext>
            </p:extLst>
          </p:nvPr>
        </p:nvGraphicFramePr>
        <p:xfrm>
          <a:off x="3429000" y="1082767"/>
          <a:ext cx="3505199" cy="1395545"/>
        </p:xfrm>
        <a:graphic>
          <a:graphicData uri="http://schemas.openxmlformats.org/drawingml/2006/table">
            <a:tbl>
              <a:tblPr firstRow="1" bandRow="1">
                <a:tableStyleId>{5C22544A-7EE6-4342-B048-85BDC9FD1C3A}</a:tableStyleId>
              </a:tblPr>
              <a:tblGrid>
                <a:gridCol w="1035877">
                  <a:extLst>
                    <a:ext uri="{9D8B030D-6E8A-4147-A177-3AD203B41FA5}">
                      <a16:colId xmlns:a16="http://schemas.microsoft.com/office/drawing/2014/main" val="952048787"/>
                    </a:ext>
                  </a:extLst>
                </a:gridCol>
                <a:gridCol w="739912">
                  <a:extLst>
                    <a:ext uri="{9D8B030D-6E8A-4147-A177-3AD203B41FA5}">
                      <a16:colId xmlns:a16="http://schemas.microsoft.com/office/drawing/2014/main" val="1254833874"/>
                    </a:ext>
                  </a:extLst>
                </a:gridCol>
                <a:gridCol w="1729410">
                  <a:extLst>
                    <a:ext uri="{9D8B030D-6E8A-4147-A177-3AD203B41FA5}">
                      <a16:colId xmlns:a16="http://schemas.microsoft.com/office/drawing/2014/main" val="4227519858"/>
                    </a:ext>
                  </a:extLst>
                </a:gridCol>
              </a:tblGrid>
              <a:tr h="550080">
                <a:tc>
                  <a:txBody>
                    <a:bodyPr/>
                    <a:lstStyle/>
                    <a:p>
                      <a:pPr algn="ctr"/>
                      <a:r>
                        <a:rPr lang="en-US" altLang="zh-CN" sz="1400" dirty="0">
                          <a:solidFill>
                            <a:srgbClr val="0432FF"/>
                          </a:solidFill>
                          <a:latin typeface="Times New Roman" panose="02020603050405020304" pitchFamily="18" charset="0"/>
                          <a:cs typeface="Times New Roman" panose="02020603050405020304" pitchFamily="18" charset="0"/>
                        </a:rPr>
                        <a:t>Model</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solidFill>
                            <a:srgbClr val="0432FF"/>
                          </a:solidFill>
                          <a:latin typeface="Times New Roman" panose="02020603050405020304" pitchFamily="18" charset="0"/>
                          <a:cs typeface="Times New Roman" panose="02020603050405020304" pitchFamily="18" charset="0"/>
                        </a:rPr>
                        <a:t>Model Size</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Compute/iteration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a:t>
                      </a:r>
                      <a:r>
                        <a:rPr kumimoji="0" lang="en-US" altLang="zh-CN" sz="12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OPs</a:t>
                      </a: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156061"/>
                  </a:ext>
                </a:extLst>
              </a:tr>
              <a:tr h="381174">
                <a:tc>
                  <a:txBody>
                    <a:bodyPr/>
                    <a:lstStyle/>
                    <a:p>
                      <a:pPr algn="ctr"/>
                      <a:r>
                        <a:rPr lang="en-US" altLang="zh-CN" sz="1400" b="1" dirty="0">
                          <a:latin typeface="Times New Roman" panose="02020603050405020304" pitchFamily="18" charset="0"/>
                          <a:cs typeface="Times New Roman" panose="02020603050405020304" pitchFamily="18" charset="0"/>
                        </a:rPr>
                        <a:t>VGG 19</a:t>
                      </a:r>
                      <a:endParaRPr lang="zh-CN" altLang="en-US" sz="14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latin typeface="Times New Roman" panose="02020603050405020304" pitchFamily="18" charset="0"/>
                          <a:cs typeface="Times New Roman" panose="02020603050405020304" pitchFamily="18" charset="0"/>
                        </a:rPr>
                        <a:t>114M</a:t>
                      </a:r>
                      <a:endParaRPr lang="zh-CN" alt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latin typeface="Times New Roman" panose="02020603050405020304" pitchFamily="18" charset="0"/>
                          <a:cs typeface="Times New Roman" panose="02020603050405020304" pitchFamily="18" charset="0"/>
                        </a:rPr>
                        <a:t>~19.6 B</a:t>
                      </a:r>
                      <a:endParaRPr lang="zh-CN"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9580593"/>
                  </a:ext>
                </a:extLst>
              </a:tr>
              <a:tr h="4642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GPT-3</a:t>
                      </a:r>
                      <a:r>
                        <a:rPr lang="zh-CN" altLang="en-US" sz="1400" b="1" dirty="0">
                          <a:latin typeface="Times New Roman" panose="02020603050405020304" pitchFamily="18" charset="0"/>
                          <a:cs typeface="Times New Roman" panose="02020603050405020304" pitchFamily="18" charset="0"/>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Times New Roman" panose="02020603050405020304" pitchFamily="18" charset="0"/>
                          <a:cs typeface="Times New Roman" panose="02020603050405020304" pitchFamily="18" charset="0"/>
                        </a:rPr>
                        <a:t>175B</a:t>
                      </a:r>
                      <a:endParaRPr lang="zh-CN" alt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Times New Roman" panose="02020603050405020304" pitchFamily="18" charset="0"/>
                          <a:cs typeface="Times New Roman" panose="02020603050405020304" pitchFamily="18" charset="0"/>
                        </a:rPr>
                        <a:t>~250 T</a:t>
                      </a:r>
                      <a:endParaRPr lang="zh-CN"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01670"/>
                  </a:ext>
                </a:extLst>
              </a:tr>
            </a:tbl>
          </a:graphicData>
        </a:graphic>
      </p:graphicFrame>
      <p:sp>
        <p:nvSpPr>
          <p:cNvPr id="8" name="矩形 7">
            <a:extLst>
              <a:ext uri="{FF2B5EF4-FFF2-40B4-BE49-F238E27FC236}">
                <a16:creationId xmlns:a16="http://schemas.microsoft.com/office/drawing/2014/main" id="{40ABA14E-6680-4A2A-8553-696C160516A8}"/>
              </a:ext>
            </a:extLst>
          </p:cNvPr>
          <p:cNvSpPr/>
          <p:nvPr/>
        </p:nvSpPr>
        <p:spPr>
          <a:xfrm>
            <a:off x="412641" y="1535668"/>
            <a:ext cx="3031599" cy="369332"/>
          </a:xfrm>
          <a:prstGeom prst="rect">
            <a:avLst/>
          </a:prstGeom>
        </p:spPr>
        <p:txBody>
          <a:bodyPr wrap="none">
            <a:spAutoFit/>
          </a:bodyPr>
          <a:lstStyle/>
          <a:p>
            <a:r>
              <a:rPr lang="en-US" altLang="zh-CN" b="1" dirty="0">
                <a:latin typeface="Times New Roman" panose="02020603050405020304" pitchFamily="18" charset="0"/>
                <a:cs typeface="Times New Roman" panose="02020603050405020304" pitchFamily="18" charset="0"/>
              </a:rPr>
              <a:t>One Forward Pass of Model:</a:t>
            </a:r>
            <a:endParaRPr lang="zh-CN" altLang="en-US" dirty="0"/>
          </a:p>
        </p:txBody>
      </p:sp>
      <p:graphicFrame>
        <p:nvGraphicFramePr>
          <p:cNvPr id="9" name="内容占位符 8">
            <a:extLst>
              <a:ext uri="{FF2B5EF4-FFF2-40B4-BE49-F238E27FC236}">
                <a16:creationId xmlns:a16="http://schemas.microsoft.com/office/drawing/2014/main" id="{F47F814A-E7BE-4096-BB98-DAB7846AEE35}"/>
              </a:ext>
            </a:extLst>
          </p:cNvPr>
          <p:cNvGraphicFramePr>
            <a:graphicFrameLocks noGrp="1"/>
          </p:cNvGraphicFramePr>
          <p:nvPr>
            <p:ph idx="1"/>
            <p:extLst>
              <p:ext uri="{D42A27DB-BD31-4B8C-83A1-F6EECF244321}">
                <p14:modId xmlns:p14="http://schemas.microsoft.com/office/powerpoint/2010/main" val="394333716"/>
              </p:ext>
            </p:extLst>
          </p:nvPr>
        </p:nvGraphicFramePr>
        <p:xfrm>
          <a:off x="800100" y="2495245"/>
          <a:ext cx="7543800" cy="39274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900536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graphicEl>
                                              <a:chart seriesIdx="-3" categoryIdx="-3" bldStep="gridLegend"/>
                                            </p:graphicEl>
                                          </p:spTgt>
                                        </p:tgtEl>
                                        <p:attrNameLst>
                                          <p:attrName>style.visibility</p:attrName>
                                        </p:attrNameLst>
                                      </p:cBhvr>
                                      <p:to>
                                        <p:strVal val="visible"/>
                                      </p:to>
                                    </p:set>
                                    <p:animEffect transition="in" filter="wipe(left)">
                                      <p:cBhvr>
                                        <p:cTn id="7" dur="500"/>
                                        <p:tgtEl>
                                          <p:spTgt spid="9">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graphicEl>
                                              <a:chart seriesIdx="0" categoryIdx="-4" bldStep="series"/>
                                            </p:graphicEl>
                                          </p:spTgt>
                                        </p:tgtEl>
                                        <p:attrNameLst>
                                          <p:attrName>style.visibility</p:attrName>
                                        </p:attrNameLst>
                                      </p:cBhvr>
                                      <p:to>
                                        <p:strVal val="visible"/>
                                      </p:to>
                                    </p:set>
                                    <p:animEffect transition="in" filter="wipe(left)">
                                      <p:cBhvr>
                                        <p:cTn id="12" dur="500"/>
                                        <p:tgtEl>
                                          <p:spTgt spid="9">
                                            <p:graphicEl>
                                              <a:chart seriesIdx="0"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graphicEl>
                                              <a:chart seriesIdx="1" categoryIdx="-4" bldStep="series"/>
                                            </p:graphicEl>
                                          </p:spTgt>
                                        </p:tgtEl>
                                        <p:attrNameLst>
                                          <p:attrName>style.visibility</p:attrName>
                                        </p:attrNameLst>
                                      </p:cBhvr>
                                      <p:to>
                                        <p:strVal val="visible"/>
                                      </p:to>
                                    </p:set>
                                    <p:animEffect transition="in" filter="wipe(left)">
                                      <p:cBhvr>
                                        <p:cTn id="17" dur="500"/>
                                        <p:tgtEl>
                                          <p:spTgt spid="9">
                                            <p:graphicEl>
                                              <a:chart seriesIdx="1"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graphicEl>
                                              <a:chart seriesIdx="2" categoryIdx="-4" bldStep="series"/>
                                            </p:graphicEl>
                                          </p:spTgt>
                                        </p:tgtEl>
                                        <p:attrNameLst>
                                          <p:attrName>style.visibility</p:attrName>
                                        </p:attrNameLst>
                                      </p:cBhvr>
                                      <p:to>
                                        <p:strVal val="visible"/>
                                      </p:to>
                                    </p:set>
                                    <p:animEffect transition="in" filter="wipe(left)">
                                      <p:cBhvr>
                                        <p:cTn id="22" dur="500"/>
                                        <p:tgtEl>
                                          <p:spTgt spid="9">
                                            <p:graphicEl>
                                              <a:chart seriesIdx="2"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graphicEl>
                                              <a:chart seriesIdx="3" categoryIdx="-4" bldStep="series"/>
                                            </p:graphicEl>
                                          </p:spTgt>
                                        </p:tgtEl>
                                        <p:attrNameLst>
                                          <p:attrName>style.visibility</p:attrName>
                                        </p:attrNameLst>
                                      </p:cBhvr>
                                      <p:to>
                                        <p:strVal val="visible"/>
                                      </p:to>
                                    </p:set>
                                    <p:animEffect transition="in" filter="wipe(left)">
                                      <p:cBhvr>
                                        <p:cTn id="27" dur="500"/>
                                        <p:tgtEl>
                                          <p:spTgt spid="9">
                                            <p:graphicEl>
                                              <a:chart seriesIdx="3" categoryIdx="-4" bldStep="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graphicEl>
                                              <a:chart seriesIdx="4" categoryIdx="-4" bldStep="series"/>
                                            </p:graphicEl>
                                          </p:spTgt>
                                        </p:tgtEl>
                                        <p:attrNameLst>
                                          <p:attrName>style.visibility</p:attrName>
                                        </p:attrNameLst>
                                      </p:cBhvr>
                                      <p:to>
                                        <p:strVal val="visible"/>
                                      </p:to>
                                    </p:set>
                                    <p:animEffect transition="in" filter="wipe(left)">
                                      <p:cBhvr>
                                        <p:cTn id="32" dur="500"/>
                                        <p:tgtEl>
                                          <p:spTgt spid="9">
                                            <p:graphicEl>
                                              <a:chart seriesIdx="4" categoryIdx="-4" bldStep="series"/>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graphicEl>
                                              <a:chart seriesIdx="5" categoryIdx="-4" bldStep="series"/>
                                            </p:graphicEl>
                                          </p:spTgt>
                                        </p:tgtEl>
                                        <p:attrNameLst>
                                          <p:attrName>style.visibility</p:attrName>
                                        </p:attrNameLst>
                                      </p:cBhvr>
                                      <p:to>
                                        <p:strVal val="visible"/>
                                      </p:to>
                                    </p:set>
                                    <p:animEffect transition="in" filter="wipe(left)">
                                      <p:cBhvr>
                                        <p:cTn id="37" dur="500"/>
                                        <p:tgtEl>
                                          <p:spTgt spid="9">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Chart bld="series"/>
        </p:bldSub>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0" y="152400"/>
            <a:ext cx="9448800" cy="697468"/>
          </a:xfrm>
        </p:spPr>
        <p:txBody>
          <a:bodyPr/>
          <a:lstStyle/>
          <a:p>
            <a:r>
              <a:rPr lang="en-US" altLang="zh-CN" sz="3200" dirty="0" err="1"/>
              <a:t>OpenAI</a:t>
            </a:r>
            <a:r>
              <a:rPr lang="en-US" altLang="zh-CN" sz="3200" dirty="0"/>
              <a:t>: Compute Needed by Whole Pre-training Model </a:t>
            </a:r>
            <a:endParaRPr lang="en-US" altLang="zh-CN" sz="3200" dirty="0">
              <a:solidFill>
                <a:schemeClr val="tx1"/>
              </a:solidFill>
            </a:endParaRPr>
          </a:p>
        </p:txBody>
      </p:sp>
      <p:graphicFrame>
        <p:nvGraphicFramePr>
          <p:cNvPr id="2" name="表格 1">
            <a:extLst>
              <a:ext uri="{FF2B5EF4-FFF2-40B4-BE49-F238E27FC236}">
                <a16:creationId xmlns:a16="http://schemas.microsoft.com/office/drawing/2014/main" id="{BDBB5316-30D0-47AE-84C6-60D8922C9EB1}"/>
              </a:ext>
            </a:extLst>
          </p:cNvPr>
          <p:cNvGraphicFramePr>
            <a:graphicFrameLocks noGrp="1"/>
          </p:cNvGraphicFramePr>
          <p:nvPr>
            <p:extLst>
              <p:ext uri="{D42A27DB-BD31-4B8C-83A1-F6EECF244321}">
                <p14:modId xmlns:p14="http://schemas.microsoft.com/office/powerpoint/2010/main" val="2693005379"/>
              </p:ext>
            </p:extLst>
          </p:nvPr>
        </p:nvGraphicFramePr>
        <p:xfrm>
          <a:off x="2133600" y="1295400"/>
          <a:ext cx="5181600" cy="1882662"/>
        </p:xfrm>
        <a:graphic>
          <a:graphicData uri="http://schemas.openxmlformats.org/drawingml/2006/table">
            <a:tbl>
              <a:tblPr firstRow="1" bandRow="1">
                <a:tableStyleId>{5C22544A-7EE6-4342-B048-85BDC9FD1C3A}</a:tableStyleId>
              </a:tblPr>
              <a:tblGrid>
                <a:gridCol w="1486402">
                  <a:extLst>
                    <a:ext uri="{9D8B030D-6E8A-4147-A177-3AD203B41FA5}">
                      <a16:colId xmlns:a16="http://schemas.microsoft.com/office/drawing/2014/main" val="952048787"/>
                    </a:ext>
                  </a:extLst>
                </a:gridCol>
                <a:gridCol w="1061717">
                  <a:extLst>
                    <a:ext uri="{9D8B030D-6E8A-4147-A177-3AD203B41FA5}">
                      <a16:colId xmlns:a16="http://schemas.microsoft.com/office/drawing/2014/main" val="1254833874"/>
                    </a:ext>
                  </a:extLst>
                </a:gridCol>
                <a:gridCol w="1571764">
                  <a:extLst>
                    <a:ext uri="{9D8B030D-6E8A-4147-A177-3AD203B41FA5}">
                      <a16:colId xmlns:a16="http://schemas.microsoft.com/office/drawing/2014/main" val="3606768841"/>
                    </a:ext>
                  </a:extLst>
                </a:gridCol>
                <a:gridCol w="1061717">
                  <a:extLst>
                    <a:ext uri="{9D8B030D-6E8A-4147-A177-3AD203B41FA5}">
                      <a16:colId xmlns:a16="http://schemas.microsoft.com/office/drawing/2014/main" val="4227519858"/>
                    </a:ext>
                  </a:extLst>
                </a:gridCol>
              </a:tblGrid>
              <a:tr h="550080">
                <a:tc>
                  <a:txBody>
                    <a:bodyPr/>
                    <a:lstStyle/>
                    <a:p>
                      <a:pPr algn="ctr"/>
                      <a:r>
                        <a:rPr lang="en-US" altLang="zh-CN" sz="1400" dirty="0">
                          <a:solidFill>
                            <a:srgbClr val="0432FF"/>
                          </a:solidFill>
                          <a:latin typeface="Times New Roman" panose="02020603050405020304" pitchFamily="18" charset="0"/>
                          <a:cs typeface="Times New Roman" panose="02020603050405020304" pitchFamily="18" charset="0"/>
                        </a:rPr>
                        <a:t>Model</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solidFill>
                            <a:srgbClr val="0432FF"/>
                          </a:solidFill>
                          <a:latin typeface="Times New Roman" panose="02020603050405020304" pitchFamily="18" charset="0"/>
                          <a:cs typeface="Times New Roman" panose="02020603050405020304" pitchFamily="18" charset="0"/>
                        </a:rPr>
                        <a:t>Model Size</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solidFill>
                            <a:srgbClr val="0432FF"/>
                          </a:solidFill>
                          <a:latin typeface="Times New Roman" panose="02020603050405020304" pitchFamily="18" charset="0"/>
                          <a:cs typeface="Times New Roman" panose="02020603050405020304" pitchFamily="18" charset="0"/>
                        </a:rPr>
                        <a:t>Compute</a:t>
                      </a:r>
                    </a:p>
                    <a:p>
                      <a:pPr algn="ctr"/>
                      <a:r>
                        <a:rPr lang="en-US" altLang="zh-CN" sz="1400" dirty="0">
                          <a:solidFill>
                            <a:srgbClr val="0432FF"/>
                          </a:solidFill>
                          <a:latin typeface="Times New Roman" panose="02020603050405020304" pitchFamily="18" charset="0"/>
                          <a:cs typeface="Times New Roman" panose="02020603050405020304" pitchFamily="18" charset="0"/>
                        </a:rPr>
                        <a:t>(</a:t>
                      </a:r>
                      <a:r>
                        <a:rPr lang="en-US" altLang="zh-CN" sz="1200" dirty="0">
                          <a:solidFill>
                            <a:srgbClr val="0432FF"/>
                          </a:solidFill>
                          <a:latin typeface="Times New Roman" panose="02020603050405020304" pitchFamily="18" charset="0"/>
                          <a:cs typeface="Times New Roman" panose="02020603050405020304" pitchFamily="18" charset="0"/>
                        </a:rPr>
                        <a:t>Petaflop/s-days</a:t>
                      </a:r>
                      <a:r>
                        <a:rPr lang="en-US" altLang="zh-CN" sz="1400" dirty="0">
                          <a:solidFill>
                            <a:srgbClr val="0432FF"/>
                          </a:solidFill>
                          <a:latin typeface="Times New Roman" panose="02020603050405020304" pitchFamily="18" charset="0"/>
                          <a:cs typeface="Times New Roman" panose="02020603050405020304" pitchFamily="18" charset="0"/>
                        </a:rPr>
                        <a:t>)</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Compute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a:t>
                      </a:r>
                      <a:r>
                        <a:rPr kumimoji="0" lang="en-US" altLang="zh-CN" sz="12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OPs</a:t>
                      </a: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156061"/>
                  </a:ext>
                </a:extLst>
              </a:tr>
              <a:tr h="381174">
                <a:tc>
                  <a:txBody>
                    <a:bodyPr/>
                    <a:lstStyle/>
                    <a:p>
                      <a:pPr algn="ctr"/>
                      <a:r>
                        <a:rPr lang="en-US" altLang="zh-CN" sz="1400" b="1" dirty="0">
                          <a:latin typeface="Times New Roman" panose="02020603050405020304" pitchFamily="18" charset="0"/>
                          <a:cs typeface="Times New Roman" panose="02020603050405020304" pitchFamily="18" charset="0"/>
                        </a:rPr>
                        <a:t>GPT-3 Small</a:t>
                      </a:r>
                      <a:endParaRPr lang="zh-CN" altLang="en-US" sz="14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latin typeface="Times New Roman" panose="02020603050405020304" pitchFamily="18" charset="0"/>
                          <a:cs typeface="Times New Roman" panose="02020603050405020304" pitchFamily="18" charset="0"/>
                        </a:rPr>
                        <a:t>125M</a:t>
                      </a:r>
                      <a:endParaRPr lang="zh-CN" alt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latin typeface="Times New Roman" panose="02020603050405020304" pitchFamily="18" charset="0"/>
                          <a:cs typeface="Times New Roman" panose="02020603050405020304" pitchFamily="18" charset="0"/>
                        </a:rPr>
                        <a:t>~3</a:t>
                      </a:r>
                      <a:endParaRPr lang="zh-CN" altLang="en-US" sz="14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latin typeface="Times New Roman" panose="02020603050405020304" pitchFamily="18" charset="0"/>
                          <a:cs typeface="Times New Roman" panose="02020603050405020304" pitchFamily="18" charset="0"/>
                        </a:rPr>
                        <a:t>~3*10^20</a:t>
                      </a:r>
                      <a:endParaRPr lang="zh-CN"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9580593"/>
                  </a:ext>
                </a:extLst>
              </a:tr>
              <a:tr h="464291">
                <a:tc>
                  <a:txBody>
                    <a:bodyPr/>
                    <a:lstStyle/>
                    <a:p>
                      <a:pPr algn="ctr"/>
                      <a:r>
                        <a:rPr lang="en-US" altLang="zh-CN" sz="1400" b="1" dirty="0">
                          <a:latin typeface="Times New Roman" panose="02020603050405020304" pitchFamily="18" charset="0"/>
                          <a:cs typeface="Times New Roman" panose="02020603050405020304" pitchFamily="18" charset="0"/>
                        </a:rPr>
                        <a:t>GPT-3 2.7B</a:t>
                      </a:r>
                      <a:endParaRPr lang="zh-CN" altLang="en-US" sz="14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1400" dirty="0">
                          <a:latin typeface="Times New Roman" panose="02020603050405020304" pitchFamily="18" charset="0"/>
                          <a:cs typeface="Times New Roman" panose="02020603050405020304" pitchFamily="18" charset="0"/>
                        </a:rPr>
                        <a:t>2.7B</a:t>
                      </a:r>
                      <a:endParaRPr lang="zh-CN" alt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Times New Roman" panose="02020603050405020304" pitchFamily="18" charset="0"/>
                          <a:cs typeface="Times New Roman" panose="02020603050405020304" pitchFamily="18" charset="0"/>
                        </a:rPr>
                        <a:t>~80</a:t>
                      </a:r>
                      <a:endParaRPr lang="zh-CN" alt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Times New Roman" panose="02020603050405020304" pitchFamily="18" charset="0"/>
                          <a:cs typeface="Times New Roman" panose="02020603050405020304" pitchFamily="18" charset="0"/>
                        </a:rPr>
                        <a:t>~8*10^21</a:t>
                      </a:r>
                      <a:endParaRPr lang="zh-CN"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01670"/>
                  </a:ext>
                </a:extLst>
              </a:tr>
              <a:tr h="4871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GPT-3</a:t>
                      </a:r>
                      <a:r>
                        <a:rPr lang="zh-CN" altLang="en-US" sz="1400" b="1" dirty="0">
                          <a:latin typeface="Times New Roman" panose="02020603050405020304" pitchFamily="18" charset="0"/>
                          <a:cs typeface="Times New Roman" panose="02020603050405020304" pitchFamily="18" charset="0"/>
                        </a:rPr>
                        <a:t>”</a:t>
                      </a:r>
                    </a:p>
                  </a:txBody>
                  <a:tcPr/>
                </a:tc>
                <a:tc>
                  <a:txBody>
                    <a:bodyPr/>
                    <a:lstStyle/>
                    <a:p>
                      <a:pPr algn="ctr"/>
                      <a:r>
                        <a:rPr lang="en-US" altLang="zh-CN" sz="1400" dirty="0">
                          <a:latin typeface="Times New Roman" panose="02020603050405020304" pitchFamily="18" charset="0"/>
                          <a:cs typeface="Times New Roman" panose="02020603050405020304" pitchFamily="18" charset="0"/>
                        </a:rPr>
                        <a:t>175B</a:t>
                      </a:r>
                      <a:endParaRPr lang="zh-CN" alt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Times New Roman" panose="02020603050405020304" pitchFamily="18" charset="0"/>
                          <a:cs typeface="Times New Roman" panose="02020603050405020304" pitchFamily="18" charset="0"/>
                        </a:rPr>
                        <a:t>~3100</a:t>
                      </a:r>
                      <a:endParaRPr lang="zh-CN" alt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Times New Roman" panose="02020603050405020304" pitchFamily="18" charset="0"/>
                          <a:cs typeface="Times New Roman" panose="02020603050405020304" pitchFamily="18" charset="0"/>
                        </a:rPr>
                        <a:t>~3.1*10^23</a:t>
                      </a:r>
                      <a:endParaRPr lang="zh-CN"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3599940"/>
                  </a:ext>
                </a:extLst>
              </a:tr>
            </a:tbl>
          </a:graphicData>
        </a:graphic>
      </p:graphicFrame>
      <p:pic>
        <p:nvPicPr>
          <p:cNvPr id="3" name="图片 2">
            <a:extLst>
              <a:ext uri="{FF2B5EF4-FFF2-40B4-BE49-F238E27FC236}">
                <a16:creationId xmlns:a16="http://schemas.microsoft.com/office/drawing/2014/main" id="{0B0F6FF9-FD9F-4469-97F5-D85D93BA0F8E}"/>
              </a:ext>
            </a:extLst>
          </p:cNvPr>
          <p:cNvPicPr>
            <a:picLocks noChangeAspect="1"/>
          </p:cNvPicPr>
          <p:nvPr/>
        </p:nvPicPr>
        <p:blipFill>
          <a:blip r:embed="rId3"/>
          <a:stretch>
            <a:fillRect/>
          </a:stretch>
        </p:blipFill>
        <p:spPr>
          <a:xfrm>
            <a:off x="2006825" y="3429000"/>
            <a:ext cx="5435150" cy="2936873"/>
          </a:xfrm>
          <a:prstGeom prst="rect">
            <a:avLst/>
          </a:prstGeom>
        </p:spPr>
      </p:pic>
      <p:sp>
        <p:nvSpPr>
          <p:cNvPr id="4" name="矩形 3">
            <a:extLst>
              <a:ext uri="{FF2B5EF4-FFF2-40B4-BE49-F238E27FC236}">
                <a16:creationId xmlns:a16="http://schemas.microsoft.com/office/drawing/2014/main" id="{21F987D7-578D-4E58-A362-C738D01AFB90}"/>
              </a:ext>
            </a:extLst>
          </p:cNvPr>
          <p:cNvSpPr/>
          <p:nvPr/>
        </p:nvSpPr>
        <p:spPr>
          <a:xfrm>
            <a:off x="2743200" y="6525120"/>
            <a:ext cx="4142865" cy="307777"/>
          </a:xfrm>
          <a:prstGeom prst="rect">
            <a:avLst/>
          </a:prstGeom>
        </p:spPr>
        <p:txBody>
          <a:bodyPr wrap="none">
            <a:spAutoFit/>
          </a:bodyPr>
          <a:lstStyle/>
          <a:p>
            <a:r>
              <a:rPr lang="en-US" altLang="zh-CN" sz="1400" dirty="0">
                <a:solidFill>
                  <a:schemeClr val="bg2">
                    <a:lumMod val="40000"/>
                    <a:lumOff val="60000"/>
                  </a:schemeClr>
                </a:solidFill>
                <a:latin typeface="NimbusRomNo9L-Medi"/>
              </a:rPr>
              <a:t>Brown, Language Models are Few-Shot Learners, 2020</a:t>
            </a:r>
            <a:endParaRPr lang="zh-CN" altLang="en-US" sz="1400" dirty="0">
              <a:solidFill>
                <a:schemeClr val="bg2">
                  <a:lumMod val="40000"/>
                  <a:lumOff val="60000"/>
                </a:schemeClr>
              </a:solidFill>
            </a:endParaRPr>
          </a:p>
        </p:txBody>
      </p:sp>
    </p:spTree>
    <p:extLst>
      <p:ext uri="{BB962C8B-B14F-4D97-AF65-F5344CB8AC3E}">
        <p14:creationId xmlns:p14="http://schemas.microsoft.com/office/powerpoint/2010/main" val="379420416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76200" y="152400"/>
            <a:ext cx="9372600" cy="697468"/>
          </a:xfrm>
        </p:spPr>
        <p:txBody>
          <a:bodyPr/>
          <a:lstStyle/>
          <a:p>
            <a:r>
              <a:rPr lang="en-US" altLang="zh-CN" sz="3200" dirty="0"/>
              <a:t>State-of-the-art CPU GPU and FPGA</a:t>
            </a:r>
            <a:endParaRPr lang="en-US" altLang="zh-CN" sz="3200" dirty="0">
              <a:solidFill>
                <a:schemeClr val="tx1"/>
              </a:solidFill>
            </a:endParaRPr>
          </a:p>
        </p:txBody>
      </p:sp>
      <p:sp>
        <p:nvSpPr>
          <p:cNvPr id="4" name="矩形 3">
            <a:extLst>
              <a:ext uri="{FF2B5EF4-FFF2-40B4-BE49-F238E27FC236}">
                <a16:creationId xmlns:a16="http://schemas.microsoft.com/office/drawing/2014/main" id="{21F987D7-578D-4E58-A362-C738D01AFB90}"/>
              </a:ext>
            </a:extLst>
          </p:cNvPr>
          <p:cNvSpPr/>
          <p:nvPr/>
        </p:nvSpPr>
        <p:spPr>
          <a:xfrm>
            <a:off x="2743200" y="6525120"/>
            <a:ext cx="4142865" cy="307777"/>
          </a:xfrm>
          <a:prstGeom prst="rect">
            <a:avLst/>
          </a:prstGeom>
        </p:spPr>
        <p:txBody>
          <a:bodyPr wrap="none">
            <a:spAutoFit/>
          </a:bodyPr>
          <a:lstStyle/>
          <a:p>
            <a:r>
              <a:rPr lang="en-US" altLang="zh-CN" sz="1400" dirty="0">
                <a:solidFill>
                  <a:schemeClr val="bg2">
                    <a:lumMod val="40000"/>
                    <a:lumOff val="60000"/>
                  </a:schemeClr>
                </a:solidFill>
                <a:latin typeface="NimbusRomNo9L-Medi"/>
              </a:rPr>
              <a:t>Brown, Language Models are Few-Shot Learners, 2020</a:t>
            </a:r>
            <a:endParaRPr lang="zh-CN" altLang="en-US" sz="1400" dirty="0">
              <a:solidFill>
                <a:schemeClr val="bg2">
                  <a:lumMod val="40000"/>
                  <a:lumOff val="60000"/>
                </a:schemeClr>
              </a:solidFill>
            </a:endParaRPr>
          </a:p>
        </p:txBody>
      </p:sp>
      <p:graphicFrame>
        <p:nvGraphicFramePr>
          <p:cNvPr id="7" name="Table 5">
            <a:extLst>
              <a:ext uri="{FF2B5EF4-FFF2-40B4-BE49-F238E27FC236}">
                <a16:creationId xmlns:a16="http://schemas.microsoft.com/office/drawing/2014/main" id="{7A13CA69-8874-E642-87B1-F20CB644B842}"/>
              </a:ext>
            </a:extLst>
          </p:cNvPr>
          <p:cNvGraphicFramePr>
            <a:graphicFrameLocks noGrp="1"/>
          </p:cNvGraphicFramePr>
          <p:nvPr>
            <p:extLst>
              <p:ext uri="{D42A27DB-BD31-4B8C-83A1-F6EECF244321}">
                <p14:modId xmlns:p14="http://schemas.microsoft.com/office/powerpoint/2010/main" val="3627396913"/>
              </p:ext>
            </p:extLst>
          </p:nvPr>
        </p:nvGraphicFramePr>
        <p:xfrm>
          <a:off x="228600" y="1752600"/>
          <a:ext cx="8486882" cy="28346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278082">
                  <a:extLst>
                    <a:ext uri="{9D8B030D-6E8A-4147-A177-3AD203B41FA5}">
                      <a16:colId xmlns:a16="http://schemas.microsoft.com/office/drawing/2014/main" val="1580565294"/>
                    </a:ext>
                  </a:extLst>
                </a:gridCol>
                <a:gridCol w="1167732">
                  <a:extLst>
                    <a:ext uri="{9D8B030D-6E8A-4147-A177-3AD203B41FA5}">
                      <a16:colId xmlns:a16="http://schemas.microsoft.com/office/drawing/2014/main" val="108976409"/>
                    </a:ext>
                  </a:extLst>
                </a:gridCol>
                <a:gridCol w="1693718">
                  <a:extLst>
                    <a:ext uri="{9D8B030D-6E8A-4147-A177-3AD203B41FA5}">
                      <a16:colId xmlns:a16="http://schemas.microsoft.com/office/drawing/2014/main" val="753782186"/>
                    </a:ext>
                  </a:extLst>
                </a:gridCol>
                <a:gridCol w="1907978">
                  <a:extLst>
                    <a:ext uri="{9D8B030D-6E8A-4147-A177-3AD203B41FA5}">
                      <a16:colId xmlns:a16="http://schemas.microsoft.com/office/drawing/2014/main" val="2743234395"/>
                    </a:ext>
                  </a:extLst>
                </a:gridCol>
                <a:gridCol w="1229185">
                  <a:extLst>
                    <a:ext uri="{9D8B030D-6E8A-4147-A177-3AD203B41FA5}">
                      <a16:colId xmlns:a16="http://schemas.microsoft.com/office/drawing/2014/main" val="2943297131"/>
                    </a:ext>
                  </a:extLst>
                </a:gridCol>
                <a:gridCol w="1210187">
                  <a:extLst>
                    <a:ext uri="{9D8B030D-6E8A-4147-A177-3AD203B41FA5}">
                      <a16:colId xmlns:a16="http://schemas.microsoft.com/office/drawing/2014/main" val="3639835837"/>
                    </a:ext>
                  </a:extLst>
                </a:gridCol>
              </a:tblGrid>
              <a:tr h="480060">
                <a:tc>
                  <a:txBody>
                    <a:bodyPr/>
                    <a:lstStyle/>
                    <a:p>
                      <a:pPr algn="ctr">
                        <a:lnSpc>
                          <a:spcPct val="100000"/>
                        </a:lnSpc>
                      </a:pPr>
                      <a:endParaRPr lang="en-CN" sz="1400" dirty="0">
                        <a:latin typeface="+mn-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Cores (Threads)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mn-lt"/>
                        </a:rPr>
                        <a:t>TFLOPS</a:t>
                      </a:r>
                      <a:endParaRPr lang="en-CN" sz="1400" dirty="0">
                        <a:solidFill>
                          <a:schemeClr val="tx1"/>
                        </a:solidFill>
                        <a:latin typeface="+mn-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Memory Size (Bandwidth)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PCIe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Network</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818669"/>
                  </a:ext>
                </a:extLst>
              </a:tr>
              <a:tr h="6858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b="1" dirty="0">
                          <a:latin typeface="+mn-lt"/>
                        </a:rPr>
                        <a:t>CPU (</a:t>
                      </a:r>
                      <a:r>
                        <a:rPr lang="en-US" sz="1400" b="1" dirty="0">
                          <a:latin typeface="+mn-lt"/>
                        </a:rPr>
                        <a:t>AMD </a:t>
                      </a:r>
                      <a:r>
                        <a:rPr lang="en-US" sz="1400" b="1" dirty="0" err="1">
                          <a:latin typeface="+mn-lt"/>
                        </a:rPr>
                        <a:t>Threadripper</a:t>
                      </a:r>
                      <a:r>
                        <a:rPr lang="en-US" sz="1400" b="1" dirty="0">
                          <a:latin typeface="+mn-lt"/>
                        </a:rPr>
                        <a:t> 3995WX</a:t>
                      </a:r>
                      <a:r>
                        <a:rPr lang="en-CN" sz="1400" b="1"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64 (128)</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2.8 (FP32),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1.4 (FP64)</a:t>
                      </a:r>
                    </a:p>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512GB (</a:t>
                      </a:r>
                      <a:r>
                        <a:rPr lang="en-US" altLang="zh-CN" sz="1400" dirty="0">
                          <a:latin typeface="+mn-lt"/>
                        </a:rPr>
                        <a:t>80</a:t>
                      </a:r>
                      <a:r>
                        <a:rPr lang="en-CN" sz="1400" dirty="0">
                          <a:latin typeface="+mn-lt"/>
                        </a:rPr>
                        <a:t>GB/s)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3</a:t>
                      </a:r>
                      <a:r>
                        <a:rPr lang="en-US" altLang="zh-CN" sz="1400" dirty="0">
                          <a:latin typeface="+mn-lt"/>
                        </a:rPr>
                        <a:t>2</a:t>
                      </a:r>
                      <a:r>
                        <a:rPr lang="en-CN" sz="1400" dirty="0">
                          <a:latin typeface="+mn-lt"/>
                        </a:rPr>
                        <a:t>.0GB/s (PCIe 4.0</a:t>
                      </a:r>
                      <a:r>
                        <a:rPr lang="zh-CN" altLang="en-US" sz="1400" dirty="0">
                          <a:latin typeface="+mn-lt"/>
                        </a:rPr>
                        <a:t> </a:t>
                      </a:r>
                      <a:r>
                        <a:rPr lang="en-CN" sz="1400" dirty="0">
                          <a:latin typeface="+mn-lt"/>
                        </a:rPr>
                        <a:t>X</a:t>
                      </a:r>
                      <a:r>
                        <a:rPr lang="en-US" altLang="zh-CN" sz="1400" dirty="0">
                          <a:latin typeface="+mn-lt"/>
                        </a:rPr>
                        <a:t>16</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No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051521"/>
                  </a:ext>
                </a:extLst>
              </a:tr>
              <a:tr h="891540">
                <a:tc>
                  <a:txBody>
                    <a:bodyPr/>
                    <a:lstStyle/>
                    <a:p>
                      <a:pPr algn="ctr">
                        <a:lnSpc>
                          <a:spcPct val="100000"/>
                        </a:lnSpc>
                      </a:pPr>
                      <a:r>
                        <a:rPr lang="en-CN" sz="1400" b="1" dirty="0">
                          <a:latin typeface="+mn-lt"/>
                        </a:rPr>
                        <a:t>GPU (Nvidia A100)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a:latin typeface="+mn-lt"/>
                        </a:rPr>
                        <a:t>8192</a:t>
                      </a:r>
                      <a:r>
                        <a:rPr lang="zh-CN" altLang="en-US" sz="1400" dirty="0">
                          <a:latin typeface="+mn-lt"/>
                        </a:rPr>
                        <a:t> </a:t>
                      </a:r>
                      <a:r>
                        <a:rPr lang="en-US" altLang="zh-CN" sz="1400" dirty="0">
                          <a:latin typeface="+mn-lt"/>
                        </a:rPr>
                        <a:t>(128K)</a:t>
                      </a: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19.5 (FP32),</a:t>
                      </a:r>
                    </a:p>
                    <a:p>
                      <a:pPr algn="ctr">
                        <a:lnSpc>
                          <a:spcPct val="100000"/>
                        </a:lnSpc>
                      </a:pPr>
                      <a:r>
                        <a:rPr lang="en-CN" sz="1400" dirty="0">
                          <a:latin typeface="+mn-lt"/>
                        </a:rPr>
                        <a:t>9.7 (FP64),</a:t>
                      </a:r>
                    </a:p>
                    <a:p>
                      <a:pPr algn="ctr">
                        <a:lnSpc>
                          <a:spcPct val="100000"/>
                        </a:lnSpc>
                      </a:pPr>
                      <a:r>
                        <a:rPr lang="en-CN" sz="1400" dirty="0">
                          <a:latin typeface="+mn-lt"/>
                        </a:rPr>
                        <a:t>156 (FP32, Tensor),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312 (FP16, Tensor)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40/80GB (1935GB/s)</a:t>
                      </a:r>
                    </a:p>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3</a:t>
                      </a:r>
                      <a:r>
                        <a:rPr lang="en-US" altLang="zh-CN" sz="1400" dirty="0">
                          <a:latin typeface="+mn-lt"/>
                        </a:rPr>
                        <a:t>2</a:t>
                      </a:r>
                      <a:r>
                        <a:rPr lang="en-CN" sz="1400" dirty="0">
                          <a:latin typeface="+mn-lt"/>
                        </a:rPr>
                        <a:t>.0GB/s (PCIe 4.0</a:t>
                      </a:r>
                      <a:r>
                        <a:rPr lang="zh-CN" altLang="en-US" sz="1400" dirty="0">
                          <a:latin typeface="+mn-lt"/>
                        </a:rPr>
                        <a:t> </a:t>
                      </a:r>
                      <a:r>
                        <a:rPr lang="en-CN" sz="1400" dirty="0">
                          <a:latin typeface="+mn-lt"/>
                        </a:rPr>
                        <a:t>X</a:t>
                      </a:r>
                      <a:r>
                        <a:rPr lang="en-US" altLang="zh-CN" sz="1400" dirty="0">
                          <a:latin typeface="+mn-lt"/>
                        </a:rPr>
                        <a:t>16</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No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4776214"/>
                  </a:ext>
                </a:extLst>
              </a:tr>
              <a:tr h="685800">
                <a:tc>
                  <a:txBody>
                    <a:bodyPr/>
                    <a:lstStyle/>
                    <a:p>
                      <a:pPr algn="ctr">
                        <a:lnSpc>
                          <a:spcPct val="100000"/>
                        </a:lnSpc>
                      </a:pPr>
                      <a:r>
                        <a:rPr lang="en-CN" sz="1400" b="1" dirty="0">
                          <a:latin typeface="+mn-lt"/>
                        </a:rPr>
                        <a:t>FPGA (U280)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kern="1200" dirty="0">
                          <a:solidFill>
                            <a:schemeClr val="dk1"/>
                          </a:solidFill>
                          <a:effectLst/>
                          <a:latin typeface="+mn-lt"/>
                          <a:ea typeface="+mn-ea"/>
                          <a:cs typeface="+mn-cs"/>
                        </a:rPr>
                        <a:t>9,024 </a:t>
                      </a:r>
                      <a:endParaRPr lang="en-CN" sz="1400" dirty="0">
                        <a:effectLst/>
                      </a:endParaRPr>
                    </a:p>
                    <a:p>
                      <a:pPr algn="ctr">
                        <a:lnSpc>
                          <a:spcPct val="100000"/>
                        </a:lnSpc>
                      </a:pPr>
                      <a:r>
                        <a:rPr lang="en-CN" sz="1400" dirty="0">
                          <a:latin typeface="+mn-lt"/>
                        </a:rPr>
                        <a:t>(25x18 </a:t>
                      </a:r>
                      <a:r>
                        <a:rPr lang="en-CN" sz="1400" dirty="0">
                          <a:solidFill>
                            <a:schemeClr val="accent2"/>
                          </a:solidFill>
                          <a:latin typeface="+mn-lt"/>
                        </a:rPr>
                        <a:t>MULs</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1.8 (FP32)</a:t>
                      </a:r>
                    </a:p>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40GB (</a:t>
                      </a:r>
                      <a:r>
                        <a:rPr lang="en-US" altLang="zh-CN" sz="1400" dirty="0">
                          <a:latin typeface="+mn-lt"/>
                        </a:rPr>
                        <a:t>460</a:t>
                      </a:r>
                      <a:r>
                        <a:rPr lang="en-CN" sz="1400" dirty="0">
                          <a:latin typeface="+mn-lt"/>
                        </a:rPr>
                        <a:t>GB/s)</a:t>
                      </a:r>
                    </a:p>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a:t>
                      </a:r>
                      <a:r>
                        <a:rPr lang="en-US" altLang="zh-CN" sz="1400" dirty="0">
                          <a:latin typeface="+mn-lt"/>
                        </a:rPr>
                        <a:t>6</a:t>
                      </a:r>
                      <a:r>
                        <a:rPr lang="en-CN" sz="1400" dirty="0">
                          <a:latin typeface="+mn-lt"/>
                        </a:rPr>
                        <a:t>.0GB/s (PCIe 4.0</a:t>
                      </a:r>
                      <a:r>
                        <a:rPr lang="zh-CN" altLang="en-US" sz="1400" dirty="0">
                          <a:latin typeface="+mn-lt"/>
                        </a:rPr>
                        <a:t> </a:t>
                      </a:r>
                      <a:r>
                        <a:rPr lang="en-CN" sz="1400" dirty="0">
                          <a:latin typeface="+mn-lt"/>
                        </a:rPr>
                        <a:t>X</a:t>
                      </a:r>
                      <a:r>
                        <a:rPr lang="en-US" altLang="zh-CN" sz="1400" dirty="0">
                          <a:latin typeface="+mn-lt"/>
                        </a:rPr>
                        <a:t>8</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Yes</a:t>
                      </a:r>
                    </a:p>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744454"/>
                  </a:ext>
                </a:extLst>
              </a:tr>
            </a:tbl>
          </a:graphicData>
        </a:graphic>
      </p:graphicFrame>
    </p:spTree>
    <p:extLst>
      <p:ext uri="{BB962C8B-B14F-4D97-AF65-F5344CB8AC3E}">
        <p14:creationId xmlns:p14="http://schemas.microsoft.com/office/powerpoint/2010/main" val="178918894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4" name="Rectangle 4"/>
          <p:cNvSpPr>
            <a:spLocks noGrp="1" noChangeArrowheads="1"/>
          </p:cNvSpPr>
          <p:nvPr>
            <p:ph type="title"/>
          </p:nvPr>
        </p:nvSpPr>
        <p:spPr/>
        <p:txBody>
          <a:bodyPr/>
          <a:lstStyle/>
          <a:p>
            <a:r>
              <a:rPr lang="en-US" altLang="zh-CN" dirty="0"/>
              <a:t>Things Every Programmer Should know</a:t>
            </a:r>
          </a:p>
        </p:txBody>
      </p:sp>
      <p:sp>
        <p:nvSpPr>
          <p:cNvPr id="645125" name="Rectangle 5"/>
          <p:cNvSpPr>
            <a:spLocks noGrp="1" noChangeArrowheads="1"/>
          </p:cNvSpPr>
          <p:nvPr>
            <p:ph idx="1"/>
          </p:nvPr>
        </p:nvSpPr>
        <p:spPr>
          <a:xfrm>
            <a:off x="381000" y="1143000"/>
            <a:ext cx="8135262" cy="4953000"/>
          </a:xfrm>
        </p:spPr>
        <p:txBody>
          <a:bodyPr>
            <a:normAutofit fontScale="92500"/>
          </a:bodyPr>
          <a:lstStyle/>
          <a:p>
            <a:pPr>
              <a:lnSpc>
                <a:spcPct val="100000"/>
              </a:lnSpc>
            </a:pPr>
            <a:r>
              <a:rPr lang="en-US" altLang="zh-CN" dirty="0" err="1">
                <a:solidFill>
                  <a:srgbClr val="FF0000"/>
                </a:solidFill>
                <a:latin typeface="Comic Sans MS" pitchFamily="66" charset="0"/>
              </a:rPr>
              <a:t>Amdhal</a:t>
            </a:r>
            <a:r>
              <a:rPr lang="en-US" altLang="zh-CN" dirty="0">
                <a:solidFill>
                  <a:srgbClr val="FF0000"/>
                </a:solidFill>
                <a:latin typeface="Comic Sans MS" pitchFamily="66" charset="0"/>
              </a:rPr>
              <a:t> Law</a:t>
            </a:r>
          </a:p>
          <a:p>
            <a:pPr lvl="1">
              <a:lnSpc>
                <a:spcPct val="120000"/>
              </a:lnSpc>
            </a:pPr>
            <a:r>
              <a:rPr lang="en-US" altLang="zh-CN" dirty="0"/>
              <a:t>A formula which gives the theoretical speedup in latency of the execution of a task at fixed workload that can be expected of a system whose resources are improved. </a:t>
            </a:r>
          </a:p>
          <a:p>
            <a:pPr>
              <a:lnSpc>
                <a:spcPct val="110000"/>
              </a:lnSpc>
            </a:pPr>
            <a:r>
              <a:rPr lang="en-US" altLang="zh-CN" dirty="0">
                <a:solidFill>
                  <a:srgbClr val="FF0000"/>
                </a:solidFill>
                <a:latin typeface="Comic Sans MS" pitchFamily="66" charset="0"/>
              </a:rPr>
              <a:t>Roofline Model</a:t>
            </a:r>
          </a:p>
          <a:p>
            <a:pPr lvl="1">
              <a:lnSpc>
                <a:spcPct val="110000"/>
              </a:lnSpc>
            </a:pPr>
            <a:r>
              <a:rPr lang="en-US" altLang="zh-CN" dirty="0"/>
              <a:t>Theoretical performance bound of your application running on your machine.</a:t>
            </a:r>
          </a:p>
          <a:p>
            <a:pPr>
              <a:lnSpc>
                <a:spcPct val="110000"/>
              </a:lnSpc>
            </a:pPr>
            <a:r>
              <a:rPr lang="en-US" altLang="zh-CN" dirty="0">
                <a:solidFill>
                  <a:srgbClr val="FF0000"/>
                </a:solidFill>
                <a:latin typeface="Comic Sans MS" pitchFamily="66" charset="0"/>
              </a:rPr>
              <a:t>Little’s Law: </a:t>
            </a:r>
            <a:r>
              <a:rPr lang="en-US" altLang="zh-CN" dirty="0">
                <a:solidFill>
                  <a:srgbClr val="FF0000"/>
                </a:solidFill>
              </a:rPr>
              <a:t>L = </a:t>
            </a:r>
            <a:r>
              <a:rPr lang="en-US" altLang="zh-CN" i="1" dirty="0">
                <a:solidFill>
                  <a:srgbClr val="FF0000"/>
                </a:solidFill>
              </a:rPr>
              <a:t>λ</a:t>
            </a:r>
            <a:r>
              <a:rPr lang="en-US" altLang="zh-CN" dirty="0">
                <a:solidFill>
                  <a:srgbClr val="FF0000"/>
                </a:solidFill>
              </a:rPr>
              <a:t> *</a:t>
            </a:r>
            <a:r>
              <a:rPr lang="en-US" altLang="zh-CN" i="1" dirty="0">
                <a:solidFill>
                  <a:srgbClr val="FF0000"/>
                </a:solidFill>
              </a:rPr>
              <a:t>W</a:t>
            </a:r>
            <a:r>
              <a:rPr lang="en-US" altLang="zh-CN" dirty="0">
                <a:solidFill>
                  <a:srgbClr val="FF0000"/>
                </a:solidFill>
              </a:rPr>
              <a:t>  (buffer size = throughput * latency)</a:t>
            </a:r>
            <a:endParaRPr lang="en-US" altLang="zh-CN" dirty="0">
              <a:solidFill>
                <a:srgbClr val="FF0000"/>
              </a:solidFill>
              <a:latin typeface="Comic Sans MS" pitchFamily="66" charset="0"/>
            </a:endParaRPr>
          </a:p>
          <a:p>
            <a:pPr lvl="1">
              <a:lnSpc>
                <a:spcPct val="110000"/>
              </a:lnSpc>
            </a:pPr>
            <a:r>
              <a:rPr lang="en-US" altLang="zh-CN" dirty="0"/>
              <a:t>A theorem by </a:t>
            </a:r>
            <a:r>
              <a:rPr lang="en-US" altLang="zh-CN" dirty="0">
                <a:hlinkClick r:id="rId3" tooltip="John Little (academic)">
                  <a:extLst>
                    <a:ext uri="{A12FA001-AC4F-418D-AE19-62706E023703}">
                      <ahyp:hlinkClr xmlns:ahyp="http://schemas.microsoft.com/office/drawing/2018/hyperlinkcolor" val="tx"/>
                    </a:ext>
                  </a:extLst>
                </a:hlinkClick>
              </a:rPr>
              <a:t>John Little</a:t>
            </a:r>
            <a:r>
              <a:rPr lang="en-US" altLang="zh-CN" dirty="0"/>
              <a:t> which states that the long-term average number </a:t>
            </a:r>
            <a:r>
              <a:rPr lang="en-US" altLang="zh-CN" i="1" dirty="0"/>
              <a:t>L</a:t>
            </a:r>
            <a:r>
              <a:rPr lang="en-US" altLang="zh-CN" dirty="0"/>
              <a:t> of customers in a stationary system is equal to the long-term average effective arrival rate </a:t>
            </a:r>
            <a:r>
              <a:rPr lang="en-US" altLang="zh-CN" i="1" dirty="0"/>
              <a:t>λ</a:t>
            </a:r>
            <a:r>
              <a:rPr lang="en-US" altLang="zh-CN" dirty="0"/>
              <a:t> multiplied by the average time </a:t>
            </a:r>
            <a:r>
              <a:rPr lang="en-US" altLang="zh-CN" i="1" dirty="0"/>
              <a:t>W</a:t>
            </a:r>
            <a:r>
              <a:rPr lang="en-US" altLang="zh-CN" dirty="0"/>
              <a:t> that a customer spends in the system.  </a:t>
            </a:r>
            <a:endParaRPr lang="en-US" altLang="zh-CN" dirty="0">
              <a:latin typeface="Comic Sans MS" pitchFamily="66" charset="0"/>
            </a:endParaRPr>
          </a:p>
        </p:txBody>
      </p:sp>
      <p:sp>
        <p:nvSpPr>
          <p:cNvPr id="4" name="Rectangle">
            <a:extLst>
              <a:ext uri="{FF2B5EF4-FFF2-40B4-BE49-F238E27FC236}">
                <a16:creationId xmlns:a16="http://schemas.microsoft.com/office/drawing/2014/main" id="{2E64A142-CC9D-4D09-8DE6-1B2B573529CD}"/>
              </a:ext>
            </a:extLst>
          </p:cNvPr>
          <p:cNvSpPr/>
          <p:nvPr/>
        </p:nvSpPr>
        <p:spPr>
          <a:xfrm>
            <a:off x="326197" y="1137369"/>
            <a:ext cx="8360604" cy="2748831"/>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21001783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a:xfrm>
            <a:off x="228600" y="228600"/>
            <a:ext cx="6480906" cy="681038"/>
          </a:xfrm>
        </p:spPr>
        <p:txBody>
          <a:bodyPr/>
          <a:lstStyle/>
          <a:p>
            <a:r>
              <a:rPr lang="en-US" altLang="zh-CN" sz="3000" dirty="0"/>
              <a:t>Little’s Law</a:t>
            </a:r>
            <a:r>
              <a:rPr lang="zh-CN" altLang="en-US" sz="3000" dirty="0"/>
              <a:t>：</a:t>
            </a:r>
            <a:r>
              <a:rPr lang="en-US" altLang="zh-CN" sz="3000" dirty="0"/>
              <a:t>Intuition</a:t>
            </a:r>
          </a:p>
        </p:txBody>
      </p:sp>
      <p:sp>
        <p:nvSpPr>
          <p:cNvPr id="4" name="Content Placeholder 2">
            <a:extLst>
              <a:ext uri="{FF2B5EF4-FFF2-40B4-BE49-F238E27FC236}">
                <a16:creationId xmlns:a16="http://schemas.microsoft.com/office/drawing/2014/main" id="{4525ECBB-39F7-47DA-8319-2DDD9EA0853A}"/>
              </a:ext>
            </a:extLst>
          </p:cNvPr>
          <p:cNvSpPr txBox="1">
            <a:spLocks noChangeArrowheads="1"/>
          </p:cNvSpPr>
          <p:nvPr/>
        </p:nvSpPr>
        <p:spPr bwMode="auto">
          <a:xfrm>
            <a:off x="381000" y="3592155"/>
            <a:ext cx="8534400" cy="212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sz="2000" kern="0" dirty="0">
                <a:ea typeface="ＭＳ Ｐゴシック" panose="020B0600070205080204" pitchFamily="34" charset="-128"/>
              </a:rPr>
              <a:t>Image the services provided by counters in the bank.</a:t>
            </a:r>
          </a:p>
          <a:p>
            <a:pPr lvl="1"/>
            <a:r>
              <a:rPr lang="en-US" altLang="en-US" sz="1800" b="1" kern="0" dirty="0">
                <a:solidFill>
                  <a:srgbClr val="C00000"/>
                </a:solidFill>
                <a:ea typeface="ＭＳ Ｐゴシック" panose="020B0600070205080204" pitchFamily="34" charset="-128"/>
              </a:rPr>
              <a:t>Arrival rate</a:t>
            </a:r>
            <a:r>
              <a:rPr lang="en-US" altLang="en-US" sz="1800" kern="0" dirty="0">
                <a:ea typeface="ＭＳ Ｐゴシック" panose="020B0600070205080204" pitchFamily="34" charset="-128"/>
              </a:rPr>
              <a:t>: </a:t>
            </a:r>
            <a:r>
              <a:rPr lang="en-US" altLang="zh-CN" sz="1800" kern="0" dirty="0">
                <a:solidFill>
                  <a:srgbClr val="000000"/>
                </a:solidFill>
              </a:rPr>
              <a:t>one customer/min;</a:t>
            </a:r>
            <a:r>
              <a:rPr lang="zh-CN" altLang="en-US" sz="1800" kern="0" dirty="0">
                <a:solidFill>
                  <a:srgbClr val="000000"/>
                </a:solidFill>
              </a:rPr>
              <a:t> </a:t>
            </a:r>
            <a:endParaRPr lang="en-US" altLang="zh-CN" sz="1800" kern="0" dirty="0">
              <a:solidFill>
                <a:srgbClr val="000000"/>
              </a:solidFill>
            </a:endParaRPr>
          </a:p>
          <a:p>
            <a:pPr lvl="1"/>
            <a:r>
              <a:rPr lang="en-US" altLang="en-US" sz="1800" b="1" kern="0" dirty="0">
                <a:solidFill>
                  <a:srgbClr val="00B0F0"/>
                </a:solidFill>
                <a:latin typeface="Bahnschrift Condensed" panose="020B0502040204020203" pitchFamily="34" charset="0"/>
                <a:ea typeface="ＭＳ Ｐゴシック" panose="020B0600070205080204" pitchFamily="34" charset="-128"/>
              </a:rPr>
              <a:t>Counter’s average serve time</a:t>
            </a:r>
            <a:r>
              <a:rPr lang="en-US" altLang="en-US" sz="1800" kern="0" dirty="0">
                <a:ea typeface="ＭＳ Ｐゴシック" panose="020B0600070205080204" pitchFamily="34" charset="-128"/>
              </a:rPr>
              <a:t>: </a:t>
            </a:r>
            <a:r>
              <a:rPr lang="en-US" altLang="zh-CN" sz="1800" kern="0" dirty="0">
                <a:solidFill>
                  <a:srgbClr val="000000"/>
                </a:solidFill>
              </a:rPr>
              <a:t>6 mins;</a:t>
            </a:r>
            <a:r>
              <a:rPr lang="zh-CN" altLang="en-US" sz="1800" kern="0" dirty="0">
                <a:solidFill>
                  <a:srgbClr val="000000"/>
                </a:solidFill>
              </a:rPr>
              <a:t> </a:t>
            </a:r>
            <a:endParaRPr lang="en-US" altLang="zh-CN" sz="1800" kern="0" dirty="0">
              <a:solidFill>
                <a:srgbClr val="000000"/>
              </a:solidFill>
            </a:endParaRPr>
          </a:p>
          <a:p>
            <a:pPr lvl="1"/>
            <a:r>
              <a:rPr lang="en-US" altLang="en-US" sz="1800" b="1" kern="0" dirty="0">
                <a:solidFill>
                  <a:srgbClr val="7030A0"/>
                </a:solidFill>
                <a:ea typeface="ＭＳ Ｐゴシック" panose="020B0600070205080204" pitchFamily="34" charset="-128"/>
              </a:rPr>
              <a:t>Question</a:t>
            </a:r>
            <a:r>
              <a:rPr lang="en-US" altLang="en-US" sz="1800" kern="0" dirty="0">
                <a:ea typeface="ＭＳ Ｐゴシック" panose="020B0600070205080204" pitchFamily="34" charset="-128"/>
              </a:rPr>
              <a:t>: how many counters are needed for people who need the service? (</a:t>
            </a:r>
            <a:r>
              <a:rPr lang="en-US" altLang="en-US" sz="1800" b="1" kern="0" dirty="0">
                <a:solidFill>
                  <a:srgbClr val="FF0000"/>
                </a:solidFill>
                <a:ea typeface="ＭＳ Ｐゴシック" panose="020B0600070205080204" pitchFamily="34" charset="-128"/>
              </a:rPr>
              <a:t>Cond: The </a:t>
            </a:r>
            <a:r>
              <a:rPr lang="en-US" altLang="zh-CN" sz="1800" b="1" kern="0" dirty="0">
                <a:solidFill>
                  <a:srgbClr val="FF0000"/>
                </a:solidFill>
              </a:rPr>
              <a:t>customer will leave if no counter is available</a:t>
            </a:r>
            <a:r>
              <a:rPr lang="en-US" altLang="zh-CN" sz="1800" kern="0" dirty="0">
                <a:solidFill>
                  <a:srgbClr val="000000"/>
                </a:solidFill>
              </a:rPr>
              <a:t>.</a:t>
            </a:r>
            <a:r>
              <a:rPr lang="en-US" altLang="en-US" sz="1800" kern="0" dirty="0">
                <a:ea typeface="ＭＳ Ｐゴシック" panose="020B0600070205080204" pitchFamily="34" charset="-128"/>
              </a:rPr>
              <a:t> )</a:t>
            </a:r>
          </a:p>
          <a:p>
            <a:pPr lvl="1"/>
            <a:r>
              <a:rPr lang="en-US" altLang="en-US" sz="1800" b="1" kern="0" dirty="0">
                <a:solidFill>
                  <a:srgbClr val="7030A0"/>
                </a:solidFill>
                <a:ea typeface="ＭＳ Ｐゴシック" panose="020B0600070205080204" pitchFamily="34" charset="-128"/>
              </a:rPr>
              <a:t>Answer</a:t>
            </a:r>
            <a:r>
              <a:rPr lang="en-US" altLang="en-US" sz="1800" kern="0" dirty="0">
                <a:ea typeface="ＭＳ Ｐゴシック" panose="020B0600070205080204" pitchFamily="34" charset="-128"/>
              </a:rPr>
              <a:t>: 6 counters (one slot for one person, then no customer will leave). </a:t>
            </a:r>
          </a:p>
        </p:txBody>
      </p:sp>
      <p:grpSp>
        <p:nvGrpSpPr>
          <p:cNvPr id="29" name="组合 28">
            <a:extLst>
              <a:ext uri="{FF2B5EF4-FFF2-40B4-BE49-F238E27FC236}">
                <a16:creationId xmlns:a16="http://schemas.microsoft.com/office/drawing/2014/main" id="{CDA43161-40B4-4024-9FF3-E95C8690960A}"/>
              </a:ext>
            </a:extLst>
          </p:cNvPr>
          <p:cNvGrpSpPr/>
          <p:nvPr/>
        </p:nvGrpSpPr>
        <p:grpSpPr>
          <a:xfrm>
            <a:off x="1066800" y="1435052"/>
            <a:ext cx="5142963" cy="1917748"/>
            <a:chOff x="1714500" y="1451669"/>
            <a:chExt cx="3276600" cy="1066800"/>
          </a:xfrm>
        </p:grpSpPr>
        <p:sp>
          <p:nvSpPr>
            <p:cNvPr id="25" name="矩形 24">
              <a:extLst>
                <a:ext uri="{FF2B5EF4-FFF2-40B4-BE49-F238E27FC236}">
                  <a16:creationId xmlns:a16="http://schemas.microsoft.com/office/drawing/2014/main" id="{A7C1E433-C979-4103-88B3-88DBEB8798A7}"/>
                </a:ext>
              </a:extLst>
            </p:cNvPr>
            <p:cNvSpPr/>
            <p:nvPr/>
          </p:nvSpPr>
          <p:spPr bwMode="auto">
            <a:xfrm>
              <a:off x="1714500" y="1451669"/>
              <a:ext cx="2895600" cy="1066800"/>
            </a:xfrm>
            <a:prstGeom prst="rect">
              <a:avLst/>
            </a:prstGeom>
            <a:solidFill>
              <a:schemeClr val="bg1">
                <a:lumMod val="95000"/>
              </a:schemeClr>
            </a:solidFill>
            <a:ln w="9525" cap="flat" cmpd="sng" algn="ctr">
              <a:solidFill>
                <a:schemeClr val="tx1"/>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6" name="矩形 5">
              <a:extLst>
                <a:ext uri="{FF2B5EF4-FFF2-40B4-BE49-F238E27FC236}">
                  <a16:creationId xmlns:a16="http://schemas.microsoft.com/office/drawing/2014/main" id="{A6E0474B-37D9-4B38-8590-C12554969915}"/>
                </a:ext>
              </a:extLst>
            </p:cNvPr>
            <p:cNvSpPr/>
            <p:nvPr/>
          </p:nvSpPr>
          <p:spPr>
            <a:xfrm>
              <a:off x="1714500" y="2271038"/>
              <a:ext cx="1350805" cy="222572"/>
            </a:xfrm>
            <a:prstGeom prst="rect">
              <a:avLst/>
            </a:prstGeom>
          </p:spPr>
          <p:txBody>
            <a:bodyPr wrap="square">
              <a:spAutoFit/>
            </a:bodyPr>
            <a:lstStyle/>
            <a:p>
              <a:r>
                <a:rPr lang="en-US" altLang="zh-CN" sz="2000" dirty="0">
                  <a:solidFill>
                    <a:srgbClr val="7030A0"/>
                  </a:solidFill>
                  <a:latin typeface="Bahnschrift Condensed" panose="020B0502040204020203" pitchFamily="34" charset="0"/>
                </a:rPr>
                <a:t>How many counters?</a:t>
              </a:r>
              <a:endParaRPr lang="zh-CN" altLang="en-US" sz="2000" dirty="0">
                <a:solidFill>
                  <a:srgbClr val="7030A0"/>
                </a:solidFill>
                <a:latin typeface="Bahnschrift Condensed" panose="020B0502040204020203" pitchFamily="34" charset="0"/>
              </a:endParaRPr>
            </a:p>
          </p:txBody>
        </p:sp>
        <p:grpSp>
          <p:nvGrpSpPr>
            <p:cNvPr id="17" name="组合 16">
              <a:extLst>
                <a:ext uri="{FF2B5EF4-FFF2-40B4-BE49-F238E27FC236}">
                  <a16:creationId xmlns:a16="http://schemas.microsoft.com/office/drawing/2014/main" id="{B7B446BB-D0BC-412A-B92C-5FE81B308FE2}"/>
                </a:ext>
              </a:extLst>
            </p:cNvPr>
            <p:cNvGrpSpPr/>
            <p:nvPr/>
          </p:nvGrpSpPr>
          <p:grpSpPr>
            <a:xfrm>
              <a:off x="3268086" y="1786874"/>
              <a:ext cx="1295400" cy="396389"/>
              <a:chOff x="2438400" y="1517078"/>
              <a:chExt cx="1295400" cy="472589"/>
            </a:xfrm>
          </p:grpSpPr>
          <p:cxnSp>
            <p:nvCxnSpPr>
              <p:cNvPr id="8" name="直接连接符 7">
                <a:extLst>
                  <a:ext uri="{FF2B5EF4-FFF2-40B4-BE49-F238E27FC236}">
                    <a16:creationId xmlns:a16="http://schemas.microsoft.com/office/drawing/2014/main" id="{A0F76374-B265-41A6-BC4B-2132CB4C05B4}"/>
                  </a:ext>
                </a:extLst>
              </p:cNvPr>
              <p:cNvCxnSpPr>
                <a:cxnSpLocks/>
              </p:cNvCxnSpPr>
              <p:nvPr/>
            </p:nvCxnSpPr>
            <p:spPr bwMode="auto">
              <a:xfrm flipH="1">
                <a:off x="2438400" y="1517078"/>
                <a:ext cx="1" cy="472589"/>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1" name="直接连接符 10">
                <a:extLst>
                  <a:ext uri="{FF2B5EF4-FFF2-40B4-BE49-F238E27FC236}">
                    <a16:creationId xmlns:a16="http://schemas.microsoft.com/office/drawing/2014/main" id="{C53FFB0E-6EB3-45A5-8162-A64C731DDACD}"/>
                  </a:ext>
                </a:extLst>
              </p:cNvPr>
              <p:cNvCxnSpPr>
                <a:cxnSpLocks/>
              </p:cNvCxnSpPr>
              <p:nvPr/>
            </p:nvCxnSpPr>
            <p:spPr bwMode="auto">
              <a:xfrm>
                <a:off x="2590800" y="1524000"/>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12" name="直接连接符 11">
                <a:extLst>
                  <a:ext uri="{FF2B5EF4-FFF2-40B4-BE49-F238E27FC236}">
                    <a16:creationId xmlns:a16="http://schemas.microsoft.com/office/drawing/2014/main" id="{1AEB8D79-9BA5-4E85-A3DA-6D0A38D2DDDD}"/>
                  </a:ext>
                </a:extLst>
              </p:cNvPr>
              <p:cNvCxnSpPr>
                <a:cxnSpLocks/>
              </p:cNvCxnSpPr>
              <p:nvPr/>
            </p:nvCxnSpPr>
            <p:spPr bwMode="auto">
              <a:xfrm>
                <a:off x="2438400" y="1524000"/>
                <a:ext cx="1295400" cy="0"/>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9DDE217E-B244-41F4-A7AA-471421098785}"/>
                  </a:ext>
                </a:extLst>
              </p:cNvPr>
              <p:cNvCxnSpPr>
                <a:cxnSpLocks/>
              </p:cNvCxnSpPr>
              <p:nvPr/>
            </p:nvCxnSpPr>
            <p:spPr bwMode="auto">
              <a:xfrm>
                <a:off x="2438400" y="1981200"/>
                <a:ext cx="1295400" cy="0"/>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96874613-189A-4935-908C-1D691CD04F7B}"/>
                  </a:ext>
                </a:extLst>
              </p:cNvPr>
              <p:cNvCxnSpPr>
                <a:cxnSpLocks/>
              </p:cNvCxnSpPr>
              <p:nvPr/>
            </p:nvCxnSpPr>
            <p:spPr bwMode="auto">
              <a:xfrm>
                <a:off x="27432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3DFFB5DC-E750-440F-B0C3-53F52DA8498E}"/>
                  </a:ext>
                </a:extLst>
              </p:cNvPr>
              <p:cNvCxnSpPr>
                <a:cxnSpLocks/>
              </p:cNvCxnSpPr>
              <p:nvPr/>
            </p:nvCxnSpPr>
            <p:spPr bwMode="auto">
              <a:xfrm>
                <a:off x="28956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33278B93-AACF-4507-9094-7FA06D16FE9A}"/>
                  </a:ext>
                </a:extLst>
              </p:cNvPr>
              <p:cNvCxnSpPr>
                <a:cxnSpLocks/>
              </p:cNvCxnSpPr>
              <p:nvPr/>
            </p:nvCxnSpPr>
            <p:spPr bwMode="auto">
              <a:xfrm>
                <a:off x="3048000" y="1524000"/>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EC6E50B8-0ECB-4BC9-A8A8-A682ADC71EED}"/>
                  </a:ext>
                </a:extLst>
              </p:cNvPr>
              <p:cNvCxnSpPr>
                <a:cxnSpLocks/>
              </p:cNvCxnSpPr>
              <p:nvPr/>
            </p:nvCxnSpPr>
            <p:spPr bwMode="auto">
              <a:xfrm>
                <a:off x="32004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90B55211-746D-4468-AB54-9498B124FA53}"/>
                  </a:ext>
                </a:extLst>
              </p:cNvPr>
              <p:cNvCxnSpPr>
                <a:cxnSpLocks/>
              </p:cNvCxnSpPr>
              <p:nvPr/>
            </p:nvCxnSpPr>
            <p:spPr bwMode="auto">
              <a:xfrm>
                <a:off x="33528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grpSp>
        <p:cxnSp>
          <p:nvCxnSpPr>
            <p:cNvPr id="24" name="直接箭头连接符 23">
              <a:extLst>
                <a:ext uri="{FF2B5EF4-FFF2-40B4-BE49-F238E27FC236}">
                  <a16:creationId xmlns:a16="http://schemas.microsoft.com/office/drawing/2014/main" id="{84CECB45-A67F-439C-8324-95AFB031ACDD}"/>
                </a:ext>
              </a:extLst>
            </p:cNvPr>
            <p:cNvCxnSpPr>
              <a:cxnSpLocks/>
            </p:cNvCxnSpPr>
            <p:nvPr/>
          </p:nvCxnSpPr>
          <p:spPr bwMode="auto">
            <a:xfrm>
              <a:off x="2846918" y="1988223"/>
              <a:ext cx="409259" cy="0"/>
            </a:xfrm>
            <a:prstGeom prst="straightConnector1">
              <a:avLst/>
            </a:prstGeom>
            <a:solidFill>
              <a:srgbClr val="C0C0C0"/>
            </a:solidFill>
            <a:ln w="19050" cap="flat" cmpd="sng" algn="ctr">
              <a:solidFill>
                <a:schemeClr val="tx1"/>
              </a:solidFill>
              <a:prstDash val="solid"/>
              <a:round/>
              <a:headEnd type="arrow"/>
              <a:tailEnd type="none"/>
            </a:ln>
            <a:effectLst/>
          </p:spPr>
        </p:cxnSp>
        <p:cxnSp>
          <p:nvCxnSpPr>
            <p:cNvPr id="27" name="直接箭头连接符 26">
              <a:extLst>
                <a:ext uri="{FF2B5EF4-FFF2-40B4-BE49-F238E27FC236}">
                  <a16:creationId xmlns:a16="http://schemas.microsoft.com/office/drawing/2014/main" id="{88C2A69A-4C81-4127-99DC-4215125DA385}"/>
                </a:ext>
              </a:extLst>
            </p:cNvPr>
            <p:cNvCxnSpPr/>
            <p:nvPr/>
          </p:nvCxnSpPr>
          <p:spPr bwMode="auto">
            <a:xfrm>
              <a:off x="4182486" y="1985069"/>
              <a:ext cx="808614" cy="0"/>
            </a:xfrm>
            <a:prstGeom prst="straightConnector1">
              <a:avLst/>
            </a:prstGeom>
            <a:solidFill>
              <a:srgbClr val="C0C0C0"/>
            </a:solidFill>
            <a:ln w="9525" cap="flat" cmpd="sng" algn="ctr">
              <a:solidFill>
                <a:schemeClr val="tx1"/>
              </a:solidFill>
              <a:prstDash val="solid"/>
              <a:round/>
              <a:headEnd type="stealth" w="med" len="med"/>
              <a:tailEnd type="none"/>
            </a:ln>
            <a:effectLst/>
          </p:spPr>
        </p:cxnSp>
      </p:grpSp>
      <p:sp>
        <p:nvSpPr>
          <p:cNvPr id="28" name="矩形 27">
            <a:extLst>
              <a:ext uri="{FF2B5EF4-FFF2-40B4-BE49-F238E27FC236}">
                <a16:creationId xmlns:a16="http://schemas.microsoft.com/office/drawing/2014/main" id="{5173D7D7-F5C7-499E-A4EB-0C2F4DE3A0B8}"/>
              </a:ext>
            </a:extLst>
          </p:cNvPr>
          <p:cNvSpPr/>
          <p:nvPr/>
        </p:nvSpPr>
        <p:spPr>
          <a:xfrm>
            <a:off x="5883848" y="2031763"/>
            <a:ext cx="2811427" cy="338554"/>
          </a:xfrm>
          <a:prstGeom prst="rect">
            <a:avLst/>
          </a:prstGeom>
        </p:spPr>
        <p:txBody>
          <a:bodyPr wrap="square">
            <a:spAutoFit/>
          </a:bodyPr>
          <a:lstStyle/>
          <a:p>
            <a:r>
              <a:rPr lang="en-US" altLang="zh-CN" sz="1600" kern="0" dirty="0">
                <a:solidFill>
                  <a:srgbClr val="C00000"/>
                </a:solidFill>
                <a:latin typeface="+mn-lt"/>
              </a:rPr>
              <a:t>Arrival rate</a:t>
            </a:r>
            <a:r>
              <a:rPr lang="en-US" altLang="zh-CN" sz="1400" kern="0" dirty="0">
                <a:solidFill>
                  <a:srgbClr val="000000"/>
                </a:solidFill>
              </a:rPr>
              <a:t>: one person/min</a:t>
            </a:r>
            <a:r>
              <a:rPr lang="zh-CN" altLang="en-US" sz="1400" kern="0" dirty="0">
                <a:solidFill>
                  <a:srgbClr val="000000"/>
                </a:solidFill>
              </a:rPr>
              <a:t> </a:t>
            </a:r>
            <a:endParaRPr lang="zh-CN" altLang="en-US" sz="1400" dirty="0"/>
          </a:p>
        </p:txBody>
      </p:sp>
      <p:sp>
        <p:nvSpPr>
          <p:cNvPr id="31" name="矩形 30">
            <a:extLst>
              <a:ext uri="{FF2B5EF4-FFF2-40B4-BE49-F238E27FC236}">
                <a16:creationId xmlns:a16="http://schemas.microsoft.com/office/drawing/2014/main" id="{FA9BBCBD-391D-403C-9AC6-703F514DFA32}"/>
              </a:ext>
            </a:extLst>
          </p:cNvPr>
          <p:cNvSpPr/>
          <p:nvPr/>
        </p:nvSpPr>
        <p:spPr>
          <a:xfrm>
            <a:off x="1219200" y="1371220"/>
            <a:ext cx="2571213" cy="338554"/>
          </a:xfrm>
          <a:prstGeom prst="rect">
            <a:avLst/>
          </a:prstGeom>
        </p:spPr>
        <p:txBody>
          <a:bodyPr wrap="square">
            <a:spAutoFit/>
          </a:bodyPr>
          <a:lstStyle/>
          <a:p>
            <a:r>
              <a:rPr lang="en-US" altLang="zh-CN" sz="1600" kern="0" dirty="0">
                <a:solidFill>
                  <a:srgbClr val="00B0F0"/>
                </a:solidFill>
                <a:latin typeface="Bahnschrift Condensed" panose="020B0502040204020203" pitchFamily="34" charset="0"/>
              </a:rPr>
              <a:t>Average service time</a:t>
            </a:r>
            <a:r>
              <a:rPr lang="en-US" altLang="zh-CN" sz="1400" kern="0" dirty="0">
                <a:solidFill>
                  <a:srgbClr val="000000"/>
                </a:solidFill>
              </a:rPr>
              <a:t>: 6 mins</a:t>
            </a:r>
            <a:r>
              <a:rPr lang="zh-CN" altLang="en-US" sz="1400" kern="0" dirty="0">
                <a:solidFill>
                  <a:srgbClr val="000000"/>
                </a:solidFill>
              </a:rPr>
              <a:t> </a:t>
            </a:r>
            <a:endParaRPr lang="zh-CN" altLang="en-US" sz="1400" dirty="0"/>
          </a:p>
        </p:txBody>
      </p:sp>
      <p:pic>
        <p:nvPicPr>
          <p:cNvPr id="1026" name="Picture 2" descr="银行柜台厂家介绍：6项银行柜台服务费将取消">
            <a:extLst>
              <a:ext uri="{FF2B5EF4-FFF2-40B4-BE49-F238E27FC236}">
                <a16:creationId xmlns:a16="http://schemas.microsoft.com/office/drawing/2014/main" id="{F7FC61D0-4E58-4444-8FC2-419A04499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399" y="1694135"/>
            <a:ext cx="1548849" cy="1229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7424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a:xfrm>
            <a:off x="228600" y="228600"/>
            <a:ext cx="6480906" cy="681038"/>
          </a:xfrm>
        </p:spPr>
        <p:txBody>
          <a:bodyPr/>
          <a:lstStyle/>
          <a:p>
            <a:r>
              <a:rPr lang="en-US" altLang="zh-CN" sz="3000" dirty="0"/>
              <a:t>Little’s Law Used in Memory Subsystem</a:t>
            </a:r>
          </a:p>
        </p:txBody>
      </p:sp>
      <p:sp>
        <p:nvSpPr>
          <p:cNvPr id="4" name="Content Placeholder 2">
            <a:extLst>
              <a:ext uri="{FF2B5EF4-FFF2-40B4-BE49-F238E27FC236}">
                <a16:creationId xmlns:a16="http://schemas.microsoft.com/office/drawing/2014/main" id="{4525ECBB-39F7-47DA-8319-2DDD9EA0853A}"/>
              </a:ext>
            </a:extLst>
          </p:cNvPr>
          <p:cNvSpPr txBox="1">
            <a:spLocks noChangeArrowheads="1"/>
          </p:cNvSpPr>
          <p:nvPr/>
        </p:nvSpPr>
        <p:spPr bwMode="auto">
          <a:xfrm>
            <a:off x="878554" y="3227479"/>
            <a:ext cx="7277100" cy="1954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sz="2000" kern="0" dirty="0">
                <a:ea typeface="ＭＳ Ｐゴシック" panose="020B0600070205080204" pitchFamily="34" charset="-128"/>
              </a:rPr>
              <a:t>Little’s law is widely used in hardware design whose latency is larger than </a:t>
            </a:r>
            <a:r>
              <a:rPr lang="en-US" altLang="en-US" sz="2000" kern="0" dirty="0">
                <a:solidFill>
                  <a:srgbClr val="FF0000"/>
                </a:solidFill>
                <a:ea typeface="ＭＳ Ｐゴシック" panose="020B0600070205080204" pitchFamily="34" charset="-128"/>
              </a:rPr>
              <a:t>one</a:t>
            </a:r>
            <a:r>
              <a:rPr lang="en-US" altLang="en-US" sz="2000" kern="0" dirty="0">
                <a:ea typeface="ＭＳ Ｐゴシック" panose="020B0600070205080204" pitchFamily="34" charset="-128"/>
              </a:rPr>
              <a:t> cycle, e.g., memory subsystem: </a:t>
            </a:r>
          </a:p>
          <a:p>
            <a:pPr lvl="1"/>
            <a:r>
              <a:rPr lang="en-US" altLang="en-US" sz="1800" b="1" kern="0" dirty="0">
                <a:solidFill>
                  <a:srgbClr val="C00000"/>
                </a:solidFill>
                <a:ea typeface="ＭＳ Ｐゴシック" panose="020B0600070205080204" pitchFamily="34" charset="-128"/>
              </a:rPr>
              <a:t>Throughput</a:t>
            </a:r>
            <a:r>
              <a:rPr lang="en-US" altLang="en-US" sz="1800" kern="0" dirty="0">
                <a:ea typeface="ＭＳ Ｐゴシック" panose="020B0600070205080204" pitchFamily="34" charset="-128"/>
              </a:rPr>
              <a:t>: </a:t>
            </a:r>
            <a:r>
              <a:rPr lang="en-US" altLang="zh-CN" sz="1800" kern="0" dirty="0">
                <a:solidFill>
                  <a:srgbClr val="000000"/>
                </a:solidFill>
              </a:rPr>
              <a:t>12GB/s;</a:t>
            </a:r>
            <a:r>
              <a:rPr lang="zh-CN" altLang="en-US" sz="1800" kern="0" dirty="0">
                <a:solidFill>
                  <a:srgbClr val="000000"/>
                </a:solidFill>
              </a:rPr>
              <a:t> </a:t>
            </a:r>
            <a:endParaRPr lang="en-US" altLang="zh-CN" sz="1800" kern="0" dirty="0">
              <a:solidFill>
                <a:srgbClr val="000000"/>
              </a:solidFill>
            </a:endParaRPr>
          </a:p>
          <a:p>
            <a:pPr lvl="1"/>
            <a:r>
              <a:rPr lang="en-US" altLang="en-US" sz="1800" b="1" kern="0" dirty="0">
                <a:solidFill>
                  <a:srgbClr val="00B0F0"/>
                </a:solidFill>
                <a:latin typeface="Bahnschrift Condensed" panose="020B0502040204020203" pitchFamily="34" charset="0"/>
                <a:ea typeface="ＭＳ Ｐゴシック" panose="020B0600070205080204" pitchFamily="34" charset="-128"/>
              </a:rPr>
              <a:t>Latency</a:t>
            </a:r>
            <a:r>
              <a:rPr lang="en-US" altLang="en-US" sz="1800" kern="0" dirty="0">
                <a:ea typeface="ＭＳ Ｐゴシック" panose="020B0600070205080204" pitchFamily="34" charset="-128"/>
              </a:rPr>
              <a:t>: </a:t>
            </a:r>
            <a:r>
              <a:rPr lang="en-US" altLang="zh-CN" sz="1800" kern="0" dirty="0">
                <a:solidFill>
                  <a:srgbClr val="000000"/>
                </a:solidFill>
              </a:rPr>
              <a:t>100ns;</a:t>
            </a:r>
            <a:r>
              <a:rPr lang="zh-CN" altLang="en-US" sz="1800" kern="0" dirty="0">
                <a:solidFill>
                  <a:srgbClr val="000000"/>
                </a:solidFill>
              </a:rPr>
              <a:t> </a:t>
            </a:r>
            <a:endParaRPr lang="en-US" altLang="zh-CN" sz="1800" kern="0" dirty="0">
              <a:solidFill>
                <a:srgbClr val="000000"/>
              </a:solidFill>
            </a:endParaRPr>
          </a:p>
          <a:p>
            <a:pPr lvl="1"/>
            <a:r>
              <a:rPr lang="en-US" altLang="en-US" sz="1800" b="1" kern="0" dirty="0">
                <a:solidFill>
                  <a:srgbClr val="7030A0"/>
                </a:solidFill>
                <a:ea typeface="ＭＳ Ｐゴシック" panose="020B0600070205080204" pitchFamily="34" charset="-128"/>
              </a:rPr>
              <a:t>Buffer Size </a:t>
            </a:r>
            <a:r>
              <a:rPr lang="en-US" altLang="en-US" sz="1800" kern="0" dirty="0">
                <a:solidFill>
                  <a:srgbClr val="7030A0"/>
                </a:solidFill>
                <a:ea typeface="ＭＳ Ｐゴシック" panose="020B0600070205080204" pitchFamily="34" charset="-128"/>
              </a:rPr>
              <a:t>(concurrency)</a:t>
            </a:r>
            <a:r>
              <a:rPr lang="en-US" altLang="en-US" sz="1800" kern="0" dirty="0">
                <a:ea typeface="ＭＳ Ｐゴシック" panose="020B0600070205080204" pitchFamily="34" charset="-128"/>
              </a:rPr>
              <a:t>: 100ns * 12GB/s = 120B</a:t>
            </a:r>
          </a:p>
        </p:txBody>
      </p:sp>
      <p:grpSp>
        <p:nvGrpSpPr>
          <p:cNvPr id="29" name="组合 28">
            <a:extLst>
              <a:ext uri="{FF2B5EF4-FFF2-40B4-BE49-F238E27FC236}">
                <a16:creationId xmlns:a16="http://schemas.microsoft.com/office/drawing/2014/main" id="{CDA43161-40B4-4024-9FF3-E95C8690960A}"/>
              </a:ext>
            </a:extLst>
          </p:cNvPr>
          <p:cNvGrpSpPr/>
          <p:nvPr/>
        </p:nvGrpSpPr>
        <p:grpSpPr>
          <a:xfrm>
            <a:off x="1828263" y="1435052"/>
            <a:ext cx="4381500" cy="1520132"/>
            <a:chOff x="1714500" y="1451669"/>
            <a:chExt cx="3276600" cy="1066800"/>
          </a:xfrm>
        </p:grpSpPr>
        <p:sp>
          <p:nvSpPr>
            <p:cNvPr id="25" name="矩形 24">
              <a:extLst>
                <a:ext uri="{FF2B5EF4-FFF2-40B4-BE49-F238E27FC236}">
                  <a16:creationId xmlns:a16="http://schemas.microsoft.com/office/drawing/2014/main" id="{A7C1E433-C979-4103-88B3-88DBEB8798A7}"/>
                </a:ext>
              </a:extLst>
            </p:cNvPr>
            <p:cNvSpPr/>
            <p:nvPr/>
          </p:nvSpPr>
          <p:spPr bwMode="auto">
            <a:xfrm>
              <a:off x="1714500" y="1451669"/>
              <a:ext cx="2895600" cy="1066800"/>
            </a:xfrm>
            <a:prstGeom prst="rect">
              <a:avLst/>
            </a:prstGeom>
            <a:solidFill>
              <a:schemeClr val="bg1">
                <a:lumMod val="95000"/>
              </a:schemeClr>
            </a:solidFill>
            <a:ln w="9525" cap="flat" cmpd="sng" algn="ctr">
              <a:solidFill>
                <a:schemeClr val="tx1"/>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5" name="椭圆 4">
              <a:extLst>
                <a:ext uri="{FF2B5EF4-FFF2-40B4-BE49-F238E27FC236}">
                  <a16:creationId xmlns:a16="http://schemas.microsoft.com/office/drawing/2014/main" id="{2D5EB6DF-C29F-41E6-9B8C-30C691ED6B20}"/>
                </a:ext>
              </a:extLst>
            </p:cNvPr>
            <p:cNvSpPr/>
            <p:nvPr/>
          </p:nvSpPr>
          <p:spPr bwMode="auto">
            <a:xfrm>
              <a:off x="1778791" y="1600974"/>
              <a:ext cx="838200" cy="762000"/>
            </a:xfrm>
            <a:prstGeom prst="ellipse">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050" b="0" i="0" u="none" strike="noStrike" cap="none" normalizeH="0" baseline="0" dirty="0">
                <a:ln>
                  <a:noFill/>
                </a:ln>
                <a:solidFill>
                  <a:schemeClr val="tx1"/>
                </a:solidFill>
                <a:effectLst/>
                <a:latin typeface="Arial" pitchFamily="34" charset="0"/>
              </a:endParaRPr>
            </a:p>
          </p:txBody>
        </p:sp>
        <p:sp>
          <p:nvSpPr>
            <p:cNvPr id="6" name="矩形 5">
              <a:extLst>
                <a:ext uri="{FF2B5EF4-FFF2-40B4-BE49-F238E27FC236}">
                  <a16:creationId xmlns:a16="http://schemas.microsoft.com/office/drawing/2014/main" id="{A6E0474B-37D9-4B38-8590-C12554969915}"/>
                </a:ext>
              </a:extLst>
            </p:cNvPr>
            <p:cNvSpPr/>
            <p:nvPr/>
          </p:nvSpPr>
          <p:spPr>
            <a:xfrm>
              <a:off x="1886807" y="1815926"/>
              <a:ext cx="645177" cy="280790"/>
            </a:xfrm>
            <a:prstGeom prst="rect">
              <a:avLst/>
            </a:prstGeom>
          </p:spPr>
          <p:txBody>
            <a:bodyPr wrap="none">
              <a:spAutoFit/>
            </a:bodyPr>
            <a:lstStyle/>
            <a:p>
              <a:r>
                <a:rPr lang="en-US" altLang="zh-CN" sz="2000" dirty="0">
                  <a:latin typeface="Bahnschrift Condensed" panose="020B0502040204020203" pitchFamily="34" charset="0"/>
                </a:rPr>
                <a:t>Memory</a:t>
              </a:r>
              <a:endParaRPr lang="zh-CN" altLang="en-US" sz="2000" dirty="0">
                <a:latin typeface="Bahnschrift Condensed" panose="020B0502040204020203" pitchFamily="34" charset="0"/>
              </a:endParaRPr>
            </a:p>
          </p:txBody>
        </p:sp>
        <p:grpSp>
          <p:nvGrpSpPr>
            <p:cNvPr id="17" name="组合 16">
              <a:extLst>
                <a:ext uri="{FF2B5EF4-FFF2-40B4-BE49-F238E27FC236}">
                  <a16:creationId xmlns:a16="http://schemas.microsoft.com/office/drawing/2014/main" id="{B7B446BB-D0BC-412A-B92C-5FE81B308FE2}"/>
                </a:ext>
              </a:extLst>
            </p:cNvPr>
            <p:cNvGrpSpPr/>
            <p:nvPr/>
          </p:nvGrpSpPr>
          <p:grpSpPr>
            <a:xfrm>
              <a:off x="3268086" y="1786874"/>
              <a:ext cx="1295400" cy="396389"/>
              <a:chOff x="2438400" y="1517078"/>
              <a:chExt cx="1295400" cy="472589"/>
            </a:xfrm>
          </p:grpSpPr>
          <p:cxnSp>
            <p:nvCxnSpPr>
              <p:cNvPr id="8" name="直接连接符 7">
                <a:extLst>
                  <a:ext uri="{FF2B5EF4-FFF2-40B4-BE49-F238E27FC236}">
                    <a16:creationId xmlns:a16="http://schemas.microsoft.com/office/drawing/2014/main" id="{A0F76374-B265-41A6-BC4B-2132CB4C05B4}"/>
                  </a:ext>
                </a:extLst>
              </p:cNvPr>
              <p:cNvCxnSpPr>
                <a:cxnSpLocks/>
              </p:cNvCxnSpPr>
              <p:nvPr/>
            </p:nvCxnSpPr>
            <p:spPr bwMode="auto">
              <a:xfrm flipH="1">
                <a:off x="2438400" y="1517078"/>
                <a:ext cx="1" cy="472589"/>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1" name="直接连接符 10">
                <a:extLst>
                  <a:ext uri="{FF2B5EF4-FFF2-40B4-BE49-F238E27FC236}">
                    <a16:creationId xmlns:a16="http://schemas.microsoft.com/office/drawing/2014/main" id="{C53FFB0E-6EB3-45A5-8162-A64C731DDACD}"/>
                  </a:ext>
                </a:extLst>
              </p:cNvPr>
              <p:cNvCxnSpPr>
                <a:cxnSpLocks/>
              </p:cNvCxnSpPr>
              <p:nvPr/>
            </p:nvCxnSpPr>
            <p:spPr bwMode="auto">
              <a:xfrm>
                <a:off x="2590800" y="1524000"/>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12" name="直接连接符 11">
                <a:extLst>
                  <a:ext uri="{FF2B5EF4-FFF2-40B4-BE49-F238E27FC236}">
                    <a16:creationId xmlns:a16="http://schemas.microsoft.com/office/drawing/2014/main" id="{1AEB8D79-9BA5-4E85-A3DA-6D0A38D2DDDD}"/>
                  </a:ext>
                </a:extLst>
              </p:cNvPr>
              <p:cNvCxnSpPr>
                <a:cxnSpLocks/>
              </p:cNvCxnSpPr>
              <p:nvPr/>
            </p:nvCxnSpPr>
            <p:spPr bwMode="auto">
              <a:xfrm>
                <a:off x="2438400" y="1524000"/>
                <a:ext cx="1295400" cy="0"/>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9DDE217E-B244-41F4-A7AA-471421098785}"/>
                  </a:ext>
                </a:extLst>
              </p:cNvPr>
              <p:cNvCxnSpPr>
                <a:cxnSpLocks/>
              </p:cNvCxnSpPr>
              <p:nvPr/>
            </p:nvCxnSpPr>
            <p:spPr bwMode="auto">
              <a:xfrm>
                <a:off x="2438400" y="1981200"/>
                <a:ext cx="1295400" cy="0"/>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96874613-189A-4935-908C-1D691CD04F7B}"/>
                  </a:ext>
                </a:extLst>
              </p:cNvPr>
              <p:cNvCxnSpPr>
                <a:cxnSpLocks/>
              </p:cNvCxnSpPr>
              <p:nvPr/>
            </p:nvCxnSpPr>
            <p:spPr bwMode="auto">
              <a:xfrm>
                <a:off x="27432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3DFFB5DC-E750-440F-B0C3-53F52DA8498E}"/>
                  </a:ext>
                </a:extLst>
              </p:cNvPr>
              <p:cNvCxnSpPr>
                <a:cxnSpLocks/>
              </p:cNvCxnSpPr>
              <p:nvPr/>
            </p:nvCxnSpPr>
            <p:spPr bwMode="auto">
              <a:xfrm>
                <a:off x="28956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33278B93-AACF-4507-9094-7FA06D16FE9A}"/>
                  </a:ext>
                </a:extLst>
              </p:cNvPr>
              <p:cNvCxnSpPr>
                <a:cxnSpLocks/>
              </p:cNvCxnSpPr>
              <p:nvPr/>
            </p:nvCxnSpPr>
            <p:spPr bwMode="auto">
              <a:xfrm>
                <a:off x="3048000" y="1524000"/>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EC6E50B8-0ECB-4BC9-A8A8-A682ADC71EED}"/>
                  </a:ext>
                </a:extLst>
              </p:cNvPr>
              <p:cNvCxnSpPr>
                <a:cxnSpLocks/>
              </p:cNvCxnSpPr>
              <p:nvPr/>
            </p:nvCxnSpPr>
            <p:spPr bwMode="auto">
              <a:xfrm>
                <a:off x="32004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90B55211-746D-4468-AB54-9498B124FA53}"/>
                  </a:ext>
                </a:extLst>
              </p:cNvPr>
              <p:cNvCxnSpPr>
                <a:cxnSpLocks/>
              </p:cNvCxnSpPr>
              <p:nvPr/>
            </p:nvCxnSpPr>
            <p:spPr bwMode="auto">
              <a:xfrm>
                <a:off x="33528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grpSp>
        <p:cxnSp>
          <p:nvCxnSpPr>
            <p:cNvPr id="24" name="直接箭头连接符 23">
              <a:extLst>
                <a:ext uri="{FF2B5EF4-FFF2-40B4-BE49-F238E27FC236}">
                  <a16:creationId xmlns:a16="http://schemas.microsoft.com/office/drawing/2014/main" id="{84CECB45-A67F-439C-8324-95AFB031ACDD}"/>
                </a:ext>
              </a:extLst>
            </p:cNvPr>
            <p:cNvCxnSpPr>
              <a:stCxn id="5" idx="6"/>
            </p:cNvCxnSpPr>
            <p:nvPr/>
          </p:nvCxnSpPr>
          <p:spPr bwMode="auto">
            <a:xfrm>
              <a:off x="2616991" y="1981974"/>
              <a:ext cx="639186" cy="6250"/>
            </a:xfrm>
            <a:prstGeom prst="straightConnector1">
              <a:avLst/>
            </a:prstGeom>
            <a:solidFill>
              <a:srgbClr val="C0C0C0"/>
            </a:solidFill>
            <a:ln w="19050" cap="flat" cmpd="sng" algn="ctr">
              <a:solidFill>
                <a:schemeClr val="tx1"/>
              </a:solidFill>
              <a:prstDash val="solid"/>
              <a:round/>
              <a:headEnd type="arrow"/>
              <a:tailEnd type="arrow"/>
            </a:ln>
            <a:effectLst/>
          </p:spPr>
        </p:cxnSp>
        <p:cxnSp>
          <p:nvCxnSpPr>
            <p:cNvPr id="27" name="直接箭头连接符 26">
              <a:extLst>
                <a:ext uri="{FF2B5EF4-FFF2-40B4-BE49-F238E27FC236}">
                  <a16:creationId xmlns:a16="http://schemas.microsoft.com/office/drawing/2014/main" id="{88C2A69A-4C81-4127-99DC-4215125DA385}"/>
                </a:ext>
              </a:extLst>
            </p:cNvPr>
            <p:cNvCxnSpPr/>
            <p:nvPr/>
          </p:nvCxnSpPr>
          <p:spPr bwMode="auto">
            <a:xfrm>
              <a:off x="4182486" y="1985069"/>
              <a:ext cx="808614" cy="0"/>
            </a:xfrm>
            <a:prstGeom prst="straightConnector1">
              <a:avLst/>
            </a:prstGeom>
            <a:solidFill>
              <a:srgbClr val="C0C0C0"/>
            </a:solidFill>
            <a:ln w="9525" cap="flat" cmpd="sng" algn="ctr">
              <a:solidFill>
                <a:schemeClr val="tx1"/>
              </a:solidFill>
              <a:prstDash val="solid"/>
              <a:round/>
              <a:headEnd type="stealth" w="med" len="med"/>
              <a:tailEnd type="none"/>
            </a:ln>
            <a:effectLst/>
          </p:spPr>
        </p:cxnSp>
      </p:grpSp>
      <p:sp>
        <p:nvSpPr>
          <p:cNvPr id="28" name="矩形 27">
            <a:extLst>
              <a:ext uri="{FF2B5EF4-FFF2-40B4-BE49-F238E27FC236}">
                <a16:creationId xmlns:a16="http://schemas.microsoft.com/office/drawing/2014/main" id="{5173D7D7-F5C7-499E-A4EB-0C2F4DE3A0B8}"/>
              </a:ext>
            </a:extLst>
          </p:cNvPr>
          <p:cNvSpPr/>
          <p:nvPr/>
        </p:nvSpPr>
        <p:spPr>
          <a:xfrm>
            <a:off x="5873595" y="2147585"/>
            <a:ext cx="2811427" cy="338554"/>
          </a:xfrm>
          <a:prstGeom prst="rect">
            <a:avLst/>
          </a:prstGeom>
        </p:spPr>
        <p:txBody>
          <a:bodyPr wrap="square">
            <a:spAutoFit/>
          </a:bodyPr>
          <a:lstStyle/>
          <a:p>
            <a:r>
              <a:rPr lang="en-US" altLang="zh-CN" sz="1600" kern="0" dirty="0">
                <a:solidFill>
                  <a:srgbClr val="C00000"/>
                </a:solidFill>
                <a:latin typeface="+mn-lt"/>
              </a:rPr>
              <a:t>Throughput</a:t>
            </a:r>
            <a:r>
              <a:rPr lang="en-US" altLang="zh-CN" sz="1400" kern="0" dirty="0">
                <a:solidFill>
                  <a:srgbClr val="000000"/>
                </a:solidFill>
              </a:rPr>
              <a:t>: 12GB/s</a:t>
            </a:r>
            <a:endParaRPr lang="zh-CN" altLang="en-US" sz="1400" dirty="0"/>
          </a:p>
        </p:txBody>
      </p:sp>
      <p:sp>
        <p:nvSpPr>
          <p:cNvPr id="31" name="矩形 30">
            <a:extLst>
              <a:ext uri="{FF2B5EF4-FFF2-40B4-BE49-F238E27FC236}">
                <a16:creationId xmlns:a16="http://schemas.microsoft.com/office/drawing/2014/main" id="{FA9BBCBD-391D-403C-9AC6-703F514DFA32}"/>
              </a:ext>
            </a:extLst>
          </p:cNvPr>
          <p:cNvSpPr/>
          <p:nvPr/>
        </p:nvSpPr>
        <p:spPr>
          <a:xfrm>
            <a:off x="1765400" y="1348382"/>
            <a:ext cx="2571213" cy="338554"/>
          </a:xfrm>
          <a:prstGeom prst="rect">
            <a:avLst/>
          </a:prstGeom>
        </p:spPr>
        <p:txBody>
          <a:bodyPr wrap="square">
            <a:spAutoFit/>
          </a:bodyPr>
          <a:lstStyle/>
          <a:p>
            <a:r>
              <a:rPr lang="en-US" altLang="zh-CN" sz="1600" kern="0" dirty="0">
                <a:solidFill>
                  <a:srgbClr val="00B0F0"/>
                </a:solidFill>
                <a:latin typeface="Bahnschrift Condensed" panose="020B0502040204020203" pitchFamily="34" charset="0"/>
              </a:rPr>
              <a:t>Latency</a:t>
            </a:r>
            <a:r>
              <a:rPr lang="en-US" altLang="zh-CN" sz="1400" kern="0" dirty="0">
                <a:solidFill>
                  <a:srgbClr val="000000"/>
                </a:solidFill>
              </a:rPr>
              <a:t>: ~100ns </a:t>
            </a:r>
            <a:endParaRPr lang="zh-CN" altLang="en-US" sz="1400" dirty="0"/>
          </a:p>
        </p:txBody>
      </p:sp>
      <p:sp>
        <p:nvSpPr>
          <p:cNvPr id="2" name="矩形 1">
            <a:extLst>
              <a:ext uri="{FF2B5EF4-FFF2-40B4-BE49-F238E27FC236}">
                <a16:creationId xmlns:a16="http://schemas.microsoft.com/office/drawing/2014/main" id="{7044467C-EB29-4735-8266-63096CAB930C}"/>
              </a:ext>
            </a:extLst>
          </p:cNvPr>
          <p:cNvSpPr/>
          <p:nvPr/>
        </p:nvSpPr>
        <p:spPr>
          <a:xfrm>
            <a:off x="4116995" y="1577620"/>
            <a:ext cx="800219" cy="369332"/>
          </a:xfrm>
          <a:prstGeom prst="rect">
            <a:avLst/>
          </a:prstGeom>
        </p:spPr>
        <p:txBody>
          <a:bodyPr wrap="none">
            <a:spAutoFit/>
          </a:bodyPr>
          <a:lstStyle/>
          <a:p>
            <a:r>
              <a:rPr lang="en-US" altLang="en-US" kern="0" dirty="0">
                <a:solidFill>
                  <a:srgbClr val="7030A0"/>
                </a:solidFill>
              </a:rPr>
              <a:t>Buffer</a:t>
            </a:r>
            <a:endParaRPr lang="zh-CN" altLang="en-US" dirty="0"/>
          </a:p>
        </p:txBody>
      </p:sp>
      <p:sp>
        <p:nvSpPr>
          <p:cNvPr id="3" name="矩形 2">
            <a:extLst>
              <a:ext uri="{FF2B5EF4-FFF2-40B4-BE49-F238E27FC236}">
                <a16:creationId xmlns:a16="http://schemas.microsoft.com/office/drawing/2014/main" id="{92893B30-A2EC-46DD-A09E-CE38CF8B77EA}"/>
              </a:ext>
            </a:extLst>
          </p:cNvPr>
          <p:cNvSpPr/>
          <p:nvPr/>
        </p:nvSpPr>
        <p:spPr>
          <a:xfrm>
            <a:off x="2018323" y="5392468"/>
            <a:ext cx="5107354" cy="461665"/>
          </a:xfrm>
          <a:prstGeom prst="rect">
            <a:avLst/>
          </a:prstGeom>
          <a:ln>
            <a:solidFill>
              <a:schemeClr val="tx1"/>
            </a:solidFill>
            <a:prstDash val="sysDot"/>
          </a:ln>
        </p:spPr>
        <p:txBody>
          <a:bodyPr wrap="square">
            <a:spAutoFit/>
          </a:bodyPr>
          <a:lstStyle/>
          <a:p>
            <a:pPr algn="ctr"/>
            <a:r>
              <a:rPr lang="en-US" altLang="en-US" sz="2400" kern="0" dirty="0">
                <a:solidFill>
                  <a:srgbClr val="7030A0"/>
                </a:solidFill>
              </a:rPr>
              <a:t>Concurrency </a:t>
            </a:r>
            <a:r>
              <a:rPr lang="en-US" altLang="en-US" sz="2400" kern="0" dirty="0"/>
              <a:t>=</a:t>
            </a:r>
            <a:r>
              <a:rPr lang="en-US" altLang="en-US" sz="2400" kern="0" dirty="0">
                <a:solidFill>
                  <a:srgbClr val="7030A0"/>
                </a:solidFill>
              </a:rPr>
              <a:t> </a:t>
            </a:r>
            <a:r>
              <a:rPr lang="en-US" altLang="en-US" sz="2400" kern="0" dirty="0">
                <a:solidFill>
                  <a:srgbClr val="00B0F0"/>
                </a:solidFill>
                <a:latin typeface="Bahnschrift Condensed" panose="020B0502040204020203" pitchFamily="34" charset="0"/>
              </a:rPr>
              <a:t>Latency </a:t>
            </a:r>
            <a:r>
              <a:rPr lang="en-US" altLang="en-US" sz="2400" kern="0" dirty="0">
                <a:latin typeface="Bahnschrift Condensed" panose="020B0502040204020203" pitchFamily="34" charset="0"/>
              </a:rPr>
              <a:t>* </a:t>
            </a:r>
            <a:r>
              <a:rPr lang="en-US" altLang="en-US" sz="2400" kern="0" dirty="0">
                <a:solidFill>
                  <a:srgbClr val="C00000"/>
                </a:solidFill>
              </a:rPr>
              <a:t>Throughput</a:t>
            </a:r>
            <a:r>
              <a:rPr lang="en-US" altLang="en-US" sz="2400" kern="0" dirty="0">
                <a:solidFill>
                  <a:srgbClr val="7030A0"/>
                </a:solidFill>
              </a:rPr>
              <a:t> </a:t>
            </a:r>
            <a:endParaRPr lang="zh-CN" altLang="en-US" sz="2400" dirty="0"/>
          </a:p>
        </p:txBody>
      </p:sp>
    </p:spTree>
    <p:extLst>
      <p:ext uri="{BB962C8B-B14F-4D97-AF65-F5344CB8AC3E}">
        <p14:creationId xmlns:p14="http://schemas.microsoft.com/office/powerpoint/2010/main" val="6809135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2" grpId="0"/>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5751EBB-48F2-4EBC-BFD3-511916AA9A95}"/>
              </a:ext>
            </a:extLst>
          </p:cNvPr>
          <p:cNvSpPr>
            <a:spLocks noGrp="1"/>
          </p:cNvSpPr>
          <p:nvPr>
            <p:ph type="sldNum" sz="quarter" idx="11"/>
          </p:nvPr>
        </p:nvSpPr>
        <p:spPr/>
        <p:txBody>
          <a:bodyPr/>
          <a:lstStyle/>
          <a:p>
            <a:pPr>
              <a:defRPr/>
            </a:pPr>
            <a:fld id="{753DEEF8-87BA-7144-9648-F84693A6E11D}" type="slidenum">
              <a:rPr lang="en-US" altLang="en-US" smtClean="0"/>
              <a:pPr>
                <a:defRPr/>
              </a:pPr>
              <a:t>32</a:t>
            </a:fld>
            <a:endParaRPr lang="en-US" altLang="en-US"/>
          </a:p>
        </p:txBody>
      </p:sp>
      <p:sp>
        <p:nvSpPr>
          <p:cNvPr id="157" name="Rectangle 36">
            <a:extLst>
              <a:ext uri="{FF2B5EF4-FFF2-40B4-BE49-F238E27FC236}">
                <a16:creationId xmlns:a16="http://schemas.microsoft.com/office/drawing/2014/main" id="{24589136-D5B5-41F9-AC76-5B4107FF66CB}"/>
              </a:ext>
            </a:extLst>
          </p:cNvPr>
          <p:cNvSpPr/>
          <p:nvPr/>
        </p:nvSpPr>
        <p:spPr>
          <a:xfrm>
            <a:off x="3048000" y="5895744"/>
            <a:ext cx="3489326" cy="51239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itle 1">
            <a:extLst>
              <a:ext uri="{FF2B5EF4-FFF2-40B4-BE49-F238E27FC236}">
                <a16:creationId xmlns:a16="http://schemas.microsoft.com/office/drawing/2014/main" id="{9D44D825-827C-4862-B6D5-ADA7CEAD3407}"/>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Where Are We?</a:t>
            </a:r>
            <a:endParaRPr lang="en-US" altLang="en-US" dirty="0">
              <a:ea typeface="ＭＳ Ｐゴシック" panose="020B0600070205080204" pitchFamily="34" charset="-128"/>
            </a:endParaRPr>
          </a:p>
        </p:txBody>
      </p:sp>
      <p:pic>
        <p:nvPicPr>
          <p:cNvPr id="6" name="Picture 2">
            <a:extLst>
              <a:ext uri="{FF2B5EF4-FFF2-40B4-BE49-F238E27FC236}">
                <a16:creationId xmlns:a16="http://schemas.microsoft.com/office/drawing/2014/main" id="{D64B4DEA-6988-4F4D-8B60-4C54031951C1}"/>
              </a:ext>
            </a:extLst>
          </p:cNvPr>
          <p:cNvPicPr>
            <a:picLocks noChangeAspect="1"/>
          </p:cNvPicPr>
          <p:nvPr/>
        </p:nvPicPr>
        <p:blipFill>
          <a:blip r:embed="rId2"/>
          <a:stretch>
            <a:fillRect/>
          </a:stretch>
        </p:blipFill>
        <p:spPr>
          <a:xfrm>
            <a:off x="-38100" y="1080706"/>
            <a:ext cx="9144000" cy="5237544"/>
          </a:xfrm>
          <a:prstGeom prst="rect">
            <a:avLst/>
          </a:prstGeom>
        </p:spPr>
      </p:pic>
    </p:spTree>
    <p:extLst>
      <p:ext uri="{BB962C8B-B14F-4D97-AF65-F5344CB8AC3E}">
        <p14:creationId xmlns:p14="http://schemas.microsoft.com/office/powerpoint/2010/main" val="118079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19173AE6-A6B3-7C4A-8000-48942C3B8A83}"/>
              </a:ext>
            </a:extLst>
          </p:cNvPr>
          <p:cNvSpPr>
            <a:spLocks noGrp="1" noChangeArrowheads="1"/>
          </p:cNvSpPr>
          <p:nvPr>
            <p:ph type="title"/>
          </p:nvPr>
        </p:nvSpPr>
        <p:spPr>
          <a:xfrm>
            <a:off x="228600" y="0"/>
            <a:ext cx="8610600" cy="914400"/>
          </a:xfrm>
        </p:spPr>
        <p:txBody>
          <a:bodyPr anchor="ctr"/>
          <a:lstStyle/>
          <a:p>
            <a:r>
              <a:rPr lang="en-US" altLang="en-US" dirty="0">
                <a:ea typeface="ＭＳ Ｐゴシック" panose="020B0600070205080204" pitchFamily="34" charset="-128"/>
              </a:rPr>
              <a:t>The von Neumann Model</a:t>
            </a:r>
          </a:p>
        </p:txBody>
      </p:sp>
      <p:sp>
        <p:nvSpPr>
          <p:cNvPr id="16386" name="Content Placeholder 2">
            <a:extLst>
              <a:ext uri="{FF2B5EF4-FFF2-40B4-BE49-F238E27FC236}">
                <a16:creationId xmlns:a16="http://schemas.microsoft.com/office/drawing/2014/main" id="{12C5CDF9-6B0E-304E-BA03-CF98477DD92B}"/>
              </a:ext>
            </a:extLst>
          </p:cNvPr>
          <p:cNvSpPr>
            <a:spLocks noGrp="1"/>
          </p:cNvSpPr>
          <p:nvPr>
            <p:ph idx="1"/>
          </p:nvPr>
        </p:nvSpPr>
        <p:spPr>
          <a:xfrm>
            <a:off x="228600" y="914400"/>
            <a:ext cx="8610600" cy="5562600"/>
          </a:xfrm>
        </p:spPr>
        <p:txBody>
          <a:bodyPr>
            <a:normAutofit fontScale="92500" lnSpcReduction="10000"/>
          </a:bodyPr>
          <a:lstStyle/>
          <a:p>
            <a:pPr>
              <a:buFont typeface="Wingdings" charset="2"/>
              <a:buChar char="n"/>
              <a:defRPr/>
            </a:pPr>
            <a:r>
              <a:rPr lang="en-US" altLang="en-US" dirty="0">
                <a:ea typeface="ＭＳ Ｐゴシック" charset="-128"/>
              </a:rPr>
              <a:t>In order to build a computer, </a:t>
            </a:r>
            <a:r>
              <a:rPr lang="en-US" altLang="en-US" dirty="0">
                <a:solidFill>
                  <a:srgbClr val="0432FF"/>
                </a:solidFill>
                <a:ea typeface="ＭＳ Ｐゴシック" charset="-128"/>
              </a:rPr>
              <a:t>we need an execution model for processing computer programs</a:t>
            </a:r>
          </a:p>
          <a:p>
            <a:pPr>
              <a:buFont typeface="Wingdings" charset="2"/>
              <a:buChar char="n"/>
              <a:defRPr/>
            </a:pPr>
            <a:endParaRPr lang="en-US" altLang="en-US" dirty="0">
              <a:ea typeface="ＭＳ Ｐゴシック" charset="-128"/>
            </a:endParaRPr>
          </a:p>
          <a:p>
            <a:pPr>
              <a:buFont typeface="Wingdings" charset="2"/>
              <a:buChar char="n"/>
              <a:defRPr/>
            </a:pPr>
            <a:r>
              <a:rPr lang="en-US" altLang="en-US" dirty="0">
                <a:ea typeface="ＭＳ Ｐゴシック" charset="-128"/>
              </a:rPr>
              <a:t>John von Neumann proposed </a:t>
            </a:r>
            <a:r>
              <a:rPr lang="en-US" altLang="en-US" dirty="0">
                <a:solidFill>
                  <a:srgbClr val="00B050"/>
                </a:solidFill>
                <a:ea typeface="ＭＳ Ｐゴシック" charset="-128"/>
              </a:rPr>
              <a:t>a fundamental model</a:t>
            </a:r>
            <a:r>
              <a:rPr lang="en-US" altLang="en-US" dirty="0">
                <a:ea typeface="ＭＳ Ｐゴシック" charset="-128"/>
              </a:rPr>
              <a:t> in 1946</a:t>
            </a:r>
          </a:p>
          <a:p>
            <a:pPr>
              <a:buFont typeface="Wingdings" charset="2"/>
              <a:buChar char="n"/>
              <a:defRPr/>
            </a:pPr>
            <a:endParaRPr lang="en-US" altLang="en-US" dirty="0">
              <a:ea typeface="ＭＳ Ｐゴシック" charset="-128"/>
            </a:endParaRPr>
          </a:p>
          <a:p>
            <a:pPr>
              <a:buFont typeface="Wingdings" charset="2"/>
              <a:buChar char="n"/>
              <a:defRPr/>
            </a:pPr>
            <a:r>
              <a:rPr lang="en-US" altLang="en-US" dirty="0">
                <a:ea typeface="ＭＳ Ｐゴシック" charset="-128"/>
              </a:rPr>
              <a:t>von Neumann Model consists of 5 components</a:t>
            </a:r>
          </a:p>
          <a:p>
            <a:pPr lvl="1">
              <a:buFont typeface="Wingdings" charset="2"/>
              <a:buChar char="q"/>
              <a:defRPr/>
            </a:pPr>
            <a:r>
              <a:rPr lang="en-US" altLang="en-US" dirty="0">
                <a:solidFill>
                  <a:srgbClr val="FF0000"/>
                </a:solidFill>
                <a:ea typeface="ＭＳ Ｐゴシック" charset="-128"/>
              </a:rPr>
              <a:t>Memory</a:t>
            </a:r>
            <a:r>
              <a:rPr lang="en-US" altLang="en-US" dirty="0">
                <a:ea typeface="ＭＳ Ｐゴシック" charset="-128"/>
              </a:rPr>
              <a:t> (stores the program and data)</a:t>
            </a:r>
          </a:p>
          <a:p>
            <a:pPr lvl="1">
              <a:buFont typeface="Wingdings" charset="2"/>
              <a:buChar char="q"/>
              <a:defRPr/>
            </a:pPr>
            <a:r>
              <a:rPr lang="en-US" altLang="en-US" dirty="0">
                <a:solidFill>
                  <a:srgbClr val="FF0000"/>
                </a:solidFill>
                <a:ea typeface="ＭＳ Ｐゴシック" charset="-128"/>
              </a:rPr>
              <a:t>Processing unit</a:t>
            </a:r>
          </a:p>
          <a:p>
            <a:pPr lvl="1">
              <a:buFont typeface="Wingdings" charset="2"/>
              <a:buChar char="q"/>
              <a:defRPr/>
            </a:pPr>
            <a:r>
              <a:rPr lang="en-US" altLang="en-US" dirty="0">
                <a:solidFill>
                  <a:srgbClr val="FF0000"/>
                </a:solidFill>
                <a:ea typeface="ＭＳ Ｐゴシック" charset="-128"/>
              </a:rPr>
              <a:t>Input</a:t>
            </a:r>
          </a:p>
          <a:p>
            <a:pPr lvl="1">
              <a:buFont typeface="Wingdings" charset="2"/>
              <a:buChar char="q"/>
              <a:defRPr/>
            </a:pPr>
            <a:r>
              <a:rPr lang="en-US" altLang="en-US" dirty="0">
                <a:solidFill>
                  <a:srgbClr val="FF0000"/>
                </a:solidFill>
                <a:ea typeface="ＭＳ Ｐゴシック" charset="-128"/>
              </a:rPr>
              <a:t>Output</a:t>
            </a:r>
          </a:p>
          <a:p>
            <a:pPr lvl="1">
              <a:buFont typeface="Wingdings" charset="2"/>
              <a:buChar char="q"/>
              <a:defRPr/>
            </a:pPr>
            <a:r>
              <a:rPr lang="en-US" altLang="en-US" dirty="0">
                <a:solidFill>
                  <a:srgbClr val="FF0000"/>
                </a:solidFill>
                <a:ea typeface="ＭＳ Ｐゴシック" charset="-128"/>
              </a:rPr>
              <a:t>Control unit </a:t>
            </a:r>
            <a:r>
              <a:rPr lang="en-US" altLang="en-US" dirty="0">
                <a:ea typeface="ＭＳ Ｐゴシック" charset="-128"/>
              </a:rPr>
              <a:t>(controls the order in which instructions are carried out)</a:t>
            </a:r>
          </a:p>
          <a:p>
            <a:pPr>
              <a:buFont typeface="Wingdings" charset="2"/>
              <a:buChar char="n"/>
              <a:defRPr/>
            </a:pPr>
            <a:endParaRPr lang="en-US" altLang="en-US" dirty="0">
              <a:ea typeface="ＭＳ Ｐゴシック" charset="-128"/>
            </a:endParaRPr>
          </a:p>
          <a:p>
            <a:pPr>
              <a:buFont typeface="Wingdings" charset="2"/>
              <a:buChar char="n"/>
              <a:defRPr/>
            </a:pPr>
            <a:r>
              <a:rPr lang="en-US" altLang="en-US" dirty="0">
                <a:ea typeface="ＭＳ Ｐゴシック" charset="-128"/>
              </a:rPr>
              <a:t>Throughout this lecture, we will examine one example of the von Neumann model</a:t>
            </a:r>
          </a:p>
          <a:p>
            <a:pPr lvl="1">
              <a:buFont typeface="Wingdings" charset="2"/>
              <a:buChar char="q"/>
              <a:defRPr/>
            </a:pPr>
            <a:r>
              <a:rPr lang="en-US" altLang="en-US" dirty="0">
                <a:solidFill>
                  <a:srgbClr val="0432FF"/>
                </a:solidFill>
                <a:ea typeface="ＭＳ Ｐゴシック" charset="-128"/>
              </a:rPr>
              <a:t>MIPS</a:t>
            </a:r>
          </a:p>
        </p:txBody>
      </p:sp>
      <p:sp>
        <p:nvSpPr>
          <p:cNvPr id="50179" name="Slide Number Placeholder 3">
            <a:extLst>
              <a:ext uri="{FF2B5EF4-FFF2-40B4-BE49-F238E27FC236}">
                <a16:creationId xmlns:a16="http://schemas.microsoft.com/office/drawing/2014/main" id="{475466B5-B890-0846-B674-5E6F85ADFDB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6847FD6F-6B00-2344-B345-775858B04AB5}" type="slidenum">
              <a:rPr lang="en-US" altLang="en-US" sz="1600" smtClean="0">
                <a:solidFill>
                  <a:srgbClr val="000000"/>
                </a:solidFill>
                <a:latin typeface="Garamond" panose="02020404030301010803" pitchFamily="18" charset="0"/>
              </a:rPr>
              <a:pPr>
                <a:spcBef>
                  <a:spcPct val="0"/>
                </a:spcBef>
                <a:buClrTx/>
                <a:buSzTx/>
                <a:buFontTx/>
                <a:buNone/>
              </a:pPr>
              <a:t>33</a:t>
            </a:fld>
            <a:endParaRPr lang="en-US" altLang="en-US" sz="1600">
              <a:solidFill>
                <a:srgbClr val="000000"/>
              </a:solidFill>
              <a:latin typeface="Garamond" panose="02020404030301010803" pitchFamily="18" charset="0"/>
            </a:endParaRPr>
          </a:p>
        </p:txBody>
      </p:sp>
      <p:pic>
        <p:nvPicPr>
          <p:cNvPr id="2" name="Picture 1">
            <a:extLst>
              <a:ext uri="{FF2B5EF4-FFF2-40B4-BE49-F238E27FC236}">
                <a16:creationId xmlns:a16="http://schemas.microsoft.com/office/drawing/2014/main" id="{F0207095-C5D2-5049-8F0B-04D9795689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37437" y="2419350"/>
            <a:ext cx="1401763"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CB10B87-C7E6-2544-8F94-227D332B1CFE}"/>
              </a:ext>
            </a:extLst>
          </p:cNvPr>
          <p:cNvSpPr txBox="1">
            <a:spLocks noChangeArrowheads="1"/>
          </p:cNvSpPr>
          <p:nvPr/>
        </p:nvSpPr>
        <p:spPr bwMode="auto">
          <a:xfrm>
            <a:off x="5146675" y="5751513"/>
            <a:ext cx="37639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lvl="1"/>
            <a:r>
              <a:rPr lang="en-US" altLang="en-US" sz="1400"/>
              <a:t>Burks, Goldstein, von Neumann, </a:t>
            </a:r>
          </a:p>
          <a:p>
            <a:pPr marL="0" lvl="1"/>
            <a:r>
              <a:rPr lang="en-US" altLang="en-US" sz="1400"/>
              <a:t>“</a:t>
            </a:r>
            <a:r>
              <a:rPr lang="en-US" altLang="ja-JP" sz="1400">
                <a:solidFill>
                  <a:srgbClr val="0000FF"/>
                </a:solidFill>
              </a:rPr>
              <a:t>Preliminary discussion of the logical design </a:t>
            </a:r>
          </a:p>
          <a:p>
            <a:pPr marL="0" lvl="1"/>
            <a:r>
              <a:rPr lang="en-US" altLang="ja-JP" sz="1400">
                <a:solidFill>
                  <a:srgbClr val="0000FF"/>
                </a:solidFill>
              </a:rPr>
              <a:t>of an electronic computing instrument</a:t>
            </a:r>
            <a:r>
              <a:rPr lang="en-US" altLang="ja-JP" sz="1400"/>
              <a:t>,</a:t>
            </a:r>
            <a:r>
              <a:rPr lang="en-US" altLang="en-US" sz="1400"/>
              <a:t>”</a:t>
            </a:r>
            <a:r>
              <a:rPr lang="en-US" altLang="ja-JP" sz="1400"/>
              <a:t> 1946.</a:t>
            </a:r>
          </a:p>
          <a:p>
            <a:endParaRPr lang="en-US" altLang="en-US"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386">
                                            <p:txEl>
                                              <p:pRg st="9" end="9"/>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638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38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B35BB122-97E5-844C-8B97-868F6BF5190D}"/>
              </a:ext>
            </a:extLst>
          </p:cNvPr>
          <p:cNvSpPr>
            <a:spLocks noGrp="1" noChangeArrowheads="1"/>
          </p:cNvSpPr>
          <p:nvPr>
            <p:ph type="title"/>
          </p:nvPr>
        </p:nvSpPr>
        <p:spPr/>
        <p:txBody>
          <a:bodyPr/>
          <a:lstStyle/>
          <a:p>
            <a:r>
              <a:rPr lang="en-US" altLang="en-US" sz="3800" dirty="0">
                <a:ea typeface="ＭＳ Ｐゴシック" panose="020B0600070205080204" pitchFamily="34" charset="-128"/>
              </a:rPr>
              <a:t>von Neumann Model: Two Key Properties</a:t>
            </a:r>
          </a:p>
        </p:txBody>
      </p:sp>
      <p:sp>
        <p:nvSpPr>
          <p:cNvPr id="3" name="Content Placeholder 2">
            <a:extLst>
              <a:ext uri="{FF2B5EF4-FFF2-40B4-BE49-F238E27FC236}">
                <a16:creationId xmlns:a16="http://schemas.microsoft.com/office/drawing/2014/main" id="{CC66598B-8A85-CB40-943E-A9263E0C664C}"/>
              </a:ext>
            </a:extLst>
          </p:cNvPr>
          <p:cNvSpPr>
            <a:spLocks noGrp="1" noChangeArrowheads="1"/>
          </p:cNvSpPr>
          <p:nvPr>
            <p:ph idx="1"/>
          </p:nvPr>
        </p:nvSpPr>
        <p:spPr>
          <a:xfrm>
            <a:off x="228600" y="996950"/>
            <a:ext cx="8839200" cy="5194300"/>
          </a:xfrm>
        </p:spPr>
        <p:txBody>
          <a:bodyPr/>
          <a:lstStyle/>
          <a:p>
            <a:r>
              <a:rPr lang="en-US" altLang="en-US" dirty="0">
                <a:ea typeface="ＭＳ Ｐゴシック" panose="020B0600070205080204" pitchFamily="34" charset="-128"/>
              </a:rPr>
              <a:t>Von Neumann model is also called </a:t>
            </a:r>
            <a:r>
              <a:rPr lang="en-US" altLang="en-US" i="1" dirty="0">
                <a:ea typeface="ＭＳ Ｐゴシック" panose="020B0600070205080204" pitchFamily="34" charset="-128"/>
              </a:rPr>
              <a:t>stored program computer </a:t>
            </a:r>
            <a:r>
              <a:rPr lang="en-US" altLang="en-US" dirty="0">
                <a:ea typeface="ＭＳ Ｐゴシック" panose="020B0600070205080204" pitchFamily="34" charset="-128"/>
              </a:rPr>
              <a:t>(instructions in memory). It has two key properties:</a:t>
            </a:r>
          </a:p>
          <a:p>
            <a:endParaRPr lang="en-US" altLang="en-US" sz="1400" dirty="0">
              <a:ea typeface="ＭＳ Ｐゴシック" panose="020B0600070205080204" pitchFamily="34" charset="-128"/>
            </a:endParaRPr>
          </a:p>
          <a:p>
            <a:r>
              <a:rPr lang="en-US" altLang="en-US" dirty="0">
                <a:solidFill>
                  <a:srgbClr val="FF0000"/>
                </a:solidFill>
                <a:ea typeface="ＭＳ Ｐゴシック" panose="020B0600070205080204" pitchFamily="34" charset="-128"/>
              </a:rPr>
              <a:t>Stored program</a:t>
            </a:r>
          </a:p>
          <a:p>
            <a:pPr lvl="1"/>
            <a:r>
              <a:rPr lang="en-US" altLang="en-US" sz="2000" dirty="0">
                <a:ea typeface="ＭＳ Ｐゴシック" panose="020B0600070205080204" pitchFamily="34" charset="-128"/>
              </a:rPr>
              <a:t>Instructions stored in a linear memory array</a:t>
            </a:r>
          </a:p>
          <a:p>
            <a:pPr lvl="1"/>
            <a:r>
              <a:rPr lang="en-US" altLang="en-US" sz="2000" dirty="0">
                <a:solidFill>
                  <a:srgbClr val="0000FF"/>
                </a:solidFill>
                <a:ea typeface="ＭＳ Ｐゴシック" panose="020B0600070205080204" pitchFamily="34" charset="-128"/>
              </a:rPr>
              <a:t>Memory is unified </a:t>
            </a:r>
            <a:r>
              <a:rPr lang="en-US" altLang="en-US" sz="2000" dirty="0">
                <a:ea typeface="ＭＳ Ｐゴシック" panose="020B0600070205080204" pitchFamily="34" charset="-128"/>
              </a:rPr>
              <a:t>between instructions and data</a:t>
            </a:r>
          </a:p>
          <a:p>
            <a:pPr lvl="2"/>
            <a:r>
              <a:rPr lang="en-US" altLang="en-US" dirty="0">
                <a:solidFill>
                  <a:srgbClr val="0000FF"/>
                </a:solidFill>
                <a:ea typeface="ＭＳ Ｐゴシック" panose="020B0600070205080204" pitchFamily="34" charset="-128"/>
              </a:rPr>
              <a:t>The interpretation of a stored value depends on the control signals</a:t>
            </a:r>
          </a:p>
          <a:p>
            <a:pPr lvl="2"/>
            <a:endParaRPr lang="en-US" altLang="en-US" sz="1400" dirty="0">
              <a:ea typeface="ＭＳ Ｐゴシック" panose="020B0600070205080204" pitchFamily="34" charset="-128"/>
            </a:endParaRPr>
          </a:p>
          <a:p>
            <a:pPr lvl="2"/>
            <a:endParaRPr lang="en-US" altLang="en-US" sz="1400" dirty="0">
              <a:ea typeface="ＭＳ Ｐゴシック" panose="020B0600070205080204" pitchFamily="34" charset="-128"/>
            </a:endParaRPr>
          </a:p>
          <a:p>
            <a:r>
              <a:rPr lang="en-US" altLang="en-US" dirty="0">
                <a:solidFill>
                  <a:srgbClr val="FF0000"/>
                </a:solidFill>
                <a:ea typeface="ＭＳ Ｐゴシック" panose="020B0600070205080204" pitchFamily="34" charset="-128"/>
              </a:rPr>
              <a:t>Sequential instruction processing</a:t>
            </a:r>
          </a:p>
          <a:p>
            <a:pPr lvl="1"/>
            <a:r>
              <a:rPr lang="en-US" altLang="en-US" sz="2000" dirty="0">
                <a:ea typeface="ＭＳ Ｐゴシック" panose="020B0600070205080204" pitchFamily="34" charset="-128"/>
              </a:rPr>
              <a:t>One instruction processed (fetched, executed, completed) at a time</a:t>
            </a:r>
          </a:p>
          <a:p>
            <a:pPr lvl="1"/>
            <a:r>
              <a:rPr lang="en-US" altLang="en-US" sz="2000" dirty="0">
                <a:solidFill>
                  <a:srgbClr val="0000FF"/>
                </a:solidFill>
                <a:ea typeface="ＭＳ Ｐゴシック" panose="020B0600070205080204" pitchFamily="34" charset="-128"/>
              </a:rPr>
              <a:t>Program counter (instruction pointer) </a:t>
            </a:r>
            <a:r>
              <a:rPr lang="en-US" altLang="en-US" sz="2000" dirty="0">
                <a:ea typeface="ＭＳ Ｐゴシック" panose="020B0600070205080204" pitchFamily="34" charset="-128"/>
              </a:rPr>
              <a:t>identifies the current instruction</a:t>
            </a:r>
          </a:p>
          <a:p>
            <a:pPr lvl="1"/>
            <a:r>
              <a:rPr lang="en-US" altLang="en-US" sz="2000" dirty="0">
                <a:solidFill>
                  <a:srgbClr val="0000FF"/>
                </a:solidFill>
                <a:ea typeface="ＭＳ Ｐゴシック" panose="020B0600070205080204" pitchFamily="34" charset="-128"/>
              </a:rPr>
              <a:t>Program counter is advanced sequentially</a:t>
            </a:r>
            <a:r>
              <a:rPr lang="en-US" altLang="en-US" sz="2000" dirty="0">
                <a:ea typeface="ＭＳ Ｐゴシック" panose="020B0600070205080204" pitchFamily="34" charset="-128"/>
              </a:rPr>
              <a:t> except for control transfer instructions</a:t>
            </a:r>
          </a:p>
          <a:p>
            <a:pPr lvl="1"/>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79875" name="Slide Number Placeholder 3">
            <a:extLst>
              <a:ext uri="{FF2B5EF4-FFF2-40B4-BE49-F238E27FC236}">
                <a16:creationId xmlns:a16="http://schemas.microsoft.com/office/drawing/2014/main" id="{A05EB32A-013A-AB46-BA12-E8B17A9FC73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B49F1BA1-BE02-414B-AE94-9A90B7289BCE}" type="slidenum">
              <a:rPr lang="en-US" altLang="en-US" sz="1600" smtClean="0">
                <a:solidFill>
                  <a:srgbClr val="000000"/>
                </a:solidFill>
                <a:latin typeface="Garamond" panose="02020404030301010803" pitchFamily="18" charset="0"/>
              </a:rPr>
              <a:pPr>
                <a:spcBef>
                  <a:spcPct val="0"/>
                </a:spcBef>
                <a:buClrTx/>
                <a:buSzTx/>
                <a:buFontTx/>
                <a:buNone/>
              </a:pPr>
              <a:t>34</a:t>
            </a:fld>
            <a:endParaRPr lang="en-US" altLang="en-US" sz="1600">
              <a:solidFill>
                <a:srgbClr val="000000"/>
              </a:solidFill>
              <a:latin typeface="Garamond" panose="02020404030301010803"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A05E2738-B266-4FEF-9FF7-2F9FD62028F7}"/>
              </a:ext>
            </a:extLst>
          </p:cNvPr>
          <p:cNvPicPr>
            <a:picLocks noChangeAspect="1"/>
          </p:cNvPicPr>
          <p:nvPr/>
        </p:nvPicPr>
        <p:blipFill>
          <a:blip r:embed="rId2"/>
          <a:stretch>
            <a:fillRect/>
          </a:stretch>
        </p:blipFill>
        <p:spPr>
          <a:xfrm>
            <a:off x="76200" y="1080706"/>
            <a:ext cx="9144000" cy="5237544"/>
          </a:xfrm>
          <a:prstGeom prst="rect">
            <a:avLst/>
          </a:prstGeom>
        </p:spPr>
      </p:pic>
      <p:sp>
        <p:nvSpPr>
          <p:cNvPr id="4" name="灯片编号占位符 3">
            <a:extLst>
              <a:ext uri="{FF2B5EF4-FFF2-40B4-BE49-F238E27FC236}">
                <a16:creationId xmlns:a16="http://schemas.microsoft.com/office/drawing/2014/main" id="{55751EBB-48F2-4EBC-BFD3-511916AA9A95}"/>
              </a:ext>
            </a:extLst>
          </p:cNvPr>
          <p:cNvSpPr>
            <a:spLocks noGrp="1"/>
          </p:cNvSpPr>
          <p:nvPr>
            <p:ph type="sldNum" sz="quarter" idx="11"/>
          </p:nvPr>
        </p:nvSpPr>
        <p:spPr/>
        <p:txBody>
          <a:bodyPr/>
          <a:lstStyle/>
          <a:p>
            <a:pPr>
              <a:defRPr/>
            </a:pPr>
            <a:fld id="{753DEEF8-87BA-7144-9648-F84693A6E11D}" type="slidenum">
              <a:rPr lang="en-US" altLang="en-US" smtClean="0"/>
              <a:pPr>
                <a:defRPr/>
              </a:pPr>
              <a:t>35</a:t>
            </a:fld>
            <a:endParaRPr lang="en-US" altLang="en-US"/>
          </a:p>
        </p:txBody>
      </p:sp>
      <p:sp>
        <p:nvSpPr>
          <p:cNvPr id="157" name="Rectangle 36">
            <a:extLst>
              <a:ext uri="{FF2B5EF4-FFF2-40B4-BE49-F238E27FC236}">
                <a16:creationId xmlns:a16="http://schemas.microsoft.com/office/drawing/2014/main" id="{24589136-D5B5-41F9-AC76-5B4107FF66CB}"/>
              </a:ext>
            </a:extLst>
          </p:cNvPr>
          <p:cNvSpPr/>
          <p:nvPr/>
        </p:nvSpPr>
        <p:spPr>
          <a:xfrm>
            <a:off x="3048000" y="5600767"/>
            <a:ext cx="4114800" cy="41903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itle 1">
            <a:extLst>
              <a:ext uri="{FF2B5EF4-FFF2-40B4-BE49-F238E27FC236}">
                <a16:creationId xmlns:a16="http://schemas.microsoft.com/office/drawing/2014/main" id="{9D44D825-827C-4862-B6D5-ADA7CEAD3407}"/>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Where Are We?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7560318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Title 4">
            <a:extLst>
              <a:ext uri="{FF2B5EF4-FFF2-40B4-BE49-F238E27FC236}">
                <a16:creationId xmlns:a16="http://schemas.microsoft.com/office/drawing/2014/main" id="{1ADBF73A-516E-2448-A3E7-C731E3898784}"/>
              </a:ext>
            </a:extLst>
          </p:cNvPr>
          <p:cNvSpPr>
            <a:spLocks noGrp="1" noChangeArrowheads="1"/>
          </p:cNvSpPr>
          <p:nvPr>
            <p:ph type="ctrTitle"/>
          </p:nvPr>
        </p:nvSpPr>
        <p:spPr>
          <a:xfrm>
            <a:off x="685800" y="1524000"/>
            <a:ext cx="8077200" cy="1752600"/>
          </a:xfrm>
        </p:spPr>
        <p:txBody>
          <a:bodyPr/>
          <a:lstStyle/>
          <a:p>
            <a:r>
              <a:rPr lang="en-US" altLang="en-US">
                <a:ea typeface="ＭＳ Ｐゴシック" panose="020B0600070205080204" pitchFamily="34" charset="-128"/>
              </a:rPr>
              <a:t>A Single-Cycle Microarchitecture</a:t>
            </a:r>
            <a:br>
              <a:rPr lang="en-US" altLang="en-US">
                <a:ea typeface="ＭＳ Ｐゴシック" panose="020B0600070205080204" pitchFamily="34" charset="-128"/>
              </a:rPr>
            </a:br>
            <a:r>
              <a:rPr lang="en-US" altLang="en-US" i="1">
                <a:ea typeface="ＭＳ Ｐゴシック" panose="020B0600070205080204" pitchFamily="34" charset="-128"/>
              </a:rPr>
              <a:t>A Closer Look</a:t>
            </a:r>
          </a:p>
        </p:txBody>
      </p:sp>
      <p:sp>
        <p:nvSpPr>
          <p:cNvPr id="212994" name="Subtitle 5">
            <a:extLst>
              <a:ext uri="{FF2B5EF4-FFF2-40B4-BE49-F238E27FC236}">
                <a16:creationId xmlns:a16="http://schemas.microsoft.com/office/drawing/2014/main" id="{4422EA60-6378-204F-8401-34DC707CB7FB}"/>
              </a:ext>
            </a:extLst>
          </p:cNvPr>
          <p:cNvSpPr>
            <a:spLocks noGrp="1" noChangeArrowheads="1"/>
          </p:cNvSpPr>
          <p:nvPr>
            <p:ph type="subTitle" idx="1"/>
          </p:nvPr>
        </p:nvSpPr>
        <p:spPr/>
        <p:txBody>
          <a:bodyPr/>
          <a:lstStyle/>
          <a:p>
            <a:endParaRPr lang="en-US" altLang="en-US">
              <a:ea typeface="ＭＳ Ｐゴシック" panose="020B0600070205080204" pitchFamily="34" charset="-128"/>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Title 1">
            <a:extLst>
              <a:ext uri="{FF2B5EF4-FFF2-40B4-BE49-F238E27FC236}">
                <a16:creationId xmlns:a16="http://schemas.microsoft.com/office/drawing/2014/main" id="{C2F45893-AE03-DC4E-AE2E-84EA312407E4}"/>
              </a:ext>
            </a:extLst>
          </p:cNvPr>
          <p:cNvSpPr>
            <a:spLocks noGrp="1" noChangeArrowheads="1"/>
          </p:cNvSpPr>
          <p:nvPr>
            <p:ph type="title"/>
          </p:nvPr>
        </p:nvSpPr>
        <p:spPr>
          <a:xfrm>
            <a:off x="228600" y="152400"/>
            <a:ext cx="8915400" cy="1066800"/>
          </a:xfrm>
        </p:spPr>
        <p:txBody>
          <a:bodyPr/>
          <a:lstStyle/>
          <a:p>
            <a:r>
              <a:rPr lang="en-US" altLang="en-US" dirty="0">
                <a:ea typeface="ＭＳ Ｐゴシック" panose="020B0600070205080204" pitchFamily="34" charset="-128"/>
              </a:rPr>
              <a:t>Single-cycle Machine</a:t>
            </a:r>
          </a:p>
        </p:txBody>
      </p:sp>
      <p:sp>
        <p:nvSpPr>
          <p:cNvPr id="214018" name="Content Placeholder 2">
            <a:extLst>
              <a:ext uri="{FF2B5EF4-FFF2-40B4-BE49-F238E27FC236}">
                <a16:creationId xmlns:a16="http://schemas.microsoft.com/office/drawing/2014/main" id="{94861D12-17E4-5941-BA53-DB5E2AB678E7}"/>
              </a:ext>
            </a:extLst>
          </p:cNvPr>
          <p:cNvSpPr>
            <a:spLocks noGrp="1" noChangeArrowheads="1"/>
          </p:cNvSpPr>
          <p:nvPr>
            <p:ph idx="1"/>
          </p:nvPr>
        </p:nvSpPr>
        <p:spPr>
          <a:xfrm>
            <a:off x="228600" y="996950"/>
            <a:ext cx="8610600" cy="5194300"/>
          </a:xfrm>
        </p:spPr>
        <p:txBody>
          <a:bodyPr/>
          <a:lstStyle/>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214019" name="Slide Number Placeholder 3">
            <a:extLst>
              <a:ext uri="{FF2B5EF4-FFF2-40B4-BE49-F238E27FC236}">
                <a16:creationId xmlns:a16="http://schemas.microsoft.com/office/drawing/2014/main" id="{BF07A78C-40FA-1D41-AF32-5AD8773C37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920148CD-51E5-444E-A121-3D7830742D00}" type="slidenum">
              <a:rPr lang="en-US" altLang="en-US" sz="1600" smtClean="0">
                <a:solidFill>
                  <a:srgbClr val="000000"/>
                </a:solidFill>
                <a:latin typeface="Garamond" panose="02020404030301010803" pitchFamily="18" charset="0"/>
              </a:rPr>
              <a:pPr eaLnBrk="1" hangingPunct="1">
                <a:spcBef>
                  <a:spcPct val="0"/>
                </a:spcBef>
                <a:buClrTx/>
                <a:buSzTx/>
                <a:buFontTx/>
                <a:buNone/>
              </a:pPr>
              <a:t>37</a:t>
            </a:fld>
            <a:endParaRPr lang="en-US" altLang="en-US" sz="1600">
              <a:solidFill>
                <a:srgbClr val="000000"/>
              </a:solidFill>
              <a:latin typeface="Garamond" panose="02020404030301010803" pitchFamily="18" charset="0"/>
            </a:endParaRPr>
          </a:p>
        </p:txBody>
      </p:sp>
      <p:sp>
        <p:nvSpPr>
          <p:cNvPr id="214020" name="Line 5">
            <a:extLst>
              <a:ext uri="{FF2B5EF4-FFF2-40B4-BE49-F238E27FC236}">
                <a16:creationId xmlns:a16="http://schemas.microsoft.com/office/drawing/2014/main" id="{61A82C18-F9C1-7143-AB67-EB9D8EAEB62B}"/>
              </a:ext>
            </a:extLst>
          </p:cNvPr>
          <p:cNvSpPr>
            <a:spLocks noChangeShapeType="1"/>
          </p:cNvSpPr>
          <p:nvPr/>
        </p:nvSpPr>
        <p:spPr bwMode="auto">
          <a:xfrm>
            <a:off x="4562475" y="3124200"/>
            <a:ext cx="838200" cy="0"/>
          </a:xfrm>
          <a:prstGeom prst="line">
            <a:avLst/>
          </a:prstGeom>
          <a:noFill/>
          <a:ln w="508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nvGrpSpPr>
          <p:cNvPr id="214021" name="Group 7">
            <a:extLst>
              <a:ext uri="{FF2B5EF4-FFF2-40B4-BE49-F238E27FC236}">
                <a16:creationId xmlns:a16="http://schemas.microsoft.com/office/drawing/2014/main" id="{C0B0E36F-025B-7444-90D9-ECB92FDBB93A}"/>
              </a:ext>
            </a:extLst>
          </p:cNvPr>
          <p:cNvGrpSpPr>
            <a:grpSpLocks/>
          </p:cNvGrpSpPr>
          <p:nvPr/>
        </p:nvGrpSpPr>
        <p:grpSpPr bwMode="auto">
          <a:xfrm>
            <a:off x="1971675" y="2133600"/>
            <a:ext cx="2662238" cy="2043113"/>
            <a:chOff x="2790" y="1015"/>
            <a:chExt cx="1677" cy="1287"/>
          </a:xfrm>
        </p:grpSpPr>
        <p:sp>
          <p:nvSpPr>
            <p:cNvPr id="214028" name="Oval 8">
              <a:extLst>
                <a:ext uri="{FF2B5EF4-FFF2-40B4-BE49-F238E27FC236}">
                  <a16:creationId xmlns:a16="http://schemas.microsoft.com/office/drawing/2014/main" id="{E686A081-8FFE-F746-AF61-E8814F7DACB6}"/>
                </a:ext>
              </a:extLst>
            </p:cNvPr>
            <p:cNvSpPr>
              <a:spLocks noChangeArrowheads="1"/>
            </p:cNvSpPr>
            <p:nvPr/>
          </p:nvSpPr>
          <p:spPr bwMode="auto">
            <a:xfrm>
              <a:off x="2790" y="1128"/>
              <a:ext cx="497" cy="498"/>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29" name="Oval 9">
              <a:extLst>
                <a:ext uri="{FF2B5EF4-FFF2-40B4-BE49-F238E27FC236}">
                  <a16:creationId xmlns:a16="http://schemas.microsoft.com/office/drawing/2014/main" id="{42E98383-A8A2-7A48-8BF1-DBB07B01F454}"/>
                </a:ext>
              </a:extLst>
            </p:cNvPr>
            <p:cNvSpPr>
              <a:spLocks noChangeArrowheads="1"/>
            </p:cNvSpPr>
            <p:nvPr/>
          </p:nvSpPr>
          <p:spPr bwMode="auto">
            <a:xfrm>
              <a:off x="2958" y="1241"/>
              <a:ext cx="947" cy="94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0" name="Freeform 10">
              <a:extLst>
                <a:ext uri="{FF2B5EF4-FFF2-40B4-BE49-F238E27FC236}">
                  <a16:creationId xmlns:a16="http://schemas.microsoft.com/office/drawing/2014/main" id="{BBDFC612-5843-BE4A-8E89-5269E820D2E7}"/>
                </a:ext>
              </a:extLst>
            </p:cNvPr>
            <p:cNvSpPr>
              <a:spLocks/>
            </p:cNvSpPr>
            <p:nvPr/>
          </p:nvSpPr>
          <p:spPr bwMode="auto">
            <a:xfrm>
              <a:off x="2925" y="1351"/>
              <a:ext cx="197" cy="254"/>
            </a:xfrm>
            <a:custGeom>
              <a:avLst/>
              <a:gdLst>
                <a:gd name="T0" fmla="*/ 168 w 197"/>
                <a:gd name="T1" fmla="*/ 0 h 254"/>
                <a:gd name="T2" fmla="*/ 0 w 197"/>
                <a:gd name="T3" fmla="*/ 221 h 254"/>
                <a:gd name="T4" fmla="*/ 83 w 197"/>
                <a:gd name="T5" fmla="*/ 253 h 254"/>
                <a:gd name="T6" fmla="*/ 196 w 197"/>
                <a:gd name="T7" fmla="*/ 22 h 254"/>
                <a:gd name="T8" fmla="*/ 168 w 197"/>
                <a:gd name="T9" fmla="*/ 0 h 254"/>
                <a:gd name="T10" fmla="*/ 0 60000 65536"/>
                <a:gd name="T11" fmla="*/ 0 60000 65536"/>
                <a:gd name="T12" fmla="*/ 0 60000 65536"/>
                <a:gd name="T13" fmla="*/ 0 60000 65536"/>
                <a:gd name="T14" fmla="*/ 0 60000 65536"/>
                <a:gd name="T15" fmla="*/ 0 w 197"/>
                <a:gd name="T16" fmla="*/ 0 h 254"/>
                <a:gd name="T17" fmla="*/ 197 w 197"/>
                <a:gd name="T18" fmla="*/ 254 h 254"/>
              </a:gdLst>
              <a:ahLst/>
              <a:cxnLst>
                <a:cxn ang="T10">
                  <a:pos x="T0" y="T1"/>
                </a:cxn>
                <a:cxn ang="T11">
                  <a:pos x="T2" y="T3"/>
                </a:cxn>
                <a:cxn ang="T12">
                  <a:pos x="T4" y="T5"/>
                </a:cxn>
                <a:cxn ang="T13">
                  <a:pos x="T6" y="T7"/>
                </a:cxn>
                <a:cxn ang="T14">
                  <a:pos x="T8" y="T9"/>
                </a:cxn>
              </a:cxnLst>
              <a:rect l="T15" t="T16" r="T17" b="T18"/>
              <a:pathLst>
                <a:path w="197" h="254">
                  <a:moveTo>
                    <a:pt x="168" y="0"/>
                  </a:moveTo>
                  <a:lnTo>
                    <a:pt x="0" y="221"/>
                  </a:lnTo>
                  <a:lnTo>
                    <a:pt x="83" y="253"/>
                  </a:lnTo>
                  <a:lnTo>
                    <a:pt x="196" y="22"/>
                  </a:lnTo>
                  <a:lnTo>
                    <a:pt x="16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4031" name="Oval 11">
              <a:extLst>
                <a:ext uri="{FF2B5EF4-FFF2-40B4-BE49-F238E27FC236}">
                  <a16:creationId xmlns:a16="http://schemas.microsoft.com/office/drawing/2014/main" id="{467797B1-5E02-9542-B718-F21A2F9638BF}"/>
                </a:ext>
              </a:extLst>
            </p:cNvPr>
            <p:cNvSpPr>
              <a:spLocks noChangeArrowheads="1"/>
            </p:cNvSpPr>
            <p:nvPr/>
          </p:nvSpPr>
          <p:spPr bwMode="auto">
            <a:xfrm>
              <a:off x="3295" y="1353"/>
              <a:ext cx="947" cy="94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2" name="Oval 12">
              <a:extLst>
                <a:ext uri="{FF2B5EF4-FFF2-40B4-BE49-F238E27FC236}">
                  <a16:creationId xmlns:a16="http://schemas.microsoft.com/office/drawing/2014/main" id="{C3AF50C2-9A1B-914A-B81B-3A69CF7F4458}"/>
                </a:ext>
              </a:extLst>
            </p:cNvPr>
            <p:cNvSpPr>
              <a:spLocks noChangeArrowheads="1"/>
            </p:cNvSpPr>
            <p:nvPr/>
          </p:nvSpPr>
          <p:spPr bwMode="auto">
            <a:xfrm>
              <a:off x="4138" y="1522"/>
              <a:ext cx="329" cy="330"/>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3" name="Oval 13">
              <a:extLst>
                <a:ext uri="{FF2B5EF4-FFF2-40B4-BE49-F238E27FC236}">
                  <a16:creationId xmlns:a16="http://schemas.microsoft.com/office/drawing/2014/main" id="{F8F3B9DE-B111-E044-A537-022EA6F0F35C}"/>
                </a:ext>
              </a:extLst>
            </p:cNvPr>
            <p:cNvSpPr>
              <a:spLocks noChangeArrowheads="1"/>
            </p:cNvSpPr>
            <p:nvPr/>
          </p:nvSpPr>
          <p:spPr bwMode="auto">
            <a:xfrm>
              <a:off x="4026" y="2028"/>
              <a:ext cx="216" cy="218"/>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4" name="Oval 14">
              <a:extLst>
                <a:ext uri="{FF2B5EF4-FFF2-40B4-BE49-F238E27FC236}">
                  <a16:creationId xmlns:a16="http://schemas.microsoft.com/office/drawing/2014/main" id="{15F79E66-7CC9-E947-B73A-CF35BF3C32F5}"/>
                </a:ext>
              </a:extLst>
            </p:cNvPr>
            <p:cNvSpPr>
              <a:spLocks noChangeArrowheads="1"/>
            </p:cNvSpPr>
            <p:nvPr/>
          </p:nvSpPr>
          <p:spPr bwMode="auto">
            <a:xfrm>
              <a:off x="4026" y="1410"/>
              <a:ext cx="216" cy="216"/>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5" name="Oval 15">
              <a:extLst>
                <a:ext uri="{FF2B5EF4-FFF2-40B4-BE49-F238E27FC236}">
                  <a16:creationId xmlns:a16="http://schemas.microsoft.com/office/drawing/2014/main" id="{434675A1-521A-684E-8927-F2FF297DC598}"/>
                </a:ext>
              </a:extLst>
            </p:cNvPr>
            <p:cNvSpPr>
              <a:spLocks noChangeArrowheads="1"/>
            </p:cNvSpPr>
            <p:nvPr/>
          </p:nvSpPr>
          <p:spPr bwMode="auto">
            <a:xfrm>
              <a:off x="4082" y="1747"/>
              <a:ext cx="329" cy="32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6" name="Oval 16">
              <a:extLst>
                <a:ext uri="{FF2B5EF4-FFF2-40B4-BE49-F238E27FC236}">
                  <a16:creationId xmlns:a16="http://schemas.microsoft.com/office/drawing/2014/main" id="{10DF1474-BAA3-054F-B3EC-CD0BE9D2FC17}"/>
                </a:ext>
              </a:extLst>
            </p:cNvPr>
            <p:cNvSpPr>
              <a:spLocks noChangeArrowheads="1"/>
            </p:cNvSpPr>
            <p:nvPr/>
          </p:nvSpPr>
          <p:spPr bwMode="auto">
            <a:xfrm>
              <a:off x="3071" y="1015"/>
              <a:ext cx="497" cy="49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7" name="Oval 17">
              <a:extLst>
                <a:ext uri="{FF2B5EF4-FFF2-40B4-BE49-F238E27FC236}">
                  <a16:creationId xmlns:a16="http://schemas.microsoft.com/office/drawing/2014/main" id="{74341B8A-F1BA-3141-8143-42DCD8FD183A}"/>
                </a:ext>
              </a:extLst>
            </p:cNvPr>
            <p:cNvSpPr>
              <a:spLocks noChangeArrowheads="1"/>
            </p:cNvSpPr>
            <p:nvPr/>
          </p:nvSpPr>
          <p:spPr bwMode="auto">
            <a:xfrm>
              <a:off x="3576" y="1128"/>
              <a:ext cx="498" cy="498"/>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8" name="Oval 18">
              <a:extLst>
                <a:ext uri="{FF2B5EF4-FFF2-40B4-BE49-F238E27FC236}">
                  <a16:creationId xmlns:a16="http://schemas.microsoft.com/office/drawing/2014/main" id="{FAB32430-AE21-4648-8EDB-DB3FE67F5A33}"/>
                </a:ext>
              </a:extLst>
            </p:cNvPr>
            <p:cNvSpPr>
              <a:spLocks noChangeArrowheads="1"/>
            </p:cNvSpPr>
            <p:nvPr/>
          </p:nvSpPr>
          <p:spPr bwMode="auto">
            <a:xfrm>
              <a:off x="3351" y="1015"/>
              <a:ext cx="498" cy="49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39" name="Oval 19">
              <a:extLst>
                <a:ext uri="{FF2B5EF4-FFF2-40B4-BE49-F238E27FC236}">
                  <a16:creationId xmlns:a16="http://schemas.microsoft.com/office/drawing/2014/main" id="{823A4306-DDD8-804D-B730-C9F76896D5CE}"/>
                </a:ext>
              </a:extLst>
            </p:cNvPr>
            <p:cNvSpPr>
              <a:spLocks noChangeArrowheads="1"/>
            </p:cNvSpPr>
            <p:nvPr/>
          </p:nvSpPr>
          <p:spPr bwMode="auto">
            <a:xfrm>
              <a:off x="3183" y="1634"/>
              <a:ext cx="497" cy="49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40" name="Freeform 20">
              <a:extLst>
                <a:ext uri="{FF2B5EF4-FFF2-40B4-BE49-F238E27FC236}">
                  <a16:creationId xmlns:a16="http://schemas.microsoft.com/office/drawing/2014/main" id="{B1A5CCDE-0E09-784B-B723-5318D07BA0F7}"/>
                </a:ext>
              </a:extLst>
            </p:cNvPr>
            <p:cNvSpPr>
              <a:spLocks/>
            </p:cNvSpPr>
            <p:nvPr/>
          </p:nvSpPr>
          <p:spPr bwMode="auto">
            <a:xfrm>
              <a:off x="3077" y="1100"/>
              <a:ext cx="1253" cy="1080"/>
            </a:xfrm>
            <a:custGeom>
              <a:avLst/>
              <a:gdLst>
                <a:gd name="T0" fmla="*/ 295 w 1253"/>
                <a:gd name="T1" fmla="*/ 0 h 1080"/>
                <a:gd name="T2" fmla="*/ 522 w 1253"/>
                <a:gd name="T3" fmla="*/ 134 h 1080"/>
                <a:gd name="T4" fmla="*/ 796 w 1253"/>
                <a:gd name="T5" fmla="*/ 99 h 1080"/>
                <a:gd name="T6" fmla="*/ 971 w 1253"/>
                <a:gd name="T7" fmla="*/ 359 h 1080"/>
                <a:gd name="T8" fmla="*/ 1017 w 1253"/>
                <a:gd name="T9" fmla="*/ 379 h 1080"/>
                <a:gd name="T10" fmla="*/ 1139 w 1253"/>
                <a:gd name="T11" fmla="*/ 461 h 1080"/>
                <a:gd name="T12" fmla="*/ 1171 w 1253"/>
                <a:gd name="T13" fmla="*/ 527 h 1080"/>
                <a:gd name="T14" fmla="*/ 1252 w 1253"/>
                <a:gd name="T15" fmla="*/ 647 h 1080"/>
                <a:gd name="T16" fmla="*/ 1238 w 1253"/>
                <a:gd name="T17" fmla="*/ 685 h 1080"/>
                <a:gd name="T18" fmla="*/ 1048 w 1253"/>
                <a:gd name="T19" fmla="*/ 1037 h 1080"/>
                <a:gd name="T20" fmla="*/ 915 w 1253"/>
                <a:gd name="T21" fmla="*/ 1079 h 1080"/>
                <a:gd name="T22" fmla="*/ 480 w 1253"/>
                <a:gd name="T23" fmla="*/ 1040 h 1080"/>
                <a:gd name="T24" fmla="*/ 448 w 1253"/>
                <a:gd name="T25" fmla="*/ 984 h 1080"/>
                <a:gd name="T26" fmla="*/ 161 w 1253"/>
                <a:gd name="T27" fmla="*/ 920 h 1080"/>
                <a:gd name="T28" fmla="*/ 108 w 1253"/>
                <a:gd name="T29" fmla="*/ 945 h 1080"/>
                <a:gd name="T30" fmla="*/ 0 w 1253"/>
                <a:gd name="T31" fmla="*/ 365 h 1080"/>
                <a:gd name="T32" fmla="*/ 295 w 1253"/>
                <a:gd name="T33" fmla="*/ 0 h 10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53"/>
                <a:gd name="T52" fmla="*/ 0 h 1080"/>
                <a:gd name="T53" fmla="*/ 1253 w 1253"/>
                <a:gd name="T54" fmla="*/ 1080 h 10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53" h="1080">
                  <a:moveTo>
                    <a:pt x="295" y="0"/>
                  </a:moveTo>
                  <a:lnTo>
                    <a:pt x="522" y="134"/>
                  </a:lnTo>
                  <a:lnTo>
                    <a:pt x="796" y="99"/>
                  </a:lnTo>
                  <a:lnTo>
                    <a:pt x="971" y="359"/>
                  </a:lnTo>
                  <a:lnTo>
                    <a:pt x="1017" y="379"/>
                  </a:lnTo>
                  <a:lnTo>
                    <a:pt x="1139" y="461"/>
                  </a:lnTo>
                  <a:lnTo>
                    <a:pt x="1171" y="527"/>
                  </a:lnTo>
                  <a:lnTo>
                    <a:pt x="1252" y="647"/>
                  </a:lnTo>
                  <a:lnTo>
                    <a:pt x="1238" y="685"/>
                  </a:lnTo>
                  <a:lnTo>
                    <a:pt x="1048" y="1037"/>
                  </a:lnTo>
                  <a:lnTo>
                    <a:pt x="915" y="1079"/>
                  </a:lnTo>
                  <a:lnTo>
                    <a:pt x="480" y="1040"/>
                  </a:lnTo>
                  <a:lnTo>
                    <a:pt x="448" y="984"/>
                  </a:lnTo>
                  <a:lnTo>
                    <a:pt x="161" y="920"/>
                  </a:lnTo>
                  <a:lnTo>
                    <a:pt x="108" y="945"/>
                  </a:lnTo>
                  <a:lnTo>
                    <a:pt x="0" y="365"/>
                  </a:lnTo>
                  <a:lnTo>
                    <a:pt x="295"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
        <p:nvSpPr>
          <p:cNvPr id="214022" name="Rectangle 24">
            <a:extLst>
              <a:ext uri="{FF2B5EF4-FFF2-40B4-BE49-F238E27FC236}">
                <a16:creationId xmlns:a16="http://schemas.microsoft.com/office/drawing/2014/main" id="{90E5A22D-213C-C849-90D7-D70F0DA60B20}"/>
              </a:ext>
            </a:extLst>
          </p:cNvPr>
          <p:cNvSpPr>
            <a:spLocks noChangeArrowheads="1"/>
          </p:cNvSpPr>
          <p:nvPr/>
        </p:nvSpPr>
        <p:spPr bwMode="auto">
          <a:xfrm>
            <a:off x="7116763" y="2514600"/>
            <a:ext cx="600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800">
                <a:solidFill>
                  <a:srgbClr val="000000"/>
                </a:solidFill>
                <a:latin typeface="Tahoma" panose="020B0604030504040204" pitchFamily="34" charset="0"/>
              </a:rPr>
              <a:t>AS</a:t>
            </a:r>
          </a:p>
        </p:txBody>
      </p:sp>
      <p:sp>
        <p:nvSpPr>
          <p:cNvPr id="214023" name="Freeform 39">
            <a:extLst>
              <a:ext uri="{FF2B5EF4-FFF2-40B4-BE49-F238E27FC236}">
                <a16:creationId xmlns:a16="http://schemas.microsoft.com/office/drawing/2014/main" id="{A251552D-651D-524D-9CF8-CAA855299352}"/>
              </a:ext>
            </a:extLst>
          </p:cNvPr>
          <p:cNvSpPr>
            <a:spLocks/>
          </p:cNvSpPr>
          <p:nvPr/>
        </p:nvSpPr>
        <p:spPr bwMode="auto">
          <a:xfrm>
            <a:off x="1285875" y="3048000"/>
            <a:ext cx="6019800" cy="1600200"/>
          </a:xfrm>
          <a:custGeom>
            <a:avLst/>
            <a:gdLst>
              <a:gd name="T0" fmla="*/ 2147483646 w 3792"/>
              <a:gd name="T1" fmla="*/ 0 h 1008"/>
              <a:gd name="T2" fmla="*/ 2147483646 w 3792"/>
              <a:gd name="T3" fmla="*/ 0 h 1008"/>
              <a:gd name="T4" fmla="*/ 2147483646 w 3792"/>
              <a:gd name="T5" fmla="*/ 2147483646 h 1008"/>
              <a:gd name="T6" fmla="*/ 0 w 3792"/>
              <a:gd name="T7" fmla="*/ 2147483646 h 1008"/>
              <a:gd name="T8" fmla="*/ 0 w 3792"/>
              <a:gd name="T9" fmla="*/ 2147483646 h 1008"/>
              <a:gd name="T10" fmla="*/ 2147483646 w 3792"/>
              <a:gd name="T11" fmla="*/ 2147483646 h 1008"/>
              <a:gd name="T12" fmla="*/ 0 60000 65536"/>
              <a:gd name="T13" fmla="*/ 0 60000 65536"/>
              <a:gd name="T14" fmla="*/ 0 60000 65536"/>
              <a:gd name="T15" fmla="*/ 0 60000 65536"/>
              <a:gd name="T16" fmla="*/ 0 60000 65536"/>
              <a:gd name="T17" fmla="*/ 0 60000 65536"/>
              <a:gd name="T18" fmla="*/ 0 w 3792"/>
              <a:gd name="T19" fmla="*/ 0 h 1008"/>
              <a:gd name="T20" fmla="*/ 3792 w 3792"/>
              <a:gd name="T21" fmla="*/ 1008 h 1008"/>
            </a:gdLst>
            <a:ahLst/>
            <a:cxnLst>
              <a:cxn ang="T12">
                <a:pos x="T0" y="T1"/>
              </a:cxn>
              <a:cxn ang="T13">
                <a:pos x="T2" y="T3"/>
              </a:cxn>
              <a:cxn ang="T14">
                <a:pos x="T4" y="T5"/>
              </a:cxn>
              <a:cxn ang="T15">
                <a:pos x="T6" y="T7"/>
              </a:cxn>
              <a:cxn ang="T16">
                <a:pos x="T8" y="T9"/>
              </a:cxn>
              <a:cxn ang="T17">
                <a:pos x="T10" y="T11"/>
              </a:cxn>
            </a:cxnLst>
            <a:rect l="T18" t="T19" r="T20" b="T21"/>
            <a:pathLst>
              <a:path w="3792" h="1008">
                <a:moveTo>
                  <a:pt x="3600" y="0"/>
                </a:moveTo>
                <a:lnTo>
                  <a:pt x="3792" y="0"/>
                </a:lnTo>
                <a:lnTo>
                  <a:pt x="3792" y="1008"/>
                </a:lnTo>
                <a:lnTo>
                  <a:pt x="0" y="1008"/>
                </a:lnTo>
                <a:lnTo>
                  <a:pt x="0" y="192"/>
                </a:lnTo>
                <a:lnTo>
                  <a:pt x="576" y="192"/>
                </a:lnTo>
              </a:path>
            </a:pathLst>
          </a:custGeom>
          <a:noFill/>
          <a:ln w="50800">
            <a:solidFill>
              <a:srgbClr val="FF330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4024" name="Rectangle 40">
            <a:extLst>
              <a:ext uri="{FF2B5EF4-FFF2-40B4-BE49-F238E27FC236}">
                <a16:creationId xmlns:a16="http://schemas.microsoft.com/office/drawing/2014/main" id="{C12DD228-85F0-1746-8FC6-64D594E13604}"/>
              </a:ext>
            </a:extLst>
          </p:cNvPr>
          <p:cNvSpPr>
            <a:spLocks noChangeArrowheads="1"/>
          </p:cNvSpPr>
          <p:nvPr/>
        </p:nvSpPr>
        <p:spPr bwMode="auto">
          <a:xfrm>
            <a:off x="5400675" y="2133600"/>
            <a:ext cx="1574800" cy="2057400"/>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214025" name="Rectangle 24">
            <a:extLst>
              <a:ext uri="{FF2B5EF4-FFF2-40B4-BE49-F238E27FC236}">
                <a16:creationId xmlns:a16="http://schemas.microsoft.com/office/drawing/2014/main" id="{75A6E234-375B-CA49-B563-9DCC78F28872}"/>
              </a:ext>
            </a:extLst>
          </p:cNvPr>
          <p:cNvSpPr>
            <a:spLocks noChangeArrowheads="1"/>
          </p:cNvSpPr>
          <p:nvPr/>
        </p:nvSpPr>
        <p:spPr bwMode="auto">
          <a:xfrm>
            <a:off x="5486400" y="2667000"/>
            <a:ext cx="150812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a:solidFill>
                  <a:srgbClr val="000000"/>
                </a:solidFill>
                <a:latin typeface="Calibri" panose="020F0502020204030204" pitchFamily="34" charset="0"/>
              </a:rPr>
              <a:t>Sequential</a:t>
            </a:r>
          </a:p>
          <a:p>
            <a:pPr eaLnBrk="1" hangingPunct="1">
              <a:spcBef>
                <a:spcPct val="0"/>
              </a:spcBef>
              <a:buClrTx/>
              <a:buSzTx/>
              <a:buFontTx/>
              <a:buNone/>
            </a:pPr>
            <a:r>
              <a:rPr lang="en-US" altLang="en-US">
                <a:solidFill>
                  <a:srgbClr val="000000"/>
                </a:solidFill>
                <a:latin typeface="Calibri" panose="020F0502020204030204" pitchFamily="34" charset="0"/>
              </a:rPr>
              <a:t>Logic </a:t>
            </a:r>
          </a:p>
          <a:p>
            <a:pPr eaLnBrk="1" hangingPunct="1">
              <a:spcBef>
                <a:spcPct val="0"/>
              </a:spcBef>
              <a:buClrTx/>
              <a:buSzTx/>
              <a:buFontTx/>
              <a:buNone/>
            </a:pPr>
            <a:r>
              <a:rPr lang="en-US" altLang="en-US">
                <a:solidFill>
                  <a:srgbClr val="000000"/>
                </a:solidFill>
                <a:latin typeface="Calibri" panose="020F0502020204030204" pitchFamily="34" charset="0"/>
              </a:rPr>
              <a:t>(State)</a:t>
            </a:r>
          </a:p>
        </p:txBody>
      </p:sp>
      <p:sp>
        <p:nvSpPr>
          <p:cNvPr id="214026" name="Rectangle 24">
            <a:extLst>
              <a:ext uri="{FF2B5EF4-FFF2-40B4-BE49-F238E27FC236}">
                <a16:creationId xmlns:a16="http://schemas.microsoft.com/office/drawing/2014/main" id="{9673CDAB-AA62-6047-9B52-40FB7AA62B9F}"/>
              </a:ext>
            </a:extLst>
          </p:cNvPr>
          <p:cNvSpPr>
            <a:spLocks noChangeArrowheads="1"/>
          </p:cNvSpPr>
          <p:nvPr/>
        </p:nvSpPr>
        <p:spPr bwMode="auto">
          <a:xfrm>
            <a:off x="2286000" y="2819400"/>
            <a:ext cx="2012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a:solidFill>
                  <a:srgbClr val="000000"/>
                </a:solidFill>
                <a:latin typeface="Calibri" panose="020F0502020204030204" pitchFamily="34" charset="0"/>
              </a:rPr>
              <a:t>Combinational</a:t>
            </a:r>
          </a:p>
          <a:p>
            <a:pPr eaLnBrk="1" hangingPunct="1">
              <a:spcBef>
                <a:spcPct val="0"/>
              </a:spcBef>
              <a:buClrTx/>
              <a:buSzTx/>
              <a:buFontTx/>
              <a:buNone/>
            </a:pPr>
            <a:r>
              <a:rPr lang="en-US" altLang="en-US">
                <a:solidFill>
                  <a:srgbClr val="000000"/>
                </a:solidFill>
                <a:latin typeface="Calibri" panose="020F0502020204030204" pitchFamily="34" charset="0"/>
              </a:rPr>
              <a:t>Logic</a:t>
            </a:r>
          </a:p>
        </p:txBody>
      </p:sp>
      <p:sp>
        <p:nvSpPr>
          <p:cNvPr id="214027" name="Rectangle 23">
            <a:extLst>
              <a:ext uri="{FF2B5EF4-FFF2-40B4-BE49-F238E27FC236}">
                <a16:creationId xmlns:a16="http://schemas.microsoft.com/office/drawing/2014/main" id="{1C72702D-147D-A24A-B8EB-E01BC63CF824}"/>
              </a:ext>
            </a:extLst>
          </p:cNvPr>
          <p:cNvSpPr>
            <a:spLocks noChangeArrowheads="1"/>
          </p:cNvSpPr>
          <p:nvPr/>
        </p:nvSpPr>
        <p:spPr bwMode="auto">
          <a:xfrm>
            <a:off x="4581525" y="2438400"/>
            <a:ext cx="676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a:solidFill>
                  <a:srgbClr val="000000"/>
                </a:solidFill>
              </a:rPr>
              <a:t>AS’ </a:t>
            </a:r>
            <a:endParaRPr lang="en-US" altLang="en-US" sz="2800" baseline="-25000">
              <a:solidFill>
                <a:srgbClr val="000000"/>
              </a:solidFill>
              <a:latin typeface="Calibri" panose="020F0502020204030204" pitchFamily="34" charset="0"/>
            </a:endParaRPr>
          </a:p>
        </p:txBody>
      </p:sp>
      <p:sp>
        <p:nvSpPr>
          <p:cNvPr id="2" name="TextBox 1">
            <a:extLst>
              <a:ext uri="{FF2B5EF4-FFF2-40B4-BE49-F238E27FC236}">
                <a16:creationId xmlns:a16="http://schemas.microsoft.com/office/drawing/2014/main" id="{74B11CB0-D1B8-6248-B8BE-2C1791108BED}"/>
              </a:ext>
            </a:extLst>
          </p:cNvPr>
          <p:cNvSpPr txBox="1"/>
          <p:nvPr/>
        </p:nvSpPr>
        <p:spPr>
          <a:xfrm>
            <a:off x="548640" y="6505303"/>
            <a:ext cx="2493055" cy="369332"/>
          </a:xfrm>
          <a:prstGeom prst="rect">
            <a:avLst/>
          </a:prstGeom>
          <a:noFill/>
        </p:spPr>
        <p:txBody>
          <a:bodyPr wrap="none" rtlCol="0">
            <a:spAutoFit/>
          </a:bodyPr>
          <a:lstStyle/>
          <a:p>
            <a:r>
              <a:rPr lang="en-US" dirty="0"/>
              <a:t>AS: Architectural State</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Title 1">
            <a:extLst>
              <a:ext uri="{FF2B5EF4-FFF2-40B4-BE49-F238E27FC236}">
                <a16:creationId xmlns:a16="http://schemas.microsoft.com/office/drawing/2014/main" id="{C7FC9A57-71D8-7545-B64C-B3629DAAE4E9}"/>
              </a:ext>
            </a:extLst>
          </p:cNvPr>
          <p:cNvSpPr>
            <a:spLocks noGrp="1" noChangeArrowheads="1"/>
          </p:cNvSpPr>
          <p:nvPr>
            <p:ph type="title"/>
          </p:nvPr>
        </p:nvSpPr>
        <p:spPr>
          <a:xfrm>
            <a:off x="228600" y="152400"/>
            <a:ext cx="8915400" cy="1066800"/>
          </a:xfrm>
        </p:spPr>
        <p:txBody>
          <a:bodyPr/>
          <a:lstStyle/>
          <a:p>
            <a:r>
              <a:rPr lang="en-US" altLang="en-US">
                <a:ea typeface="ＭＳ Ｐゴシック" panose="020B0600070205080204" pitchFamily="34" charset="-128"/>
              </a:rPr>
              <a:t>A Very Basic Instruction Processing Engine</a:t>
            </a:r>
          </a:p>
        </p:txBody>
      </p:sp>
      <p:sp>
        <p:nvSpPr>
          <p:cNvPr id="3" name="Content Placeholder 2">
            <a:extLst>
              <a:ext uri="{FF2B5EF4-FFF2-40B4-BE49-F238E27FC236}">
                <a16:creationId xmlns:a16="http://schemas.microsoft.com/office/drawing/2014/main" id="{1BE732A7-0E6C-9147-A543-DB2DA47C2934}"/>
              </a:ext>
            </a:extLst>
          </p:cNvPr>
          <p:cNvSpPr>
            <a:spLocks noGrp="1" noChangeArrowheads="1"/>
          </p:cNvSpPr>
          <p:nvPr>
            <p:ph idx="1"/>
          </p:nvPr>
        </p:nvSpPr>
        <p:spPr>
          <a:xfrm>
            <a:off x="228600" y="996950"/>
            <a:ext cx="8610600" cy="5194300"/>
          </a:xfrm>
        </p:spPr>
        <p:txBody>
          <a:bodyPr/>
          <a:lstStyle/>
          <a:p>
            <a:r>
              <a:rPr lang="en-US" altLang="en-US" dirty="0">
                <a:solidFill>
                  <a:srgbClr val="FF0000"/>
                </a:solidFill>
                <a:ea typeface="ＭＳ Ｐゴシック" panose="020B0600070205080204" pitchFamily="34" charset="-128"/>
              </a:rPr>
              <a:t>Each instruction takes a single clock cycle to execute.</a:t>
            </a:r>
          </a:p>
          <a:p>
            <a:r>
              <a:rPr lang="en-US" altLang="en-US" dirty="0">
                <a:solidFill>
                  <a:srgbClr val="FF0000"/>
                </a:solidFill>
                <a:ea typeface="ＭＳ Ｐゴシック" panose="020B0600070205080204" pitchFamily="34" charset="-128"/>
              </a:rPr>
              <a:t>Only combinational logic is used to implement instruction execution. </a:t>
            </a:r>
          </a:p>
          <a:p>
            <a:pPr lvl="1"/>
            <a:r>
              <a:rPr lang="en-US" altLang="en-US" i="1" dirty="0">
                <a:ea typeface="ＭＳ Ｐゴシック" panose="020B0600070205080204" pitchFamily="34" charset="-128"/>
              </a:rPr>
              <a:t>No intermediate, programmer-invisible state updates</a:t>
            </a:r>
          </a:p>
          <a:p>
            <a:pPr lvl="1"/>
            <a:endParaRPr lang="en-US" altLang="en-US" dirty="0">
              <a:ea typeface="ＭＳ Ｐゴシック" panose="020B0600070205080204" pitchFamily="34" charset="-128"/>
            </a:endParaRPr>
          </a:p>
          <a:p>
            <a:pPr algn="ctr">
              <a:buFont typeface="Wingdings" pitchFamily="2" charset="2"/>
              <a:buNone/>
            </a:pPr>
            <a:r>
              <a:rPr lang="en-US" altLang="en-US" dirty="0">
                <a:solidFill>
                  <a:srgbClr val="0000FF"/>
                </a:solidFill>
                <a:ea typeface="ＭＳ Ｐゴシック" panose="020B0600070205080204" pitchFamily="34" charset="-128"/>
              </a:rPr>
              <a:t>AS = Architectural (programmer visible) state </a:t>
            </a:r>
          </a:p>
          <a:p>
            <a:pPr algn="ctr">
              <a:buFont typeface="Wingdings" pitchFamily="2" charset="2"/>
              <a:buNone/>
            </a:pPr>
            <a:r>
              <a:rPr lang="en-US" altLang="en-US" dirty="0">
                <a:solidFill>
                  <a:srgbClr val="0000FF"/>
                </a:solidFill>
                <a:ea typeface="ＭＳ Ｐゴシック" panose="020B0600070205080204" pitchFamily="34" charset="-128"/>
              </a:rPr>
              <a:t>at the beginning of a clock cycle</a:t>
            </a:r>
          </a:p>
          <a:p>
            <a:pPr algn="ctr">
              <a:buFont typeface="Wingdings" pitchFamily="2" charset="2"/>
              <a:buNone/>
            </a:pPr>
            <a:endParaRPr lang="en-US" altLang="en-US" dirty="0">
              <a:ea typeface="ＭＳ Ｐゴシック" panose="020B0600070205080204" pitchFamily="34" charset="-128"/>
            </a:endParaRPr>
          </a:p>
          <a:p>
            <a:pPr algn="ctr">
              <a:buFont typeface="Wingdings" pitchFamily="2" charset="2"/>
              <a:buNone/>
            </a:pPr>
            <a:r>
              <a:rPr lang="en-US" altLang="en-US" dirty="0">
                <a:ea typeface="ＭＳ Ｐゴシック" panose="020B0600070205080204" pitchFamily="34" charset="-128"/>
              </a:rPr>
              <a:t>Process instruction in one clock cycle</a:t>
            </a:r>
          </a:p>
          <a:p>
            <a:pPr algn="ctr">
              <a:buFont typeface="Wingdings" pitchFamily="2" charset="2"/>
              <a:buNone/>
            </a:pPr>
            <a:endParaRPr lang="en-US" altLang="en-US" dirty="0">
              <a:solidFill>
                <a:srgbClr val="FF0000"/>
              </a:solidFill>
              <a:ea typeface="ＭＳ Ｐゴシック" panose="020B0600070205080204" pitchFamily="34" charset="-128"/>
            </a:endParaRPr>
          </a:p>
          <a:p>
            <a:pPr algn="ctr">
              <a:buFont typeface="Wingdings" pitchFamily="2" charset="2"/>
              <a:buNone/>
            </a:pPr>
            <a:r>
              <a:rPr lang="en-US" altLang="en-US" dirty="0">
                <a:solidFill>
                  <a:srgbClr val="FF0000"/>
                </a:solidFill>
                <a:ea typeface="ＭＳ Ｐゴシック" panose="020B0600070205080204" pitchFamily="34" charset="-128"/>
              </a:rPr>
              <a:t>AS’ = Architectural (programmer visible) state </a:t>
            </a:r>
          </a:p>
          <a:p>
            <a:pPr algn="ctr">
              <a:buFont typeface="Wingdings" pitchFamily="2" charset="2"/>
              <a:buNone/>
            </a:pPr>
            <a:r>
              <a:rPr lang="en-US" altLang="en-US" dirty="0">
                <a:solidFill>
                  <a:srgbClr val="FF0000"/>
                </a:solidFill>
                <a:ea typeface="ＭＳ Ｐゴシック" panose="020B0600070205080204" pitchFamily="34" charset="-128"/>
              </a:rPr>
              <a:t>at the end of a clock cycle</a:t>
            </a:r>
          </a:p>
          <a:p>
            <a:endParaRPr lang="en-US" altLang="en-US" dirty="0">
              <a:ea typeface="ＭＳ Ｐゴシック" panose="020B0600070205080204" pitchFamily="34" charset="-128"/>
            </a:endParaRPr>
          </a:p>
        </p:txBody>
      </p:sp>
      <p:sp>
        <p:nvSpPr>
          <p:cNvPr id="201731" name="Slide Number Placeholder 3">
            <a:extLst>
              <a:ext uri="{FF2B5EF4-FFF2-40B4-BE49-F238E27FC236}">
                <a16:creationId xmlns:a16="http://schemas.microsoft.com/office/drawing/2014/main" id="{14E9FCCB-F709-FD4B-8A04-A112BB3649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F18C3221-5908-1841-BCF0-87E91A9038EC}" type="slidenum">
              <a:rPr lang="en-US" altLang="en-US" sz="1600" smtClean="0">
                <a:solidFill>
                  <a:srgbClr val="000000"/>
                </a:solidFill>
                <a:latin typeface="Garamond" panose="02020404030301010803" pitchFamily="18" charset="0"/>
              </a:rPr>
              <a:pPr>
                <a:spcBef>
                  <a:spcPct val="0"/>
                </a:spcBef>
                <a:buClrTx/>
                <a:buSzTx/>
                <a:buFontTx/>
                <a:buNone/>
              </a:pPr>
              <a:t>38</a:t>
            </a:fld>
            <a:endParaRPr lang="en-US" altLang="en-US" sz="1600">
              <a:solidFill>
                <a:srgbClr val="000000"/>
              </a:solidFill>
              <a:latin typeface="Garamond" panose="02020404030301010803" pitchFamily="18" charset="0"/>
            </a:endParaRPr>
          </a:p>
        </p:txBody>
      </p:sp>
      <p:sp>
        <p:nvSpPr>
          <p:cNvPr id="5" name="Down Arrow 4">
            <a:extLst>
              <a:ext uri="{FF2B5EF4-FFF2-40B4-BE49-F238E27FC236}">
                <a16:creationId xmlns:a16="http://schemas.microsoft.com/office/drawing/2014/main" id="{81CB1096-0491-1E40-A5E7-A7026E3F1849}"/>
              </a:ext>
            </a:extLst>
          </p:cNvPr>
          <p:cNvSpPr>
            <a:spLocks noChangeArrowheads="1"/>
          </p:cNvSpPr>
          <p:nvPr/>
        </p:nvSpPr>
        <p:spPr bwMode="auto">
          <a:xfrm>
            <a:off x="4419600" y="3886200"/>
            <a:ext cx="450850" cy="579438"/>
          </a:xfrm>
          <a:prstGeom prst="downArrow">
            <a:avLst>
              <a:gd name="adj1" fmla="val 50000"/>
              <a:gd name="adj2" fmla="val 50004"/>
            </a:avLst>
          </a:prstGeom>
          <a:solidFill>
            <a:srgbClr val="C0C0C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6" name="Down Arrow 5">
            <a:extLst>
              <a:ext uri="{FF2B5EF4-FFF2-40B4-BE49-F238E27FC236}">
                <a16:creationId xmlns:a16="http://schemas.microsoft.com/office/drawing/2014/main" id="{DC262B2F-0AC6-E542-8F12-54DCEA8DC5BC}"/>
              </a:ext>
            </a:extLst>
          </p:cNvPr>
          <p:cNvSpPr>
            <a:spLocks noChangeArrowheads="1"/>
          </p:cNvSpPr>
          <p:nvPr/>
        </p:nvSpPr>
        <p:spPr bwMode="auto">
          <a:xfrm>
            <a:off x="4425950" y="4770438"/>
            <a:ext cx="450850" cy="579437"/>
          </a:xfrm>
          <a:prstGeom prst="downArrow">
            <a:avLst>
              <a:gd name="adj1" fmla="val 50000"/>
              <a:gd name="adj2" fmla="val 50004"/>
            </a:avLst>
          </a:prstGeom>
          <a:solidFill>
            <a:srgbClr val="C0C0C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1" name="Title 4">
            <a:extLst>
              <a:ext uri="{FF2B5EF4-FFF2-40B4-BE49-F238E27FC236}">
                <a16:creationId xmlns:a16="http://schemas.microsoft.com/office/drawing/2014/main" id="{C192ABCD-5670-C64F-840D-34A267860043}"/>
              </a:ext>
            </a:extLst>
          </p:cNvPr>
          <p:cNvSpPr>
            <a:spLocks noGrp="1" noChangeArrowheads="1"/>
          </p:cNvSpPr>
          <p:nvPr>
            <p:ph type="ctrTitle"/>
          </p:nvPr>
        </p:nvSpPr>
        <p:spPr>
          <a:xfrm>
            <a:off x="685800" y="1752600"/>
            <a:ext cx="8077200" cy="1752600"/>
          </a:xfrm>
        </p:spPr>
        <p:txBody>
          <a:bodyPr/>
          <a:lstStyle/>
          <a:p>
            <a:r>
              <a:rPr lang="en-US" altLang="en-US" dirty="0">
                <a:ea typeface="ＭＳ Ｐゴシック" panose="020B0600070205080204" pitchFamily="34" charset="-128"/>
              </a:rPr>
              <a:t>Multi-Cycle Microarchitectures</a:t>
            </a:r>
            <a:br>
              <a:rPr lang="en-US" altLang="en-US" dirty="0">
                <a:ea typeface="ＭＳ Ｐゴシック" panose="020B0600070205080204" pitchFamily="34" charset="-128"/>
              </a:rPr>
            </a:br>
            <a:endParaRPr lang="en-US" altLang="en-US" i="1" dirty="0">
              <a:ea typeface="ＭＳ Ｐゴシック" panose="020B0600070205080204" pitchFamily="34" charset="-128"/>
            </a:endParaRPr>
          </a:p>
        </p:txBody>
      </p:sp>
      <p:sp>
        <p:nvSpPr>
          <p:cNvPr id="332802" name="Subtitle 5">
            <a:extLst>
              <a:ext uri="{FF2B5EF4-FFF2-40B4-BE49-F238E27FC236}">
                <a16:creationId xmlns:a16="http://schemas.microsoft.com/office/drawing/2014/main" id="{7E4B3370-579F-A947-9E7F-ED82CC5C43FA}"/>
              </a:ext>
            </a:extLst>
          </p:cNvPr>
          <p:cNvSpPr>
            <a:spLocks noGrp="1" noChangeArrowheads="1"/>
          </p:cNvSpPr>
          <p:nvPr>
            <p:ph type="subTitle" idx="1"/>
          </p:nvPr>
        </p:nvSpPr>
        <p:spPr/>
        <p:txBody>
          <a:bodyPr/>
          <a:lstStyle/>
          <a:p>
            <a:endParaRPr lang="en-US" altLang="en-US">
              <a:ea typeface="ＭＳ Ｐゴシック" panose="020B0600070205080204" pitchFamily="34" charset="-128"/>
            </a:endParaRPr>
          </a:p>
        </p:txBody>
      </p:sp>
      <p:sp>
        <p:nvSpPr>
          <p:cNvPr id="332803" name="Slide Number Placeholder 3">
            <a:extLst>
              <a:ext uri="{FF2B5EF4-FFF2-40B4-BE49-F238E27FC236}">
                <a16:creationId xmlns:a16="http://schemas.microsoft.com/office/drawing/2014/main" id="{97A6EAE7-4989-4145-A1DD-6BED2620C4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08BC7FE-D564-2C40-959D-FC31659E0BB1}" type="slidenum">
              <a:rPr kumimoji="0" lang="en-US" altLang="en-US" sz="12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3271966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132976DB-9977-4A19-8B95-98C23D44D257}"/>
              </a:ext>
            </a:extLst>
          </p:cNvPr>
          <p:cNvPicPr>
            <a:picLocks noChangeAspect="1"/>
          </p:cNvPicPr>
          <p:nvPr/>
        </p:nvPicPr>
        <p:blipFill>
          <a:blip r:embed="rId2"/>
          <a:stretch>
            <a:fillRect/>
          </a:stretch>
        </p:blipFill>
        <p:spPr>
          <a:xfrm>
            <a:off x="-38100" y="914400"/>
            <a:ext cx="9144000" cy="5237544"/>
          </a:xfrm>
          <a:prstGeom prst="rect">
            <a:avLst/>
          </a:prstGeom>
        </p:spPr>
      </p:pic>
      <p:sp>
        <p:nvSpPr>
          <p:cNvPr id="4" name="灯片编号占位符 3">
            <a:extLst>
              <a:ext uri="{FF2B5EF4-FFF2-40B4-BE49-F238E27FC236}">
                <a16:creationId xmlns:a16="http://schemas.microsoft.com/office/drawing/2014/main" id="{55751EBB-48F2-4EBC-BFD3-511916AA9A95}"/>
              </a:ext>
            </a:extLst>
          </p:cNvPr>
          <p:cNvSpPr>
            <a:spLocks noGrp="1"/>
          </p:cNvSpPr>
          <p:nvPr>
            <p:ph type="sldNum" sz="quarter" idx="11"/>
          </p:nvPr>
        </p:nvSpPr>
        <p:spPr/>
        <p:txBody>
          <a:bodyPr/>
          <a:lstStyle/>
          <a:p>
            <a:pPr>
              <a:defRPr/>
            </a:pPr>
            <a:fld id="{753DEEF8-87BA-7144-9648-F84693A6E11D}" type="slidenum">
              <a:rPr lang="en-US" altLang="en-US" smtClean="0"/>
              <a:pPr>
                <a:defRPr/>
              </a:pPr>
              <a:t>40</a:t>
            </a:fld>
            <a:endParaRPr lang="en-US" altLang="en-US"/>
          </a:p>
        </p:txBody>
      </p:sp>
      <p:sp>
        <p:nvSpPr>
          <p:cNvPr id="157" name="Rectangle 36">
            <a:extLst>
              <a:ext uri="{FF2B5EF4-FFF2-40B4-BE49-F238E27FC236}">
                <a16:creationId xmlns:a16="http://schemas.microsoft.com/office/drawing/2014/main" id="{24589136-D5B5-41F9-AC76-5B4107FF66CB}"/>
              </a:ext>
            </a:extLst>
          </p:cNvPr>
          <p:cNvSpPr/>
          <p:nvPr/>
        </p:nvSpPr>
        <p:spPr>
          <a:xfrm>
            <a:off x="2971800" y="5029200"/>
            <a:ext cx="5334000" cy="3810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itle 1">
            <a:extLst>
              <a:ext uri="{FF2B5EF4-FFF2-40B4-BE49-F238E27FC236}">
                <a16:creationId xmlns:a16="http://schemas.microsoft.com/office/drawing/2014/main" id="{9D44D825-827C-4862-B6D5-ADA7CEAD3407}"/>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Where Are We?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8419340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Title 1">
            <a:extLst>
              <a:ext uri="{FF2B5EF4-FFF2-40B4-BE49-F238E27FC236}">
                <a16:creationId xmlns:a16="http://schemas.microsoft.com/office/drawing/2014/main" id="{2220DB81-7CDD-4B49-8865-7B1291DED399}"/>
              </a:ext>
            </a:extLst>
          </p:cNvPr>
          <p:cNvSpPr>
            <a:spLocks noGrp="1" noChangeArrowheads="1"/>
          </p:cNvSpPr>
          <p:nvPr>
            <p:ph type="title"/>
          </p:nvPr>
        </p:nvSpPr>
        <p:spPr/>
        <p:txBody>
          <a:bodyPr/>
          <a:lstStyle/>
          <a:p>
            <a:r>
              <a:rPr lang="en-US" altLang="en-US">
                <a:ea typeface="ＭＳ Ｐゴシック" panose="020B0600070205080204" pitchFamily="34" charset="-128"/>
              </a:rPr>
              <a:t>Multi-Cycle Microarchitectures</a:t>
            </a:r>
          </a:p>
        </p:txBody>
      </p:sp>
      <p:sp>
        <p:nvSpPr>
          <p:cNvPr id="91138" name="Content Placeholder 2">
            <a:extLst>
              <a:ext uri="{FF2B5EF4-FFF2-40B4-BE49-F238E27FC236}">
                <a16:creationId xmlns:a16="http://schemas.microsoft.com/office/drawing/2014/main" id="{A58B2BBC-B37F-1B4C-9F38-4CDDDDC0C649}"/>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Goal: Let each instruction take (close to) only as much time it really needs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Idea of multi-cycle CPU:</a:t>
            </a:r>
          </a:p>
          <a:p>
            <a:pPr lvl="1"/>
            <a:r>
              <a:rPr lang="en-US" altLang="en-US" dirty="0">
                <a:solidFill>
                  <a:srgbClr val="0000FF"/>
                </a:solidFill>
                <a:ea typeface="ＭＳ Ｐゴシック" panose="020B0600070205080204" pitchFamily="34" charset="-128"/>
              </a:rPr>
              <a:t>Decrease clock cycle time</a:t>
            </a:r>
          </a:p>
          <a:p>
            <a:pPr lvl="1"/>
            <a:r>
              <a:rPr lang="en-US" altLang="en-US" dirty="0">
                <a:solidFill>
                  <a:srgbClr val="0000FF"/>
                </a:solidFill>
                <a:ea typeface="ＭＳ Ｐゴシック" panose="020B0600070205080204" pitchFamily="34" charset="-128"/>
              </a:rPr>
              <a:t>Each instruction takes as many clock cycles as it needs to take</a:t>
            </a:r>
          </a:p>
          <a:p>
            <a:pPr lvl="2"/>
            <a:r>
              <a:rPr lang="en-US" altLang="en-US" dirty="0">
                <a:ea typeface="ＭＳ Ｐゴシック" panose="020B0600070205080204" pitchFamily="34" charset="-128"/>
              </a:rPr>
              <a:t>Multiple state transitions per instruction</a:t>
            </a:r>
          </a:p>
          <a:p>
            <a:pPr lvl="2"/>
            <a:r>
              <a:rPr lang="en-US" altLang="en-US" dirty="0">
                <a:ea typeface="ＭＳ Ｐゴシック" panose="020B0600070205080204" pitchFamily="34" charset="-128"/>
              </a:rPr>
              <a:t>The states followed by each instruction is different</a:t>
            </a: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197635" name="Slide Number Placeholder 3">
            <a:extLst>
              <a:ext uri="{FF2B5EF4-FFF2-40B4-BE49-F238E27FC236}">
                <a16:creationId xmlns:a16="http://schemas.microsoft.com/office/drawing/2014/main" id="{C6E06A2E-6ED2-3043-9F71-B77C4B0FD1D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6CEAEAC-E685-9C45-96B4-A23ADED5324E}"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7618947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Title 1">
            <a:extLst>
              <a:ext uri="{FF2B5EF4-FFF2-40B4-BE49-F238E27FC236}">
                <a16:creationId xmlns:a16="http://schemas.microsoft.com/office/drawing/2014/main" id="{6279D6B1-45CD-2740-9A19-3643B2A88D58}"/>
              </a:ext>
            </a:extLst>
          </p:cNvPr>
          <p:cNvSpPr>
            <a:spLocks noGrp="1" noChangeArrowheads="1"/>
          </p:cNvSpPr>
          <p:nvPr>
            <p:ph type="title"/>
          </p:nvPr>
        </p:nvSpPr>
        <p:spPr/>
        <p:txBody>
          <a:bodyPr/>
          <a:lstStyle/>
          <a:p>
            <a:r>
              <a:rPr lang="en-US" altLang="en-US" sz="3200" dirty="0">
                <a:ea typeface="ＭＳ Ｐゴシック" panose="020B0600070205080204" pitchFamily="34" charset="-128"/>
              </a:rPr>
              <a:t>The “Process Instruction” Step of Multi-Cycle CPU</a:t>
            </a:r>
            <a:br>
              <a:rPr lang="en-US" altLang="en-US" dirty="0">
                <a:ea typeface="ＭＳ Ｐゴシック" panose="020B0600070205080204" pitchFamily="34" charset="-128"/>
              </a:rPr>
            </a:br>
            <a:endParaRPr lang="en-US" altLang="en-US" dirty="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C99825F2-7E4D-E549-A76F-6DB9AC25CBD6}"/>
              </a:ext>
            </a:extLst>
          </p:cNvPr>
          <p:cNvSpPr>
            <a:spLocks noGrp="1" noChangeArrowheads="1"/>
          </p:cNvSpPr>
          <p:nvPr>
            <p:ph idx="1"/>
          </p:nvPr>
        </p:nvSpPr>
        <p:spPr>
          <a:xfrm>
            <a:off x="228600" y="838200"/>
            <a:ext cx="8915400" cy="5194300"/>
          </a:xfrm>
        </p:spPr>
        <p:txBody>
          <a:bodyPr/>
          <a:lstStyle/>
          <a:p>
            <a:r>
              <a:rPr lang="en-US" altLang="en-US" dirty="0">
                <a:solidFill>
                  <a:srgbClr val="0000FF"/>
                </a:solidFill>
                <a:ea typeface="ＭＳ Ｐゴシック" panose="020B0600070205080204" pitchFamily="34" charset="-128"/>
              </a:rPr>
              <a:t>ISA specifies abstractly what AS’ should be, given an instruction and AS</a:t>
            </a:r>
          </a:p>
          <a:p>
            <a:pPr lvl="1"/>
            <a:r>
              <a:rPr lang="en-US" altLang="en-US" dirty="0">
                <a:ea typeface="ＭＳ Ｐゴシック" panose="020B0600070205080204" pitchFamily="34" charset="-128"/>
              </a:rPr>
              <a:t>It defines an abstract finite state machine where</a:t>
            </a:r>
          </a:p>
          <a:p>
            <a:pPr lvl="2"/>
            <a:r>
              <a:rPr lang="en-US" altLang="en-US" sz="1900" dirty="0">
                <a:ea typeface="ＭＳ Ｐゴシック" panose="020B0600070205080204" pitchFamily="34" charset="-128"/>
              </a:rPr>
              <a:t>State = programmer-visible state </a:t>
            </a:r>
          </a:p>
          <a:p>
            <a:pPr lvl="2"/>
            <a:r>
              <a:rPr lang="en-US" altLang="en-US" sz="1900" dirty="0">
                <a:ea typeface="ＭＳ Ｐゴシック" panose="020B0600070205080204" pitchFamily="34" charset="-128"/>
              </a:rPr>
              <a:t>Next-state logic = instruction execution specification</a:t>
            </a:r>
          </a:p>
          <a:p>
            <a:pPr lvl="1"/>
            <a:r>
              <a:rPr lang="en-US" altLang="en-US" dirty="0">
                <a:ea typeface="ＭＳ Ｐゴシック" panose="020B0600070205080204" pitchFamily="34" charset="-128"/>
              </a:rPr>
              <a:t>From ISA point of view, there are no “intermediate states” between AS and AS’ during instruction execution</a:t>
            </a:r>
          </a:p>
          <a:p>
            <a:pPr lvl="2"/>
            <a:r>
              <a:rPr lang="en-US" altLang="en-US" sz="1900" dirty="0">
                <a:ea typeface="ＭＳ Ｐゴシック" panose="020B0600070205080204" pitchFamily="34" charset="-128"/>
              </a:rPr>
              <a:t>One state transition per instruction</a:t>
            </a:r>
          </a:p>
          <a:p>
            <a:endParaRPr lang="en-US" altLang="en-US" sz="1000"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Microarchitecture implements how AS is transformed to AS’</a:t>
            </a:r>
            <a:endParaRPr lang="en-US" altLang="ja-JP" dirty="0">
              <a:solidFill>
                <a:srgbClr val="0000FF"/>
              </a:solidFill>
              <a:ea typeface="ＭＳ Ｐゴシック" panose="020B0600070205080204" pitchFamily="34" charset="-128"/>
            </a:endParaRPr>
          </a:p>
          <a:p>
            <a:pPr lvl="1"/>
            <a:r>
              <a:rPr lang="en-US" altLang="en-US" dirty="0">
                <a:ea typeface="ＭＳ Ｐゴシック" panose="020B0600070205080204" pitchFamily="34" charset="-128"/>
              </a:rPr>
              <a:t>We can have programmer-invisible state to optimize the speed of instruction execution: </a:t>
            </a:r>
            <a:r>
              <a:rPr lang="en-US" altLang="en-US" b="1" dirty="0">
                <a:ea typeface="ＭＳ Ｐゴシック" panose="020B0600070205080204" pitchFamily="34" charset="-128"/>
              </a:rPr>
              <a:t>multiple</a:t>
            </a:r>
            <a:r>
              <a:rPr lang="en-US" altLang="en-US" dirty="0">
                <a:ea typeface="ＭＳ Ｐゴシック" panose="020B0600070205080204" pitchFamily="34" charset="-128"/>
              </a:rPr>
              <a:t> state transitions per instruction</a:t>
            </a:r>
          </a:p>
          <a:p>
            <a:pPr lvl="2"/>
            <a:r>
              <a:rPr lang="en-US" altLang="zh-CN" sz="2200" dirty="0">
                <a:ea typeface="ＭＳ Ｐゴシック" panose="020B0600070205080204" pitchFamily="34" charset="-128"/>
              </a:rPr>
              <a:t>Single-cycle</a:t>
            </a:r>
            <a:r>
              <a:rPr lang="en-US" altLang="en-US" sz="1900" dirty="0">
                <a:ea typeface="ＭＳ Ｐゴシック" panose="020B0600070205080204" pitchFamily="34" charset="-128"/>
              </a:rPr>
              <a:t>: </a:t>
            </a:r>
            <a:r>
              <a:rPr lang="en-US" altLang="en-US" sz="1900" dirty="0">
                <a:solidFill>
                  <a:srgbClr val="FF0000"/>
                </a:solidFill>
                <a:ea typeface="ＭＳ Ｐゴシック" panose="020B0600070205080204" pitchFamily="34" charset="-128"/>
              </a:rPr>
              <a:t>AS </a:t>
            </a:r>
            <a:r>
              <a:rPr lang="en-US" altLang="en-US" sz="1900" dirty="0">
                <a:solidFill>
                  <a:srgbClr val="FF0000"/>
                </a:solidFill>
                <a:ea typeface="ＭＳ Ｐゴシック" panose="020B0600070205080204" pitchFamily="34" charset="-128"/>
                <a:sym typeface="Wingdings" pitchFamily="2" charset="2"/>
              </a:rPr>
              <a:t> AS’ </a:t>
            </a:r>
            <a:r>
              <a:rPr lang="en-US" altLang="en-US" sz="1900" dirty="0">
                <a:ea typeface="ＭＳ Ｐゴシック" panose="020B0600070205080204" pitchFamily="34" charset="-128"/>
                <a:sym typeface="Wingdings" pitchFamily="2" charset="2"/>
              </a:rPr>
              <a:t>(transform AS to AS’ in a single clock cycle)</a:t>
            </a:r>
            <a:endParaRPr lang="en-US" altLang="en-US" sz="1900" dirty="0">
              <a:ea typeface="ＭＳ Ｐゴシック" panose="020B0600070205080204" pitchFamily="34" charset="-128"/>
            </a:endParaRPr>
          </a:p>
          <a:p>
            <a:pPr lvl="2"/>
            <a:r>
              <a:rPr lang="en-US" altLang="zh-CN" sz="2200" dirty="0">
                <a:latin typeface="Tahoma" panose="020B0604030504040204" pitchFamily="34" charset="0"/>
                <a:ea typeface="ＭＳ Ｐゴシック" panose="020B0600070205080204" pitchFamily="34" charset="-128"/>
                <a:cs typeface="Tahoma" panose="020B0604030504040204" pitchFamily="34" charset="0"/>
              </a:rPr>
              <a:t>Multi-cycle</a:t>
            </a:r>
            <a:r>
              <a:rPr lang="en-US" altLang="en-US" sz="1900" dirty="0">
                <a:ea typeface="ＭＳ Ｐゴシック" panose="020B0600070205080204" pitchFamily="34" charset="-128"/>
              </a:rPr>
              <a:t>: </a:t>
            </a:r>
            <a:r>
              <a:rPr lang="en-US" altLang="en-US" sz="1900" dirty="0">
                <a:solidFill>
                  <a:srgbClr val="FF0000"/>
                </a:solidFill>
                <a:ea typeface="ＭＳ Ｐゴシック" panose="020B0600070205080204" pitchFamily="34" charset="-128"/>
              </a:rPr>
              <a:t>AS </a:t>
            </a:r>
            <a:r>
              <a:rPr lang="en-US" altLang="en-US" sz="1900" dirty="0">
                <a:solidFill>
                  <a:srgbClr val="FF0000"/>
                </a:solidFill>
                <a:ea typeface="ＭＳ Ｐゴシック" panose="020B0600070205080204" pitchFamily="34" charset="-128"/>
                <a:sym typeface="Wingdings" pitchFamily="2" charset="2"/>
              </a:rPr>
              <a:t> AS+MS1  AS+MS2  AS+MS3  AS’</a:t>
            </a:r>
            <a:r>
              <a:rPr lang="en-US" altLang="ja-JP" sz="1900" dirty="0">
                <a:solidFill>
                  <a:srgbClr val="FF0000"/>
                </a:solidFill>
                <a:ea typeface="ＭＳ Ｐゴシック" panose="020B0600070205080204" pitchFamily="34" charset="-128"/>
              </a:rPr>
              <a:t> </a:t>
            </a:r>
            <a:r>
              <a:rPr lang="en-US" altLang="ja-JP" sz="1900" dirty="0">
                <a:ea typeface="ＭＳ Ｐゴシック" panose="020B0600070205080204" pitchFamily="34" charset="-128"/>
              </a:rPr>
              <a:t>(take multiple clock cycles to transform AS to AS</a:t>
            </a:r>
            <a:r>
              <a:rPr lang="en-US" altLang="en-US" sz="1900" dirty="0">
                <a:ea typeface="ＭＳ Ｐゴシック" panose="020B0600070205080204" pitchFamily="34" charset="-128"/>
              </a:rPr>
              <a:t>’</a:t>
            </a:r>
            <a:r>
              <a:rPr lang="en-US" altLang="ja-JP" sz="1900" dirty="0">
                <a:ea typeface="ＭＳ Ｐゴシック" panose="020B0600070205080204" pitchFamily="34" charset="-128"/>
              </a:rPr>
              <a:t>)</a:t>
            </a:r>
          </a:p>
          <a:p>
            <a:pPr lvl="1"/>
            <a:endParaRPr lang="en-US" altLang="en-US" dirty="0">
              <a:ea typeface="ＭＳ Ｐゴシック" panose="020B0600070205080204" pitchFamily="34" charset="-128"/>
            </a:endParaRPr>
          </a:p>
        </p:txBody>
      </p:sp>
      <p:sp>
        <p:nvSpPr>
          <p:cNvPr id="200707" name="Slide Number Placeholder 3">
            <a:extLst>
              <a:ext uri="{FF2B5EF4-FFF2-40B4-BE49-F238E27FC236}">
                <a16:creationId xmlns:a16="http://schemas.microsoft.com/office/drawing/2014/main" id="{3531E5B5-7B8F-5341-A939-A3164EEF67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300B3D8-F9FF-7948-AD81-F1DE5CAFC10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31438855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Title 1">
            <a:extLst>
              <a:ext uri="{FF2B5EF4-FFF2-40B4-BE49-F238E27FC236}">
                <a16:creationId xmlns:a16="http://schemas.microsoft.com/office/drawing/2014/main" id="{37D43EFC-46F4-934F-A574-2543D19BAD66}"/>
              </a:ext>
            </a:extLst>
          </p:cNvPr>
          <p:cNvSpPr>
            <a:spLocks noGrp="1" noChangeArrowheads="1"/>
          </p:cNvSpPr>
          <p:nvPr>
            <p:ph type="title"/>
          </p:nvPr>
        </p:nvSpPr>
        <p:spPr>
          <a:xfrm>
            <a:off x="228600" y="152400"/>
            <a:ext cx="8915400" cy="1066800"/>
          </a:xfrm>
        </p:spPr>
        <p:txBody>
          <a:bodyPr/>
          <a:lstStyle/>
          <a:p>
            <a:r>
              <a:rPr lang="en-US" altLang="en-US">
                <a:ea typeface="ＭＳ Ｐゴシック" panose="020B0600070205080204" pitchFamily="34" charset="-128"/>
              </a:rPr>
              <a:t>Multi-Cycle Microarchitecture</a:t>
            </a:r>
          </a:p>
        </p:txBody>
      </p:sp>
      <p:sp>
        <p:nvSpPr>
          <p:cNvPr id="3" name="Content Placeholder 2">
            <a:extLst>
              <a:ext uri="{FF2B5EF4-FFF2-40B4-BE49-F238E27FC236}">
                <a16:creationId xmlns:a16="http://schemas.microsoft.com/office/drawing/2014/main" id="{9D946A16-B7D7-8C40-98B4-CD3E276AB14F}"/>
              </a:ext>
            </a:extLst>
          </p:cNvPr>
          <p:cNvSpPr>
            <a:spLocks noGrp="1" noChangeArrowheads="1"/>
          </p:cNvSpPr>
          <p:nvPr>
            <p:ph idx="1"/>
          </p:nvPr>
        </p:nvSpPr>
        <p:spPr>
          <a:xfrm>
            <a:off x="228600" y="996950"/>
            <a:ext cx="8610600" cy="5194300"/>
          </a:xfrm>
        </p:spPr>
        <p:txBody>
          <a:bodyPr/>
          <a:lstStyle/>
          <a:p>
            <a:pPr marL="0" indent="0" algn="ctr">
              <a:buFont typeface="Wingdings" pitchFamily="2" charset="2"/>
              <a:buNone/>
            </a:pPr>
            <a:r>
              <a:rPr lang="en-US" altLang="en-US" dirty="0">
                <a:solidFill>
                  <a:srgbClr val="0000FF"/>
                </a:solidFill>
                <a:ea typeface="ＭＳ Ｐゴシック" panose="020B0600070205080204" pitchFamily="34" charset="-128"/>
              </a:rPr>
              <a:t>AS = Architectural (programmer visible) state </a:t>
            </a:r>
          </a:p>
          <a:p>
            <a:pPr marL="0" indent="0" algn="ctr">
              <a:buFont typeface="Wingdings" pitchFamily="2" charset="2"/>
              <a:buNone/>
            </a:pPr>
            <a:r>
              <a:rPr lang="en-US" altLang="en-US" dirty="0">
                <a:solidFill>
                  <a:srgbClr val="0000FF"/>
                </a:solidFill>
                <a:ea typeface="ＭＳ Ｐゴシック" panose="020B0600070205080204" pitchFamily="34" charset="-128"/>
              </a:rPr>
              <a:t>at the beginning of an instruction</a:t>
            </a:r>
          </a:p>
          <a:p>
            <a:pPr marL="0" indent="0" algn="ctr">
              <a:buFont typeface="Wingdings" pitchFamily="2" charset="2"/>
              <a:buNone/>
            </a:pPr>
            <a:endParaRPr lang="en-US" altLang="en-US" sz="1400" dirty="0">
              <a:ea typeface="ＭＳ Ｐゴシック" panose="020B0600070205080204" pitchFamily="34" charset="-128"/>
            </a:endParaRPr>
          </a:p>
          <a:p>
            <a:pPr marL="0" indent="0" algn="ctr">
              <a:buFont typeface="Wingdings" pitchFamily="2" charset="2"/>
              <a:buNone/>
            </a:pPr>
            <a:endParaRPr lang="en-US" altLang="en-US" sz="1600" dirty="0">
              <a:ea typeface="ＭＳ Ｐゴシック" panose="020B0600070205080204" pitchFamily="34" charset="-128"/>
            </a:endParaRPr>
          </a:p>
          <a:p>
            <a:pPr marL="0" indent="0" algn="ctr">
              <a:buFont typeface="Wingdings" pitchFamily="2" charset="2"/>
              <a:buNone/>
            </a:pPr>
            <a:r>
              <a:rPr lang="en-US" altLang="en-US" dirty="0">
                <a:ea typeface="ＭＳ Ｐゴシック" panose="020B0600070205080204" pitchFamily="34" charset="-128"/>
              </a:rPr>
              <a:t>Step 1: Process part of instruction in one clock cycle</a:t>
            </a:r>
          </a:p>
          <a:p>
            <a:pPr marL="0" indent="0" algn="ctr">
              <a:buFont typeface="Wingdings" pitchFamily="2" charset="2"/>
              <a:buNone/>
            </a:pPr>
            <a:endParaRPr lang="en-US" altLang="en-US" dirty="0">
              <a:solidFill>
                <a:srgbClr val="FF0000"/>
              </a:solidFill>
              <a:ea typeface="ＭＳ Ｐゴシック" panose="020B0600070205080204" pitchFamily="34" charset="-128"/>
            </a:endParaRPr>
          </a:p>
          <a:p>
            <a:pPr marL="0" indent="0" algn="ctr">
              <a:buFont typeface="Wingdings" pitchFamily="2" charset="2"/>
              <a:buNone/>
            </a:pPr>
            <a:endParaRPr lang="en-US" altLang="en-US" sz="1200" dirty="0">
              <a:solidFill>
                <a:srgbClr val="FF0000"/>
              </a:solidFill>
              <a:ea typeface="ＭＳ Ｐゴシック" panose="020B0600070205080204" pitchFamily="34" charset="-128"/>
            </a:endParaRPr>
          </a:p>
          <a:p>
            <a:pPr marL="0" indent="0" algn="ctr">
              <a:buFont typeface="Wingdings" pitchFamily="2" charset="2"/>
              <a:buNone/>
            </a:pPr>
            <a:r>
              <a:rPr lang="en-US" altLang="en-US" dirty="0">
                <a:ea typeface="ＭＳ Ｐゴシック" panose="020B0600070205080204" pitchFamily="34" charset="-128"/>
              </a:rPr>
              <a:t>Step 2: Process part of instruction in the next clock cycle</a:t>
            </a:r>
          </a:p>
          <a:p>
            <a:pPr marL="0" indent="0" algn="ctr">
              <a:buFont typeface="Wingdings" pitchFamily="2" charset="2"/>
              <a:buNone/>
            </a:pPr>
            <a:endParaRPr lang="en-US" altLang="en-US" dirty="0">
              <a:solidFill>
                <a:srgbClr val="FF0000"/>
              </a:solidFill>
              <a:ea typeface="ＭＳ Ｐゴシック" panose="020B0600070205080204" pitchFamily="34" charset="-128"/>
            </a:endParaRPr>
          </a:p>
          <a:p>
            <a:pPr marL="0" indent="0" algn="ctr">
              <a:buFont typeface="Wingdings" pitchFamily="2" charset="2"/>
              <a:buNone/>
            </a:pPr>
            <a:endParaRPr lang="en-US" altLang="en-US" sz="1000" dirty="0">
              <a:solidFill>
                <a:srgbClr val="FF0000"/>
              </a:solidFill>
              <a:ea typeface="ＭＳ Ｐゴシック" panose="020B0600070205080204" pitchFamily="34" charset="-128"/>
            </a:endParaRPr>
          </a:p>
          <a:p>
            <a:pPr marL="0" indent="0" algn="ctr">
              <a:buFont typeface="Wingdings" pitchFamily="2" charset="2"/>
              <a:buNone/>
            </a:pPr>
            <a:r>
              <a:rPr lang="en-US" altLang="en-US" dirty="0">
                <a:ea typeface="ＭＳ Ｐゴシック" panose="020B0600070205080204" pitchFamily="34" charset="-128"/>
              </a:rPr>
              <a:t>…</a:t>
            </a:r>
          </a:p>
          <a:p>
            <a:pPr marL="0" indent="0" algn="ctr">
              <a:buFont typeface="Wingdings" pitchFamily="2" charset="2"/>
              <a:buNone/>
            </a:pPr>
            <a:endParaRPr lang="en-US" altLang="en-US" dirty="0">
              <a:solidFill>
                <a:srgbClr val="FF0000"/>
              </a:solidFill>
              <a:ea typeface="ＭＳ Ｐゴシック" panose="020B0600070205080204" pitchFamily="34" charset="-128"/>
            </a:endParaRPr>
          </a:p>
          <a:p>
            <a:pPr marL="0" indent="0" algn="ctr">
              <a:buFont typeface="Wingdings" pitchFamily="2" charset="2"/>
              <a:buNone/>
            </a:pPr>
            <a:r>
              <a:rPr lang="en-US" altLang="en-US" dirty="0">
                <a:solidFill>
                  <a:srgbClr val="FF0000"/>
                </a:solidFill>
                <a:ea typeface="ＭＳ Ｐゴシック" panose="020B0600070205080204" pitchFamily="34" charset="-128"/>
              </a:rPr>
              <a:t>AS’ = Architectural (programmer visible) state </a:t>
            </a:r>
          </a:p>
          <a:p>
            <a:pPr marL="0" indent="0" algn="ctr">
              <a:buFont typeface="Wingdings" pitchFamily="2" charset="2"/>
              <a:buNone/>
            </a:pPr>
            <a:r>
              <a:rPr lang="en-US" altLang="en-US" dirty="0">
                <a:solidFill>
                  <a:srgbClr val="FF0000"/>
                </a:solidFill>
                <a:ea typeface="ＭＳ Ｐゴシック" panose="020B0600070205080204" pitchFamily="34" charset="-128"/>
              </a:rPr>
              <a:t>at the end of a clock cycle</a:t>
            </a:r>
          </a:p>
          <a:p>
            <a:pPr marL="0" indent="0"/>
            <a:endParaRPr lang="en-US" altLang="en-US" dirty="0">
              <a:ea typeface="ＭＳ Ｐゴシック" panose="020B0600070205080204" pitchFamily="34" charset="-128"/>
            </a:endParaRPr>
          </a:p>
        </p:txBody>
      </p:sp>
      <p:sp>
        <p:nvSpPr>
          <p:cNvPr id="199683" name="Slide Number Placeholder 3">
            <a:extLst>
              <a:ext uri="{FF2B5EF4-FFF2-40B4-BE49-F238E27FC236}">
                <a16:creationId xmlns:a16="http://schemas.microsoft.com/office/drawing/2014/main" id="{9A682FBA-85D0-1A4A-A1E2-E70E456545F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15DB4F8-ACB8-7249-807B-4C8FE5E9441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 name="Down Arrow 4">
            <a:extLst>
              <a:ext uri="{FF2B5EF4-FFF2-40B4-BE49-F238E27FC236}">
                <a16:creationId xmlns:a16="http://schemas.microsoft.com/office/drawing/2014/main" id="{5753274A-5C2E-1E41-ACAD-0C6005E7AE00}"/>
              </a:ext>
            </a:extLst>
          </p:cNvPr>
          <p:cNvSpPr>
            <a:spLocks noChangeArrowheads="1"/>
          </p:cNvSpPr>
          <p:nvPr/>
        </p:nvSpPr>
        <p:spPr bwMode="auto">
          <a:xfrm>
            <a:off x="4419600" y="1905000"/>
            <a:ext cx="450850" cy="579438"/>
          </a:xfrm>
          <a:prstGeom prst="downArrow">
            <a:avLst>
              <a:gd name="adj1" fmla="val 50000"/>
              <a:gd name="adj2" fmla="val 50004"/>
            </a:avLst>
          </a:prstGeom>
          <a:solidFill>
            <a:srgbClr val="C0C0C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Down Arrow 5">
            <a:extLst>
              <a:ext uri="{FF2B5EF4-FFF2-40B4-BE49-F238E27FC236}">
                <a16:creationId xmlns:a16="http://schemas.microsoft.com/office/drawing/2014/main" id="{1BA1EB81-ABBE-764A-8EBD-2E82B2FD1B23}"/>
              </a:ext>
            </a:extLst>
          </p:cNvPr>
          <p:cNvSpPr>
            <a:spLocks noChangeArrowheads="1"/>
          </p:cNvSpPr>
          <p:nvPr/>
        </p:nvSpPr>
        <p:spPr bwMode="auto">
          <a:xfrm>
            <a:off x="4425950" y="3992563"/>
            <a:ext cx="450850" cy="579437"/>
          </a:xfrm>
          <a:prstGeom prst="downArrow">
            <a:avLst>
              <a:gd name="adj1" fmla="val 50000"/>
              <a:gd name="adj2" fmla="val 50004"/>
            </a:avLst>
          </a:prstGeom>
          <a:solidFill>
            <a:srgbClr val="C0C0C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 name="Down Arrow 6">
            <a:extLst>
              <a:ext uri="{FF2B5EF4-FFF2-40B4-BE49-F238E27FC236}">
                <a16:creationId xmlns:a16="http://schemas.microsoft.com/office/drawing/2014/main" id="{B4857769-6AAD-004C-A85B-9A5CA2CCB492}"/>
              </a:ext>
            </a:extLst>
          </p:cNvPr>
          <p:cNvSpPr>
            <a:spLocks noChangeArrowheads="1"/>
          </p:cNvSpPr>
          <p:nvPr/>
        </p:nvSpPr>
        <p:spPr bwMode="auto">
          <a:xfrm>
            <a:off x="4419600" y="2849563"/>
            <a:ext cx="450850" cy="579437"/>
          </a:xfrm>
          <a:prstGeom prst="downArrow">
            <a:avLst>
              <a:gd name="adj1" fmla="val 50000"/>
              <a:gd name="adj2" fmla="val 50004"/>
            </a:avLst>
          </a:prstGeom>
          <a:solidFill>
            <a:srgbClr val="C0C0C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 name="Down Arrow 7">
            <a:extLst>
              <a:ext uri="{FF2B5EF4-FFF2-40B4-BE49-F238E27FC236}">
                <a16:creationId xmlns:a16="http://schemas.microsoft.com/office/drawing/2014/main" id="{B82EB816-68DB-B04E-A0AD-0276CAF16E99}"/>
              </a:ext>
            </a:extLst>
          </p:cNvPr>
          <p:cNvSpPr>
            <a:spLocks noChangeArrowheads="1"/>
          </p:cNvSpPr>
          <p:nvPr/>
        </p:nvSpPr>
        <p:spPr bwMode="auto">
          <a:xfrm>
            <a:off x="4419600" y="5029200"/>
            <a:ext cx="450850" cy="579438"/>
          </a:xfrm>
          <a:prstGeom prst="downArrow">
            <a:avLst>
              <a:gd name="adj1" fmla="val 50000"/>
              <a:gd name="adj2" fmla="val 50004"/>
            </a:avLst>
          </a:prstGeom>
          <a:solidFill>
            <a:srgbClr val="C0C0C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707752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B34A3B58-7D25-41BF-84ED-C090FD89A329}"/>
              </a:ext>
            </a:extLst>
          </p:cNvPr>
          <p:cNvPicPr>
            <a:picLocks noChangeAspect="1"/>
          </p:cNvPicPr>
          <p:nvPr/>
        </p:nvPicPr>
        <p:blipFill>
          <a:blip r:embed="rId2"/>
          <a:stretch>
            <a:fillRect/>
          </a:stretch>
        </p:blipFill>
        <p:spPr>
          <a:xfrm>
            <a:off x="-38100" y="1067450"/>
            <a:ext cx="9144000" cy="5237544"/>
          </a:xfrm>
          <a:prstGeom prst="rect">
            <a:avLst/>
          </a:prstGeom>
        </p:spPr>
      </p:pic>
      <p:sp>
        <p:nvSpPr>
          <p:cNvPr id="4" name="灯片编号占位符 3">
            <a:extLst>
              <a:ext uri="{FF2B5EF4-FFF2-40B4-BE49-F238E27FC236}">
                <a16:creationId xmlns:a16="http://schemas.microsoft.com/office/drawing/2014/main" id="{55751EBB-48F2-4EBC-BFD3-511916AA9A95}"/>
              </a:ext>
            </a:extLst>
          </p:cNvPr>
          <p:cNvSpPr>
            <a:spLocks noGrp="1"/>
          </p:cNvSpPr>
          <p:nvPr>
            <p:ph type="sldNum" sz="quarter" idx="11"/>
          </p:nvPr>
        </p:nvSpPr>
        <p:spPr>
          <a:xfrm>
            <a:off x="6630988" y="6330394"/>
            <a:ext cx="2133600" cy="457200"/>
          </a:xfrm>
        </p:spPr>
        <p:txBody>
          <a:bodyPr/>
          <a:lstStyle/>
          <a:p>
            <a:pPr>
              <a:defRPr/>
            </a:pPr>
            <a:fld id="{753DEEF8-87BA-7144-9648-F84693A6E11D}" type="slidenum">
              <a:rPr lang="en-US" altLang="en-US" smtClean="0"/>
              <a:pPr>
                <a:defRPr/>
              </a:pPr>
              <a:t>44</a:t>
            </a:fld>
            <a:endParaRPr lang="en-US" altLang="en-US"/>
          </a:p>
        </p:txBody>
      </p:sp>
      <p:sp>
        <p:nvSpPr>
          <p:cNvPr id="157" name="Rectangle 36">
            <a:extLst>
              <a:ext uri="{FF2B5EF4-FFF2-40B4-BE49-F238E27FC236}">
                <a16:creationId xmlns:a16="http://schemas.microsoft.com/office/drawing/2014/main" id="{24589136-D5B5-41F9-AC76-5B4107FF66CB}"/>
              </a:ext>
            </a:extLst>
          </p:cNvPr>
          <p:cNvSpPr/>
          <p:nvPr/>
        </p:nvSpPr>
        <p:spPr>
          <a:xfrm>
            <a:off x="2895600" y="4648200"/>
            <a:ext cx="2057400" cy="533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itle 1">
            <a:extLst>
              <a:ext uri="{FF2B5EF4-FFF2-40B4-BE49-F238E27FC236}">
                <a16:creationId xmlns:a16="http://schemas.microsoft.com/office/drawing/2014/main" id="{9D44D825-827C-4862-B6D5-ADA7CEAD3407}"/>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Where Are We?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012800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C2480C4E-46B7-E84A-87BC-961B961067BD}"/>
              </a:ext>
            </a:extLst>
          </p:cNvPr>
          <p:cNvSpPr>
            <a:spLocks noGrp="1" noChangeArrowheads="1"/>
          </p:cNvSpPr>
          <p:nvPr>
            <p:ph type="title"/>
          </p:nvPr>
        </p:nvSpPr>
        <p:spPr>
          <a:xfrm>
            <a:off x="228600" y="152400"/>
            <a:ext cx="8915400" cy="1066800"/>
          </a:xfrm>
        </p:spPr>
        <p:txBody>
          <a:bodyPr/>
          <a:lstStyle/>
          <a:p>
            <a:r>
              <a:rPr lang="en-US" altLang="en-US" sz="3000" dirty="0">
                <a:ea typeface="ＭＳ Ｐゴシック" panose="020B0600070205080204" pitchFamily="34" charset="-128"/>
              </a:rPr>
              <a:t>Can We Use the Idle Hardware to Improve Concurrency?	</a:t>
            </a:r>
          </a:p>
        </p:txBody>
      </p:sp>
      <p:sp>
        <p:nvSpPr>
          <p:cNvPr id="3" name="Content Placeholder 2">
            <a:extLst>
              <a:ext uri="{FF2B5EF4-FFF2-40B4-BE49-F238E27FC236}">
                <a16:creationId xmlns:a16="http://schemas.microsoft.com/office/drawing/2014/main" id="{038B9CB6-BB96-FA44-A09D-EF91ED58409E}"/>
              </a:ext>
            </a:extLst>
          </p:cNvPr>
          <p:cNvSpPr>
            <a:spLocks noGrp="1" noChangeArrowheads="1"/>
          </p:cNvSpPr>
          <p:nvPr>
            <p:ph idx="1"/>
          </p:nvPr>
        </p:nvSpPr>
        <p:spPr>
          <a:xfrm>
            <a:off x="228600" y="996950"/>
            <a:ext cx="8610600" cy="5403850"/>
          </a:xfrm>
        </p:spPr>
        <p:txBody>
          <a:bodyPr/>
          <a:lstStyle/>
          <a:p>
            <a:r>
              <a:rPr lang="en-US" altLang="en-US" b="1" dirty="0">
                <a:ea typeface="ＭＳ Ｐゴシック" panose="020B0600070205080204" pitchFamily="34" charset="-128"/>
              </a:rPr>
              <a:t>Goal</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More concurrency </a:t>
            </a:r>
            <a:r>
              <a:rPr lang="en-US" altLang="en-US" dirty="0">
                <a:solidFill>
                  <a:srgbClr val="0432FF"/>
                </a:solidFill>
                <a:ea typeface="ＭＳ Ｐゴシック" panose="020B0600070205080204" pitchFamily="34" charset="-128"/>
                <a:sym typeface="Wingdings" pitchFamily="2" charset="2"/>
              </a:rPr>
              <a:t> Higher instruction throughput 	</a:t>
            </a:r>
            <a:r>
              <a:rPr lang="en-US" altLang="en-US" dirty="0">
                <a:ea typeface="ＭＳ Ｐゴシック" panose="020B0600070205080204" pitchFamily="34" charset="-128"/>
                <a:sym typeface="Wingdings" pitchFamily="2" charset="2"/>
              </a:rPr>
              <a:t>(i.e., more “work” completed in one cycle)</a:t>
            </a:r>
          </a:p>
          <a:p>
            <a:endParaRPr lang="en-US" altLang="en-US" dirty="0">
              <a:ea typeface="ＭＳ Ｐゴシック" panose="020B0600070205080204" pitchFamily="34" charset="-128"/>
            </a:endParaRPr>
          </a:p>
          <a:p>
            <a:r>
              <a:rPr lang="en-US" altLang="en-US" b="1" dirty="0">
                <a:ea typeface="ＭＳ Ｐゴシック" panose="020B0600070205080204" pitchFamily="34" charset="-128"/>
              </a:rPr>
              <a:t>Key Idea</a:t>
            </a:r>
            <a:r>
              <a:rPr lang="en-US" altLang="en-US" dirty="0">
                <a:ea typeface="ＭＳ Ｐゴシック" panose="020B0600070205080204" pitchFamily="34" charset="-128"/>
              </a:rPr>
              <a:t>: When an instruction is using some resources in its processing phase, </a:t>
            </a:r>
            <a:r>
              <a:rPr lang="en-US" altLang="en-US" dirty="0">
                <a:solidFill>
                  <a:srgbClr val="0000FF"/>
                </a:solidFill>
                <a:ea typeface="ＭＳ Ｐゴシック" panose="020B0600070205080204" pitchFamily="34" charset="-128"/>
              </a:rPr>
              <a:t>process other instructions on idle resources</a:t>
            </a:r>
            <a:r>
              <a:rPr lang="en-US" altLang="en-US" dirty="0">
                <a:ea typeface="ＭＳ Ｐゴシック" panose="020B0600070205080204" pitchFamily="34" charset="-128"/>
              </a:rPr>
              <a:t> not needed by that instruction</a:t>
            </a:r>
          </a:p>
          <a:p>
            <a:pPr lvl="1"/>
            <a:r>
              <a:rPr lang="en-US" altLang="en-US" dirty="0">
                <a:ea typeface="ＭＳ Ｐゴシック" panose="020B0600070205080204" pitchFamily="34" charset="-128"/>
              </a:rPr>
              <a:t>E.g., when an instruction is being decoded, fetch the next instruction</a:t>
            </a:r>
          </a:p>
          <a:p>
            <a:pPr lvl="1"/>
            <a:r>
              <a:rPr lang="en-US" altLang="en-US" dirty="0">
                <a:ea typeface="ＭＳ Ｐゴシック" panose="020B0600070205080204" pitchFamily="34" charset="-128"/>
              </a:rPr>
              <a:t>E.g., when an instruction is being executed, decode another instruction</a:t>
            </a:r>
          </a:p>
          <a:p>
            <a:pPr lvl="1"/>
            <a:r>
              <a:rPr lang="en-US" altLang="en-US" dirty="0">
                <a:ea typeface="ＭＳ Ｐゴシック" panose="020B0600070205080204" pitchFamily="34" charset="-128"/>
              </a:rPr>
              <a:t>E.g., when an instruction is accessing data memory (</a:t>
            </a:r>
            <a:r>
              <a:rPr lang="en-US" altLang="en-US" dirty="0" err="1">
                <a:ea typeface="ＭＳ Ｐゴシック" panose="020B0600070205080204" pitchFamily="34" charset="-128"/>
              </a:rPr>
              <a:t>ld</a:t>
            </a:r>
            <a:r>
              <a:rPr lang="en-US" altLang="en-US" dirty="0">
                <a:ea typeface="ＭＳ Ｐゴシック" panose="020B0600070205080204" pitchFamily="34" charset="-128"/>
              </a:rPr>
              <a:t>/</a:t>
            </a:r>
            <a:r>
              <a:rPr lang="en-US" altLang="en-US" dirty="0" err="1">
                <a:ea typeface="ＭＳ Ｐゴシック" panose="020B0600070205080204" pitchFamily="34" charset="-128"/>
              </a:rPr>
              <a:t>st</a:t>
            </a:r>
            <a:r>
              <a:rPr lang="en-US" altLang="en-US" dirty="0">
                <a:ea typeface="ＭＳ Ｐゴシック" panose="020B0600070205080204" pitchFamily="34" charset="-128"/>
              </a:rPr>
              <a:t>), execute the next instruction</a:t>
            </a:r>
          </a:p>
          <a:p>
            <a:pPr lvl="1"/>
            <a:r>
              <a:rPr lang="en-US" altLang="en-US" dirty="0">
                <a:ea typeface="ＭＳ Ｐゴシック" panose="020B0600070205080204" pitchFamily="34" charset="-128"/>
              </a:rPr>
              <a:t>E.g., when an instruction is writing its result into the register file, access data memory for the next instruction</a:t>
            </a:r>
          </a:p>
        </p:txBody>
      </p:sp>
      <p:sp>
        <p:nvSpPr>
          <p:cNvPr id="26627" name="Slide Number Placeholder 3">
            <a:extLst>
              <a:ext uri="{FF2B5EF4-FFF2-40B4-BE49-F238E27FC236}">
                <a16:creationId xmlns:a16="http://schemas.microsoft.com/office/drawing/2014/main" id="{9343C95B-1ED6-CA44-86AE-438343AEDC1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82F97465-F886-C44B-9E7F-376933899C0E}" type="slidenum">
              <a:rPr lang="en-US" altLang="en-US" sz="1600" smtClean="0">
                <a:solidFill>
                  <a:srgbClr val="000000"/>
                </a:solidFill>
                <a:latin typeface="Garamond" panose="02020404030301010803" pitchFamily="18" charset="0"/>
              </a:rPr>
              <a:pPr>
                <a:spcBef>
                  <a:spcPct val="0"/>
                </a:spcBef>
                <a:buClrTx/>
                <a:buSzTx/>
                <a:buFontTx/>
                <a:buNone/>
              </a:pPr>
              <a:t>45</a:t>
            </a:fld>
            <a:endParaRPr lang="en-US" altLang="en-US" sz="1600">
              <a:solidFill>
                <a:srgbClr val="000000"/>
              </a:solidFill>
              <a:latin typeface="Garamond" panose="02020404030301010803" pitchFamily="18"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D694B651-3635-4248-AA73-D79CE6433BBA}"/>
              </a:ext>
            </a:extLst>
          </p:cNvPr>
          <p:cNvSpPr>
            <a:spLocks noGrp="1" noChangeArrowheads="1"/>
          </p:cNvSpPr>
          <p:nvPr>
            <p:ph type="title"/>
          </p:nvPr>
        </p:nvSpPr>
        <p:spPr/>
        <p:txBody>
          <a:bodyPr/>
          <a:lstStyle/>
          <a:p>
            <a:r>
              <a:rPr lang="en-US" altLang="en-US">
                <a:ea typeface="ＭＳ Ｐゴシック" panose="020B0600070205080204" pitchFamily="34" charset="-128"/>
              </a:rPr>
              <a:t>Pipelining: Basic Idea</a:t>
            </a:r>
          </a:p>
        </p:txBody>
      </p:sp>
      <p:sp>
        <p:nvSpPr>
          <p:cNvPr id="3" name="Content Placeholder 2">
            <a:extLst>
              <a:ext uri="{FF2B5EF4-FFF2-40B4-BE49-F238E27FC236}">
                <a16:creationId xmlns:a16="http://schemas.microsoft.com/office/drawing/2014/main" id="{6CF7EF7E-678B-1F43-93ED-2E6B9C48938A}"/>
              </a:ext>
            </a:extLst>
          </p:cNvPr>
          <p:cNvSpPr>
            <a:spLocks noGrp="1" noChangeArrowheads="1"/>
          </p:cNvSpPr>
          <p:nvPr>
            <p:ph idx="1"/>
          </p:nvPr>
        </p:nvSpPr>
        <p:spPr>
          <a:xfrm>
            <a:off x="228600" y="914400"/>
            <a:ext cx="8915400" cy="5638800"/>
          </a:xfrm>
        </p:spPr>
        <p:txBody>
          <a:bodyPr/>
          <a:lstStyle/>
          <a:p>
            <a:r>
              <a:rPr lang="en-US" altLang="en-US" dirty="0">
                <a:ea typeface="ＭＳ Ｐゴシック" panose="020B0600070205080204" pitchFamily="34" charset="-128"/>
              </a:rPr>
              <a:t>More systematically:</a:t>
            </a:r>
          </a:p>
          <a:p>
            <a:pPr lvl="1"/>
            <a:r>
              <a:rPr lang="en-US" altLang="en-US" dirty="0">
                <a:ea typeface="ＭＳ Ｐゴシック" panose="020B0600070205080204" pitchFamily="34" charset="-128"/>
              </a:rPr>
              <a:t>Pipeline the execution of multiple instructions</a:t>
            </a:r>
          </a:p>
          <a:p>
            <a:pPr lvl="1"/>
            <a:r>
              <a:rPr lang="en-US" altLang="en-US" dirty="0">
                <a:ea typeface="ＭＳ Ｐゴシック" panose="020B0600070205080204" pitchFamily="34" charset="-128"/>
              </a:rPr>
              <a:t>Analogy: “Assembly line processing” of instructions</a:t>
            </a:r>
          </a:p>
          <a:p>
            <a:pPr lvl="1"/>
            <a:endParaRPr lang="en-US" altLang="en-US" sz="1200" dirty="0">
              <a:ea typeface="ＭＳ Ｐゴシック" panose="020B0600070205080204" pitchFamily="34" charset="-128"/>
            </a:endParaRPr>
          </a:p>
          <a:p>
            <a:r>
              <a:rPr lang="en-US" altLang="en-US" dirty="0">
                <a:ea typeface="ＭＳ Ｐゴシック" panose="020B0600070205080204" pitchFamily="34" charset="-128"/>
              </a:rPr>
              <a:t>Idea of pipelining:</a:t>
            </a:r>
          </a:p>
          <a:p>
            <a:pPr lvl="1"/>
            <a:r>
              <a:rPr lang="en-US" altLang="en-US" dirty="0">
                <a:solidFill>
                  <a:srgbClr val="0000FF"/>
                </a:solidFill>
                <a:ea typeface="ＭＳ Ｐゴシック" panose="020B0600070205080204" pitchFamily="34" charset="-128"/>
              </a:rPr>
              <a:t>Divide the instruction processing cycle into distinct “stages” of processing</a:t>
            </a:r>
          </a:p>
          <a:p>
            <a:pPr lvl="1"/>
            <a:r>
              <a:rPr lang="en-US" altLang="en-US" dirty="0">
                <a:ea typeface="ＭＳ Ｐゴシック" panose="020B0600070205080204" pitchFamily="34" charset="-128"/>
              </a:rPr>
              <a:t>Ensure enough hardware resources to process one instruction in each stage</a:t>
            </a:r>
          </a:p>
          <a:p>
            <a:pPr lvl="1"/>
            <a:r>
              <a:rPr lang="en-US" altLang="en-US" dirty="0">
                <a:solidFill>
                  <a:srgbClr val="0000FF"/>
                </a:solidFill>
                <a:ea typeface="ＭＳ Ｐゴシック" panose="020B0600070205080204" pitchFamily="34" charset="-128"/>
              </a:rPr>
              <a:t>Process a </a:t>
            </a:r>
            <a:r>
              <a:rPr lang="en-US" altLang="en-US" b="1" dirty="0">
                <a:solidFill>
                  <a:srgbClr val="0000FF"/>
                </a:solidFill>
                <a:ea typeface="ＭＳ Ｐゴシック" panose="020B0600070205080204" pitchFamily="34" charset="-128"/>
              </a:rPr>
              <a:t>different</a:t>
            </a:r>
            <a:r>
              <a:rPr lang="en-US" altLang="en-US" dirty="0">
                <a:solidFill>
                  <a:srgbClr val="0000FF"/>
                </a:solidFill>
                <a:ea typeface="ＭＳ Ｐゴシック" panose="020B0600070205080204" pitchFamily="34" charset="-128"/>
              </a:rPr>
              <a:t> instruction in each stage</a:t>
            </a:r>
          </a:p>
          <a:p>
            <a:pPr lvl="2"/>
            <a:r>
              <a:rPr lang="en-US" altLang="en-US" dirty="0">
                <a:ea typeface="ＭＳ Ｐゴシック" panose="020B0600070205080204" pitchFamily="34" charset="-128"/>
              </a:rPr>
              <a:t>Instructions consecutive in program order are processed in consecutive stages</a:t>
            </a:r>
          </a:p>
          <a:p>
            <a:endParaRPr lang="en-US" altLang="en-US" sz="1200" dirty="0">
              <a:ea typeface="ＭＳ Ｐゴシック" panose="020B0600070205080204" pitchFamily="34" charset="-128"/>
            </a:endParaRPr>
          </a:p>
          <a:p>
            <a:r>
              <a:rPr lang="en-US" altLang="en-US" dirty="0">
                <a:ea typeface="ＭＳ Ｐゴシック" panose="020B0600070205080204" pitchFamily="34" charset="-128"/>
              </a:rPr>
              <a:t>Benefit: </a:t>
            </a:r>
            <a:r>
              <a:rPr lang="en-US" altLang="en-US" dirty="0">
                <a:solidFill>
                  <a:srgbClr val="0432FF"/>
                </a:solidFill>
                <a:ea typeface="ＭＳ Ｐゴシック" panose="020B0600070205080204" pitchFamily="34" charset="-128"/>
              </a:rPr>
              <a:t>Increases instruction processing throughput (1/CPI)</a:t>
            </a:r>
          </a:p>
        </p:txBody>
      </p:sp>
      <p:sp>
        <p:nvSpPr>
          <p:cNvPr id="28675" name="Slide Number Placeholder 3">
            <a:extLst>
              <a:ext uri="{FF2B5EF4-FFF2-40B4-BE49-F238E27FC236}">
                <a16:creationId xmlns:a16="http://schemas.microsoft.com/office/drawing/2014/main" id="{57E54F58-3A0A-F14B-8FEF-9084457BE78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8A758B2F-A18B-6240-9486-D7EEC2C64688}" type="slidenum">
              <a:rPr lang="en-US" altLang="en-US" sz="1600" smtClean="0">
                <a:solidFill>
                  <a:srgbClr val="000000"/>
                </a:solidFill>
                <a:latin typeface="Garamond" panose="02020404030301010803" pitchFamily="18" charset="0"/>
              </a:rPr>
              <a:pPr>
                <a:spcBef>
                  <a:spcPct val="0"/>
                </a:spcBef>
                <a:buClrTx/>
                <a:buSzTx/>
                <a:buFontTx/>
                <a:buNone/>
              </a:pPr>
              <a:t>46</a:t>
            </a:fld>
            <a:endParaRPr lang="en-US" altLang="en-US" sz="1600">
              <a:solidFill>
                <a:srgbClr val="000000"/>
              </a:solidFill>
              <a:latin typeface="Garamond" panose="02020404030301010803" pitchFamily="18"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3A765FC1-E8F4-2F4D-8462-D4952CB8D8E8}"/>
              </a:ext>
            </a:extLst>
          </p:cNvPr>
          <p:cNvSpPr>
            <a:spLocks noGrp="1" noChangeArrowheads="1"/>
          </p:cNvSpPr>
          <p:nvPr>
            <p:ph type="title"/>
          </p:nvPr>
        </p:nvSpPr>
        <p:spPr/>
        <p:txBody>
          <a:bodyPr/>
          <a:lstStyle/>
          <a:p>
            <a:r>
              <a:rPr lang="en-US" altLang="en-US" sz="3400">
                <a:ea typeface="ＭＳ Ｐゴシック" panose="020B0600070205080204" pitchFamily="34" charset="-128"/>
              </a:rPr>
              <a:t>Example: Execution of Four Independent ADDs</a:t>
            </a:r>
          </a:p>
        </p:txBody>
      </p:sp>
      <p:sp>
        <p:nvSpPr>
          <p:cNvPr id="29698" name="Content Placeholder 2">
            <a:extLst>
              <a:ext uri="{FF2B5EF4-FFF2-40B4-BE49-F238E27FC236}">
                <a16:creationId xmlns:a16="http://schemas.microsoft.com/office/drawing/2014/main" id="{46D9E73E-91ED-074F-AC8B-0CC8F8B86F1A}"/>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Multi-cycle: </a:t>
            </a:r>
            <a:r>
              <a:rPr lang="en-US" altLang="en-US" dirty="0">
                <a:solidFill>
                  <a:srgbClr val="FF0000"/>
                </a:solidFill>
                <a:ea typeface="ＭＳ Ｐゴシック" panose="020B0600070205080204" pitchFamily="34" charset="-128"/>
              </a:rPr>
              <a:t>4 cycles per instruction</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Pipelined: </a:t>
            </a:r>
            <a:r>
              <a:rPr lang="en-US" altLang="en-US" dirty="0">
                <a:solidFill>
                  <a:srgbClr val="00B050"/>
                </a:solidFill>
                <a:ea typeface="ＭＳ Ｐゴシック" panose="020B0600070205080204" pitchFamily="34" charset="-128"/>
              </a:rPr>
              <a:t>4 cycles per 4 instructions </a:t>
            </a:r>
            <a:r>
              <a:rPr lang="en-US" altLang="en-US" dirty="0">
                <a:ea typeface="ＭＳ Ｐゴシック" panose="020B0600070205080204" pitchFamily="34" charset="-128"/>
              </a:rPr>
              <a:t>(steady state)</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29699" name="Slide Number Placeholder 3">
            <a:extLst>
              <a:ext uri="{FF2B5EF4-FFF2-40B4-BE49-F238E27FC236}">
                <a16:creationId xmlns:a16="http://schemas.microsoft.com/office/drawing/2014/main" id="{6DC79034-4F4E-2641-8806-CA2C500518C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4F0397E5-A9F6-5946-8FD0-B3F15B38D3BD}" type="slidenum">
              <a:rPr lang="en-US" altLang="en-US" sz="1600" smtClean="0">
                <a:solidFill>
                  <a:srgbClr val="000000"/>
                </a:solidFill>
                <a:latin typeface="Garamond" panose="02020404030301010803" pitchFamily="18" charset="0"/>
              </a:rPr>
              <a:pPr>
                <a:spcBef>
                  <a:spcPct val="0"/>
                </a:spcBef>
                <a:buClrTx/>
                <a:buSzTx/>
                <a:buFontTx/>
                <a:buNone/>
              </a:pPr>
              <a:t>47</a:t>
            </a:fld>
            <a:endParaRPr lang="en-US" altLang="en-US" sz="1600">
              <a:solidFill>
                <a:srgbClr val="000000"/>
              </a:solidFill>
              <a:latin typeface="Garamond" panose="02020404030301010803" pitchFamily="18" charset="0"/>
            </a:endParaRPr>
          </a:p>
        </p:txBody>
      </p:sp>
      <p:cxnSp>
        <p:nvCxnSpPr>
          <p:cNvPr id="29700" name="Straight Arrow Connector 25">
            <a:extLst>
              <a:ext uri="{FF2B5EF4-FFF2-40B4-BE49-F238E27FC236}">
                <a16:creationId xmlns:a16="http://schemas.microsoft.com/office/drawing/2014/main" id="{F6BEE213-BDC2-7B41-AD05-09A1E50CC6FD}"/>
              </a:ext>
            </a:extLst>
          </p:cNvPr>
          <p:cNvCxnSpPr>
            <a:cxnSpLocks noChangeShapeType="1"/>
          </p:cNvCxnSpPr>
          <p:nvPr/>
        </p:nvCxnSpPr>
        <p:spPr bwMode="auto">
          <a:xfrm>
            <a:off x="933450" y="3389313"/>
            <a:ext cx="644048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9701" name="TextBox 26">
            <a:extLst>
              <a:ext uri="{FF2B5EF4-FFF2-40B4-BE49-F238E27FC236}">
                <a16:creationId xmlns:a16="http://schemas.microsoft.com/office/drawing/2014/main" id="{5A7D9658-D780-7A41-B3CD-1B053EC23D59}"/>
              </a:ext>
            </a:extLst>
          </p:cNvPr>
          <p:cNvSpPr txBox="1">
            <a:spLocks noChangeArrowheads="1"/>
          </p:cNvSpPr>
          <p:nvPr/>
        </p:nvSpPr>
        <p:spPr bwMode="auto">
          <a:xfrm>
            <a:off x="7461250" y="3214688"/>
            <a:ext cx="688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Time</a:t>
            </a:r>
          </a:p>
        </p:txBody>
      </p:sp>
      <p:grpSp>
        <p:nvGrpSpPr>
          <p:cNvPr id="29702" name="Group 43">
            <a:extLst>
              <a:ext uri="{FF2B5EF4-FFF2-40B4-BE49-F238E27FC236}">
                <a16:creationId xmlns:a16="http://schemas.microsoft.com/office/drawing/2014/main" id="{845AACA7-A3A8-D544-9F6B-07140C7B51EB}"/>
              </a:ext>
            </a:extLst>
          </p:cNvPr>
          <p:cNvGrpSpPr>
            <a:grpSpLocks/>
          </p:cNvGrpSpPr>
          <p:nvPr/>
        </p:nvGrpSpPr>
        <p:grpSpPr bwMode="auto">
          <a:xfrm>
            <a:off x="933450" y="4248150"/>
            <a:ext cx="1609725" cy="369888"/>
            <a:chOff x="932873" y="4248850"/>
            <a:chExt cx="1610696" cy="369332"/>
          </a:xfrm>
        </p:grpSpPr>
        <p:sp>
          <p:nvSpPr>
            <p:cNvPr id="29741" name="Rectangle 38">
              <a:extLst>
                <a:ext uri="{FF2B5EF4-FFF2-40B4-BE49-F238E27FC236}">
                  <a16:creationId xmlns:a16="http://schemas.microsoft.com/office/drawing/2014/main" id="{7B682F49-7532-334C-9181-5BFB341AA0B2}"/>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a:t>
              </a:r>
            </a:p>
          </p:txBody>
        </p:sp>
        <p:sp>
          <p:nvSpPr>
            <p:cNvPr id="29742" name="Rectangle 40">
              <a:extLst>
                <a:ext uri="{FF2B5EF4-FFF2-40B4-BE49-F238E27FC236}">
                  <a16:creationId xmlns:a16="http://schemas.microsoft.com/office/drawing/2014/main" id="{08907468-65E4-CE44-A7C5-7675AB5D7DBC}"/>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D</a:t>
              </a:r>
            </a:p>
          </p:txBody>
        </p:sp>
        <p:sp>
          <p:nvSpPr>
            <p:cNvPr id="29743" name="Rectangle 41">
              <a:extLst>
                <a:ext uri="{FF2B5EF4-FFF2-40B4-BE49-F238E27FC236}">
                  <a16:creationId xmlns:a16="http://schemas.microsoft.com/office/drawing/2014/main" id="{8A3FEA80-C3FE-1F44-9285-E21BF56D7872}"/>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E</a:t>
              </a:r>
            </a:p>
          </p:txBody>
        </p:sp>
        <p:sp>
          <p:nvSpPr>
            <p:cNvPr id="29744" name="Rectangle 42">
              <a:extLst>
                <a:ext uri="{FF2B5EF4-FFF2-40B4-BE49-F238E27FC236}">
                  <a16:creationId xmlns:a16="http://schemas.microsoft.com/office/drawing/2014/main" id="{E5CFD266-72A0-B54B-9D71-F057F58AD875}"/>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W</a:t>
              </a:r>
            </a:p>
          </p:txBody>
        </p:sp>
      </p:grpSp>
      <p:grpSp>
        <p:nvGrpSpPr>
          <p:cNvPr id="29703" name="Group 44">
            <a:extLst>
              <a:ext uri="{FF2B5EF4-FFF2-40B4-BE49-F238E27FC236}">
                <a16:creationId xmlns:a16="http://schemas.microsoft.com/office/drawing/2014/main" id="{51461CB9-54F3-424F-9BD9-BE77AA0AB301}"/>
              </a:ext>
            </a:extLst>
          </p:cNvPr>
          <p:cNvGrpSpPr>
            <a:grpSpLocks/>
          </p:cNvGrpSpPr>
          <p:nvPr/>
        </p:nvGrpSpPr>
        <p:grpSpPr bwMode="auto">
          <a:xfrm>
            <a:off x="1335088" y="4613275"/>
            <a:ext cx="1611312" cy="369888"/>
            <a:chOff x="932873" y="4248850"/>
            <a:chExt cx="1610696" cy="369332"/>
          </a:xfrm>
        </p:grpSpPr>
        <p:sp>
          <p:nvSpPr>
            <p:cNvPr id="29737" name="Rectangle 45">
              <a:extLst>
                <a:ext uri="{FF2B5EF4-FFF2-40B4-BE49-F238E27FC236}">
                  <a16:creationId xmlns:a16="http://schemas.microsoft.com/office/drawing/2014/main" id="{99FBD347-7954-154E-9A28-74F39EC5E875}"/>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a:t>
              </a:r>
            </a:p>
          </p:txBody>
        </p:sp>
        <p:sp>
          <p:nvSpPr>
            <p:cNvPr id="29738" name="Rectangle 46">
              <a:extLst>
                <a:ext uri="{FF2B5EF4-FFF2-40B4-BE49-F238E27FC236}">
                  <a16:creationId xmlns:a16="http://schemas.microsoft.com/office/drawing/2014/main" id="{E040E87E-A43C-D947-BD58-B5722490E95B}"/>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D</a:t>
              </a:r>
            </a:p>
          </p:txBody>
        </p:sp>
        <p:sp>
          <p:nvSpPr>
            <p:cNvPr id="29739" name="Rectangle 47">
              <a:extLst>
                <a:ext uri="{FF2B5EF4-FFF2-40B4-BE49-F238E27FC236}">
                  <a16:creationId xmlns:a16="http://schemas.microsoft.com/office/drawing/2014/main" id="{A34CF740-14DC-9342-913F-DB7B64EA9935}"/>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E</a:t>
              </a:r>
            </a:p>
          </p:txBody>
        </p:sp>
        <p:sp>
          <p:nvSpPr>
            <p:cNvPr id="29740" name="Rectangle 48">
              <a:extLst>
                <a:ext uri="{FF2B5EF4-FFF2-40B4-BE49-F238E27FC236}">
                  <a16:creationId xmlns:a16="http://schemas.microsoft.com/office/drawing/2014/main" id="{4113098A-D3C4-4F48-B57F-FDF23BE369F1}"/>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W</a:t>
              </a:r>
            </a:p>
          </p:txBody>
        </p:sp>
      </p:grpSp>
      <p:grpSp>
        <p:nvGrpSpPr>
          <p:cNvPr id="29704" name="Group 49">
            <a:extLst>
              <a:ext uri="{FF2B5EF4-FFF2-40B4-BE49-F238E27FC236}">
                <a16:creationId xmlns:a16="http://schemas.microsoft.com/office/drawing/2014/main" id="{C6C02329-6455-3343-BC93-C105975F7E0E}"/>
              </a:ext>
            </a:extLst>
          </p:cNvPr>
          <p:cNvGrpSpPr>
            <a:grpSpLocks/>
          </p:cNvGrpSpPr>
          <p:nvPr/>
        </p:nvGrpSpPr>
        <p:grpSpPr bwMode="auto">
          <a:xfrm>
            <a:off x="1736725" y="4987925"/>
            <a:ext cx="1611313" cy="368300"/>
            <a:chOff x="932873" y="4248850"/>
            <a:chExt cx="1610696" cy="369332"/>
          </a:xfrm>
        </p:grpSpPr>
        <p:sp>
          <p:nvSpPr>
            <p:cNvPr id="29733" name="Rectangle 50">
              <a:extLst>
                <a:ext uri="{FF2B5EF4-FFF2-40B4-BE49-F238E27FC236}">
                  <a16:creationId xmlns:a16="http://schemas.microsoft.com/office/drawing/2014/main" id="{50E1CCCF-03A2-C64B-BBC3-DCD0A3CE7B82}"/>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a:t>
              </a:r>
            </a:p>
          </p:txBody>
        </p:sp>
        <p:sp>
          <p:nvSpPr>
            <p:cNvPr id="29734" name="Rectangle 51">
              <a:extLst>
                <a:ext uri="{FF2B5EF4-FFF2-40B4-BE49-F238E27FC236}">
                  <a16:creationId xmlns:a16="http://schemas.microsoft.com/office/drawing/2014/main" id="{0E888726-B744-1E4B-B31E-1865DFAB62D8}"/>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D</a:t>
              </a:r>
            </a:p>
          </p:txBody>
        </p:sp>
        <p:sp>
          <p:nvSpPr>
            <p:cNvPr id="29735" name="Rectangle 52">
              <a:extLst>
                <a:ext uri="{FF2B5EF4-FFF2-40B4-BE49-F238E27FC236}">
                  <a16:creationId xmlns:a16="http://schemas.microsoft.com/office/drawing/2014/main" id="{4F72B924-53A6-D14F-81A9-43E2846F80B6}"/>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E</a:t>
              </a:r>
            </a:p>
          </p:txBody>
        </p:sp>
        <p:sp>
          <p:nvSpPr>
            <p:cNvPr id="29736" name="Rectangle 53">
              <a:extLst>
                <a:ext uri="{FF2B5EF4-FFF2-40B4-BE49-F238E27FC236}">
                  <a16:creationId xmlns:a16="http://schemas.microsoft.com/office/drawing/2014/main" id="{AFB2C420-69C2-C94B-82A3-F8FBC7F1BFE9}"/>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W</a:t>
              </a:r>
            </a:p>
          </p:txBody>
        </p:sp>
      </p:grpSp>
      <p:grpSp>
        <p:nvGrpSpPr>
          <p:cNvPr id="29705" name="Group 54">
            <a:extLst>
              <a:ext uri="{FF2B5EF4-FFF2-40B4-BE49-F238E27FC236}">
                <a16:creationId xmlns:a16="http://schemas.microsoft.com/office/drawing/2014/main" id="{31044E87-76D4-CA4A-BC82-10079E82A804}"/>
              </a:ext>
            </a:extLst>
          </p:cNvPr>
          <p:cNvGrpSpPr>
            <a:grpSpLocks/>
          </p:cNvGrpSpPr>
          <p:nvPr/>
        </p:nvGrpSpPr>
        <p:grpSpPr bwMode="auto">
          <a:xfrm>
            <a:off x="2138363" y="5360988"/>
            <a:ext cx="1611312" cy="369887"/>
            <a:chOff x="932873" y="4248850"/>
            <a:chExt cx="1610696" cy="369332"/>
          </a:xfrm>
        </p:grpSpPr>
        <p:sp>
          <p:nvSpPr>
            <p:cNvPr id="29729" name="Rectangle 55">
              <a:extLst>
                <a:ext uri="{FF2B5EF4-FFF2-40B4-BE49-F238E27FC236}">
                  <a16:creationId xmlns:a16="http://schemas.microsoft.com/office/drawing/2014/main" id="{C853D727-004E-1E42-9819-688714F227BD}"/>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a:t>
              </a:r>
            </a:p>
          </p:txBody>
        </p:sp>
        <p:sp>
          <p:nvSpPr>
            <p:cNvPr id="29730" name="Rectangle 56">
              <a:extLst>
                <a:ext uri="{FF2B5EF4-FFF2-40B4-BE49-F238E27FC236}">
                  <a16:creationId xmlns:a16="http://schemas.microsoft.com/office/drawing/2014/main" id="{D806C448-8649-FA44-8B8E-6120AE4A38A1}"/>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D</a:t>
              </a:r>
            </a:p>
          </p:txBody>
        </p:sp>
        <p:sp>
          <p:nvSpPr>
            <p:cNvPr id="29731" name="Rectangle 57">
              <a:extLst>
                <a:ext uri="{FF2B5EF4-FFF2-40B4-BE49-F238E27FC236}">
                  <a16:creationId xmlns:a16="http://schemas.microsoft.com/office/drawing/2014/main" id="{E7B01FB0-894F-A848-B42B-F04649616244}"/>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E</a:t>
              </a:r>
            </a:p>
          </p:txBody>
        </p:sp>
        <p:sp>
          <p:nvSpPr>
            <p:cNvPr id="29732" name="Rectangle 58">
              <a:extLst>
                <a:ext uri="{FF2B5EF4-FFF2-40B4-BE49-F238E27FC236}">
                  <a16:creationId xmlns:a16="http://schemas.microsoft.com/office/drawing/2014/main" id="{BC15B989-9CFF-8446-8F21-5579DF9D2ECA}"/>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W</a:t>
              </a:r>
            </a:p>
          </p:txBody>
        </p:sp>
      </p:grpSp>
      <p:grpSp>
        <p:nvGrpSpPr>
          <p:cNvPr id="29706" name="Group 61">
            <a:extLst>
              <a:ext uri="{FF2B5EF4-FFF2-40B4-BE49-F238E27FC236}">
                <a16:creationId xmlns:a16="http://schemas.microsoft.com/office/drawing/2014/main" id="{65D7D20C-FEE3-6341-B934-7B6ED551AB9B}"/>
              </a:ext>
            </a:extLst>
          </p:cNvPr>
          <p:cNvGrpSpPr>
            <a:grpSpLocks/>
          </p:cNvGrpSpPr>
          <p:nvPr/>
        </p:nvGrpSpPr>
        <p:grpSpPr bwMode="auto">
          <a:xfrm>
            <a:off x="931863" y="1666875"/>
            <a:ext cx="1609725" cy="369888"/>
            <a:chOff x="932873" y="4248850"/>
            <a:chExt cx="1610696" cy="369332"/>
          </a:xfrm>
        </p:grpSpPr>
        <p:sp>
          <p:nvSpPr>
            <p:cNvPr id="29725" name="Rectangle 62">
              <a:extLst>
                <a:ext uri="{FF2B5EF4-FFF2-40B4-BE49-F238E27FC236}">
                  <a16:creationId xmlns:a16="http://schemas.microsoft.com/office/drawing/2014/main" id="{FC8DA72A-497A-BD43-B439-56F10C86AA4E}"/>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a:t>
              </a:r>
            </a:p>
          </p:txBody>
        </p:sp>
        <p:sp>
          <p:nvSpPr>
            <p:cNvPr id="29726" name="Rectangle 63">
              <a:extLst>
                <a:ext uri="{FF2B5EF4-FFF2-40B4-BE49-F238E27FC236}">
                  <a16:creationId xmlns:a16="http://schemas.microsoft.com/office/drawing/2014/main" id="{9B0DE7FA-CFD9-184C-AD88-02754E945FEB}"/>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D</a:t>
              </a:r>
            </a:p>
          </p:txBody>
        </p:sp>
        <p:sp>
          <p:nvSpPr>
            <p:cNvPr id="29727" name="Rectangle 64">
              <a:extLst>
                <a:ext uri="{FF2B5EF4-FFF2-40B4-BE49-F238E27FC236}">
                  <a16:creationId xmlns:a16="http://schemas.microsoft.com/office/drawing/2014/main" id="{CC825556-9672-BF47-ADC1-AB0B22D728FD}"/>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E</a:t>
              </a:r>
            </a:p>
          </p:txBody>
        </p:sp>
        <p:sp>
          <p:nvSpPr>
            <p:cNvPr id="29728" name="Rectangle 65">
              <a:extLst>
                <a:ext uri="{FF2B5EF4-FFF2-40B4-BE49-F238E27FC236}">
                  <a16:creationId xmlns:a16="http://schemas.microsoft.com/office/drawing/2014/main" id="{54E47469-BC00-3C49-9577-4A3C795CDD96}"/>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W</a:t>
              </a:r>
            </a:p>
          </p:txBody>
        </p:sp>
      </p:grpSp>
      <p:grpSp>
        <p:nvGrpSpPr>
          <p:cNvPr id="29707" name="Group 66">
            <a:extLst>
              <a:ext uri="{FF2B5EF4-FFF2-40B4-BE49-F238E27FC236}">
                <a16:creationId xmlns:a16="http://schemas.microsoft.com/office/drawing/2014/main" id="{A80BD21E-8A0E-8B44-94EB-E4C08FB138E3}"/>
              </a:ext>
            </a:extLst>
          </p:cNvPr>
          <p:cNvGrpSpPr>
            <a:grpSpLocks/>
          </p:cNvGrpSpPr>
          <p:nvPr/>
        </p:nvGrpSpPr>
        <p:grpSpPr bwMode="auto">
          <a:xfrm>
            <a:off x="2541588" y="2036763"/>
            <a:ext cx="1611312" cy="368300"/>
            <a:chOff x="932873" y="4248850"/>
            <a:chExt cx="1610696" cy="369332"/>
          </a:xfrm>
        </p:grpSpPr>
        <p:sp>
          <p:nvSpPr>
            <p:cNvPr id="29721" name="Rectangle 67">
              <a:extLst>
                <a:ext uri="{FF2B5EF4-FFF2-40B4-BE49-F238E27FC236}">
                  <a16:creationId xmlns:a16="http://schemas.microsoft.com/office/drawing/2014/main" id="{3CB2250E-03A7-C443-A864-B2DE12EDB295}"/>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a:t>
              </a:r>
            </a:p>
          </p:txBody>
        </p:sp>
        <p:sp>
          <p:nvSpPr>
            <p:cNvPr id="29722" name="Rectangle 68">
              <a:extLst>
                <a:ext uri="{FF2B5EF4-FFF2-40B4-BE49-F238E27FC236}">
                  <a16:creationId xmlns:a16="http://schemas.microsoft.com/office/drawing/2014/main" id="{9DD8DED5-8284-0D45-912E-3F7C9935B948}"/>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D</a:t>
              </a:r>
            </a:p>
          </p:txBody>
        </p:sp>
        <p:sp>
          <p:nvSpPr>
            <p:cNvPr id="29723" name="Rectangle 69">
              <a:extLst>
                <a:ext uri="{FF2B5EF4-FFF2-40B4-BE49-F238E27FC236}">
                  <a16:creationId xmlns:a16="http://schemas.microsoft.com/office/drawing/2014/main" id="{2F9AE6BC-52F4-FA46-A87F-7F58AC5BF47F}"/>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E</a:t>
              </a:r>
            </a:p>
          </p:txBody>
        </p:sp>
        <p:sp>
          <p:nvSpPr>
            <p:cNvPr id="29724" name="Rectangle 70">
              <a:extLst>
                <a:ext uri="{FF2B5EF4-FFF2-40B4-BE49-F238E27FC236}">
                  <a16:creationId xmlns:a16="http://schemas.microsoft.com/office/drawing/2014/main" id="{D29CB901-765D-274C-AE26-95379555B7D0}"/>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W</a:t>
              </a:r>
            </a:p>
          </p:txBody>
        </p:sp>
      </p:grpSp>
      <p:grpSp>
        <p:nvGrpSpPr>
          <p:cNvPr id="29708" name="Group 71">
            <a:extLst>
              <a:ext uri="{FF2B5EF4-FFF2-40B4-BE49-F238E27FC236}">
                <a16:creationId xmlns:a16="http://schemas.microsoft.com/office/drawing/2014/main" id="{DAF589DD-2BA0-8642-9CB7-77F40111B4F3}"/>
              </a:ext>
            </a:extLst>
          </p:cNvPr>
          <p:cNvGrpSpPr>
            <a:grpSpLocks/>
          </p:cNvGrpSpPr>
          <p:nvPr/>
        </p:nvGrpSpPr>
        <p:grpSpPr bwMode="auto">
          <a:xfrm>
            <a:off x="4152900" y="2405063"/>
            <a:ext cx="1609725" cy="369887"/>
            <a:chOff x="932873" y="4248850"/>
            <a:chExt cx="1610696" cy="369332"/>
          </a:xfrm>
        </p:grpSpPr>
        <p:sp>
          <p:nvSpPr>
            <p:cNvPr id="29717" name="Rectangle 72">
              <a:extLst>
                <a:ext uri="{FF2B5EF4-FFF2-40B4-BE49-F238E27FC236}">
                  <a16:creationId xmlns:a16="http://schemas.microsoft.com/office/drawing/2014/main" id="{337BA078-9554-B542-B0E6-2685F71ACF30}"/>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a:t>
              </a:r>
            </a:p>
          </p:txBody>
        </p:sp>
        <p:sp>
          <p:nvSpPr>
            <p:cNvPr id="29718" name="Rectangle 73">
              <a:extLst>
                <a:ext uri="{FF2B5EF4-FFF2-40B4-BE49-F238E27FC236}">
                  <a16:creationId xmlns:a16="http://schemas.microsoft.com/office/drawing/2014/main" id="{BFB73F3B-B311-EB40-91B5-330389E068AD}"/>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D</a:t>
              </a:r>
            </a:p>
          </p:txBody>
        </p:sp>
        <p:sp>
          <p:nvSpPr>
            <p:cNvPr id="29719" name="Rectangle 74">
              <a:extLst>
                <a:ext uri="{FF2B5EF4-FFF2-40B4-BE49-F238E27FC236}">
                  <a16:creationId xmlns:a16="http://schemas.microsoft.com/office/drawing/2014/main" id="{CC07E87C-2F7F-BB4C-A7B4-ACEDC03D6AB1}"/>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E</a:t>
              </a:r>
            </a:p>
          </p:txBody>
        </p:sp>
        <p:sp>
          <p:nvSpPr>
            <p:cNvPr id="29720" name="Rectangle 75">
              <a:extLst>
                <a:ext uri="{FF2B5EF4-FFF2-40B4-BE49-F238E27FC236}">
                  <a16:creationId xmlns:a16="http://schemas.microsoft.com/office/drawing/2014/main" id="{0E1152BB-C3D1-7447-9543-71CBB4B11E9B}"/>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W</a:t>
              </a:r>
            </a:p>
          </p:txBody>
        </p:sp>
      </p:grpSp>
      <p:grpSp>
        <p:nvGrpSpPr>
          <p:cNvPr id="29709" name="Group 76">
            <a:extLst>
              <a:ext uri="{FF2B5EF4-FFF2-40B4-BE49-F238E27FC236}">
                <a16:creationId xmlns:a16="http://schemas.microsoft.com/office/drawing/2014/main" id="{DE8A69A4-30E9-3945-BEC6-4531238A3EBD}"/>
              </a:ext>
            </a:extLst>
          </p:cNvPr>
          <p:cNvGrpSpPr>
            <a:grpSpLocks/>
          </p:cNvGrpSpPr>
          <p:nvPr/>
        </p:nvGrpSpPr>
        <p:grpSpPr bwMode="auto">
          <a:xfrm>
            <a:off x="5762625" y="2774950"/>
            <a:ext cx="1611313" cy="369888"/>
            <a:chOff x="932873" y="4248850"/>
            <a:chExt cx="1610696" cy="369332"/>
          </a:xfrm>
        </p:grpSpPr>
        <p:sp>
          <p:nvSpPr>
            <p:cNvPr id="29713" name="Rectangle 77">
              <a:extLst>
                <a:ext uri="{FF2B5EF4-FFF2-40B4-BE49-F238E27FC236}">
                  <a16:creationId xmlns:a16="http://schemas.microsoft.com/office/drawing/2014/main" id="{73466615-E29B-B74F-9931-F425F74A152D}"/>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F</a:t>
              </a:r>
            </a:p>
          </p:txBody>
        </p:sp>
        <p:sp>
          <p:nvSpPr>
            <p:cNvPr id="29714" name="Rectangle 78">
              <a:extLst>
                <a:ext uri="{FF2B5EF4-FFF2-40B4-BE49-F238E27FC236}">
                  <a16:creationId xmlns:a16="http://schemas.microsoft.com/office/drawing/2014/main" id="{19D59D7A-BBF4-4A43-8001-95DCCD89F4E2}"/>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D</a:t>
              </a:r>
            </a:p>
          </p:txBody>
        </p:sp>
        <p:sp>
          <p:nvSpPr>
            <p:cNvPr id="29715" name="Rectangle 79">
              <a:extLst>
                <a:ext uri="{FF2B5EF4-FFF2-40B4-BE49-F238E27FC236}">
                  <a16:creationId xmlns:a16="http://schemas.microsoft.com/office/drawing/2014/main" id="{82BD0D0E-6939-F84E-BCB8-B1BF92E0DDEB}"/>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E</a:t>
              </a:r>
            </a:p>
          </p:txBody>
        </p:sp>
        <p:sp>
          <p:nvSpPr>
            <p:cNvPr id="29716" name="Rectangle 80">
              <a:extLst>
                <a:ext uri="{FF2B5EF4-FFF2-40B4-BE49-F238E27FC236}">
                  <a16:creationId xmlns:a16="http://schemas.microsoft.com/office/drawing/2014/main" id="{1C45973A-F3A6-2340-89AA-6F836DD340D0}"/>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W</a:t>
              </a:r>
            </a:p>
          </p:txBody>
        </p:sp>
      </p:grpSp>
      <p:cxnSp>
        <p:nvCxnSpPr>
          <p:cNvPr id="29710" name="Straight Arrow Connector 82">
            <a:extLst>
              <a:ext uri="{FF2B5EF4-FFF2-40B4-BE49-F238E27FC236}">
                <a16:creationId xmlns:a16="http://schemas.microsoft.com/office/drawing/2014/main" id="{48DBBE38-DA89-7043-8C9F-4CD896304BDF}"/>
              </a:ext>
            </a:extLst>
          </p:cNvPr>
          <p:cNvCxnSpPr>
            <a:cxnSpLocks noChangeShapeType="1"/>
          </p:cNvCxnSpPr>
          <p:nvPr/>
        </p:nvCxnSpPr>
        <p:spPr bwMode="auto">
          <a:xfrm>
            <a:off x="931863" y="5997575"/>
            <a:ext cx="6440487"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9711" name="TextBox 83">
            <a:extLst>
              <a:ext uri="{FF2B5EF4-FFF2-40B4-BE49-F238E27FC236}">
                <a16:creationId xmlns:a16="http://schemas.microsoft.com/office/drawing/2014/main" id="{11457644-5784-A340-8149-1BC642B7B794}"/>
              </a:ext>
            </a:extLst>
          </p:cNvPr>
          <p:cNvSpPr txBox="1">
            <a:spLocks noChangeArrowheads="1"/>
          </p:cNvSpPr>
          <p:nvPr/>
        </p:nvSpPr>
        <p:spPr bwMode="auto">
          <a:xfrm>
            <a:off x="7459663" y="5821363"/>
            <a:ext cx="688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latin typeface="Arial" panose="020B0604020202020204" pitchFamily="34" charset="0"/>
              </a:rPr>
              <a:t>Time</a:t>
            </a:r>
          </a:p>
        </p:txBody>
      </p:sp>
      <p:sp>
        <p:nvSpPr>
          <p:cNvPr id="2" name="TextBox 1">
            <a:extLst>
              <a:ext uri="{FF2B5EF4-FFF2-40B4-BE49-F238E27FC236}">
                <a16:creationId xmlns:a16="http://schemas.microsoft.com/office/drawing/2014/main" id="{BA01C3B3-8C33-B14B-BBBD-76CF3412DF77}"/>
              </a:ext>
            </a:extLst>
          </p:cNvPr>
          <p:cNvSpPr txBox="1"/>
          <p:nvPr/>
        </p:nvSpPr>
        <p:spPr>
          <a:xfrm>
            <a:off x="4114800" y="4063502"/>
            <a:ext cx="3544560" cy="369332"/>
          </a:xfrm>
          <a:prstGeom prst="rect">
            <a:avLst/>
          </a:prstGeom>
          <a:noFill/>
        </p:spPr>
        <p:txBody>
          <a:bodyPr wrap="none" rtlCol="0">
            <a:spAutoFit/>
          </a:bodyPr>
          <a:lstStyle/>
          <a:p>
            <a:r>
              <a:rPr lang="en-US" dirty="0">
                <a:solidFill>
                  <a:srgbClr val="00B050"/>
                </a:solidFill>
              </a:rPr>
              <a:t>1 instruction completed per cycle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03568672-7C4C-1B4B-AC0D-09EE877D6474}"/>
              </a:ext>
            </a:extLst>
          </p:cNvPr>
          <p:cNvSpPr>
            <a:spLocks noGrp="1" noChangeArrowheads="1"/>
          </p:cNvSpPr>
          <p:nvPr>
            <p:ph type="title"/>
          </p:nvPr>
        </p:nvSpPr>
        <p:spPr/>
        <p:txBody>
          <a:bodyPr/>
          <a:lstStyle/>
          <a:p>
            <a:r>
              <a:rPr lang="en-US" altLang="en-US" dirty="0">
                <a:ea typeface="ＭＳ Ｐゴシック" panose="020B0600070205080204" pitchFamily="34" charset="-128"/>
              </a:rPr>
              <a:t>Data Dependences</a:t>
            </a:r>
          </a:p>
        </p:txBody>
      </p:sp>
      <p:sp>
        <p:nvSpPr>
          <p:cNvPr id="3" name="Content Placeholder 2">
            <a:extLst>
              <a:ext uri="{FF2B5EF4-FFF2-40B4-BE49-F238E27FC236}">
                <a16:creationId xmlns:a16="http://schemas.microsoft.com/office/drawing/2014/main" id="{2ABB03F1-CCC1-8E41-9B03-2E4005D5CBF9}"/>
              </a:ext>
            </a:extLst>
          </p:cNvPr>
          <p:cNvSpPr>
            <a:spLocks noGrp="1" noChangeArrowheads="1"/>
          </p:cNvSpPr>
          <p:nvPr>
            <p:ph idx="1"/>
          </p:nvPr>
        </p:nvSpPr>
        <p:spPr>
          <a:xfrm>
            <a:off x="228600" y="996950"/>
            <a:ext cx="8610600" cy="5556250"/>
          </a:xfrm>
        </p:spPr>
        <p:txBody>
          <a:bodyPr/>
          <a:lstStyle/>
          <a:p>
            <a:r>
              <a:rPr lang="en-US" altLang="en-US" dirty="0">
                <a:ea typeface="ＭＳ Ｐゴシック" panose="020B0600070205080204" pitchFamily="34" charset="-128"/>
              </a:rPr>
              <a:t>Types of data dependences</a:t>
            </a:r>
          </a:p>
          <a:p>
            <a:pPr lvl="1"/>
            <a:r>
              <a:rPr lang="en-US" altLang="en-US" dirty="0">
                <a:solidFill>
                  <a:srgbClr val="0000FF"/>
                </a:solidFill>
                <a:ea typeface="ＭＳ Ｐゴシック" panose="020B0600070205080204" pitchFamily="34" charset="-128"/>
              </a:rPr>
              <a:t>Flow</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dependence</a:t>
            </a:r>
            <a:r>
              <a:rPr lang="en-US" altLang="en-US" dirty="0">
                <a:ea typeface="ＭＳ Ｐゴシック" panose="020B0600070205080204" pitchFamily="34" charset="-128"/>
              </a:rPr>
              <a:t> (read after write – true data dependence)</a:t>
            </a:r>
          </a:p>
          <a:p>
            <a:pPr lvl="1"/>
            <a:r>
              <a:rPr lang="en-US" altLang="en-US" dirty="0">
                <a:solidFill>
                  <a:srgbClr val="0000FF"/>
                </a:solidFill>
                <a:ea typeface="ＭＳ Ｐゴシック" panose="020B0600070205080204" pitchFamily="34" charset="-128"/>
              </a:rPr>
              <a:t>Output</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dependence</a:t>
            </a:r>
            <a:r>
              <a:rPr lang="en-US" altLang="en-US" dirty="0">
                <a:ea typeface="ＭＳ Ｐゴシック" panose="020B0600070205080204" pitchFamily="34" charset="-128"/>
              </a:rPr>
              <a:t> (write after write)</a:t>
            </a:r>
          </a:p>
          <a:p>
            <a:pPr lvl="1"/>
            <a:r>
              <a:rPr lang="en-US" altLang="en-US" dirty="0">
                <a:solidFill>
                  <a:srgbClr val="0000FF"/>
                </a:solidFill>
                <a:ea typeface="ＭＳ Ｐゴシック" panose="020B0600070205080204" pitchFamily="34" charset="-128"/>
              </a:rPr>
              <a:t>Anti</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dependence</a:t>
            </a:r>
            <a:r>
              <a:rPr lang="en-US" altLang="en-US" dirty="0">
                <a:ea typeface="ＭＳ Ｐゴシック" panose="020B0600070205080204" pitchFamily="34" charset="-128"/>
              </a:rPr>
              <a:t> (write after read)</a:t>
            </a:r>
          </a:p>
          <a:p>
            <a:pPr lvl="1"/>
            <a:endParaRPr lang="en-US" altLang="en-US" sz="2000" dirty="0">
              <a:ea typeface="ＭＳ Ｐゴシック" panose="020B0600070205080204" pitchFamily="34" charset="-128"/>
            </a:endParaRPr>
          </a:p>
          <a:p>
            <a:r>
              <a:rPr lang="en-US" altLang="en-US" dirty="0">
                <a:ea typeface="ＭＳ Ｐゴシック" panose="020B0600070205080204" pitchFamily="34" charset="-128"/>
              </a:rPr>
              <a:t>Which ones cause stalls in a pipelined machine? </a:t>
            </a:r>
          </a:p>
          <a:p>
            <a:pPr lvl="1"/>
            <a:r>
              <a:rPr lang="en-US" altLang="en-US" dirty="0">
                <a:solidFill>
                  <a:srgbClr val="0432FF"/>
                </a:solidFill>
                <a:ea typeface="ＭＳ Ｐゴシック" panose="020B0600070205080204" pitchFamily="34" charset="-128"/>
              </a:rPr>
              <a:t>Our goal</a:t>
            </a:r>
            <a:r>
              <a:rPr lang="en-US" altLang="en-US" dirty="0">
                <a:ea typeface="ＭＳ Ｐゴシック" panose="020B0600070205080204" pitchFamily="34" charset="-128"/>
              </a:rPr>
              <a:t>: we need to ensure semantics of the program is correct. </a:t>
            </a:r>
          </a:p>
          <a:p>
            <a:pPr lvl="1"/>
            <a:r>
              <a:rPr lang="en-US" altLang="en-US" dirty="0">
                <a:ea typeface="ＭＳ Ｐゴシック" panose="020B0600070205080204" pitchFamily="34" charset="-128"/>
              </a:rPr>
              <a:t>Flow dependences always need to be obeyed because they constitute true dependence on a register </a:t>
            </a:r>
          </a:p>
          <a:p>
            <a:pPr lvl="1"/>
            <a:r>
              <a:rPr lang="en-US" altLang="en-US" dirty="0">
                <a:solidFill>
                  <a:srgbClr val="FF0000"/>
                </a:solidFill>
                <a:ea typeface="ＭＳ Ｐゴシック" panose="020B0600070205080204" pitchFamily="34" charset="-128"/>
              </a:rPr>
              <a:t>Anti and output dependences exist due to limited number of architectural registers. </a:t>
            </a:r>
          </a:p>
          <a:p>
            <a:pPr lvl="2"/>
            <a:r>
              <a:rPr lang="en-US" altLang="en-US" dirty="0">
                <a:ea typeface="ＭＳ Ｐゴシック" panose="020B0600070205080204" pitchFamily="34" charset="-128"/>
              </a:rPr>
              <a:t>Essentially, </a:t>
            </a:r>
            <a:r>
              <a:rPr lang="en-US" altLang="en-US" dirty="0" err="1">
                <a:ea typeface="ＭＳ Ｐゴシック" panose="020B0600070205080204" pitchFamily="34" charset="-128"/>
              </a:rPr>
              <a:t>insns</a:t>
            </a:r>
            <a:r>
              <a:rPr lang="en-US" altLang="en-US" dirty="0">
                <a:ea typeface="ＭＳ Ｐゴシック" panose="020B0600070205080204" pitchFamily="34" charset="-128"/>
              </a:rPr>
              <a:t> are dependent on a name, not a value. </a:t>
            </a:r>
          </a:p>
          <a:p>
            <a:pPr marL="344487" lvl="1" indent="0">
              <a:buNone/>
            </a:pP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65539" name="Slide Number Placeholder 3">
            <a:extLst>
              <a:ext uri="{FF2B5EF4-FFF2-40B4-BE49-F238E27FC236}">
                <a16:creationId xmlns:a16="http://schemas.microsoft.com/office/drawing/2014/main" id="{419112C8-9CD5-F140-BD88-43585AC975A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BFD37CE8-6FC1-9342-BB25-5CE90BB48A18}" type="slidenum">
              <a:rPr lang="en-US" altLang="en-US" sz="1600" smtClean="0">
                <a:solidFill>
                  <a:srgbClr val="000000"/>
                </a:solidFill>
                <a:latin typeface="Garamond" panose="02020404030301010803" pitchFamily="18" charset="0"/>
              </a:rPr>
              <a:pPr>
                <a:spcBef>
                  <a:spcPct val="0"/>
                </a:spcBef>
                <a:buClrTx/>
                <a:buSzTx/>
                <a:buFontTx/>
                <a:buNone/>
              </a:pPr>
              <a:t>48</a:t>
            </a:fld>
            <a:endParaRPr lang="en-US" altLang="en-US" sz="1600">
              <a:solidFill>
                <a:srgbClr val="000000"/>
              </a:solidFill>
              <a:latin typeface="Garamond" panose="02020404030301010803" pitchFamily="18"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D963184-FDC3-5D4D-9B50-7428DAE957C4}"/>
              </a:ext>
            </a:extLst>
          </p:cNvPr>
          <p:cNvSpPr>
            <a:spLocks noGrp="1" noChangeArrowheads="1"/>
          </p:cNvSpPr>
          <p:nvPr>
            <p:ph type="title"/>
          </p:nvPr>
        </p:nvSpPr>
        <p:spPr/>
        <p:txBody>
          <a:bodyPr/>
          <a:lstStyle/>
          <a:p>
            <a:r>
              <a:rPr lang="en-US" altLang="en-US" dirty="0">
                <a:ea typeface="ＭＳ Ｐゴシック" panose="020B0600070205080204" pitchFamily="34" charset="-128"/>
              </a:rPr>
              <a:t>Data Dependence Types</a:t>
            </a:r>
          </a:p>
        </p:txBody>
      </p:sp>
      <p:sp>
        <p:nvSpPr>
          <p:cNvPr id="57347" name="Slide Number Placeholder 3">
            <a:extLst>
              <a:ext uri="{FF2B5EF4-FFF2-40B4-BE49-F238E27FC236}">
                <a16:creationId xmlns:a16="http://schemas.microsoft.com/office/drawing/2014/main" id="{84B64DFB-5D30-4041-8787-AE33BCCF9A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DFEF88-DAC1-4343-AFF3-0C33848A75E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11" name="Rectangle 3">
            <a:extLst>
              <a:ext uri="{FF2B5EF4-FFF2-40B4-BE49-F238E27FC236}">
                <a16:creationId xmlns:a16="http://schemas.microsoft.com/office/drawing/2014/main" id="{ABB39FA3-6BA2-F148-9AD6-43FF8ECDB88F}"/>
              </a:ext>
            </a:extLst>
          </p:cNvPr>
          <p:cNvSpPr>
            <a:spLocks noChangeArrowheads="1"/>
          </p:cNvSpPr>
          <p:nvPr/>
        </p:nvSpPr>
        <p:spPr bwMode="auto">
          <a:xfrm>
            <a:off x="762000" y="1143000"/>
            <a:ext cx="7620000" cy="5116785"/>
          </a:xfrm>
          <a:prstGeom prst="rect">
            <a:avLst/>
          </a:prstGeom>
          <a:noFill/>
          <a:ln>
            <a:noFill/>
          </a:ln>
          <a:extLst>
            <a:ext uri="{909E8E84-426E-40dd-AFC4-6F175D3DCCD1}"/>
            <a:ext uri="{91240B29-F687-4f45-9708-019B960494DF}"/>
          </a:extLst>
        </p:spPr>
        <p:txBody>
          <a:bodyPr wrap="square" lIns="90488" tIns="44450" rIns="90488" bIns="4445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Flow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Read-after-Write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(RAW)</a:t>
            </a:r>
          </a:p>
          <a:p>
            <a:pPr marL="0" marR="0" lvl="3"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Anti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Write-after-Read</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(WAR)</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Output-dependence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4</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(WAW)</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6</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7</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p:txBody>
      </p:sp>
      <p:sp>
        <p:nvSpPr>
          <p:cNvPr id="12" name="Line 4">
            <a:extLst>
              <a:ext uri="{FF2B5EF4-FFF2-40B4-BE49-F238E27FC236}">
                <a16:creationId xmlns:a16="http://schemas.microsoft.com/office/drawing/2014/main" id="{D0541604-A6D4-DB41-89A6-2AC65498C7FF}"/>
              </a:ext>
            </a:extLst>
          </p:cNvPr>
          <p:cNvSpPr>
            <a:spLocks noChangeShapeType="1"/>
          </p:cNvSpPr>
          <p:nvPr/>
        </p:nvSpPr>
        <p:spPr bwMode="auto">
          <a:xfrm flipH="1" flipV="1">
            <a:off x="1295400" y="1981200"/>
            <a:ext cx="7620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3" name="Line 5">
            <a:extLst>
              <a:ext uri="{FF2B5EF4-FFF2-40B4-BE49-F238E27FC236}">
                <a16:creationId xmlns:a16="http://schemas.microsoft.com/office/drawing/2014/main" id="{F21A7BEA-81F8-5F46-9CE9-EC2BF980645A}"/>
              </a:ext>
            </a:extLst>
          </p:cNvPr>
          <p:cNvSpPr>
            <a:spLocks noChangeShapeType="1"/>
          </p:cNvSpPr>
          <p:nvPr/>
        </p:nvSpPr>
        <p:spPr bwMode="auto">
          <a:xfrm flipV="1">
            <a:off x="1219200" y="3581400"/>
            <a:ext cx="8382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4" name="Freeform 6">
            <a:extLst>
              <a:ext uri="{FF2B5EF4-FFF2-40B4-BE49-F238E27FC236}">
                <a16:creationId xmlns:a16="http://schemas.microsoft.com/office/drawing/2014/main" id="{52976DC1-291B-E646-8B52-E883E128A830}"/>
              </a:ext>
            </a:extLst>
          </p:cNvPr>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Tree>
    <p:extLst>
      <p:ext uri="{BB962C8B-B14F-4D97-AF65-F5344CB8AC3E}">
        <p14:creationId xmlns:p14="http://schemas.microsoft.com/office/powerpoint/2010/main" val="3454657169"/>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BCE767EE-4738-D340-8042-992F06A65695}"/>
              </a:ext>
            </a:extLst>
          </p:cNvPr>
          <p:cNvSpPr>
            <a:spLocks noGrp="1" noChangeArrowheads="1"/>
          </p:cNvSpPr>
          <p:nvPr>
            <p:ph type="title"/>
          </p:nvPr>
        </p:nvSpPr>
        <p:spPr>
          <a:xfrm>
            <a:off x="228600" y="152400"/>
            <a:ext cx="8915400" cy="1066800"/>
          </a:xfrm>
        </p:spPr>
        <p:txBody>
          <a:bodyPr/>
          <a:lstStyle/>
          <a:p>
            <a:r>
              <a:rPr lang="en-US" altLang="en-US" sz="3300" dirty="0">
                <a:ea typeface="ＭＳ Ｐゴシック" panose="020B0600070205080204" pitchFamily="34" charset="-128"/>
              </a:rPr>
              <a:t>Reorder Buffer: For False Dependencies</a:t>
            </a:r>
          </a:p>
        </p:txBody>
      </p:sp>
      <p:sp>
        <p:nvSpPr>
          <p:cNvPr id="3" name="Content Placeholder 2">
            <a:extLst>
              <a:ext uri="{FF2B5EF4-FFF2-40B4-BE49-F238E27FC236}">
                <a16:creationId xmlns:a16="http://schemas.microsoft.com/office/drawing/2014/main" id="{8DCA0027-93B2-C240-BAA6-45B72CE7B7E7}"/>
              </a:ext>
            </a:extLst>
          </p:cNvPr>
          <p:cNvSpPr>
            <a:spLocks noGrp="1" noChangeArrowheads="1"/>
          </p:cNvSpPr>
          <p:nvPr>
            <p:ph idx="1"/>
          </p:nvPr>
        </p:nvSpPr>
        <p:spPr>
          <a:xfrm>
            <a:off x="241443" y="914400"/>
            <a:ext cx="8682038" cy="5708650"/>
          </a:xfrm>
        </p:spPr>
        <p:txBody>
          <a:bodyPr/>
          <a:lstStyle/>
          <a:p>
            <a:r>
              <a:rPr lang="en-US" altLang="en-US" dirty="0">
                <a:ea typeface="ＭＳ Ｐゴシック" panose="020B0600070205080204" pitchFamily="34" charset="-128"/>
              </a:rPr>
              <a:t>Output and anti dependences are </a:t>
            </a:r>
            <a:r>
              <a:rPr lang="en-US" altLang="en-US" b="1" dirty="0">
                <a:ea typeface="ＭＳ Ｐゴシック" panose="020B0600070205080204" pitchFamily="34" charset="-128"/>
              </a:rPr>
              <a:t>not</a:t>
            </a:r>
            <a:r>
              <a:rPr lang="en-US" altLang="en-US" dirty="0">
                <a:ea typeface="ＭＳ Ｐゴシック" panose="020B0600070205080204" pitchFamily="34" charset="-128"/>
              </a:rPr>
              <a:t> </a:t>
            </a:r>
            <a:r>
              <a:rPr lang="en-US" altLang="en-US" b="1" dirty="0">
                <a:ea typeface="ＭＳ Ｐゴシック" panose="020B0600070205080204" pitchFamily="34" charset="-128"/>
              </a:rPr>
              <a:t>true dependences</a:t>
            </a:r>
          </a:p>
          <a:p>
            <a:pPr lvl="1"/>
            <a:r>
              <a:rPr lang="en-US" altLang="en-US" dirty="0">
                <a:solidFill>
                  <a:srgbClr val="FF0000"/>
                </a:solidFill>
                <a:ea typeface="ＭＳ Ｐゴシック" panose="020B0600070205080204" pitchFamily="34" charset="-128"/>
              </a:rPr>
              <a:t>WHY? The same register refers to values that have nothing to do with each other</a:t>
            </a:r>
          </a:p>
          <a:p>
            <a:pPr lvl="1"/>
            <a:r>
              <a:rPr lang="en-US" altLang="en-US" b="1" dirty="0">
                <a:solidFill>
                  <a:srgbClr val="FF0000"/>
                </a:solidFill>
                <a:ea typeface="ＭＳ Ｐゴシック" panose="020B0600070205080204" pitchFamily="34" charset="-128"/>
              </a:rPr>
              <a:t>They exist due to lack of register ID’</a:t>
            </a:r>
            <a:r>
              <a:rPr lang="en-US" altLang="ja-JP" b="1" dirty="0">
                <a:solidFill>
                  <a:srgbClr val="FF0000"/>
                </a:solidFill>
                <a:ea typeface="ＭＳ Ｐゴシック" panose="020B0600070205080204" pitchFamily="34" charset="-128"/>
              </a:rPr>
              <a:t>s (i.e. names) in the ISA</a:t>
            </a:r>
          </a:p>
          <a:p>
            <a:pPr marL="0" indent="0">
              <a:buNone/>
            </a:pPr>
            <a:endParaRPr lang="en-US" altLang="en-US" sz="2000" dirty="0">
              <a:ea typeface="ＭＳ Ｐゴシック" panose="020B0600070205080204" pitchFamily="34" charset="-128"/>
            </a:endParaRPr>
          </a:p>
          <a:p>
            <a:r>
              <a:rPr lang="en-US" altLang="en-US" dirty="0">
                <a:ea typeface="ＭＳ Ｐゴシック" panose="020B0600070205080204" pitchFamily="34" charset="-128"/>
              </a:rPr>
              <a:t>This eliminates anti and output dependences</a:t>
            </a:r>
          </a:p>
          <a:p>
            <a:pPr lvl="1"/>
            <a:r>
              <a:rPr lang="en-US" altLang="en-US" dirty="0">
                <a:solidFill>
                  <a:srgbClr val="0033CC"/>
                </a:solidFill>
                <a:ea typeface="ＭＳ Ｐゴシック" panose="020B0600070205080204" pitchFamily="34" charset="-128"/>
              </a:rPr>
              <a:t>Gives the illusion that there are a large number of registers</a:t>
            </a:r>
          </a:p>
          <a:p>
            <a:pPr lvl="1"/>
            <a:endParaRPr lang="en-US" altLang="ja-JP" sz="2000"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HOW: The register ID is </a:t>
            </a:r>
            <a:r>
              <a:rPr lang="en-US" altLang="en-US" b="1" dirty="0">
                <a:solidFill>
                  <a:srgbClr val="0000FF"/>
                </a:solidFill>
                <a:ea typeface="ＭＳ Ｐゴシック" panose="020B0600070205080204" pitchFamily="34" charset="-128"/>
              </a:rPr>
              <a:t>renamed</a:t>
            </a:r>
            <a:r>
              <a:rPr lang="en-US" altLang="en-US" dirty="0">
                <a:solidFill>
                  <a:srgbClr val="0000FF"/>
                </a:solidFill>
                <a:ea typeface="ＭＳ Ｐゴシック" panose="020B0600070205080204" pitchFamily="34" charset="-128"/>
              </a:rPr>
              <a:t> to the reorder buffer entry that will hold the register’</a:t>
            </a:r>
            <a:r>
              <a:rPr lang="en-US" altLang="ja-JP" dirty="0">
                <a:solidFill>
                  <a:srgbClr val="0000FF"/>
                </a:solidFill>
                <a:ea typeface="ＭＳ Ｐゴシック" panose="020B0600070205080204" pitchFamily="34" charset="-128"/>
              </a:rPr>
              <a:t>s value</a:t>
            </a:r>
          </a:p>
          <a:p>
            <a:pPr lvl="1"/>
            <a:r>
              <a:rPr lang="en-US" altLang="en-US" dirty="0">
                <a:ea typeface="ＭＳ Ｐゴシック" panose="020B0600070205080204" pitchFamily="34" charset="-128"/>
              </a:rPr>
              <a:t>Register ID </a:t>
            </a:r>
            <a:r>
              <a:rPr lang="en-US" altLang="en-US" dirty="0">
                <a:ea typeface="ＭＳ Ｐゴシック" panose="020B0600070205080204" pitchFamily="34" charset="-128"/>
                <a:sym typeface="Wingdings" pitchFamily="2" charset="2"/>
              </a:rPr>
              <a:t> ROB entry ID</a:t>
            </a:r>
          </a:p>
          <a:p>
            <a:pPr lvl="1"/>
            <a:r>
              <a:rPr lang="en-US" altLang="en-US" dirty="0">
                <a:ea typeface="ＭＳ Ｐゴシック" panose="020B0600070205080204" pitchFamily="34" charset="-128"/>
                <a:sym typeface="Wingdings" pitchFamily="2" charset="2"/>
              </a:rPr>
              <a:t>Architectural register ID  Physical register ID</a:t>
            </a:r>
          </a:p>
          <a:p>
            <a:pPr lvl="1"/>
            <a:r>
              <a:rPr lang="en-US" altLang="en-US" dirty="0">
                <a:ea typeface="ＭＳ Ｐゴシック" panose="020B0600070205080204" pitchFamily="34" charset="-128"/>
                <a:sym typeface="Wingdings" pitchFamily="2" charset="2"/>
              </a:rPr>
              <a:t>After renaming, ROB entry ID used to refer to the register</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60419" name="Slide Number Placeholder 3">
            <a:extLst>
              <a:ext uri="{FF2B5EF4-FFF2-40B4-BE49-F238E27FC236}">
                <a16:creationId xmlns:a16="http://schemas.microsoft.com/office/drawing/2014/main" id="{C2B67522-B71B-6E4E-9509-2DC5EAFDE5D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E5A727-1188-384B-B731-A7217AB3D7DE}"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25331786"/>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D963184-FDC3-5D4D-9B50-7428DAE957C4}"/>
              </a:ext>
            </a:extLst>
          </p:cNvPr>
          <p:cNvSpPr>
            <a:spLocks noGrp="1" noChangeArrowheads="1"/>
          </p:cNvSpPr>
          <p:nvPr>
            <p:ph type="title"/>
          </p:nvPr>
        </p:nvSpPr>
        <p:spPr/>
        <p:txBody>
          <a:bodyPr/>
          <a:lstStyle/>
          <a:p>
            <a:r>
              <a:rPr lang="en-US" altLang="en-US" dirty="0">
                <a:ea typeface="ＭＳ Ｐゴシック" panose="020B0600070205080204" pitchFamily="34" charset="-128"/>
              </a:rPr>
              <a:t>Reorder Buffer: For False Dependencies</a:t>
            </a:r>
          </a:p>
        </p:txBody>
      </p:sp>
      <p:sp>
        <p:nvSpPr>
          <p:cNvPr id="57347" name="Slide Number Placeholder 3">
            <a:extLst>
              <a:ext uri="{FF2B5EF4-FFF2-40B4-BE49-F238E27FC236}">
                <a16:creationId xmlns:a16="http://schemas.microsoft.com/office/drawing/2014/main" id="{84B64DFB-5D30-4041-8787-AE33BCCF9A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DFEF88-DAC1-4343-AFF3-0C33848A75E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11" name="Rectangle 3">
            <a:extLst>
              <a:ext uri="{FF2B5EF4-FFF2-40B4-BE49-F238E27FC236}">
                <a16:creationId xmlns:a16="http://schemas.microsoft.com/office/drawing/2014/main" id="{ABB39FA3-6BA2-F148-9AD6-43FF8ECDB88F}"/>
              </a:ext>
            </a:extLst>
          </p:cNvPr>
          <p:cNvSpPr>
            <a:spLocks noChangeArrowheads="1"/>
          </p:cNvSpPr>
          <p:nvPr/>
        </p:nvSpPr>
        <p:spPr bwMode="auto">
          <a:xfrm>
            <a:off x="762000" y="1143000"/>
            <a:ext cx="7620000" cy="5116785"/>
          </a:xfrm>
          <a:prstGeom prst="rect">
            <a:avLst/>
          </a:prstGeom>
          <a:noFill/>
          <a:ln>
            <a:noFill/>
          </a:ln>
          <a:extLst>
            <a:ext uri="{909E8E84-426E-40dd-AFC4-6F175D3DCCD1}"/>
            <a:ext uri="{91240B29-F687-4f45-9708-019B960494DF}"/>
          </a:extLst>
        </p:spPr>
        <p:txBody>
          <a:bodyPr wrap="square" lIns="90488" tIns="44450" rIns="90488" bIns="4445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Flow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Read-after-Write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(RAW)</a:t>
            </a:r>
          </a:p>
          <a:p>
            <a:pPr marL="0" marR="0" lvl="3"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Anti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Write-after-Read</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(WAR)</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Output-dependence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4</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(WAW)</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6</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7</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p:txBody>
      </p:sp>
      <p:sp>
        <p:nvSpPr>
          <p:cNvPr id="12" name="Line 4">
            <a:extLst>
              <a:ext uri="{FF2B5EF4-FFF2-40B4-BE49-F238E27FC236}">
                <a16:creationId xmlns:a16="http://schemas.microsoft.com/office/drawing/2014/main" id="{D0541604-A6D4-DB41-89A6-2AC65498C7FF}"/>
              </a:ext>
            </a:extLst>
          </p:cNvPr>
          <p:cNvSpPr>
            <a:spLocks noChangeShapeType="1"/>
          </p:cNvSpPr>
          <p:nvPr/>
        </p:nvSpPr>
        <p:spPr bwMode="auto">
          <a:xfrm flipH="1" flipV="1">
            <a:off x="1295400" y="1981200"/>
            <a:ext cx="7620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3" name="Line 5">
            <a:extLst>
              <a:ext uri="{FF2B5EF4-FFF2-40B4-BE49-F238E27FC236}">
                <a16:creationId xmlns:a16="http://schemas.microsoft.com/office/drawing/2014/main" id="{F21A7BEA-81F8-5F46-9CE9-EC2BF980645A}"/>
              </a:ext>
            </a:extLst>
          </p:cNvPr>
          <p:cNvSpPr>
            <a:spLocks noChangeShapeType="1"/>
          </p:cNvSpPr>
          <p:nvPr/>
        </p:nvSpPr>
        <p:spPr bwMode="auto">
          <a:xfrm flipV="1">
            <a:off x="1219200" y="3581400"/>
            <a:ext cx="8382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4" name="Freeform 6">
            <a:extLst>
              <a:ext uri="{FF2B5EF4-FFF2-40B4-BE49-F238E27FC236}">
                <a16:creationId xmlns:a16="http://schemas.microsoft.com/office/drawing/2014/main" id="{52976DC1-291B-E646-8B52-E883E128A830}"/>
              </a:ext>
            </a:extLst>
          </p:cNvPr>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8" name="Rectangle">
            <a:extLst>
              <a:ext uri="{FF2B5EF4-FFF2-40B4-BE49-F238E27FC236}">
                <a16:creationId xmlns:a16="http://schemas.microsoft.com/office/drawing/2014/main" id="{49906E7B-FF55-8E4D-9324-FBDCB07D1EE4}"/>
              </a:ext>
            </a:extLst>
          </p:cNvPr>
          <p:cNvSpPr/>
          <p:nvPr/>
        </p:nvSpPr>
        <p:spPr>
          <a:xfrm>
            <a:off x="222739" y="914400"/>
            <a:ext cx="7244861" cy="1676400"/>
          </a:xfrm>
          <a:prstGeom prst="rect">
            <a:avLst/>
          </a:prstGeom>
          <a:solidFill>
            <a:srgbClr val="FFFFFF">
              <a:alpha val="84174"/>
            </a:srgbClr>
          </a:solidFill>
          <a:ln w="12700">
            <a:miter lim="400000"/>
          </a:ln>
        </p:spPr>
        <p:txBody>
          <a:bodyPr lIns="45719" rIns="45719" anchor="ctr"/>
          <a:lstStyle/>
          <a:p>
            <a:endParaRPr/>
          </a:p>
        </p:txBody>
      </p:sp>
      <p:sp>
        <p:nvSpPr>
          <p:cNvPr id="2" name="Rectangle 1">
            <a:extLst>
              <a:ext uri="{FF2B5EF4-FFF2-40B4-BE49-F238E27FC236}">
                <a16:creationId xmlns:a16="http://schemas.microsoft.com/office/drawing/2014/main" id="{858FC962-2152-4E49-AF50-E3583577872D}"/>
              </a:ext>
            </a:extLst>
          </p:cNvPr>
          <p:cNvSpPr/>
          <p:nvPr/>
        </p:nvSpPr>
        <p:spPr>
          <a:xfrm>
            <a:off x="609880" y="3615678"/>
            <a:ext cx="830677" cy="461665"/>
          </a:xfrm>
          <a:prstGeom prst="rect">
            <a:avLst/>
          </a:prstGeom>
          <a:solidFill>
            <a:schemeClr val="bg1"/>
          </a:solidFill>
        </p:spPr>
        <p:txBody>
          <a:bodyPr wrap="none">
            <a:spAutoFit/>
          </a:bodyPr>
          <a:lstStyle/>
          <a:p>
            <a:r>
              <a:rPr lang="en-US" sz="2400" kern="0" dirty="0">
                <a:solidFill>
                  <a:srgbClr val="0432FF"/>
                </a:solidFill>
                <a:latin typeface="Calibri" charset="0"/>
                <a:ea typeface="ＭＳ Ｐゴシック" charset="0"/>
                <a:cs typeface="ＭＳ Ｐゴシック" charset="0"/>
              </a:rPr>
              <a:t>RB</a:t>
            </a:r>
            <a:r>
              <a:rPr lang="en-US" sz="2400" kern="0" baseline="-25000" dirty="0">
                <a:solidFill>
                  <a:srgbClr val="0432FF"/>
                </a:solidFill>
                <a:latin typeface="Calibri" charset="0"/>
                <a:ea typeface="ＭＳ Ｐゴシック" charset="0"/>
                <a:cs typeface="ＭＳ Ｐゴシック" charset="0"/>
              </a:rPr>
              <a:t>100</a:t>
            </a:r>
            <a:endParaRPr lang="en-CN" sz="3200" dirty="0">
              <a:solidFill>
                <a:srgbClr val="0432FF"/>
              </a:solidFill>
            </a:endParaRPr>
          </a:p>
        </p:txBody>
      </p:sp>
      <p:sp>
        <p:nvSpPr>
          <p:cNvPr id="16" name="Rectangle 15">
            <a:extLst>
              <a:ext uri="{FF2B5EF4-FFF2-40B4-BE49-F238E27FC236}">
                <a16:creationId xmlns:a16="http://schemas.microsoft.com/office/drawing/2014/main" id="{8C4E7C9B-EE7F-4141-8DA9-BE9BD6FABCFA}"/>
              </a:ext>
            </a:extLst>
          </p:cNvPr>
          <p:cNvSpPr/>
          <p:nvPr/>
        </p:nvSpPr>
        <p:spPr>
          <a:xfrm>
            <a:off x="762000" y="4871388"/>
            <a:ext cx="830677" cy="461665"/>
          </a:xfrm>
          <a:prstGeom prst="rect">
            <a:avLst/>
          </a:prstGeom>
          <a:solidFill>
            <a:schemeClr val="bg1"/>
          </a:solidFill>
        </p:spPr>
        <p:txBody>
          <a:bodyPr wrap="none">
            <a:spAutoFit/>
          </a:bodyPr>
          <a:lstStyle/>
          <a:p>
            <a:r>
              <a:rPr lang="en-US" sz="2400" kern="0" dirty="0">
                <a:solidFill>
                  <a:srgbClr val="0432FF"/>
                </a:solidFill>
                <a:latin typeface="Calibri" charset="0"/>
                <a:ea typeface="ＭＳ Ｐゴシック" charset="0"/>
                <a:cs typeface="ＭＳ Ｐゴシック" charset="0"/>
              </a:rPr>
              <a:t>RB</a:t>
            </a:r>
            <a:r>
              <a:rPr lang="en-US" sz="2400" kern="0" baseline="-25000" dirty="0">
                <a:solidFill>
                  <a:srgbClr val="0432FF"/>
                </a:solidFill>
                <a:latin typeface="Calibri" charset="0"/>
                <a:ea typeface="ＭＳ Ｐゴシック" charset="0"/>
                <a:cs typeface="ＭＳ Ｐゴシック" charset="0"/>
              </a:rPr>
              <a:t>100</a:t>
            </a:r>
            <a:endParaRPr lang="en-CN" sz="3200" dirty="0">
              <a:solidFill>
                <a:srgbClr val="0432FF"/>
              </a:solidFill>
            </a:endParaRPr>
          </a:p>
        </p:txBody>
      </p:sp>
      <p:sp>
        <p:nvSpPr>
          <p:cNvPr id="17" name="Rectangle 16">
            <a:extLst>
              <a:ext uri="{FF2B5EF4-FFF2-40B4-BE49-F238E27FC236}">
                <a16:creationId xmlns:a16="http://schemas.microsoft.com/office/drawing/2014/main" id="{92530DDE-32DC-524A-B75D-2DB362B5C351}"/>
              </a:ext>
            </a:extLst>
          </p:cNvPr>
          <p:cNvSpPr/>
          <p:nvPr/>
        </p:nvSpPr>
        <p:spPr>
          <a:xfrm>
            <a:off x="774700" y="5333053"/>
            <a:ext cx="830677" cy="461665"/>
          </a:xfrm>
          <a:prstGeom prst="rect">
            <a:avLst/>
          </a:prstGeom>
          <a:solidFill>
            <a:schemeClr val="bg1"/>
          </a:solidFill>
        </p:spPr>
        <p:txBody>
          <a:bodyPr wrap="none">
            <a:spAutoFit/>
          </a:bodyPr>
          <a:lstStyle/>
          <a:p>
            <a:r>
              <a:rPr lang="en-US" sz="2400" kern="0" dirty="0">
                <a:solidFill>
                  <a:srgbClr val="0432FF"/>
                </a:solidFill>
                <a:latin typeface="Calibri" charset="0"/>
                <a:ea typeface="ＭＳ Ｐゴシック" charset="0"/>
                <a:cs typeface="ＭＳ Ｐゴシック" charset="0"/>
              </a:rPr>
              <a:t>RB</a:t>
            </a:r>
            <a:r>
              <a:rPr lang="en-US" sz="2400" kern="0" baseline="-25000" dirty="0">
                <a:solidFill>
                  <a:srgbClr val="0432FF"/>
                </a:solidFill>
                <a:latin typeface="Calibri" charset="0"/>
                <a:ea typeface="ＭＳ Ｐゴシック" charset="0"/>
                <a:cs typeface="ＭＳ Ｐゴシック" charset="0"/>
              </a:rPr>
              <a:t>101</a:t>
            </a:r>
            <a:endParaRPr lang="en-CN" sz="3200" dirty="0">
              <a:solidFill>
                <a:srgbClr val="0432FF"/>
              </a:solidFill>
            </a:endParaRPr>
          </a:p>
        </p:txBody>
      </p:sp>
      <p:sp>
        <p:nvSpPr>
          <p:cNvPr id="18" name="Rectangle 17">
            <a:extLst>
              <a:ext uri="{FF2B5EF4-FFF2-40B4-BE49-F238E27FC236}">
                <a16:creationId xmlns:a16="http://schemas.microsoft.com/office/drawing/2014/main" id="{C7402603-FCEC-C448-B1F4-CE87CDCFEFDB}"/>
              </a:ext>
            </a:extLst>
          </p:cNvPr>
          <p:cNvSpPr/>
          <p:nvPr/>
        </p:nvSpPr>
        <p:spPr>
          <a:xfrm>
            <a:off x="774699" y="5783473"/>
            <a:ext cx="830677" cy="461665"/>
          </a:xfrm>
          <a:prstGeom prst="rect">
            <a:avLst/>
          </a:prstGeom>
          <a:solidFill>
            <a:schemeClr val="bg1"/>
          </a:solidFill>
        </p:spPr>
        <p:txBody>
          <a:bodyPr wrap="none">
            <a:spAutoFit/>
          </a:bodyPr>
          <a:lstStyle/>
          <a:p>
            <a:r>
              <a:rPr lang="en-US" sz="2400" kern="0" dirty="0">
                <a:solidFill>
                  <a:srgbClr val="0432FF"/>
                </a:solidFill>
                <a:latin typeface="Calibri" charset="0"/>
                <a:ea typeface="ＭＳ Ｐゴシック" charset="0"/>
                <a:cs typeface="ＭＳ Ｐゴシック" charset="0"/>
              </a:rPr>
              <a:t>RB</a:t>
            </a:r>
            <a:r>
              <a:rPr lang="en-US" sz="2400" kern="0" baseline="-25000" dirty="0">
                <a:solidFill>
                  <a:srgbClr val="0432FF"/>
                </a:solidFill>
                <a:latin typeface="Calibri" charset="0"/>
                <a:ea typeface="ＭＳ Ｐゴシック" charset="0"/>
                <a:cs typeface="ＭＳ Ｐゴシック" charset="0"/>
              </a:rPr>
              <a:t>102</a:t>
            </a:r>
            <a:endParaRPr lang="en-CN" sz="3200" dirty="0">
              <a:solidFill>
                <a:srgbClr val="0432FF"/>
              </a:solidFill>
            </a:endParaRPr>
          </a:p>
        </p:txBody>
      </p:sp>
    </p:spTree>
    <p:extLst>
      <p:ext uri="{BB962C8B-B14F-4D97-AF65-F5344CB8AC3E}">
        <p14:creationId xmlns:p14="http://schemas.microsoft.com/office/powerpoint/2010/main" val="22959921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P spid="17" grpId="0" animBg="1"/>
      <p:bldP spid="1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D4CD85D0-D24B-874B-A9EF-DEB408A8AD27}"/>
              </a:ext>
            </a:extLst>
          </p:cNvPr>
          <p:cNvSpPr>
            <a:spLocks noGrp="1" noChangeArrowheads="1"/>
          </p:cNvSpPr>
          <p:nvPr>
            <p:ph type="title"/>
          </p:nvPr>
        </p:nvSpPr>
        <p:spPr>
          <a:xfrm>
            <a:off x="228600" y="152400"/>
            <a:ext cx="8915400" cy="1066800"/>
          </a:xfrm>
        </p:spPr>
        <p:txBody>
          <a:bodyPr/>
          <a:lstStyle/>
          <a:p>
            <a:r>
              <a:rPr lang="en-US" altLang="en-US">
                <a:ea typeface="ＭＳ Ｐゴシック" panose="020B0600070205080204" pitchFamily="34" charset="-128"/>
              </a:rPr>
              <a:t>In-Order Pipeline with Reorder Buffer</a:t>
            </a:r>
          </a:p>
        </p:txBody>
      </p:sp>
      <p:sp>
        <p:nvSpPr>
          <p:cNvPr id="54274" name="Content Placeholder 2">
            <a:extLst>
              <a:ext uri="{FF2B5EF4-FFF2-40B4-BE49-F238E27FC236}">
                <a16:creationId xmlns:a16="http://schemas.microsoft.com/office/drawing/2014/main" id="{1C01E4EF-D5F1-B249-A2B6-243CE7F6C752}"/>
              </a:ext>
            </a:extLst>
          </p:cNvPr>
          <p:cNvSpPr>
            <a:spLocks noGrp="1" noChangeArrowheads="1"/>
          </p:cNvSpPr>
          <p:nvPr>
            <p:ph idx="1"/>
          </p:nvPr>
        </p:nvSpPr>
        <p:spPr>
          <a:xfrm>
            <a:off x="228600" y="996950"/>
            <a:ext cx="8804275" cy="5194300"/>
          </a:xfrm>
        </p:spPr>
        <p:txBody>
          <a:bodyPr/>
          <a:lstStyle/>
          <a:p>
            <a:r>
              <a:rPr lang="en-US" altLang="en-US" sz="2000">
                <a:solidFill>
                  <a:srgbClr val="0000FF"/>
                </a:solidFill>
                <a:ea typeface="ＭＳ Ｐゴシック" panose="020B0600070205080204" pitchFamily="34" charset="-128"/>
              </a:rPr>
              <a:t>Decode (D)</a:t>
            </a:r>
            <a:r>
              <a:rPr lang="en-US" altLang="en-US" sz="2000">
                <a:ea typeface="ＭＳ Ｐゴシック" panose="020B0600070205080204" pitchFamily="34" charset="-128"/>
              </a:rPr>
              <a:t>: Access regfile/ROB, allocate entry in ROB, check if instruction can execute, if so </a:t>
            </a:r>
            <a:r>
              <a:rPr lang="en-US" altLang="en-US" sz="2000" b="1">
                <a:ea typeface="ＭＳ Ｐゴシック" panose="020B0600070205080204" pitchFamily="34" charset="-128"/>
              </a:rPr>
              <a:t>dispatch</a:t>
            </a:r>
            <a:r>
              <a:rPr lang="en-US" altLang="en-US" sz="2000">
                <a:ea typeface="ＭＳ Ｐゴシック" panose="020B0600070205080204" pitchFamily="34" charset="-128"/>
              </a:rPr>
              <a:t> instruction</a:t>
            </a:r>
          </a:p>
          <a:p>
            <a:r>
              <a:rPr lang="en-US" altLang="en-US" sz="2000">
                <a:solidFill>
                  <a:srgbClr val="0000FF"/>
                </a:solidFill>
                <a:ea typeface="ＭＳ Ｐゴシック" panose="020B0600070205080204" pitchFamily="34" charset="-128"/>
              </a:rPr>
              <a:t>Execute (E)</a:t>
            </a:r>
            <a:r>
              <a:rPr lang="en-US" altLang="en-US" sz="2000">
                <a:ea typeface="ＭＳ Ｐゴシック" panose="020B0600070205080204" pitchFamily="34" charset="-128"/>
              </a:rPr>
              <a:t>: Instructions can complete out-of-order</a:t>
            </a:r>
          </a:p>
          <a:p>
            <a:r>
              <a:rPr lang="en-US" altLang="en-US" sz="2000">
                <a:solidFill>
                  <a:srgbClr val="0000FF"/>
                </a:solidFill>
                <a:ea typeface="ＭＳ Ｐゴシック" panose="020B0600070205080204" pitchFamily="34" charset="-128"/>
              </a:rPr>
              <a:t>Completion (R)</a:t>
            </a:r>
            <a:r>
              <a:rPr lang="en-US" altLang="en-US" sz="2000">
                <a:ea typeface="ＭＳ Ｐゴシック" panose="020B0600070205080204" pitchFamily="34" charset="-128"/>
              </a:rPr>
              <a:t>: Write result </a:t>
            </a:r>
            <a:r>
              <a:rPr lang="en-US" altLang="en-US" sz="2000">
                <a:solidFill>
                  <a:srgbClr val="FF0000"/>
                </a:solidFill>
                <a:ea typeface="ＭＳ Ｐゴシック" panose="020B0600070205080204" pitchFamily="34" charset="-128"/>
              </a:rPr>
              <a:t>to reorder buffer</a:t>
            </a:r>
          </a:p>
          <a:p>
            <a:r>
              <a:rPr lang="en-US" altLang="en-US" sz="2000">
                <a:solidFill>
                  <a:srgbClr val="0000FF"/>
                </a:solidFill>
                <a:ea typeface="ＭＳ Ｐゴシック" panose="020B0600070205080204" pitchFamily="34" charset="-128"/>
              </a:rPr>
              <a:t>Retirement/Commit (W)</a:t>
            </a:r>
            <a:r>
              <a:rPr lang="en-US" altLang="en-US" sz="2000">
                <a:ea typeface="ＭＳ Ｐゴシック" panose="020B0600070205080204" pitchFamily="34" charset="-128"/>
              </a:rPr>
              <a:t>: Check for exceptions; if none, write result to architectural register file or memory; else, flush pipeline and start from exception handler</a:t>
            </a:r>
          </a:p>
          <a:p>
            <a:r>
              <a:rPr lang="en-US" altLang="en-US" sz="2000">
                <a:solidFill>
                  <a:srgbClr val="FF0000"/>
                </a:solidFill>
                <a:ea typeface="ＭＳ Ｐゴシック" panose="020B0600070205080204" pitchFamily="34" charset="-128"/>
              </a:rPr>
              <a:t>In-order dispatch/execution, out-of-order completion, in-order retirement </a:t>
            </a:r>
          </a:p>
          <a:p>
            <a:endParaRPr lang="en-US" altLang="en-US" sz="2000">
              <a:ea typeface="ＭＳ Ｐゴシック" panose="020B0600070205080204" pitchFamily="34" charset="-128"/>
            </a:endParaRPr>
          </a:p>
        </p:txBody>
      </p:sp>
      <p:sp>
        <p:nvSpPr>
          <p:cNvPr id="63491" name="Slide Number Placeholder 3">
            <a:extLst>
              <a:ext uri="{FF2B5EF4-FFF2-40B4-BE49-F238E27FC236}">
                <a16:creationId xmlns:a16="http://schemas.microsoft.com/office/drawing/2014/main" id="{33FF0781-8988-1F4E-8413-BBBCBB769BC7}"/>
              </a:ext>
            </a:extLst>
          </p:cNvPr>
          <p:cNvSpPr>
            <a:spLocks noGrp="1"/>
          </p:cNvSpPr>
          <p:nvPr>
            <p:ph type="sldNum" sz="quarter" idx="11"/>
          </p:nvPr>
        </p:nvSpPr>
        <p:spPr>
          <a:xfrm>
            <a:off x="6777038" y="6308725"/>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1C39BAE-B262-EF4B-AF85-DA3A56899777}"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grpSp>
        <p:nvGrpSpPr>
          <p:cNvPr id="63492" name="Group 4">
            <a:extLst>
              <a:ext uri="{FF2B5EF4-FFF2-40B4-BE49-F238E27FC236}">
                <a16:creationId xmlns:a16="http://schemas.microsoft.com/office/drawing/2014/main" id="{96AA70B3-0A7B-B046-ABC7-B844A383A2F4}"/>
              </a:ext>
            </a:extLst>
          </p:cNvPr>
          <p:cNvGrpSpPr>
            <a:grpSpLocks/>
          </p:cNvGrpSpPr>
          <p:nvPr/>
        </p:nvGrpSpPr>
        <p:grpSpPr bwMode="auto">
          <a:xfrm>
            <a:off x="1795463" y="4783138"/>
            <a:ext cx="804862" cy="369887"/>
            <a:chOff x="1001099" y="4100530"/>
            <a:chExt cx="805656" cy="369887"/>
          </a:xfrm>
        </p:grpSpPr>
        <p:sp>
          <p:nvSpPr>
            <p:cNvPr id="63539" name="Rectangle 10">
              <a:extLst>
                <a:ext uri="{FF2B5EF4-FFF2-40B4-BE49-F238E27FC236}">
                  <a16:creationId xmlns:a16="http://schemas.microsoft.com/office/drawing/2014/main" id="{943AA429-0D6F-674A-8B9D-251017A11FAB}"/>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63540" name="Rectangle 11">
              <a:extLst>
                <a:ext uri="{FF2B5EF4-FFF2-40B4-BE49-F238E27FC236}">
                  <a16:creationId xmlns:a16="http://schemas.microsoft.com/office/drawing/2014/main" id="{37B0CB26-CAF6-654F-9D67-3848A43BC9C7}"/>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grpSp>
      <p:sp>
        <p:nvSpPr>
          <p:cNvPr id="63493" name="Rectangle 12">
            <a:extLst>
              <a:ext uri="{FF2B5EF4-FFF2-40B4-BE49-F238E27FC236}">
                <a16:creationId xmlns:a16="http://schemas.microsoft.com/office/drawing/2014/main" id="{90369AE5-CF34-E840-818C-0219C93BCA38}"/>
              </a:ext>
            </a:extLst>
          </p:cNvPr>
          <p:cNvSpPr>
            <a:spLocks noChangeArrowheads="1"/>
          </p:cNvSpPr>
          <p:nvPr/>
        </p:nvSpPr>
        <p:spPr bwMode="auto">
          <a:xfrm>
            <a:off x="3135313" y="3921125"/>
            <a:ext cx="401637"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494" name="Rectangle 13">
            <a:extLst>
              <a:ext uri="{FF2B5EF4-FFF2-40B4-BE49-F238E27FC236}">
                <a16:creationId xmlns:a16="http://schemas.microsoft.com/office/drawing/2014/main" id="{90C86B41-A505-4D4C-BE69-A3AE92BD7EBC}"/>
              </a:ext>
            </a:extLst>
          </p:cNvPr>
          <p:cNvSpPr>
            <a:spLocks noChangeArrowheads="1"/>
          </p:cNvSpPr>
          <p:nvPr/>
        </p:nvSpPr>
        <p:spPr bwMode="auto">
          <a:xfrm>
            <a:off x="8002588" y="4619625"/>
            <a:ext cx="403225"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grpSp>
        <p:nvGrpSpPr>
          <p:cNvPr id="63495" name="Group 9">
            <a:extLst>
              <a:ext uri="{FF2B5EF4-FFF2-40B4-BE49-F238E27FC236}">
                <a16:creationId xmlns:a16="http://schemas.microsoft.com/office/drawing/2014/main" id="{6A12E740-145F-874D-A976-908DEE459350}"/>
              </a:ext>
            </a:extLst>
          </p:cNvPr>
          <p:cNvGrpSpPr>
            <a:grpSpLocks/>
          </p:cNvGrpSpPr>
          <p:nvPr/>
        </p:nvGrpSpPr>
        <p:grpSpPr bwMode="auto">
          <a:xfrm>
            <a:off x="3135313" y="4968875"/>
            <a:ext cx="3222625" cy="369888"/>
            <a:chOff x="2783717" y="3915586"/>
            <a:chExt cx="3222624" cy="369887"/>
          </a:xfrm>
        </p:grpSpPr>
        <p:sp>
          <p:nvSpPr>
            <p:cNvPr id="63531" name="Rectangle 12">
              <a:extLst>
                <a:ext uri="{FF2B5EF4-FFF2-40B4-BE49-F238E27FC236}">
                  <a16:creationId xmlns:a16="http://schemas.microsoft.com/office/drawing/2014/main" id="{3642214B-89DD-084E-B6F7-6E1F2ABEA07E}"/>
                </a:ext>
              </a:extLst>
            </p:cNvPr>
            <p:cNvSpPr>
              <a:spLocks noChangeArrowheads="1"/>
            </p:cNvSpPr>
            <p:nvPr/>
          </p:nvSpPr>
          <p:spPr bwMode="auto">
            <a:xfrm>
              <a:off x="278371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2" name="Rectangle 12">
              <a:extLst>
                <a:ext uri="{FF2B5EF4-FFF2-40B4-BE49-F238E27FC236}">
                  <a16:creationId xmlns:a16="http://schemas.microsoft.com/office/drawing/2014/main" id="{12DF819C-1048-E84C-A56D-253E9FDBD543}"/>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3" name="Rectangle 12">
              <a:extLst>
                <a:ext uri="{FF2B5EF4-FFF2-40B4-BE49-F238E27FC236}">
                  <a16:creationId xmlns:a16="http://schemas.microsoft.com/office/drawing/2014/main" id="{3C4B8FE6-2D29-7643-A17F-EE7C403DAEA9}"/>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4" name="Rectangle 13">
              <a:extLst>
                <a:ext uri="{FF2B5EF4-FFF2-40B4-BE49-F238E27FC236}">
                  <a16:creationId xmlns:a16="http://schemas.microsoft.com/office/drawing/2014/main" id="{2DFAE24B-154B-F648-B685-7312DD42CCF2}"/>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5" name="Rectangle 12">
              <a:extLst>
                <a:ext uri="{FF2B5EF4-FFF2-40B4-BE49-F238E27FC236}">
                  <a16:creationId xmlns:a16="http://schemas.microsoft.com/office/drawing/2014/main" id="{8F95EB54-270A-134E-86C1-5E1FC77B2732}"/>
                </a:ext>
              </a:extLst>
            </p:cNvPr>
            <p:cNvSpPr>
              <a:spLocks noChangeArrowheads="1"/>
            </p:cNvSpPr>
            <p:nvPr/>
          </p:nvSpPr>
          <p:spPr bwMode="auto">
            <a:xfrm>
              <a:off x="4395029"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6" name="Rectangle 12">
              <a:extLst>
                <a:ext uri="{FF2B5EF4-FFF2-40B4-BE49-F238E27FC236}">
                  <a16:creationId xmlns:a16="http://schemas.microsoft.com/office/drawing/2014/main" id="{6EDBD512-C957-0C4A-B261-3FA2DEA7AEC2}"/>
                </a:ext>
              </a:extLst>
            </p:cNvPr>
            <p:cNvSpPr>
              <a:spLocks noChangeArrowheads="1"/>
            </p:cNvSpPr>
            <p:nvPr/>
          </p:nvSpPr>
          <p:spPr bwMode="auto">
            <a:xfrm>
              <a:off x="479785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7" name="Rectangle 12">
              <a:extLst>
                <a:ext uri="{FF2B5EF4-FFF2-40B4-BE49-F238E27FC236}">
                  <a16:creationId xmlns:a16="http://schemas.microsoft.com/office/drawing/2014/main" id="{F859AE5C-B7FD-7A47-9421-33FC7C1265AF}"/>
                </a:ext>
              </a:extLst>
            </p:cNvPr>
            <p:cNvSpPr>
              <a:spLocks noChangeArrowheads="1"/>
            </p:cNvSpPr>
            <p:nvPr/>
          </p:nvSpPr>
          <p:spPr bwMode="auto">
            <a:xfrm>
              <a:off x="520068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8" name="Rectangle 17">
              <a:extLst>
                <a:ext uri="{FF2B5EF4-FFF2-40B4-BE49-F238E27FC236}">
                  <a16:creationId xmlns:a16="http://schemas.microsoft.com/office/drawing/2014/main" id="{3CEF4DA0-63C1-B04F-AAD9-ACD2B5253603}"/>
                </a:ext>
              </a:extLst>
            </p:cNvPr>
            <p:cNvSpPr>
              <a:spLocks noChangeArrowheads="1"/>
            </p:cNvSpPr>
            <p:nvPr/>
          </p:nvSpPr>
          <p:spPr bwMode="auto">
            <a:xfrm>
              <a:off x="560351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grpSp>
        <p:nvGrpSpPr>
          <p:cNvPr id="63496" name="Group 18">
            <a:extLst>
              <a:ext uri="{FF2B5EF4-FFF2-40B4-BE49-F238E27FC236}">
                <a16:creationId xmlns:a16="http://schemas.microsoft.com/office/drawing/2014/main" id="{67C8C4D3-10DC-9043-AA76-2C5DAF9F51DF}"/>
              </a:ext>
            </a:extLst>
          </p:cNvPr>
          <p:cNvGrpSpPr>
            <a:grpSpLocks/>
          </p:cNvGrpSpPr>
          <p:nvPr/>
        </p:nvGrpSpPr>
        <p:grpSpPr bwMode="auto">
          <a:xfrm>
            <a:off x="3135313" y="4437063"/>
            <a:ext cx="1611312" cy="374650"/>
            <a:chOff x="2783717" y="3915586"/>
            <a:chExt cx="1611312" cy="374488"/>
          </a:xfrm>
        </p:grpSpPr>
        <p:sp>
          <p:nvSpPr>
            <p:cNvPr id="63527" name="Rectangle 12">
              <a:extLst>
                <a:ext uri="{FF2B5EF4-FFF2-40B4-BE49-F238E27FC236}">
                  <a16:creationId xmlns:a16="http://schemas.microsoft.com/office/drawing/2014/main" id="{8EC16EB9-18BF-8A45-B9C4-85F4F68D5B6F}"/>
                </a:ext>
              </a:extLst>
            </p:cNvPr>
            <p:cNvSpPr>
              <a:spLocks noChangeArrowheads="1"/>
            </p:cNvSpPr>
            <p:nvPr/>
          </p:nvSpPr>
          <p:spPr bwMode="auto">
            <a:xfrm>
              <a:off x="2783717" y="3920187"/>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8" name="Rectangle 12">
              <a:extLst>
                <a:ext uri="{FF2B5EF4-FFF2-40B4-BE49-F238E27FC236}">
                  <a16:creationId xmlns:a16="http://schemas.microsoft.com/office/drawing/2014/main" id="{DEC7896D-F7C5-AD44-92E9-76A3AFA26BFE}"/>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9" name="Rectangle 12">
              <a:extLst>
                <a:ext uri="{FF2B5EF4-FFF2-40B4-BE49-F238E27FC236}">
                  <a16:creationId xmlns:a16="http://schemas.microsoft.com/office/drawing/2014/main" id="{44E4D360-6AA8-E94A-A76C-81ACD5C7B1FB}"/>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0" name="Rectangle 12">
              <a:extLst>
                <a:ext uri="{FF2B5EF4-FFF2-40B4-BE49-F238E27FC236}">
                  <a16:creationId xmlns:a16="http://schemas.microsoft.com/office/drawing/2014/main" id="{123D556B-91E2-5E4B-80D9-F3878D4D90BD}"/>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grpSp>
        <p:nvGrpSpPr>
          <p:cNvPr id="63497" name="Group 23">
            <a:extLst>
              <a:ext uri="{FF2B5EF4-FFF2-40B4-BE49-F238E27FC236}">
                <a16:creationId xmlns:a16="http://schemas.microsoft.com/office/drawing/2014/main" id="{D247DEAF-FE56-D14D-AB14-AD34EB76FB69}"/>
              </a:ext>
            </a:extLst>
          </p:cNvPr>
          <p:cNvGrpSpPr>
            <a:grpSpLocks/>
          </p:cNvGrpSpPr>
          <p:nvPr/>
        </p:nvGrpSpPr>
        <p:grpSpPr bwMode="auto">
          <a:xfrm>
            <a:off x="3135313" y="5338763"/>
            <a:ext cx="3903662" cy="523875"/>
            <a:chOff x="2783717" y="5184853"/>
            <a:chExt cx="3904221" cy="523220"/>
          </a:xfrm>
        </p:grpSpPr>
        <p:grpSp>
          <p:nvGrpSpPr>
            <p:cNvPr id="63517" name="Group 24">
              <a:extLst>
                <a:ext uri="{FF2B5EF4-FFF2-40B4-BE49-F238E27FC236}">
                  <a16:creationId xmlns:a16="http://schemas.microsoft.com/office/drawing/2014/main" id="{3E70B571-DFD3-DF47-8416-21672FEE05EF}"/>
                </a:ext>
              </a:extLst>
            </p:cNvPr>
            <p:cNvGrpSpPr>
              <a:grpSpLocks/>
            </p:cNvGrpSpPr>
            <p:nvPr/>
          </p:nvGrpSpPr>
          <p:grpSpPr bwMode="auto">
            <a:xfrm>
              <a:off x="2783717" y="5338186"/>
              <a:ext cx="3222624" cy="369887"/>
              <a:chOff x="2783717" y="3915586"/>
              <a:chExt cx="3222624" cy="369887"/>
            </a:xfrm>
          </p:grpSpPr>
          <p:sp>
            <p:nvSpPr>
              <p:cNvPr id="63519" name="Rectangle 12">
                <a:extLst>
                  <a:ext uri="{FF2B5EF4-FFF2-40B4-BE49-F238E27FC236}">
                    <a16:creationId xmlns:a16="http://schemas.microsoft.com/office/drawing/2014/main" id="{282ECF65-41BD-F44E-B757-013726536BB0}"/>
                  </a:ext>
                </a:extLst>
              </p:cNvPr>
              <p:cNvSpPr>
                <a:spLocks noChangeArrowheads="1"/>
              </p:cNvSpPr>
              <p:nvPr/>
            </p:nvSpPr>
            <p:spPr bwMode="auto">
              <a:xfrm>
                <a:off x="278371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0" name="Rectangle 12">
                <a:extLst>
                  <a:ext uri="{FF2B5EF4-FFF2-40B4-BE49-F238E27FC236}">
                    <a16:creationId xmlns:a16="http://schemas.microsoft.com/office/drawing/2014/main" id="{C19AAE1D-39C7-8F49-94BF-780AC2090E2E}"/>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1" name="Rectangle 12">
                <a:extLst>
                  <a:ext uri="{FF2B5EF4-FFF2-40B4-BE49-F238E27FC236}">
                    <a16:creationId xmlns:a16="http://schemas.microsoft.com/office/drawing/2014/main" id="{0CFC393A-62AE-8D49-AC23-25757D08F8D4}"/>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2" name="Rectangle 29">
                <a:extLst>
                  <a:ext uri="{FF2B5EF4-FFF2-40B4-BE49-F238E27FC236}">
                    <a16:creationId xmlns:a16="http://schemas.microsoft.com/office/drawing/2014/main" id="{BD7DAF32-4388-7245-B342-8A0AC68618E7}"/>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3" name="Rectangle 12">
                <a:extLst>
                  <a:ext uri="{FF2B5EF4-FFF2-40B4-BE49-F238E27FC236}">
                    <a16:creationId xmlns:a16="http://schemas.microsoft.com/office/drawing/2014/main" id="{CFF71284-6926-7543-86A0-97C5803B8E19}"/>
                  </a:ext>
                </a:extLst>
              </p:cNvPr>
              <p:cNvSpPr>
                <a:spLocks noChangeArrowheads="1"/>
              </p:cNvSpPr>
              <p:nvPr/>
            </p:nvSpPr>
            <p:spPr bwMode="auto">
              <a:xfrm>
                <a:off x="4395029"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4" name="Rectangle 12">
                <a:extLst>
                  <a:ext uri="{FF2B5EF4-FFF2-40B4-BE49-F238E27FC236}">
                    <a16:creationId xmlns:a16="http://schemas.microsoft.com/office/drawing/2014/main" id="{9DBCCF7B-6B55-F642-B5FD-1C07D49C88F4}"/>
                  </a:ext>
                </a:extLst>
              </p:cNvPr>
              <p:cNvSpPr>
                <a:spLocks noChangeArrowheads="1"/>
              </p:cNvSpPr>
              <p:nvPr/>
            </p:nvSpPr>
            <p:spPr bwMode="auto">
              <a:xfrm>
                <a:off x="479785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5" name="Rectangle 12">
                <a:extLst>
                  <a:ext uri="{FF2B5EF4-FFF2-40B4-BE49-F238E27FC236}">
                    <a16:creationId xmlns:a16="http://schemas.microsoft.com/office/drawing/2014/main" id="{43BB4F32-C5CF-9A4E-AE22-D656723F9DAF}"/>
                  </a:ext>
                </a:extLst>
              </p:cNvPr>
              <p:cNvSpPr>
                <a:spLocks noChangeArrowheads="1"/>
              </p:cNvSpPr>
              <p:nvPr/>
            </p:nvSpPr>
            <p:spPr bwMode="auto">
              <a:xfrm>
                <a:off x="520068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6" name="Rectangle 33">
                <a:extLst>
                  <a:ext uri="{FF2B5EF4-FFF2-40B4-BE49-F238E27FC236}">
                    <a16:creationId xmlns:a16="http://schemas.microsoft.com/office/drawing/2014/main" id="{F337BD8C-1BF0-8D4A-B1CB-25B718D223C5}"/>
                  </a:ext>
                </a:extLst>
              </p:cNvPr>
              <p:cNvSpPr>
                <a:spLocks noChangeArrowheads="1"/>
              </p:cNvSpPr>
              <p:nvPr/>
            </p:nvSpPr>
            <p:spPr bwMode="auto">
              <a:xfrm>
                <a:off x="560351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sp>
          <p:nvSpPr>
            <p:cNvPr id="63518" name="TextBox 25">
              <a:extLst>
                <a:ext uri="{FF2B5EF4-FFF2-40B4-BE49-F238E27FC236}">
                  <a16:creationId xmlns:a16="http://schemas.microsoft.com/office/drawing/2014/main" id="{89865CBC-65F1-2449-8343-31B873D6663D}"/>
                </a:ext>
              </a:extLst>
            </p:cNvPr>
            <p:cNvSpPr txBox="1">
              <a:spLocks noChangeArrowheads="1"/>
            </p:cNvSpPr>
            <p:nvPr/>
          </p:nvSpPr>
          <p:spPr bwMode="auto">
            <a:xfrm>
              <a:off x="6006341" y="5184853"/>
              <a:ext cx="6815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 .</a:t>
              </a:r>
            </a:p>
          </p:txBody>
        </p:sp>
      </p:grpSp>
      <p:cxnSp>
        <p:nvCxnSpPr>
          <p:cNvPr id="63498" name="Straight Connector 34">
            <a:extLst>
              <a:ext uri="{FF2B5EF4-FFF2-40B4-BE49-F238E27FC236}">
                <a16:creationId xmlns:a16="http://schemas.microsoft.com/office/drawing/2014/main" id="{E065EA7D-CF2D-5645-80B5-E5C144E39567}"/>
              </a:ext>
            </a:extLst>
          </p:cNvPr>
          <p:cNvCxnSpPr>
            <a:cxnSpLocks noChangeShapeType="1"/>
          </p:cNvCxnSpPr>
          <p:nvPr/>
        </p:nvCxnSpPr>
        <p:spPr bwMode="auto">
          <a:xfrm>
            <a:off x="2600325" y="4968875"/>
            <a:ext cx="244475"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3499" name="Straight Connector 35">
            <a:extLst>
              <a:ext uri="{FF2B5EF4-FFF2-40B4-BE49-F238E27FC236}">
                <a16:creationId xmlns:a16="http://schemas.microsoft.com/office/drawing/2014/main" id="{BFC411BD-3E90-0F43-B8A4-2AD89E3E9A9D}"/>
              </a:ext>
            </a:extLst>
          </p:cNvPr>
          <p:cNvCxnSpPr>
            <a:cxnSpLocks noChangeShapeType="1"/>
          </p:cNvCxnSpPr>
          <p:nvPr/>
        </p:nvCxnSpPr>
        <p:spPr bwMode="auto">
          <a:xfrm rot="5400000">
            <a:off x="2040732" y="4882356"/>
            <a:ext cx="160655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3500" name="Straight Arrow Connector 36">
            <a:extLst>
              <a:ext uri="{FF2B5EF4-FFF2-40B4-BE49-F238E27FC236}">
                <a16:creationId xmlns:a16="http://schemas.microsoft.com/office/drawing/2014/main" id="{C8AE1B6F-027C-6246-A1F3-E5DB59F23CA5}"/>
              </a:ext>
            </a:extLst>
          </p:cNvPr>
          <p:cNvCxnSpPr>
            <a:cxnSpLocks noChangeShapeType="1"/>
          </p:cNvCxnSpPr>
          <p:nvPr/>
        </p:nvCxnSpPr>
        <p:spPr bwMode="auto">
          <a:xfrm>
            <a:off x="2844800" y="5686425"/>
            <a:ext cx="290513"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1" name="Straight Arrow Connector 37">
            <a:extLst>
              <a:ext uri="{FF2B5EF4-FFF2-40B4-BE49-F238E27FC236}">
                <a16:creationId xmlns:a16="http://schemas.microsoft.com/office/drawing/2014/main" id="{7C87D34A-C9B4-614D-B6C0-2A9BA00E3B53}"/>
              </a:ext>
            </a:extLst>
          </p:cNvPr>
          <p:cNvCxnSpPr>
            <a:cxnSpLocks noChangeShapeType="1"/>
          </p:cNvCxnSpPr>
          <p:nvPr/>
        </p:nvCxnSpPr>
        <p:spPr bwMode="auto">
          <a:xfrm>
            <a:off x="2844800" y="5153025"/>
            <a:ext cx="290513"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2" name="Straight Arrow Connector 38">
            <a:extLst>
              <a:ext uri="{FF2B5EF4-FFF2-40B4-BE49-F238E27FC236}">
                <a16:creationId xmlns:a16="http://schemas.microsoft.com/office/drawing/2014/main" id="{FB59AB9C-D60F-214D-B56C-B03E57696E2A}"/>
              </a:ext>
            </a:extLst>
          </p:cNvPr>
          <p:cNvCxnSpPr>
            <a:cxnSpLocks noChangeShapeType="1"/>
          </p:cNvCxnSpPr>
          <p:nvPr/>
        </p:nvCxnSpPr>
        <p:spPr bwMode="auto">
          <a:xfrm>
            <a:off x="2852738" y="4079875"/>
            <a:ext cx="2889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3" name="Straight Arrow Connector 39">
            <a:extLst>
              <a:ext uri="{FF2B5EF4-FFF2-40B4-BE49-F238E27FC236}">
                <a16:creationId xmlns:a16="http://schemas.microsoft.com/office/drawing/2014/main" id="{34BCBF34-29B9-4A44-8B29-5DA21CDA843E}"/>
              </a:ext>
            </a:extLst>
          </p:cNvPr>
          <p:cNvCxnSpPr>
            <a:cxnSpLocks noChangeShapeType="1"/>
          </p:cNvCxnSpPr>
          <p:nvPr/>
        </p:nvCxnSpPr>
        <p:spPr bwMode="auto">
          <a:xfrm>
            <a:off x="2851150" y="4625975"/>
            <a:ext cx="2889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4" name="Straight Connector 40">
            <a:extLst>
              <a:ext uri="{FF2B5EF4-FFF2-40B4-BE49-F238E27FC236}">
                <a16:creationId xmlns:a16="http://schemas.microsoft.com/office/drawing/2014/main" id="{7451BC4A-8AAC-9849-901A-E85F1712191C}"/>
              </a:ext>
            </a:extLst>
          </p:cNvPr>
          <p:cNvCxnSpPr>
            <a:cxnSpLocks noChangeShapeType="1"/>
          </p:cNvCxnSpPr>
          <p:nvPr/>
        </p:nvCxnSpPr>
        <p:spPr bwMode="auto">
          <a:xfrm rot="5400000">
            <a:off x="6325394" y="4883944"/>
            <a:ext cx="16065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3505" name="Straight Arrow Connector 41">
            <a:extLst>
              <a:ext uri="{FF2B5EF4-FFF2-40B4-BE49-F238E27FC236}">
                <a16:creationId xmlns:a16="http://schemas.microsoft.com/office/drawing/2014/main" id="{427FAE95-B713-8840-B05E-CC5DC4393274}"/>
              </a:ext>
            </a:extLst>
          </p:cNvPr>
          <p:cNvCxnSpPr>
            <a:cxnSpLocks noChangeShapeType="1"/>
          </p:cNvCxnSpPr>
          <p:nvPr/>
        </p:nvCxnSpPr>
        <p:spPr bwMode="auto">
          <a:xfrm>
            <a:off x="7129463" y="4811713"/>
            <a:ext cx="23495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6" name="Straight Arrow Connector 42">
            <a:extLst>
              <a:ext uri="{FF2B5EF4-FFF2-40B4-BE49-F238E27FC236}">
                <a16:creationId xmlns:a16="http://schemas.microsoft.com/office/drawing/2014/main" id="{73746E6D-2B56-B542-B986-6A9D8F8164BC}"/>
              </a:ext>
            </a:extLst>
          </p:cNvPr>
          <p:cNvCxnSpPr>
            <a:cxnSpLocks noChangeShapeType="1"/>
            <a:stCxn id="63493" idx="3"/>
          </p:cNvCxnSpPr>
          <p:nvPr/>
        </p:nvCxnSpPr>
        <p:spPr bwMode="auto">
          <a:xfrm>
            <a:off x="3536950" y="4106863"/>
            <a:ext cx="3592513"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7" name="Straight Arrow Connector 43">
            <a:extLst>
              <a:ext uri="{FF2B5EF4-FFF2-40B4-BE49-F238E27FC236}">
                <a16:creationId xmlns:a16="http://schemas.microsoft.com/office/drawing/2014/main" id="{24ECAC27-C55B-A34F-ABF9-B9BC324A2E99}"/>
              </a:ext>
            </a:extLst>
          </p:cNvPr>
          <p:cNvCxnSpPr>
            <a:cxnSpLocks noChangeShapeType="1"/>
          </p:cNvCxnSpPr>
          <p:nvPr/>
        </p:nvCxnSpPr>
        <p:spPr bwMode="auto">
          <a:xfrm>
            <a:off x="4746625" y="4621213"/>
            <a:ext cx="2382838" cy="47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8" name="Straight Arrow Connector 44">
            <a:extLst>
              <a:ext uri="{FF2B5EF4-FFF2-40B4-BE49-F238E27FC236}">
                <a16:creationId xmlns:a16="http://schemas.microsoft.com/office/drawing/2014/main" id="{E756EF74-6AE6-7A41-896E-EAEF20E8274A}"/>
              </a:ext>
            </a:extLst>
          </p:cNvPr>
          <p:cNvCxnSpPr>
            <a:cxnSpLocks noChangeShapeType="1"/>
          </p:cNvCxnSpPr>
          <p:nvPr/>
        </p:nvCxnSpPr>
        <p:spPr bwMode="auto">
          <a:xfrm flipV="1">
            <a:off x="6357938" y="5153025"/>
            <a:ext cx="7715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9" name="Straight Arrow Connector 45">
            <a:extLst>
              <a:ext uri="{FF2B5EF4-FFF2-40B4-BE49-F238E27FC236}">
                <a16:creationId xmlns:a16="http://schemas.microsoft.com/office/drawing/2014/main" id="{11E61F52-D89B-7C43-9138-AD59982A5CA3}"/>
              </a:ext>
            </a:extLst>
          </p:cNvPr>
          <p:cNvCxnSpPr>
            <a:cxnSpLocks noChangeShapeType="1"/>
          </p:cNvCxnSpPr>
          <p:nvPr/>
        </p:nvCxnSpPr>
        <p:spPr bwMode="auto">
          <a:xfrm>
            <a:off x="6927850" y="5688013"/>
            <a:ext cx="201613"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63510" name="TextBox 46">
            <a:extLst>
              <a:ext uri="{FF2B5EF4-FFF2-40B4-BE49-F238E27FC236}">
                <a16:creationId xmlns:a16="http://schemas.microsoft.com/office/drawing/2014/main" id="{96E64F1B-AADB-6443-91C1-688C61C05891}"/>
              </a:ext>
            </a:extLst>
          </p:cNvPr>
          <p:cNvSpPr txBox="1">
            <a:spLocks noChangeArrowheads="1"/>
          </p:cNvSpPr>
          <p:nvPr/>
        </p:nvSpPr>
        <p:spPr bwMode="auto">
          <a:xfrm>
            <a:off x="3667125" y="3832225"/>
            <a:ext cx="1089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Integer add</a:t>
            </a:r>
          </a:p>
        </p:txBody>
      </p:sp>
      <p:sp>
        <p:nvSpPr>
          <p:cNvPr id="63511" name="TextBox 47">
            <a:extLst>
              <a:ext uri="{FF2B5EF4-FFF2-40B4-BE49-F238E27FC236}">
                <a16:creationId xmlns:a16="http://schemas.microsoft.com/office/drawing/2014/main" id="{41FF8A69-DA77-2A4D-AAFC-3E2D5991A8E0}"/>
              </a:ext>
            </a:extLst>
          </p:cNvPr>
          <p:cNvSpPr txBox="1">
            <a:spLocks noChangeArrowheads="1"/>
          </p:cNvSpPr>
          <p:nvPr/>
        </p:nvSpPr>
        <p:spPr bwMode="auto">
          <a:xfrm>
            <a:off x="4865688" y="4227513"/>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Integer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mul</a:t>
            </a: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2" name="TextBox 48">
            <a:extLst>
              <a:ext uri="{FF2B5EF4-FFF2-40B4-BE49-F238E27FC236}">
                <a16:creationId xmlns:a16="http://schemas.microsoft.com/office/drawing/2014/main" id="{DA1CBA82-E37D-344D-BB36-03D179C264A4}"/>
              </a:ext>
            </a:extLst>
          </p:cNvPr>
          <p:cNvSpPr txBox="1">
            <a:spLocks noChangeArrowheads="1"/>
          </p:cNvSpPr>
          <p:nvPr/>
        </p:nvSpPr>
        <p:spPr bwMode="auto">
          <a:xfrm>
            <a:off x="6357938" y="4783138"/>
            <a:ext cx="7477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FP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mul</a:t>
            </a: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3" name="TextBox 49">
            <a:extLst>
              <a:ext uri="{FF2B5EF4-FFF2-40B4-BE49-F238E27FC236}">
                <a16:creationId xmlns:a16="http://schemas.microsoft.com/office/drawing/2014/main" id="{1D0C734E-89C4-DE4B-9A74-129B2A8CA89A}"/>
              </a:ext>
            </a:extLst>
          </p:cNvPr>
          <p:cNvSpPr txBox="1">
            <a:spLocks noChangeArrowheads="1"/>
          </p:cNvSpPr>
          <p:nvPr/>
        </p:nvSpPr>
        <p:spPr bwMode="auto">
          <a:xfrm>
            <a:off x="6380163" y="5870575"/>
            <a:ext cx="12207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Load/store</a:t>
            </a:r>
          </a:p>
        </p:txBody>
      </p:sp>
      <p:sp>
        <p:nvSpPr>
          <p:cNvPr id="63514" name="Rectangle 13">
            <a:extLst>
              <a:ext uri="{FF2B5EF4-FFF2-40B4-BE49-F238E27FC236}">
                <a16:creationId xmlns:a16="http://schemas.microsoft.com/office/drawing/2014/main" id="{9DF77289-C834-CA47-B2C7-1CA9F045D49A}"/>
              </a:ext>
            </a:extLst>
          </p:cNvPr>
          <p:cNvSpPr>
            <a:spLocks noChangeArrowheads="1"/>
          </p:cNvSpPr>
          <p:nvPr/>
        </p:nvSpPr>
        <p:spPr bwMode="auto">
          <a:xfrm>
            <a:off x="7364413" y="46275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cxnSp>
        <p:nvCxnSpPr>
          <p:cNvPr id="63515" name="Straight Arrow Connector 51">
            <a:extLst>
              <a:ext uri="{FF2B5EF4-FFF2-40B4-BE49-F238E27FC236}">
                <a16:creationId xmlns:a16="http://schemas.microsoft.com/office/drawing/2014/main" id="{AC5CAFDF-E05D-D041-B5C3-B8F9AFB15216}"/>
              </a:ext>
            </a:extLst>
          </p:cNvPr>
          <p:cNvCxnSpPr>
            <a:cxnSpLocks noChangeShapeType="1"/>
          </p:cNvCxnSpPr>
          <p:nvPr/>
        </p:nvCxnSpPr>
        <p:spPr bwMode="auto">
          <a:xfrm>
            <a:off x="7767638" y="4805363"/>
            <a:ext cx="23495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63516" name="Rectangle 13">
            <a:extLst>
              <a:ext uri="{FF2B5EF4-FFF2-40B4-BE49-F238E27FC236}">
                <a16:creationId xmlns:a16="http://schemas.microsoft.com/office/drawing/2014/main" id="{D34011F0-3925-3248-BA3E-0E9205FC398F}"/>
              </a:ext>
            </a:extLst>
          </p:cNvPr>
          <p:cNvSpPr>
            <a:spLocks noChangeArrowheads="1"/>
          </p:cNvSpPr>
          <p:nvPr/>
        </p:nvSpPr>
        <p:spPr bwMode="auto">
          <a:xfrm>
            <a:off x="2201863" y="5151438"/>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Tree>
    <p:extLst>
      <p:ext uri="{BB962C8B-B14F-4D97-AF65-F5344CB8AC3E}">
        <p14:creationId xmlns:p14="http://schemas.microsoft.com/office/powerpoint/2010/main" val="325146610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7A9BFEB6-5A7E-4EE0-801E-0257F2D6481D}"/>
              </a:ext>
            </a:extLst>
          </p:cNvPr>
          <p:cNvPicPr>
            <a:picLocks noChangeAspect="1"/>
          </p:cNvPicPr>
          <p:nvPr/>
        </p:nvPicPr>
        <p:blipFill>
          <a:blip r:embed="rId2"/>
          <a:stretch>
            <a:fillRect/>
          </a:stretch>
        </p:blipFill>
        <p:spPr>
          <a:xfrm>
            <a:off x="-38100" y="914400"/>
            <a:ext cx="9144000" cy="5237544"/>
          </a:xfrm>
          <a:prstGeom prst="rect">
            <a:avLst/>
          </a:prstGeom>
        </p:spPr>
      </p:pic>
      <p:sp>
        <p:nvSpPr>
          <p:cNvPr id="4" name="灯片编号占位符 3">
            <a:extLst>
              <a:ext uri="{FF2B5EF4-FFF2-40B4-BE49-F238E27FC236}">
                <a16:creationId xmlns:a16="http://schemas.microsoft.com/office/drawing/2014/main" id="{55751EBB-48F2-4EBC-BFD3-511916AA9A95}"/>
              </a:ext>
            </a:extLst>
          </p:cNvPr>
          <p:cNvSpPr>
            <a:spLocks noGrp="1"/>
          </p:cNvSpPr>
          <p:nvPr>
            <p:ph type="sldNum" sz="quarter" idx="11"/>
          </p:nvPr>
        </p:nvSpPr>
        <p:spPr>
          <a:xfrm>
            <a:off x="6630988" y="6330394"/>
            <a:ext cx="2133600" cy="457200"/>
          </a:xfrm>
        </p:spPr>
        <p:txBody>
          <a:bodyPr/>
          <a:lstStyle/>
          <a:p>
            <a:pPr>
              <a:defRPr/>
            </a:pPr>
            <a:fld id="{753DEEF8-87BA-7144-9648-F84693A6E11D}" type="slidenum">
              <a:rPr lang="en-US" altLang="en-US" smtClean="0"/>
              <a:pPr>
                <a:defRPr/>
              </a:pPr>
              <a:t>53</a:t>
            </a:fld>
            <a:endParaRPr lang="en-US" altLang="en-US"/>
          </a:p>
        </p:txBody>
      </p:sp>
      <p:sp>
        <p:nvSpPr>
          <p:cNvPr id="157" name="Rectangle 36">
            <a:extLst>
              <a:ext uri="{FF2B5EF4-FFF2-40B4-BE49-F238E27FC236}">
                <a16:creationId xmlns:a16="http://schemas.microsoft.com/office/drawing/2014/main" id="{24589136-D5B5-41F9-AC76-5B4107FF66CB}"/>
              </a:ext>
            </a:extLst>
          </p:cNvPr>
          <p:cNvSpPr/>
          <p:nvPr/>
        </p:nvSpPr>
        <p:spPr>
          <a:xfrm>
            <a:off x="5792788" y="1828800"/>
            <a:ext cx="838200" cy="914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itle 1">
            <a:extLst>
              <a:ext uri="{FF2B5EF4-FFF2-40B4-BE49-F238E27FC236}">
                <a16:creationId xmlns:a16="http://schemas.microsoft.com/office/drawing/2014/main" id="{9D44D825-827C-4862-B6D5-ADA7CEAD3407}"/>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Where Are We?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2105863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D963184-FDC3-5D4D-9B50-7428DAE957C4}"/>
              </a:ext>
            </a:extLst>
          </p:cNvPr>
          <p:cNvSpPr>
            <a:spLocks noGrp="1" noChangeArrowheads="1"/>
          </p:cNvSpPr>
          <p:nvPr>
            <p:ph type="title"/>
          </p:nvPr>
        </p:nvSpPr>
        <p:spPr/>
        <p:txBody>
          <a:bodyPr/>
          <a:lstStyle/>
          <a:p>
            <a:r>
              <a:rPr lang="en-US" altLang="zh-CN" dirty="0">
                <a:ea typeface="ＭＳ Ｐゴシック" panose="020B0600070205080204" pitchFamily="34" charset="-128"/>
              </a:rPr>
              <a:t>Recall: </a:t>
            </a:r>
            <a:r>
              <a:rPr lang="en-US" altLang="en-US" dirty="0">
                <a:ea typeface="ＭＳ Ｐゴシック" panose="020B0600070205080204" pitchFamily="34" charset="-128"/>
              </a:rPr>
              <a:t>Data Dependence Types</a:t>
            </a:r>
          </a:p>
        </p:txBody>
      </p:sp>
      <p:sp>
        <p:nvSpPr>
          <p:cNvPr id="57347" name="Slide Number Placeholder 3">
            <a:extLst>
              <a:ext uri="{FF2B5EF4-FFF2-40B4-BE49-F238E27FC236}">
                <a16:creationId xmlns:a16="http://schemas.microsoft.com/office/drawing/2014/main" id="{84B64DFB-5D30-4041-8787-AE33BCCF9A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DFEF88-DAC1-4343-AFF3-0C33848A75E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11" name="Rectangle 3">
            <a:extLst>
              <a:ext uri="{FF2B5EF4-FFF2-40B4-BE49-F238E27FC236}">
                <a16:creationId xmlns:a16="http://schemas.microsoft.com/office/drawing/2014/main" id="{ABB39FA3-6BA2-F148-9AD6-43FF8ECDB88F}"/>
              </a:ext>
            </a:extLst>
          </p:cNvPr>
          <p:cNvSpPr>
            <a:spLocks noChangeArrowheads="1"/>
          </p:cNvSpPr>
          <p:nvPr/>
        </p:nvSpPr>
        <p:spPr bwMode="auto">
          <a:xfrm>
            <a:off x="762000" y="1143000"/>
            <a:ext cx="7620000" cy="5116785"/>
          </a:xfrm>
          <a:prstGeom prst="rect">
            <a:avLst/>
          </a:prstGeom>
          <a:noFill/>
          <a:ln>
            <a:noFill/>
          </a:ln>
          <a:extLst>
            <a:ext uri="{909E8E84-426E-40dd-AFC4-6F175D3DCCD1}"/>
            <a:ext uri="{91240B29-F687-4f45-9708-019B960494DF}"/>
          </a:extLst>
        </p:spPr>
        <p:txBody>
          <a:bodyPr wrap="square" lIns="90488" tIns="44450" rIns="90488" bIns="4445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Flow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Read-after-Write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(RAW)</a:t>
            </a:r>
          </a:p>
          <a:p>
            <a:pPr marL="0" marR="0" lvl="3"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Anti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Write-after-Read</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(WAR)</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Output-dependence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4</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(WAW)</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6</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7</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p:txBody>
      </p:sp>
      <p:sp>
        <p:nvSpPr>
          <p:cNvPr id="12" name="Line 4">
            <a:extLst>
              <a:ext uri="{FF2B5EF4-FFF2-40B4-BE49-F238E27FC236}">
                <a16:creationId xmlns:a16="http://schemas.microsoft.com/office/drawing/2014/main" id="{D0541604-A6D4-DB41-89A6-2AC65498C7FF}"/>
              </a:ext>
            </a:extLst>
          </p:cNvPr>
          <p:cNvSpPr>
            <a:spLocks noChangeShapeType="1"/>
          </p:cNvSpPr>
          <p:nvPr/>
        </p:nvSpPr>
        <p:spPr bwMode="auto">
          <a:xfrm flipH="1" flipV="1">
            <a:off x="1295400" y="1981200"/>
            <a:ext cx="7620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3" name="Line 5">
            <a:extLst>
              <a:ext uri="{FF2B5EF4-FFF2-40B4-BE49-F238E27FC236}">
                <a16:creationId xmlns:a16="http://schemas.microsoft.com/office/drawing/2014/main" id="{F21A7BEA-81F8-5F46-9CE9-EC2BF980645A}"/>
              </a:ext>
            </a:extLst>
          </p:cNvPr>
          <p:cNvSpPr>
            <a:spLocks noChangeShapeType="1"/>
          </p:cNvSpPr>
          <p:nvPr/>
        </p:nvSpPr>
        <p:spPr bwMode="auto">
          <a:xfrm flipV="1">
            <a:off x="1219200" y="3581400"/>
            <a:ext cx="8382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4" name="Freeform 6">
            <a:extLst>
              <a:ext uri="{FF2B5EF4-FFF2-40B4-BE49-F238E27FC236}">
                <a16:creationId xmlns:a16="http://schemas.microsoft.com/office/drawing/2014/main" id="{52976DC1-291B-E646-8B52-E883E128A830}"/>
              </a:ext>
            </a:extLst>
          </p:cNvPr>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8" name="Rectangle">
            <a:extLst>
              <a:ext uri="{FF2B5EF4-FFF2-40B4-BE49-F238E27FC236}">
                <a16:creationId xmlns:a16="http://schemas.microsoft.com/office/drawing/2014/main" id="{3B2C6D6B-E776-4997-9E0A-AD6EE5A33D43}"/>
              </a:ext>
            </a:extLst>
          </p:cNvPr>
          <p:cNvSpPr/>
          <p:nvPr/>
        </p:nvSpPr>
        <p:spPr>
          <a:xfrm>
            <a:off x="152400" y="2743200"/>
            <a:ext cx="7473461" cy="36576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2342469036"/>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0156767B-363D-4F49-9266-40ABC2826F35}"/>
              </a:ext>
            </a:extLst>
          </p:cNvPr>
          <p:cNvSpPr>
            <a:spLocks noGrp="1"/>
          </p:cNvSpPr>
          <p:nvPr>
            <p:ph type="title"/>
          </p:nvPr>
        </p:nvSpPr>
        <p:spPr/>
        <p:txBody>
          <a:bodyPr/>
          <a:lstStyle/>
          <a:p>
            <a:r>
              <a:rPr lang="en-US" altLang="en-US" b="1" dirty="0">
                <a:ea typeface="ＭＳ Ｐゴシック" panose="020B0600070205080204" pitchFamily="34" charset="-128"/>
              </a:rPr>
              <a:t>How</a:t>
            </a:r>
            <a:r>
              <a:rPr lang="en-US" altLang="en-US" dirty="0">
                <a:ea typeface="ＭＳ Ｐゴシック" panose="020B0600070205080204" pitchFamily="34" charset="-128"/>
              </a:rPr>
              <a:t> Can We Do Better?</a:t>
            </a:r>
          </a:p>
        </p:txBody>
      </p:sp>
      <p:sp>
        <p:nvSpPr>
          <p:cNvPr id="3" name="Content Placeholder 2">
            <a:extLst>
              <a:ext uri="{FF2B5EF4-FFF2-40B4-BE49-F238E27FC236}">
                <a16:creationId xmlns:a16="http://schemas.microsoft.com/office/drawing/2014/main" id="{0E875B6E-B8EB-7445-9EAF-DAF3BECA8205}"/>
              </a:ext>
            </a:extLst>
          </p:cNvPr>
          <p:cNvSpPr>
            <a:spLocks noGrp="1"/>
          </p:cNvSpPr>
          <p:nvPr>
            <p:ph idx="1"/>
          </p:nvPr>
        </p:nvSpPr>
        <p:spPr>
          <a:xfrm>
            <a:off x="228600" y="960438"/>
            <a:ext cx="8610600" cy="5194300"/>
          </a:xfrm>
        </p:spPr>
        <p:txBody>
          <a:bodyPr/>
          <a:lstStyle/>
          <a:p>
            <a:r>
              <a:rPr lang="en-US" altLang="en-US" dirty="0">
                <a:ea typeface="ＭＳ Ｐゴシック" panose="020B0600070205080204" pitchFamily="34" charset="-128"/>
              </a:rPr>
              <a:t>What do the following two pieces of code have in common (with respect to execution in the previous design)?</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r>
              <a:rPr lang="en-US" altLang="en-US" dirty="0">
                <a:solidFill>
                  <a:srgbClr val="FF0000"/>
                </a:solidFill>
                <a:ea typeface="ＭＳ Ｐゴシック" panose="020B0600070205080204" pitchFamily="34" charset="-128"/>
              </a:rPr>
              <a:t>Answer: First ADD stalls the whole pipeline!</a:t>
            </a:r>
          </a:p>
          <a:p>
            <a:pPr lvl="1"/>
            <a:r>
              <a:rPr lang="en-US" altLang="en-US" dirty="0">
                <a:ea typeface="ＭＳ Ｐゴシック" panose="020B0600070205080204" pitchFamily="34" charset="-128"/>
              </a:rPr>
              <a:t>ADD cannot dispatch because its source registers unavailable</a:t>
            </a:r>
          </a:p>
          <a:p>
            <a:pPr lvl="1"/>
            <a:r>
              <a:rPr lang="en-US" altLang="en-US" dirty="0">
                <a:solidFill>
                  <a:srgbClr val="FF0000"/>
                </a:solidFill>
                <a:ea typeface="ＭＳ Ｐゴシック" panose="020B0600070205080204" pitchFamily="34" charset="-128"/>
              </a:rPr>
              <a:t>Later </a:t>
            </a:r>
            <a:r>
              <a:rPr lang="en-US" altLang="en-US" b="1" dirty="0">
                <a:solidFill>
                  <a:srgbClr val="0432FF"/>
                </a:solidFill>
                <a:ea typeface="ＭＳ Ｐゴシック" panose="020B0600070205080204" pitchFamily="34" charset="-128"/>
              </a:rPr>
              <a:t>independent</a:t>
            </a:r>
            <a:r>
              <a:rPr lang="en-US" altLang="en-US" dirty="0">
                <a:solidFill>
                  <a:srgbClr val="0432FF"/>
                </a:solidFill>
                <a:ea typeface="ＭＳ Ｐゴシック" panose="020B0600070205080204" pitchFamily="34" charset="-128"/>
              </a:rPr>
              <a:t> instructions </a:t>
            </a:r>
            <a:r>
              <a:rPr lang="en-US" altLang="en-US" dirty="0">
                <a:solidFill>
                  <a:srgbClr val="FF0000"/>
                </a:solidFill>
                <a:ea typeface="ＭＳ Ｐゴシック" panose="020B0600070205080204" pitchFamily="34" charset="-128"/>
              </a:rPr>
              <a:t>cannot get executed</a:t>
            </a:r>
          </a:p>
          <a:p>
            <a:pPr lvl="1"/>
            <a:endParaRPr lang="en-US" altLang="en-US" dirty="0">
              <a:solidFill>
                <a:srgbClr val="FF0000"/>
              </a:solidFill>
              <a:ea typeface="ＭＳ Ｐゴシック" panose="020B0600070205080204" pitchFamily="34" charset="-128"/>
            </a:endParaRPr>
          </a:p>
          <a:p>
            <a:r>
              <a:rPr lang="en-US" altLang="en-US" dirty="0">
                <a:ea typeface="ＭＳ Ｐゴシック" panose="020B0600070205080204" pitchFamily="34" charset="-128"/>
              </a:rPr>
              <a:t>How are the above code portions different?</a:t>
            </a:r>
          </a:p>
          <a:p>
            <a:pPr lvl="1"/>
            <a:r>
              <a:rPr lang="en-US" altLang="en-US" dirty="0">
                <a:solidFill>
                  <a:srgbClr val="FF0000"/>
                </a:solidFill>
                <a:ea typeface="ＭＳ Ｐゴシック" panose="020B0600070205080204" pitchFamily="34" charset="-128"/>
              </a:rPr>
              <a:t>Answer: Load latency is variable (unknown until runtime)</a:t>
            </a:r>
          </a:p>
        </p:txBody>
      </p:sp>
      <p:sp>
        <p:nvSpPr>
          <p:cNvPr id="40963" name="Slide Number Placeholder 3">
            <a:extLst>
              <a:ext uri="{FF2B5EF4-FFF2-40B4-BE49-F238E27FC236}">
                <a16:creationId xmlns:a16="http://schemas.microsoft.com/office/drawing/2014/main" id="{6F5757F6-A689-0D44-B71A-142B8773821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3F44D46-2AAF-964B-92D8-1C7D34CDB526}" type="slidenum">
              <a:rPr lang="en-US" altLang="en-US" sz="1600">
                <a:solidFill>
                  <a:srgbClr val="000000"/>
                </a:solidFill>
                <a:latin typeface="Garamond" panose="02020404030301010803" pitchFamily="18" charset="0"/>
              </a:rPr>
              <a:pPr eaLnBrk="1" hangingPunct="1"/>
              <a:t>55</a:t>
            </a:fld>
            <a:endParaRPr lang="en-US" altLang="en-US" sz="1600">
              <a:solidFill>
                <a:srgbClr val="000000"/>
              </a:solidFill>
              <a:latin typeface="Garamond" panose="02020404030301010803" pitchFamily="18" charset="0"/>
            </a:endParaRPr>
          </a:p>
        </p:txBody>
      </p:sp>
      <p:sp>
        <p:nvSpPr>
          <p:cNvPr id="40964" name="TextBox 5">
            <a:extLst>
              <a:ext uri="{FF2B5EF4-FFF2-40B4-BE49-F238E27FC236}">
                <a16:creationId xmlns:a16="http://schemas.microsoft.com/office/drawing/2014/main" id="{87CF6559-71CF-E548-A015-E3BDD37FA442}"/>
              </a:ext>
            </a:extLst>
          </p:cNvPr>
          <p:cNvSpPr txBox="1">
            <a:spLocks noChangeArrowheads="1"/>
          </p:cNvSpPr>
          <p:nvPr/>
        </p:nvSpPr>
        <p:spPr bwMode="auto">
          <a:xfrm>
            <a:off x="812800" y="1828800"/>
            <a:ext cx="228758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cs typeface="Arial" panose="020B0604020202020204" pitchFamily="34" charset="0"/>
              </a:rPr>
              <a:t>IMUL  R3 </a:t>
            </a:r>
            <a:r>
              <a:rPr lang="en-US" altLang="en-US" sz="1800" dirty="0">
                <a:cs typeface="Arial" panose="020B0604020202020204" pitchFamily="34" charset="0"/>
                <a:sym typeface="Wingdings" pitchFamily="2" charset="2"/>
              </a:rPr>
              <a:t> R1, R2</a:t>
            </a:r>
          </a:p>
          <a:p>
            <a:pPr eaLnBrk="1" hangingPunct="1"/>
            <a:r>
              <a:rPr lang="en-US" altLang="en-US" sz="1800" dirty="0">
                <a:solidFill>
                  <a:srgbClr val="FF0000"/>
                </a:solidFill>
                <a:cs typeface="Arial" panose="020B0604020202020204" pitchFamily="34" charset="0"/>
                <a:sym typeface="Wingdings" pitchFamily="2" charset="2"/>
              </a:rPr>
              <a:t>ADD   R3  R3, R1</a:t>
            </a:r>
          </a:p>
          <a:p>
            <a:pPr eaLnBrk="1" hangingPunct="1"/>
            <a:r>
              <a:rPr lang="en-US" altLang="en-US" sz="1800" dirty="0">
                <a:solidFill>
                  <a:srgbClr val="0000FF"/>
                </a:solidFill>
                <a:cs typeface="Arial" panose="020B0604020202020204" pitchFamily="34" charset="0"/>
                <a:sym typeface="Wingdings" pitchFamily="2" charset="2"/>
              </a:rPr>
              <a:t>ADD   R4  R6, R7</a:t>
            </a:r>
          </a:p>
          <a:p>
            <a:pPr eaLnBrk="1" hangingPunct="1"/>
            <a:r>
              <a:rPr lang="en-US" altLang="en-US" sz="1800" dirty="0">
                <a:solidFill>
                  <a:srgbClr val="0000FF"/>
                </a:solidFill>
                <a:cs typeface="Arial" panose="020B0604020202020204" pitchFamily="34" charset="0"/>
                <a:sym typeface="Wingdings" pitchFamily="2" charset="2"/>
              </a:rPr>
              <a:t>IMUL  R5  R6, R8</a:t>
            </a:r>
          </a:p>
          <a:p>
            <a:pPr eaLnBrk="1" hangingPunct="1"/>
            <a:r>
              <a:rPr lang="en-US" altLang="en-US" sz="1800" dirty="0">
                <a:solidFill>
                  <a:srgbClr val="0000FF"/>
                </a:solidFill>
                <a:cs typeface="Arial" panose="020B0604020202020204" pitchFamily="34" charset="0"/>
                <a:sym typeface="Wingdings" pitchFamily="2" charset="2"/>
              </a:rPr>
              <a:t>ADD   R7  R9, R9</a:t>
            </a:r>
            <a:endParaRPr lang="en-US" altLang="en-US" sz="1800" dirty="0">
              <a:solidFill>
                <a:srgbClr val="0000FF"/>
              </a:solidFill>
              <a:cs typeface="Arial" panose="020B0604020202020204" pitchFamily="34" charset="0"/>
            </a:endParaRPr>
          </a:p>
        </p:txBody>
      </p:sp>
      <p:sp>
        <p:nvSpPr>
          <p:cNvPr id="40965" name="TextBox 6">
            <a:extLst>
              <a:ext uri="{FF2B5EF4-FFF2-40B4-BE49-F238E27FC236}">
                <a16:creationId xmlns:a16="http://schemas.microsoft.com/office/drawing/2014/main" id="{27DA7ED9-98DE-0F4A-966B-D7130CF931A7}"/>
              </a:ext>
            </a:extLst>
          </p:cNvPr>
          <p:cNvSpPr txBox="1">
            <a:spLocks noChangeArrowheads="1"/>
          </p:cNvSpPr>
          <p:nvPr/>
        </p:nvSpPr>
        <p:spPr bwMode="auto">
          <a:xfrm>
            <a:off x="4889500" y="1828800"/>
            <a:ext cx="22447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cs typeface="Arial" panose="020B0604020202020204" pitchFamily="34" charset="0"/>
              </a:rPr>
              <a:t>LD      R3 </a:t>
            </a:r>
            <a:r>
              <a:rPr lang="en-US" altLang="en-US" sz="1800" dirty="0">
                <a:cs typeface="Arial" panose="020B0604020202020204" pitchFamily="34" charset="0"/>
                <a:sym typeface="Wingdings" pitchFamily="2" charset="2"/>
              </a:rPr>
              <a:t> R1 (0)</a:t>
            </a:r>
          </a:p>
          <a:p>
            <a:pPr eaLnBrk="1" hangingPunct="1"/>
            <a:r>
              <a:rPr lang="en-US" altLang="en-US" sz="1800" dirty="0">
                <a:solidFill>
                  <a:srgbClr val="FF0000"/>
                </a:solidFill>
                <a:cs typeface="Arial" panose="020B0604020202020204" pitchFamily="34" charset="0"/>
                <a:sym typeface="Wingdings" pitchFamily="2" charset="2"/>
              </a:rPr>
              <a:t>ADD   R3  R3, R1</a:t>
            </a:r>
          </a:p>
          <a:p>
            <a:pPr eaLnBrk="1" hangingPunct="1"/>
            <a:r>
              <a:rPr lang="en-US" altLang="en-US" sz="1800" dirty="0">
                <a:solidFill>
                  <a:srgbClr val="0000FF"/>
                </a:solidFill>
                <a:cs typeface="Arial" panose="020B0604020202020204" pitchFamily="34" charset="0"/>
                <a:sym typeface="Wingdings" pitchFamily="2" charset="2"/>
              </a:rPr>
              <a:t>ADD   R4  R6, R7</a:t>
            </a:r>
          </a:p>
          <a:p>
            <a:pPr eaLnBrk="1" hangingPunct="1"/>
            <a:r>
              <a:rPr lang="en-US" altLang="en-US" sz="1800" dirty="0">
                <a:solidFill>
                  <a:srgbClr val="0000FF"/>
                </a:solidFill>
                <a:cs typeface="Arial" panose="020B0604020202020204" pitchFamily="34" charset="0"/>
                <a:sym typeface="Wingdings" pitchFamily="2" charset="2"/>
              </a:rPr>
              <a:t>IMUL  R5  R6, R8</a:t>
            </a:r>
          </a:p>
          <a:p>
            <a:pPr eaLnBrk="1" hangingPunct="1"/>
            <a:r>
              <a:rPr lang="en-US" altLang="en-US" sz="1800" dirty="0">
                <a:solidFill>
                  <a:srgbClr val="0000FF"/>
                </a:solidFill>
                <a:cs typeface="Arial" panose="020B0604020202020204" pitchFamily="34" charset="0"/>
                <a:sym typeface="Wingdings" pitchFamily="2" charset="2"/>
              </a:rPr>
              <a:t>ADD   R7  R9, R9</a:t>
            </a:r>
            <a:endParaRPr lang="en-US" altLang="en-US" sz="1800" dirty="0">
              <a:solidFill>
                <a:srgbClr val="0000FF"/>
              </a:solidFill>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7F7C00F5-47B1-7E46-AC90-6B6555B3DBA3}"/>
              </a:ext>
            </a:extLst>
          </p:cNvPr>
          <p:cNvSpPr>
            <a:spLocks noGrp="1"/>
          </p:cNvSpPr>
          <p:nvPr>
            <p:ph type="title"/>
          </p:nvPr>
        </p:nvSpPr>
        <p:spPr/>
        <p:txBody>
          <a:bodyPr/>
          <a:lstStyle/>
          <a:p>
            <a:r>
              <a:rPr lang="en-US" altLang="en-US">
                <a:ea typeface="ＭＳ Ｐゴシック" panose="020B0600070205080204" pitchFamily="34" charset="-128"/>
              </a:rPr>
              <a:t>Preventing Dispatch Stalls</a:t>
            </a:r>
          </a:p>
        </p:txBody>
      </p:sp>
      <p:sp>
        <p:nvSpPr>
          <p:cNvPr id="3" name="Content Placeholder 2">
            <a:extLst>
              <a:ext uri="{FF2B5EF4-FFF2-40B4-BE49-F238E27FC236}">
                <a16:creationId xmlns:a16="http://schemas.microsoft.com/office/drawing/2014/main" id="{A19E4D59-A449-7646-B65C-0CFD707B8288}"/>
              </a:ext>
            </a:extLst>
          </p:cNvPr>
          <p:cNvSpPr>
            <a:spLocks noGrp="1"/>
          </p:cNvSpPr>
          <p:nvPr>
            <p:ph idx="1"/>
          </p:nvPr>
        </p:nvSpPr>
        <p:spPr>
          <a:xfrm>
            <a:off x="228600" y="996950"/>
            <a:ext cx="8682038" cy="3346450"/>
          </a:xfrm>
        </p:spPr>
        <p:txBody>
          <a:bodyPr/>
          <a:lstStyle/>
          <a:p>
            <a:r>
              <a:rPr lang="en-US" altLang="en-US" dirty="0">
                <a:ea typeface="ＭＳ Ｐゴシック" panose="020B0600070205080204" pitchFamily="34" charset="-128"/>
              </a:rPr>
              <a:t>Problem: </a:t>
            </a:r>
            <a:r>
              <a:rPr lang="en-US" altLang="en-US" b="1" dirty="0">
                <a:solidFill>
                  <a:srgbClr val="0033CC"/>
                </a:solidFill>
                <a:ea typeface="ＭＳ Ｐゴシック" panose="020B0600070205080204" pitchFamily="34" charset="-128"/>
              </a:rPr>
              <a:t>in-order</a:t>
            </a:r>
            <a:r>
              <a:rPr lang="en-US" altLang="en-US" dirty="0">
                <a:solidFill>
                  <a:srgbClr val="0033CC"/>
                </a:solidFill>
                <a:ea typeface="ＭＳ Ｐゴシック" panose="020B0600070205080204" pitchFamily="34" charset="-128"/>
              </a:rPr>
              <a:t> dispatch (scheduling, or execution)</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Solution: </a:t>
            </a:r>
            <a:r>
              <a:rPr lang="en-US" altLang="en-US" b="1" dirty="0">
                <a:solidFill>
                  <a:srgbClr val="0033CC"/>
                </a:solidFill>
                <a:ea typeface="ＭＳ Ｐゴシック" panose="020B0600070205080204" pitchFamily="34" charset="-128"/>
              </a:rPr>
              <a:t>out-of-order</a:t>
            </a:r>
            <a:r>
              <a:rPr lang="en-US" altLang="en-US" dirty="0">
                <a:solidFill>
                  <a:srgbClr val="0033CC"/>
                </a:solidFill>
                <a:ea typeface="ＭＳ Ｐゴシック" panose="020B0600070205080204" pitchFamily="34" charset="-128"/>
              </a:rPr>
              <a:t> dispatch (scheduling, or execution)</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Goal of out-of-order dispatch:</a:t>
            </a:r>
          </a:p>
          <a:p>
            <a:pPr lvl="1"/>
            <a:r>
              <a:rPr lang="en-US" altLang="en-US" dirty="0">
                <a:ea typeface="ＭＳ Ｐゴシック" panose="020B0600070205080204" pitchFamily="34" charset="-128"/>
              </a:rPr>
              <a:t>Like</a:t>
            </a:r>
            <a:r>
              <a:rPr lang="en-US" altLang="en-US" b="1" dirty="0">
                <a:ea typeface="ＭＳ Ｐゴシック" panose="020B0600070205080204" pitchFamily="34" charset="-128"/>
              </a:rPr>
              <a:t> Dataflow</a:t>
            </a:r>
            <a:r>
              <a:rPr lang="en-US" altLang="en-US" dirty="0">
                <a:ea typeface="ＭＳ Ｐゴシック" panose="020B0600070205080204" pitchFamily="34" charset="-128"/>
              </a:rPr>
              <a:t>, </a:t>
            </a:r>
            <a:r>
              <a:rPr lang="ja-JP" altLang="en-US" dirty="0">
                <a:ea typeface="ＭＳ Ｐゴシック" panose="020B0600070205080204" pitchFamily="34" charset="-128"/>
              </a:rPr>
              <a:t>“</a:t>
            </a:r>
            <a:r>
              <a:rPr lang="en-US" altLang="ja-JP" dirty="0">
                <a:ea typeface="ＭＳ Ｐゴシック" panose="020B0600070205080204" pitchFamily="34" charset="-128"/>
              </a:rPr>
              <a:t>fire</a:t>
            </a:r>
            <a:r>
              <a:rPr lang="ja-JP" altLang="en-US" dirty="0">
                <a:ea typeface="ＭＳ Ｐゴシック" panose="020B0600070205080204" pitchFamily="34" charset="-128"/>
              </a:rPr>
              <a:t>”</a:t>
            </a:r>
            <a:r>
              <a:rPr lang="en-US" altLang="ja-JP" dirty="0">
                <a:ea typeface="ＭＳ Ｐゴシック" panose="020B0600070205080204" pitchFamily="34" charset="-128"/>
              </a:rPr>
              <a:t> an instruction only when its inputs are ready</a:t>
            </a:r>
          </a:p>
          <a:p>
            <a:pPr lvl="1"/>
            <a:endParaRPr lang="en-US" altLang="en-US" dirty="0">
              <a:ea typeface="ＭＳ Ｐゴシック" panose="020B0600070205080204" pitchFamily="34" charset="-128"/>
            </a:endParaRPr>
          </a:p>
        </p:txBody>
      </p:sp>
      <p:sp>
        <p:nvSpPr>
          <p:cNvPr id="41987" name="Slide Number Placeholder 3">
            <a:extLst>
              <a:ext uri="{FF2B5EF4-FFF2-40B4-BE49-F238E27FC236}">
                <a16:creationId xmlns:a16="http://schemas.microsoft.com/office/drawing/2014/main" id="{281DE781-A088-AC43-B4A5-7ACA2F9B68E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A340B06-EE65-224C-B800-41570A0B0214}" type="slidenum">
              <a:rPr lang="en-US" altLang="en-US" sz="1600">
                <a:solidFill>
                  <a:srgbClr val="000000"/>
                </a:solidFill>
                <a:latin typeface="Garamond" panose="02020404030301010803" pitchFamily="18" charset="0"/>
              </a:rPr>
              <a:pPr eaLnBrk="1" hangingPunct="1"/>
              <a:t>56</a:t>
            </a:fld>
            <a:endParaRPr lang="en-US" altLang="en-US" sz="1600">
              <a:solidFill>
                <a:srgbClr val="000000"/>
              </a:solidFill>
              <a:latin typeface="Garamond" panose="02020404030301010803" pitchFamily="18" charset="0"/>
            </a:endParaRPr>
          </a:p>
        </p:txBody>
      </p:sp>
      <p:sp>
        <p:nvSpPr>
          <p:cNvPr id="5" name="TextBox 6">
            <a:extLst>
              <a:ext uri="{FF2B5EF4-FFF2-40B4-BE49-F238E27FC236}">
                <a16:creationId xmlns:a16="http://schemas.microsoft.com/office/drawing/2014/main" id="{F2A8DBF4-566F-F94C-BEE4-02439553A846}"/>
              </a:ext>
            </a:extLst>
          </p:cNvPr>
          <p:cNvSpPr txBox="1">
            <a:spLocks noChangeArrowheads="1"/>
          </p:cNvSpPr>
          <p:nvPr/>
        </p:nvSpPr>
        <p:spPr bwMode="auto">
          <a:xfrm>
            <a:off x="914400" y="4343400"/>
            <a:ext cx="22447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cs typeface="Arial" panose="020B0604020202020204" pitchFamily="34" charset="0"/>
              </a:rPr>
              <a:t>LD      R3 </a:t>
            </a:r>
            <a:r>
              <a:rPr lang="en-US" altLang="en-US" sz="1800" dirty="0">
                <a:cs typeface="Arial" panose="020B0604020202020204" pitchFamily="34" charset="0"/>
                <a:sym typeface="Wingdings" pitchFamily="2" charset="2"/>
              </a:rPr>
              <a:t> R1 (0)</a:t>
            </a:r>
          </a:p>
          <a:p>
            <a:pPr eaLnBrk="1" hangingPunct="1"/>
            <a:r>
              <a:rPr lang="en-US" altLang="en-US" sz="1800" dirty="0">
                <a:solidFill>
                  <a:srgbClr val="FF0000"/>
                </a:solidFill>
                <a:cs typeface="Arial" panose="020B0604020202020204" pitchFamily="34" charset="0"/>
                <a:sym typeface="Wingdings" pitchFamily="2" charset="2"/>
              </a:rPr>
              <a:t>ADD   R3  R3, R1</a:t>
            </a:r>
          </a:p>
          <a:p>
            <a:pPr eaLnBrk="1" hangingPunct="1"/>
            <a:r>
              <a:rPr lang="en-US" altLang="en-US" sz="1800" dirty="0">
                <a:solidFill>
                  <a:srgbClr val="0000FF"/>
                </a:solidFill>
                <a:cs typeface="Arial" panose="020B0604020202020204" pitchFamily="34" charset="0"/>
                <a:sym typeface="Wingdings" pitchFamily="2" charset="2"/>
              </a:rPr>
              <a:t>ADD   R4  R6, R7</a:t>
            </a:r>
          </a:p>
          <a:p>
            <a:pPr eaLnBrk="1" hangingPunct="1"/>
            <a:r>
              <a:rPr lang="en-US" altLang="en-US" sz="1800" dirty="0">
                <a:solidFill>
                  <a:srgbClr val="0000FF"/>
                </a:solidFill>
                <a:cs typeface="Arial" panose="020B0604020202020204" pitchFamily="34" charset="0"/>
                <a:sym typeface="Wingdings" pitchFamily="2" charset="2"/>
              </a:rPr>
              <a:t>IMUL  R5  R6, R8</a:t>
            </a:r>
          </a:p>
          <a:p>
            <a:pPr eaLnBrk="1" hangingPunct="1"/>
            <a:r>
              <a:rPr lang="en-US" altLang="en-US" sz="1800" dirty="0">
                <a:solidFill>
                  <a:srgbClr val="0000FF"/>
                </a:solidFill>
                <a:cs typeface="Arial" panose="020B0604020202020204" pitchFamily="34" charset="0"/>
                <a:sym typeface="Wingdings" pitchFamily="2" charset="2"/>
              </a:rPr>
              <a:t>ADD   R7  R9, R9</a:t>
            </a:r>
            <a:endParaRPr lang="en-US" altLang="en-US" sz="1800" dirty="0">
              <a:solidFill>
                <a:srgbClr val="0000FF"/>
              </a:solidFill>
              <a:cs typeface="Arial" panose="020B0604020202020204" pitchFamily="34" charset="0"/>
            </a:endParaRPr>
          </a:p>
        </p:txBody>
      </p:sp>
      <p:sp>
        <p:nvSpPr>
          <p:cNvPr id="2" name="Rectangle 1">
            <a:extLst>
              <a:ext uri="{FF2B5EF4-FFF2-40B4-BE49-F238E27FC236}">
                <a16:creationId xmlns:a16="http://schemas.microsoft.com/office/drawing/2014/main" id="{6742EFCD-BA2F-4C46-A315-A4E59E9D2653}"/>
              </a:ext>
            </a:extLst>
          </p:cNvPr>
          <p:cNvSpPr/>
          <p:nvPr/>
        </p:nvSpPr>
        <p:spPr>
          <a:xfrm>
            <a:off x="3733800" y="4684493"/>
            <a:ext cx="5029199" cy="646331"/>
          </a:xfrm>
          <a:prstGeom prst="rect">
            <a:avLst/>
          </a:prstGeom>
        </p:spPr>
        <p:txBody>
          <a:bodyPr wrap="square">
            <a:spAutoFit/>
          </a:bodyPr>
          <a:lstStyle/>
          <a:p>
            <a:pPr lvl="1"/>
            <a:r>
              <a:rPr lang="en-US" altLang="en-US" dirty="0"/>
              <a:t>The </a:t>
            </a:r>
            <a:r>
              <a:rPr lang="en-US" altLang="en-US" dirty="0" err="1"/>
              <a:t>insn</a:t>
            </a:r>
            <a:r>
              <a:rPr lang="en-US" altLang="en-US" dirty="0"/>
              <a:t> “</a:t>
            </a:r>
            <a:r>
              <a:rPr lang="en-US" altLang="en-US" dirty="0">
                <a:solidFill>
                  <a:srgbClr val="FF0000"/>
                </a:solidFill>
              </a:rPr>
              <a:t>ADD R3…</a:t>
            </a:r>
            <a:r>
              <a:rPr lang="en-US" altLang="en-US" dirty="0"/>
              <a:t>”</a:t>
            </a:r>
            <a:r>
              <a:rPr lang="en-US" altLang="en-US" dirty="0">
                <a:solidFill>
                  <a:srgbClr val="FF0000"/>
                </a:solidFill>
              </a:rPr>
              <a:t> </a:t>
            </a:r>
            <a:r>
              <a:rPr lang="en-US" altLang="en-US" dirty="0"/>
              <a:t>will not impede </a:t>
            </a:r>
            <a:r>
              <a:rPr lang="en-US" altLang="en-US" dirty="0" err="1"/>
              <a:t>insns</a:t>
            </a:r>
            <a:r>
              <a:rPr lang="en-US" altLang="en-US" dirty="0"/>
              <a:t> “</a:t>
            </a:r>
            <a:r>
              <a:rPr lang="en-US" altLang="en-US" dirty="0">
                <a:solidFill>
                  <a:srgbClr val="0432FF"/>
                </a:solidFill>
              </a:rPr>
              <a:t>ADD R4…, </a:t>
            </a:r>
            <a:r>
              <a:rPr lang="en-US" altLang="en-US" dirty="0">
                <a:solidFill>
                  <a:srgbClr val="0000FF"/>
                </a:solidFill>
                <a:cs typeface="Arial" panose="020B0604020202020204" pitchFamily="34" charset="0"/>
                <a:sym typeface="Wingdings" pitchFamily="2" charset="2"/>
              </a:rPr>
              <a:t>IMUL  R5…, ADD  R7…</a:t>
            </a:r>
            <a:r>
              <a:rPr lang="en-US" altLang="en-US" dirty="0">
                <a:solidFill>
                  <a:srgbClr val="0432FF"/>
                </a:solidFill>
              </a:rPr>
              <a:t>”.</a:t>
            </a:r>
            <a:endParaRPr lang="en-US" altLang="ja-JP" dirty="0">
              <a:solidFill>
                <a:srgbClr val="0432FF"/>
              </a:solidFill>
            </a:endParaRPr>
          </a:p>
        </p:txBody>
      </p:sp>
    </p:spTree>
    <p:extLst>
      <p:ext uri="{BB962C8B-B14F-4D97-AF65-F5344CB8AC3E}">
        <p14:creationId xmlns:p14="http://schemas.microsoft.com/office/powerpoint/2010/main" val="1423796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82BF2709-731C-C94B-A63B-BFBC6F42D75F}"/>
              </a:ext>
            </a:extLst>
          </p:cNvPr>
          <p:cNvSpPr>
            <a:spLocks noGrp="1"/>
          </p:cNvSpPr>
          <p:nvPr>
            <p:ph type="title"/>
          </p:nvPr>
        </p:nvSpPr>
        <p:spPr/>
        <p:txBody>
          <a:bodyPr/>
          <a:lstStyle/>
          <a:p>
            <a:r>
              <a:rPr lang="en-US" altLang="en-US">
                <a:ea typeface="ＭＳ Ｐゴシック" panose="020B0600070205080204" pitchFamily="34" charset="-128"/>
              </a:rPr>
              <a:t>Out-of-order Execution </a:t>
            </a:r>
            <a:r>
              <a:rPr lang="en-US" altLang="en-US" sz="3200">
                <a:ea typeface="ＭＳ Ｐゴシック" panose="020B0600070205080204" pitchFamily="34" charset="-128"/>
              </a:rPr>
              <a:t>(Dynamic Scheduling)</a:t>
            </a:r>
          </a:p>
        </p:txBody>
      </p:sp>
      <p:sp>
        <p:nvSpPr>
          <p:cNvPr id="3" name="Content Placeholder 2">
            <a:extLst>
              <a:ext uri="{FF2B5EF4-FFF2-40B4-BE49-F238E27FC236}">
                <a16:creationId xmlns:a16="http://schemas.microsoft.com/office/drawing/2014/main" id="{07ABD405-D106-AF4B-957D-E73F6B59030A}"/>
              </a:ext>
            </a:extLst>
          </p:cNvPr>
          <p:cNvSpPr>
            <a:spLocks noGrp="1"/>
          </p:cNvSpPr>
          <p:nvPr>
            <p:ph idx="1"/>
          </p:nvPr>
        </p:nvSpPr>
        <p:spPr>
          <a:xfrm>
            <a:off x="228600" y="996950"/>
            <a:ext cx="8610600" cy="5194300"/>
          </a:xfrm>
        </p:spPr>
        <p:txBody>
          <a:bodyPr/>
          <a:lstStyle/>
          <a:p>
            <a:r>
              <a:rPr lang="en-US" altLang="en-US" dirty="0">
                <a:ea typeface="ＭＳ Ｐゴシック" panose="020B0600070205080204" pitchFamily="34" charset="-128"/>
              </a:rPr>
              <a:t>Idea: </a:t>
            </a:r>
            <a:r>
              <a:rPr lang="en-US" altLang="en-US" dirty="0">
                <a:solidFill>
                  <a:srgbClr val="0033CC"/>
                </a:solidFill>
                <a:ea typeface="ＭＳ Ｐゴシック" panose="020B0600070205080204" pitchFamily="34" charset="-128"/>
              </a:rPr>
              <a:t>Move the dependent instructions out of the way of independent ones</a:t>
            </a:r>
            <a:r>
              <a:rPr lang="en-US" altLang="en-US" dirty="0">
                <a:ea typeface="ＭＳ Ｐゴシック" panose="020B0600070205080204" pitchFamily="34" charset="-128"/>
              </a:rPr>
              <a:t> (</a:t>
            </a:r>
            <a:r>
              <a:rPr lang="en-US" altLang="en-US" dirty="0" err="1">
                <a:ea typeface="ＭＳ Ｐゴシック" panose="020B0600070205080204" pitchFamily="34" charset="-128"/>
              </a:rPr>
              <a:t>s.t.</a:t>
            </a:r>
            <a:r>
              <a:rPr lang="en-US" altLang="en-US" dirty="0">
                <a:ea typeface="ＭＳ Ｐゴシック" panose="020B0600070205080204" pitchFamily="34" charset="-128"/>
              </a:rPr>
              <a:t> independent ones can execute)</a:t>
            </a:r>
          </a:p>
          <a:p>
            <a:pPr lvl="1"/>
            <a:r>
              <a:rPr lang="en-US" altLang="en-US" dirty="0">
                <a:ea typeface="ＭＳ Ｐゴシック" panose="020B0600070205080204" pitchFamily="34" charset="-128"/>
              </a:rPr>
              <a:t>Rest areas for dependent instructions: Reservation stations </a:t>
            </a: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Monitor the source </a:t>
            </a:r>
            <a:r>
              <a:rPr lang="ja-JP" altLang="en-US" dirty="0">
                <a:ea typeface="ＭＳ Ｐゴシック" panose="020B0600070205080204" pitchFamily="34" charset="-128"/>
              </a:rPr>
              <a:t>“</a:t>
            </a:r>
            <a:r>
              <a:rPr lang="en-US" altLang="ja-JP" dirty="0">
                <a:ea typeface="ＭＳ Ｐゴシック" panose="020B0600070205080204" pitchFamily="34" charset="-128"/>
              </a:rPr>
              <a:t>values</a:t>
            </a:r>
            <a:r>
              <a:rPr lang="ja-JP" altLang="en-US" dirty="0">
                <a:ea typeface="ＭＳ Ｐゴシック" panose="020B0600070205080204" pitchFamily="34" charset="-128"/>
              </a:rPr>
              <a:t>”</a:t>
            </a:r>
            <a:r>
              <a:rPr lang="en-US" altLang="ja-JP" dirty="0">
                <a:ea typeface="ＭＳ Ｐゴシック" panose="020B0600070205080204" pitchFamily="34" charset="-128"/>
              </a:rPr>
              <a:t> of each instruction in the resting area</a:t>
            </a:r>
          </a:p>
          <a:p>
            <a:r>
              <a:rPr lang="en-US" altLang="en-US" dirty="0">
                <a:ea typeface="ＭＳ Ｐゴシック" panose="020B0600070205080204" pitchFamily="34" charset="-128"/>
              </a:rPr>
              <a:t>When all source </a:t>
            </a:r>
            <a:r>
              <a:rPr lang="ja-JP" altLang="en-US" dirty="0">
                <a:ea typeface="ＭＳ Ｐゴシック" panose="020B0600070205080204" pitchFamily="34" charset="-128"/>
              </a:rPr>
              <a:t>“</a:t>
            </a:r>
            <a:r>
              <a:rPr lang="en-US" altLang="ja-JP" dirty="0">
                <a:ea typeface="ＭＳ Ｐゴシック" panose="020B0600070205080204" pitchFamily="34" charset="-128"/>
              </a:rPr>
              <a:t>values</a:t>
            </a:r>
            <a:r>
              <a:rPr lang="ja-JP" altLang="en-US" dirty="0">
                <a:ea typeface="ＭＳ Ｐゴシック" panose="020B0600070205080204" pitchFamily="34" charset="-128"/>
              </a:rPr>
              <a:t>”</a:t>
            </a:r>
            <a:r>
              <a:rPr lang="en-US" altLang="ja-JP" dirty="0">
                <a:ea typeface="ＭＳ Ｐゴシック" panose="020B0600070205080204" pitchFamily="34" charset="-128"/>
              </a:rPr>
              <a:t> of an instruction are available, </a:t>
            </a:r>
            <a:r>
              <a:rPr lang="ja-JP" altLang="en-US" dirty="0">
                <a:ea typeface="ＭＳ Ｐゴシック" panose="020B0600070205080204" pitchFamily="34" charset="-128"/>
              </a:rPr>
              <a:t>“</a:t>
            </a:r>
            <a:r>
              <a:rPr lang="en-US" altLang="ja-JP" dirty="0">
                <a:ea typeface="ＭＳ Ｐゴシック" panose="020B0600070205080204" pitchFamily="34" charset="-128"/>
              </a:rPr>
              <a:t>fire</a:t>
            </a:r>
            <a:r>
              <a:rPr lang="ja-JP" altLang="en-US" dirty="0">
                <a:ea typeface="ＭＳ Ｐゴシック" panose="020B0600070205080204" pitchFamily="34" charset="-128"/>
              </a:rPr>
              <a:t>”</a:t>
            </a:r>
            <a:r>
              <a:rPr lang="en-US" altLang="ja-JP" dirty="0">
                <a:ea typeface="ＭＳ Ｐゴシック" panose="020B0600070205080204" pitchFamily="34" charset="-128"/>
              </a:rPr>
              <a:t> (i.e. dispatch) the instruction</a:t>
            </a:r>
          </a:p>
          <a:p>
            <a:pPr lvl="1"/>
            <a:r>
              <a:rPr lang="en-US" altLang="en-US" dirty="0">
                <a:ea typeface="ＭＳ Ｐゴシック" panose="020B0600070205080204" pitchFamily="34" charset="-128"/>
              </a:rPr>
              <a:t>Instructions dispatched in </a:t>
            </a:r>
            <a:r>
              <a:rPr lang="en-US" altLang="en-US" dirty="0">
                <a:solidFill>
                  <a:srgbClr val="0000FF"/>
                </a:solidFill>
                <a:ea typeface="ＭＳ Ｐゴシック" panose="020B0600070205080204" pitchFamily="34" charset="-128"/>
              </a:rPr>
              <a:t>dataflow (not control-flow) order </a:t>
            </a:r>
          </a:p>
          <a:p>
            <a:pPr>
              <a:buFont typeface="Wingdings" pitchFamily="2" charset="2"/>
              <a:buNone/>
            </a:pPr>
            <a:endParaRPr lang="en-US" altLang="en-US" dirty="0">
              <a:ea typeface="ＭＳ Ｐゴシック" panose="020B0600070205080204" pitchFamily="34" charset="-128"/>
            </a:endParaRPr>
          </a:p>
          <a:p>
            <a:r>
              <a:rPr lang="en-US" altLang="en-US" dirty="0">
                <a:ea typeface="ＭＳ Ｐゴシック" panose="020B0600070205080204" pitchFamily="34" charset="-128"/>
              </a:rPr>
              <a:t>Benefit:</a:t>
            </a:r>
          </a:p>
          <a:p>
            <a:pPr lvl="1"/>
            <a:r>
              <a:rPr lang="en-US" altLang="en-US" dirty="0">
                <a:solidFill>
                  <a:srgbClr val="FF0000"/>
                </a:solidFill>
                <a:ea typeface="ＭＳ Ｐゴシック" panose="020B0600070205080204" pitchFamily="34" charset="-128"/>
              </a:rPr>
              <a:t>Latency tolerance</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Allows independent instructions to execute and complete in the presence of a long-latency operation</a:t>
            </a:r>
          </a:p>
        </p:txBody>
      </p:sp>
      <p:sp>
        <p:nvSpPr>
          <p:cNvPr id="43011" name="Slide Number Placeholder 3">
            <a:extLst>
              <a:ext uri="{FF2B5EF4-FFF2-40B4-BE49-F238E27FC236}">
                <a16:creationId xmlns:a16="http://schemas.microsoft.com/office/drawing/2014/main" id="{9EFEA30F-2C9C-5148-AE6D-FB4CBEE1435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5356F28-EE21-DF45-8DD9-E1F60B9C8CF9}" type="slidenum">
              <a:rPr lang="en-US" altLang="en-US" sz="1600">
                <a:solidFill>
                  <a:srgbClr val="000000"/>
                </a:solidFill>
                <a:latin typeface="Garamond" panose="02020404030301010803" pitchFamily="18" charset="0"/>
              </a:rPr>
              <a:pPr eaLnBrk="1" hangingPunct="1"/>
              <a:t>57</a:t>
            </a:fld>
            <a:endParaRPr lang="en-US" altLang="en-US" sz="1600">
              <a:solidFill>
                <a:srgbClr val="000000"/>
              </a:solidFill>
              <a:latin typeface="Garamond" panose="02020404030301010803"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80C3EF46-3B86-C247-AC20-D2E45B3926E2}"/>
              </a:ext>
            </a:extLst>
          </p:cNvPr>
          <p:cNvSpPr>
            <a:spLocks noGrp="1"/>
          </p:cNvSpPr>
          <p:nvPr>
            <p:ph type="title"/>
          </p:nvPr>
        </p:nvSpPr>
        <p:spPr>
          <a:xfrm>
            <a:off x="228600" y="152400"/>
            <a:ext cx="8915400" cy="1066800"/>
          </a:xfrm>
        </p:spPr>
        <p:txBody>
          <a:bodyPr/>
          <a:lstStyle/>
          <a:p>
            <a:r>
              <a:rPr lang="en-US" altLang="en-US">
                <a:ea typeface="ＭＳ Ｐゴシック" panose="020B0600070205080204" pitchFamily="34" charset="-128"/>
              </a:rPr>
              <a:t>Tomasulo’</a:t>
            </a:r>
            <a:r>
              <a:rPr lang="en-US" altLang="ja-JP">
                <a:ea typeface="ＭＳ Ｐゴシック" panose="020B0600070205080204" pitchFamily="34" charset="-128"/>
              </a:rPr>
              <a:t>s Algorithm for OoO Execution</a:t>
            </a:r>
            <a:endParaRPr lang="en-US" altLang="en-US">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4A374FE6-6C44-F24B-8195-953DC59EBFD9}"/>
              </a:ext>
            </a:extLst>
          </p:cNvPr>
          <p:cNvSpPr>
            <a:spLocks noGrp="1"/>
          </p:cNvSpPr>
          <p:nvPr>
            <p:ph idx="1"/>
          </p:nvPr>
        </p:nvSpPr>
        <p:spPr>
          <a:xfrm>
            <a:off x="228600" y="914400"/>
            <a:ext cx="8915400" cy="5194300"/>
          </a:xfrm>
        </p:spPr>
        <p:txBody>
          <a:bodyPr/>
          <a:lstStyle/>
          <a:p>
            <a:r>
              <a:rPr lang="en-US" altLang="en-US" dirty="0" err="1">
                <a:ea typeface="ＭＳ Ｐゴシック" panose="020B0600070205080204" pitchFamily="34" charset="-128"/>
              </a:rPr>
              <a:t>OoO</a:t>
            </a:r>
            <a:r>
              <a:rPr lang="en-US" altLang="en-US" dirty="0">
                <a:ea typeface="ＭＳ Ｐゴシック" panose="020B0600070205080204" pitchFamily="34" charset="-128"/>
              </a:rPr>
              <a:t> with register renaming invented by Robert </a:t>
            </a:r>
            <a:r>
              <a:rPr lang="en-US" altLang="en-US" dirty="0" err="1">
                <a:ea typeface="ＭＳ Ｐゴシック" panose="020B0600070205080204" pitchFamily="34" charset="-128"/>
              </a:rPr>
              <a:t>Tomasulo</a:t>
            </a:r>
            <a:endParaRPr lang="en-US" altLang="en-US" dirty="0">
              <a:ea typeface="ＭＳ Ｐゴシック" panose="020B0600070205080204" pitchFamily="34" charset="-128"/>
            </a:endParaRPr>
          </a:p>
          <a:p>
            <a:pPr lvl="1"/>
            <a:r>
              <a:rPr lang="en-US" altLang="en-US" sz="2000" dirty="0">
                <a:ea typeface="ＭＳ Ｐゴシック" panose="020B0600070205080204" pitchFamily="34" charset="-128"/>
              </a:rPr>
              <a:t>Used in IBM 360/91 Floating Point Units</a:t>
            </a:r>
          </a:p>
          <a:p>
            <a:pPr lvl="1"/>
            <a:r>
              <a:rPr lang="en-US" altLang="en-US" sz="2000" b="1" dirty="0">
                <a:ea typeface="ＭＳ Ｐゴシック" panose="020B0600070205080204" pitchFamily="34" charset="-128"/>
              </a:rPr>
              <a:t>Read:</a:t>
            </a:r>
            <a:r>
              <a:rPr lang="en-US" altLang="en-US" sz="2000" dirty="0">
                <a:ea typeface="ＭＳ Ｐゴシック" panose="020B0600070205080204" pitchFamily="34" charset="-128"/>
              </a:rPr>
              <a:t> </a:t>
            </a:r>
            <a:r>
              <a:rPr lang="en-US" altLang="en-US" sz="2000" dirty="0" err="1">
                <a:ea typeface="ＭＳ Ｐゴシック" panose="020B0600070205080204" pitchFamily="34" charset="-128"/>
              </a:rPr>
              <a:t>Tomasulo</a:t>
            </a:r>
            <a:r>
              <a:rPr lang="en-US" altLang="en-US" sz="2000" dirty="0">
                <a:ea typeface="ＭＳ Ｐゴシック" panose="020B0600070205080204" pitchFamily="34" charset="-128"/>
              </a:rPr>
              <a:t>, </a:t>
            </a:r>
            <a:r>
              <a:rPr lang="ja-JP" altLang="en-US" sz="2000">
                <a:ea typeface="ＭＳ Ｐゴシック" panose="020B0600070205080204" pitchFamily="34" charset="-128"/>
              </a:rPr>
              <a:t>“</a:t>
            </a:r>
            <a:r>
              <a:rPr lang="en-US" altLang="ja-JP" sz="2000" dirty="0">
                <a:solidFill>
                  <a:srgbClr val="FF0000"/>
                </a:solidFill>
                <a:ea typeface="ＭＳ Ｐゴシック" panose="020B0600070205080204" pitchFamily="34" charset="-128"/>
              </a:rPr>
              <a:t>An Efficient Algorithm for Exploiting Multiple Arithmetic Units,</a:t>
            </a:r>
            <a:r>
              <a:rPr lang="ja-JP" altLang="en-US" sz="2000">
                <a:ea typeface="ＭＳ Ｐゴシック" panose="020B0600070205080204" pitchFamily="34" charset="-128"/>
              </a:rPr>
              <a:t>”</a:t>
            </a:r>
            <a:r>
              <a:rPr lang="en-US" altLang="ja-JP" sz="2000" dirty="0">
                <a:ea typeface="ＭＳ Ｐゴシック" panose="020B0600070205080204" pitchFamily="34" charset="-128"/>
              </a:rPr>
              <a:t> IBM Journal of R&amp;D, Jan. 1967.</a:t>
            </a:r>
          </a:p>
          <a:p>
            <a:endParaRPr lang="en-US" altLang="en-US" sz="1600" dirty="0">
              <a:ea typeface="ＭＳ Ｐゴシック" panose="020B0600070205080204" pitchFamily="34" charset="-128"/>
            </a:endParaRPr>
          </a:p>
          <a:p>
            <a:pPr lvl="1"/>
            <a:endParaRPr lang="en-US" altLang="en-US" sz="1400" dirty="0">
              <a:ea typeface="ＭＳ Ｐゴシック" panose="020B0600070205080204" pitchFamily="34" charset="-128"/>
            </a:endParaRPr>
          </a:p>
          <a:p>
            <a:r>
              <a:rPr lang="en-US" altLang="en-US" dirty="0" err="1">
                <a:ea typeface="ＭＳ Ｐゴシック" panose="020B0600070205080204" pitchFamily="34" charset="-128"/>
              </a:rPr>
              <a:t>OoO</a:t>
            </a:r>
            <a:r>
              <a:rPr lang="en-US" altLang="en-US" dirty="0">
                <a:ea typeface="ＭＳ Ｐゴシック" panose="020B0600070205080204" pitchFamily="34" charset="-128"/>
              </a:rPr>
              <a:t> variants are used in most high-performance processors</a:t>
            </a:r>
          </a:p>
          <a:p>
            <a:pPr lvl="1"/>
            <a:r>
              <a:rPr lang="en-US" altLang="en-US" sz="2000" dirty="0">
                <a:ea typeface="ＭＳ Ｐゴシック" panose="020B0600070205080204" pitchFamily="34" charset="-128"/>
              </a:rPr>
              <a:t>Initially in Intel Pentium Pro, AMD K5  </a:t>
            </a:r>
          </a:p>
          <a:p>
            <a:pPr lvl="1"/>
            <a:r>
              <a:rPr lang="en-US" altLang="en-US" sz="1300" dirty="0">
                <a:ea typeface="ＭＳ Ｐゴシック" panose="020B0600070205080204" pitchFamily="34" charset="-128"/>
              </a:rPr>
              <a:t>Alpha 21264, MIPS R10000, IBM POWER5, IBM z196, Oracle UltraSPARC T4, ARM Cortex A15, Apple M1, …</a:t>
            </a:r>
          </a:p>
          <a:p>
            <a:pPr lvl="1"/>
            <a:endParaRPr lang="en-US" altLang="en-US" dirty="0">
              <a:ea typeface="ＭＳ Ｐゴシック" panose="020B0600070205080204" pitchFamily="34" charset="-128"/>
            </a:endParaRPr>
          </a:p>
        </p:txBody>
      </p:sp>
      <p:sp>
        <p:nvSpPr>
          <p:cNvPr id="46083" name="Slide Number Placeholder 3">
            <a:extLst>
              <a:ext uri="{FF2B5EF4-FFF2-40B4-BE49-F238E27FC236}">
                <a16:creationId xmlns:a16="http://schemas.microsoft.com/office/drawing/2014/main" id="{B0403CF4-0BD5-4D44-9198-5876F620D1D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9B035F3-43E5-8C45-A30E-4AA925713447}" type="slidenum">
              <a:rPr lang="en-US" altLang="en-US" sz="1600">
                <a:solidFill>
                  <a:srgbClr val="000000"/>
                </a:solidFill>
                <a:latin typeface="Garamond" panose="02020404030301010803" pitchFamily="18" charset="0"/>
              </a:rPr>
              <a:pPr eaLnBrk="1" hangingPunct="1"/>
              <a:t>58</a:t>
            </a:fld>
            <a:endParaRPr lang="en-US" altLang="en-US" sz="1600">
              <a:solidFill>
                <a:srgbClr val="000000"/>
              </a:solidFill>
              <a:latin typeface="Garamond" panose="02020404030301010803" pitchFamily="18"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AB752953-2D82-E649-AC84-F24AC67D8276}"/>
              </a:ext>
            </a:extLst>
          </p:cNvPr>
          <p:cNvSpPr>
            <a:spLocks noGrp="1"/>
          </p:cNvSpPr>
          <p:nvPr>
            <p:ph type="title"/>
          </p:nvPr>
        </p:nvSpPr>
        <p:spPr/>
        <p:txBody>
          <a:bodyPr/>
          <a:lstStyle/>
          <a:p>
            <a:r>
              <a:rPr lang="en-US" altLang="en-US" dirty="0">
                <a:ea typeface="ＭＳ Ｐゴシック" panose="020B0600070205080204" pitchFamily="34" charset="-128"/>
              </a:rPr>
              <a:t>Two Humps in a Modern Pipeline</a:t>
            </a:r>
          </a:p>
        </p:txBody>
      </p:sp>
      <p:sp>
        <p:nvSpPr>
          <p:cNvPr id="103426" name="Content Placeholder 2">
            <a:extLst>
              <a:ext uri="{FF2B5EF4-FFF2-40B4-BE49-F238E27FC236}">
                <a16:creationId xmlns:a16="http://schemas.microsoft.com/office/drawing/2014/main" id="{CA7B9045-9CBC-374F-9456-4FE6976DC426}"/>
              </a:ext>
            </a:extLst>
          </p:cNvPr>
          <p:cNvSpPr>
            <a:spLocks noGrp="1"/>
          </p:cNvSpPr>
          <p:nvPr>
            <p:ph idx="1"/>
          </p:nvPr>
        </p:nvSpPr>
        <p:spPr>
          <a:xfrm>
            <a:off x="228600" y="996950"/>
            <a:ext cx="8809038" cy="5194300"/>
          </a:xfrm>
        </p:spPr>
        <p:txBody>
          <a:bodyPr/>
          <a:lstStyle/>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Hump 1: </a:t>
            </a:r>
            <a:r>
              <a:rPr lang="en-US" altLang="en-US" b="1" dirty="0">
                <a:ea typeface="ＭＳ Ｐゴシック" panose="020B0600070205080204" pitchFamily="34" charset="-128"/>
              </a:rPr>
              <a:t>Reservation station </a:t>
            </a:r>
            <a:r>
              <a:rPr lang="en-US" altLang="en-US" dirty="0">
                <a:ea typeface="ＭＳ Ｐゴシック" panose="020B0600070205080204" pitchFamily="34" charset="-128"/>
              </a:rPr>
              <a:t>(scheduling window)</a:t>
            </a:r>
          </a:p>
          <a:p>
            <a:r>
              <a:rPr lang="en-US" altLang="en-US" dirty="0">
                <a:ea typeface="ＭＳ Ｐゴシック" panose="020B0600070205080204" pitchFamily="34" charset="-128"/>
              </a:rPr>
              <a:t>Hump 2: </a:t>
            </a:r>
            <a:r>
              <a:rPr lang="en-US" altLang="en-US" b="1" dirty="0">
                <a:ea typeface="ＭＳ Ｐゴシック" panose="020B0600070205080204" pitchFamily="34" charset="-128"/>
              </a:rPr>
              <a:t>Reorder Buffer </a:t>
            </a:r>
            <a:r>
              <a:rPr lang="en-US" altLang="en-US" dirty="0">
                <a:ea typeface="ＭＳ Ｐゴシック" panose="020B0600070205080204" pitchFamily="34" charset="-128"/>
              </a:rPr>
              <a:t>( aka instruction window or active window)</a:t>
            </a:r>
          </a:p>
        </p:txBody>
      </p:sp>
      <p:sp>
        <p:nvSpPr>
          <p:cNvPr id="47107" name="Slide Number Placeholder 3">
            <a:extLst>
              <a:ext uri="{FF2B5EF4-FFF2-40B4-BE49-F238E27FC236}">
                <a16:creationId xmlns:a16="http://schemas.microsoft.com/office/drawing/2014/main" id="{5F9E9541-7E8F-1443-88A5-40FBD947A2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10FD897-6B18-1F44-96AA-66F725E33442}" type="slidenum">
              <a:rPr lang="en-US" altLang="en-US" sz="1600">
                <a:solidFill>
                  <a:srgbClr val="000000"/>
                </a:solidFill>
                <a:latin typeface="Garamond" panose="02020404030301010803" pitchFamily="18" charset="0"/>
              </a:rPr>
              <a:pPr eaLnBrk="1" hangingPunct="1"/>
              <a:t>59</a:t>
            </a:fld>
            <a:endParaRPr lang="en-US" altLang="en-US" sz="1600">
              <a:solidFill>
                <a:srgbClr val="000000"/>
              </a:solidFill>
              <a:latin typeface="Garamond" panose="02020404030301010803" pitchFamily="18" charset="0"/>
            </a:endParaRPr>
          </a:p>
        </p:txBody>
      </p:sp>
      <p:grpSp>
        <p:nvGrpSpPr>
          <p:cNvPr id="47108" name="Group 4">
            <a:extLst>
              <a:ext uri="{FF2B5EF4-FFF2-40B4-BE49-F238E27FC236}">
                <a16:creationId xmlns:a16="http://schemas.microsoft.com/office/drawing/2014/main" id="{AE5DD14D-2ED6-8B4C-A755-0ADDF4D7D7BB}"/>
              </a:ext>
            </a:extLst>
          </p:cNvPr>
          <p:cNvGrpSpPr>
            <a:grpSpLocks/>
          </p:cNvGrpSpPr>
          <p:nvPr/>
        </p:nvGrpSpPr>
        <p:grpSpPr bwMode="auto">
          <a:xfrm>
            <a:off x="704850" y="2825750"/>
            <a:ext cx="806450" cy="369888"/>
            <a:chOff x="1001099" y="4100530"/>
            <a:chExt cx="805656" cy="369887"/>
          </a:xfrm>
        </p:grpSpPr>
        <p:sp>
          <p:nvSpPr>
            <p:cNvPr id="47163" name="Rectangle 10">
              <a:extLst>
                <a:ext uri="{FF2B5EF4-FFF2-40B4-BE49-F238E27FC236}">
                  <a16:creationId xmlns:a16="http://schemas.microsoft.com/office/drawing/2014/main" id="{9F598FC3-6E94-7945-B0D8-F98090AB77FF}"/>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7164" name="Rectangle 11">
              <a:extLst>
                <a:ext uri="{FF2B5EF4-FFF2-40B4-BE49-F238E27FC236}">
                  <a16:creationId xmlns:a16="http://schemas.microsoft.com/office/drawing/2014/main" id="{1575E324-FB74-1A44-8C50-561B4AA1B9A9}"/>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grpSp>
      <p:sp>
        <p:nvSpPr>
          <p:cNvPr id="47109" name="Rectangle 8">
            <a:extLst>
              <a:ext uri="{FF2B5EF4-FFF2-40B4-BE49-F238E27FC236}">
                <a16:creationId xmlns:a16="http://schemas.microsoft.com/office/drawing/2014/main" id="{ADB73170-19EC-AC4F-9CB0-B76A9D46E667}"/>
              </a:ext>
            </a:extLst>
          </p:cNvPr>
          <p:cNvSpPr>
            <a:spLocks noChangeArrowheads="1"/>
          </p:cNvSpPr>
          <p:nvPr/>
        </p:nvSpPr>
        <p:spPr bwMode="auto">
          <a:xfrm>
            <a:off x="1847850" y="1809750"/>
            <a:ext cx="1227138" cy="249396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cxnSp>
        <p:nvCxnSpPr>
          <p:cNvPr id="47110" name="Straight Arrow Connector 10">
            <a:extLst>
              <a:ext uri="{FF2B5EF4-FFF2-40B4-BE49-F238E27FC236}">
                <a16:creationId xmlns:a16="http://schemas.microsoft.com/office/drawing/2014/main" id="{8E1A7DA6-B792-454F-B197-07B5F8FD8E58}"/>
              </a:ext>
            </a:extLst>
          </p:cNvPr>
          <p:cNvCxnSpPr>
            <a:cxnSpLocks noChangeShapeType="1"/>
          </p:cNvCxnSpPr>
          <p:nvPr/>
        </p:nvCxnSpPr>
        <p:spPr bwMode="auto">
          <a:xfrm>
            <a:off x="1514475" y="3011488"/>
            <a:ext cx="3333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47111" name="Rectangle 12">
            <a:extLst>
              <a:ext uri="{FF2B5EF4-FFF2-40B4-BE49-F238E27FC236}">
                <a16:creationId xmlns:a16="http://schemas.microsoft.com/office/drawing/2014/main" id="{3CBFBE8C-F8B6-D345-BD6F-A32A635CFF80}"/>
              </a:ext>
            </a:extLst>
          </p:cNvPr>
          <p:cNvSpPr>
            <a:spLocks noChangeArrowheads="1"/>
          </p:cNvSpPr>
          <p:nvPr/>
        </p:nvSpPr>
        <p:spPr bwMode="auto">
          <a:xfrm>
            <a:off x="3362325" y="217487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12" name="Rectangle 13">
            <a:extLst>
              <a:ext uri="{FF2B5EF4-FFF2-40B4-BE49-F238E27FC236}">
                <a16:creationId xmlns:a16="http://schemas.microsoft.com/office/drawing/2014/main" id="{A590F39E-2B74-1F49-8715-EF8F7907DEF4}"/>
              </a:ext>
            </a:extLst>
          </p:cNvPr>
          <p:cNvSpPr>
            <a:spLocks noChangeArrowheads="1"/>
          </p:cNvSpPr>
          <p:nvPr/>
        </p:nvSpPr>
        <p:spPr bwMode="auto">
          <a:xfrm>
            <a:off x="8231188" y="2874963"/>
            <a:ext cx="401637"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grpSp>
        <p:nvGrpSpPr>
          <p:cNvPr id="47113" name="Group 17">
            <a:extLst>
              <a:ext uri="{FF2B5EF4-FFF2-40B4-BE49-F238E27FC236}">
                <a16:creationId xmlns:a16="http://schemas.microsoft.com/office/drawing/2014/main" id="{8CEB35F6-E70D-B246-A0ED-DC5D50B5B598}"/>
              </a:ext>
            </a:extLst>
          </p:cNvPr>
          <p:cNvGrpSpPr>
            <a:grpSpLocks/>
          </p:cNvGrpSpPr>
          <p:nvPr/>
        </p:nvGrpSpPr>
        <p:grpSpPr bwMode="auto">
          <a:xfrm>
            <a:off x="3362325" y="3222625"/>
            <a:ext cx="3222625" cy="369888"/>
            <a:chOff x="2783717" y="3915586"/>
            <a:chExt cx="3222624" cy="369887"/>
          </a:xfrm>
        </p:grpSpPr>
        <p:sp>
          <p:nvSpPr>
            <p:cNvPr id="47155" name="Rectangle 12">
              <a:extLst>
                <a:ext uri="{FF2B5EF4-FFF2-40B4-BE49-F238E27FC236}">
                  <a16:creationId xmlns:a16="http://schemas.microsoft.com/office/drawing/2014/main" id="{0511977C-8275-F346-8704-3306229D3AEA}"/>
                </a:ext>
              </a:extLst>
            </p:cNvPr>
            <p:cNvSpPr>
              <a:spLocks noChangeArrowheads="1"/>
            </p:cNvSpPr>
            <p:nvPr/>
          </p:nvSpPr>
          <p:spPr bwMode="auto">
            <a:xfrm>
              <a:off x="2783717"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56" name="Rectangle 12">
              <a:extLst>
                <a:ext uri="{FF2B5EF4-FFF2-40B4-BE49-F238E27FC236}">
                  <a16:creationId xmlns:a16="http://schemas.microsoft.com/office/drawing/2014/main" id="{2D803880-E041-D44D-AC2C-9B2EC725825E}"/>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57" name="Rectangle 20">
              <a:extLst>
                <a:ext uri="{FF2B5EF4-FFF2-40B4-BE49-F238E27FC236}">
                  <a16:creationId xmlns:a16="http://schemas.microsoft.com/office/drawing/2014/main" id="{AF2663D0-5B1C-D544-B05E-7079DA94F77C}"/>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58" name="Rectangle 21">
              <a:extLst>
                <a:ext uri="{FF2B5EF4-FFF2-40B4-BE49-F238E27FC236}">
                  <a16:creationId xmlns:a16="http://schemas.microsoft.com/office/drawing/2014/main" id="{E53046A0-964C-A540-8AEB-D8CF4E96EDAF}"/>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59" name="Rectangle 12">
              <a:extLst>
                <a:ext uri="{FF2B5EF4-FFF2-40B4-BE49-F238E27FC236}">
                  <a16:creationId xmlns:a16="http://schemas.microsoft.com/office/drawing/2014/main" id="{0F042364-C3BD-0640-96B8-164B23D49731}"/>
                </a:ext>
              </a:extLst>
            </p:cNvPr>
            <p:cNvSpPr>
              <a:spLocks noChangeArrowheads="1"/>
            </p:cNvSpPr>
            <p:nvPr/>
          </p:nvSpPr>
          <p:spPr bwMode="auto">
            <a:xfrm>
              <a:off x="4395029"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60" name="Rectangle 12">
              <a:extLst>
                <a:ext uri="{FF2B5EF4-FFF2-40B4-BE49-F238E27FC236}">
                  <a16:creationId xmlns:a16="http://schemas.microsoft.com/office/drawing/2014/main" id="{2C055215-8BC6-E146-8D0D-5D9B8DBB4DF6}"/>
                </a:ext>
              </a:extLst>
            </p:cNvPr>
            <p:cNvSpPr>
              <a:spLocks noChangeArrowheads="1"/>
            </p:cNvSpPr>
            <p:nvPr/>
          </p:nvSpPr>
          <p:spPr bwMode="auto">
            <a:xfrm>
              <a:off x="4797857"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61" name="Rectangle 12">
              <a:extLst>
                <a:ext uri="{FF2B5EF4-FFF2-40B4-BE49-F238E27FC236}">
                  <a16:creationId xmlns:a16="http://schemas.microsoft.com/office/drawing/2014/main" id="{33D92E9B-4098-3C4D-87E0-9648EAF1D712}"/>
                </a:ext>
              </a:extLst>
            </p:cNvPr>
            <p:cNvSpPr>
              <a:spLocks noChangeArrowheads="1"/>
            </p:cNvSpPr>
            <p:nvPr/>
          </p:nvSpPr>
          <p:spPr bwMode="auto">
            <a:xfrm>
              <a:off x="520068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62" name="Rectangle 25">
              <a:extLst>
                <a:ext uri="{FF2B5EF4-FFF2-40B4-BE49-F238E27FC236}">
                  <a16:creationId xmlns:a16="http://schemas.microsoft.com/office/drawing/2014/main" id="{1AB5AA3C-DE54-024C-B00F-2A082F7A77FB}"/>
                </a:ext>
              </a:extLst>
            </p:cNvPr>
            <p:cNvSpPr>
              <a:spLocks noChangeArrowheads="1"/>
            </p:cNvSpPr>
            <p:nvPr/>
          </p:nvSpPr>
          <p:spPr bwMode="auto">
            <a:xfrm>
              <a:off x="560351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grpSp>
      <p:grpSp>
        <p:nvGrpSpPr>
          <p:cNvPr id="47114" name="Group 26">
            <a:extLst>
              <a:ext uri="{FF2B5EF4-FFF2-40B4-BE49-F238E27FC236}">
                <a16:creationId xmlns:a16="http://schemas.microsoft.com/office/drawing/2014/main" id="{7F7396B7-DA1D-7D40-9802-E70F82DA82D8}"/>
              </a:ext>
            </a:extLst>
          </p:cNvPr>
          <p:cNvGrpSpPr>
            <a:grpSpLocks/>
          </p:cNvGrpSpPr>
          <p:nvPr/>
        </p:nvGrpSpPr>
        <p:grpSpPr bwMode="auto">
          <a:xfrm>
            <a:off x="3362325" y="2690813"/>
            <a:ext cx="1611313" cy="374650"/>
            <a:chOff x="2783717" y="3915586"/>
            <a:chExt cx="1611312" cy="374488"/>
          </a:xfrm>
        </p:grpSpPr>
        <p:sp>
          <p:nvSpPr>
            <p:cNvPr id="47151" name="Rectangle 12">
              <a:extLst>
                <a:ext uri="{FF2B5EF4-FFF2-40B4-BE49-F238E27FC236}">
                  <a16:creationId xmlns:a16="http://schemas.microsoft.com/office/drawing/2014/main" id="{5B040F47-DF46-7043-B3C3-1615BD99880C}"/>
                </a:ext>
              </a:extLst>
            </p:cNvPr>
            <p:cNvSpPr>
              <a:spLocks noChangeArrowheads="1"/>
            </p:cNvSpPr>
            <p:nvPr/>
          </p:nvSpPr>
          <p:spPr bwMode="auto">
            <a:xfrm>
              <a:off x="2783717" y="3920187"/>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52" name="Rectangle 12">
              <a:extLst>
                <a:ext uri="{FF2B5EF4-FFF2-40B4-BE49-F238E27FC236}">
                  <a16:creationId xmlns:a16="http://schemas.microsoft.com/office/drawing/2014/main" id="{E554B5DB-4D1F-D645-B0D3-494359673701}"/>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53" name="Rectangle 12">
              <a:extLst>
                <a:ext uri="{FF2B5EF4-FFF2-40B4-BE49-F238E27FC236}">
                  <a16:creationId xmlns:a16="http://schemas.microsoft.com/office/drawing/2014/main" id="{6C5AFC40-1FE4-924C-86CC-221F3EB51DD0}"/>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54" name="Rectangle 12">
              <a:extLst>
                <a:ext uri="{FF2B5EF4-FFF2-40B4-BE49-F238E27FC236}">
                  <a16:creationId xmlns:a16="http://schemas.microsoft.com/office/drawing/2014/main" id="{2AA8DF29-C81A-C243-B7B0-1A56DA845119}"/>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grpSp>
      <p:grpSp>
        <p:nvGrpSpPr>
          <p:cNvPr id="47115" name="Group 31">
            <a:extLst>
              <a:ext uri="{FF2B5EF4-FFF2-40B4-BE49-F238E27FC236}">
                <a16:creationId xmlns:a16="http://schemas.microsoft.com/office/drawing/2014/main" id="{E64A0743-5AE5-5F49-A889-ED4493FE57A4}"/>
              </a:ext>
            </a:extLst>
          </p:cNvPr>
          <p:cNvGrpSpPr>
            <a:grpSpLocks/>
          </p:cNvGrpSpPr>
          <p:nvPr/>
        </p:nvGrpSpPr>
        <p:grpSpPr bwMode="auto">
          <a:xfrm>
            <a:off x="3362325" y="3592513"/>
            <a:ext cx="3903663" cy="523875"/>
            <a:chOff x="2783717" y="5184853"/>
            <a:chExt cx="3904221" cy="523220"/>
          </a:xfrm>
        </p:grpSpPr>
        <p:grpSp>
          <p:nvGrpSpPr>
            <p:cNvPr id="47141" name="Group 32">
              <a:extLst>
                <a:ext uri="{FF2B5EF4-FFF2-40B4-BE49-F238E27FC236}">
                  <a16:creationId xmlns:a16="http://schemas.microsoft.com/office/drawing/2014/main" id="{157E1D9E-E8FD-264F-9C0D-6CF563FF690B}"/>
                </a:ext>
              </a:extLst>
            </p:cNvPr>
            <p:cNvGrpSpPr>
              <a:grpSpLocks/>
            </p:cNvGrpSpPr>
            <p:nvPr/>
          </p:nvGrpSpPr>
          <p:grpSpPr bwMode="auto">
            <a:xfrm>
              <a:off x="2783717" y="5338186"/>
              <a:ext cx="3222624" cy="369887"/>
              <a:chOff x="2783717" y="3915586"/>
              <a:chExt cx="3222624" cy="369887"/>
            </a:xfrm>
          </p:grpSpPr>
          <p:sp>
            <p:nvSpPr>
              <p:cNvPr id="47143" name="Rectangle 12">
                <a:extLst>
                  <a:ext uri="{FF2B5EF4-FFF2-40B4-BE49-F238E27FC236}">
                    <a16:creationId xmlns:a16="http://schemas.microsoft.com/office/drawing/2014/main" id="{46748ACD-2014-574B-9D8E-FF9223258149}"/>
                  </a:ext>
                </a:extLst>
              </p:cNvPr>
              <p:cNvSpPr>
                <a:spLocks noChangeArrowheads="1"/>
              </p:cNvSpPr>
              <p:nvPr/>
            </p:nvSpPr>
            <p:spPr bwMode="auto">
              <a:xfrm>
                <a:off x="2783717"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44" name="Rectangle 12">
                <a:extLst>
                  <a:ext uri="{FF2B5EF4-FFF2-40B4-BE49-F238E27FC236}">
                    <a16:creationId xmlns:a16="http://schemas.microsoft.com/office/drawing/2014/main" id="{F0C074E6-52B4-4B47-8599-DF1C191C3ACB}"/>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45" name="Rectangle 12">
                <a:extLst>
                  <a:ext uri="{FF2B5EF4-FFF2-40B4-BE49-F238E27FC236}">
                    <a16:creationId xmlns:a16="http://schemas.microsoft.com/office/drawing/2014/main" id="{92104211-C4DD-9F49-AD50-B19A3E89F61F}"/>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46" name="Rectangle 37">
                <a:extLst>
                  <a:ext uri="{FF2B5EF4-FFF2-40B4-BE49-F238E27FC236}">
                    <a16:creationId xmlns:a16="http://schemas.microsoft.com/office/drawing/2014/main" id="{22E33E60-FBF7-5740-A553-9FB2FB6CD855}"/>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47" name="Rectangle 12">
                <a:extLst>
                  <a:ext uri="{FF2B5EF4-FFF2-40B4-BE49-F238E27FC236}">
                    <a16:creationId xmlns:a16="http://schemas.microsoft.com/office/drawing/2014/main" id="{31E85003-DD2D-E64F-8315-E543BEF0908C}"/>
                  </a:ext>
                </a:extLst>
              </p:cNvPr>
              <p:cNvSpPr>
                <a:spLocks noChangeArrowheads="1"/>
              </p:cNvSpPr>
              <p:nvPr/>
            </p:nvSpPr>
            <p:spPr bwMode="auto">
              <a:xfrm>
                <a:off x="4395029"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48" name="Rectangle 12">
                <a:extLst>
                  <a:ext uri="{FF2B5EF4-FFF2-40B4-BE49-F238E27FC236}">
                    <a16:creationId xmlns:a16="http://schemas.microsoft.com/office/drawing/2014/main" id="{BB0A0D67-28E4-4D44-B0E3-ED358A23E06B}"/>
                  </a:ext>
                </a:extLst>
              </p:cNvPr>
              <p:cNvSpPr>
                <a:spLocks noChangeArrowheads="1"/>
              </p:cNvSpPr>
              <p:nvPr/>
            </p:nvSpPr>
            <p:spPr bwMode="auto">
              <a:xfrm>
                <a:off x="4797857"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49" name="Rectangle 12">
                <a:extLst>
                  <a:ext uri="{FF2B5EF4-FFF2-40B4-BE49-F238E27FC236}">
                    <a16:creationId xmlns:a16="http://schemas.microsoft.com/office/drawing/2014/main" id="{DE24F1A9-AE21-4B4D-AB60-24FC64016D6D}"/>
                  </a:ext>
                </a:extLst>
              </p:cNvPr>
              <p:cNvSpPr>
                <a:spLocks noChangeArrowheads="1"/>
              </p:cNvSpPr>
              <p:nvPr/>
            </p:nvSpPr>
            <p:spPr bwMode="auto">
              <a:xfrm>
                <a:off x="520068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7150" name="Rectangle 41">
                <a:extLst>
                  <a:ext uri="{FF2B5EF4-FFF2-40B4-BE49-F238E27FC236}">
                    <a16:creationId xmlns:a16="http://schemas.microsoft.com/office/drawing/2014/main" id="{7B8B4279-11C6-4743-8695-5622BE1E5693}"/>
                  </a:ext>
                </a:extLst>
              </p:cNvPr>
              <p:cNvSpPr>
                <a:spLocks noChangeArrowheads="1"/>
              </p:cNvSpPr>
              <p:nvPr/>
            </p:nvSpPr>
            <p:spPr bwMode="auto">
              <a:xfrm>
                <a:off x="560351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grpSp>
        <p:sp>
          <p:nvSpPr>
            <p:cNvPr id="47142" name="TextBox 33">
              <a:extLst>
                <a:ext uri="{FF2B5EF4-FFF2-40B4-BE49-F238E27FC236}">
                  <a16:creationId xmlns:a16="http://schemas.microsoft.com/office/drawing/2014/main" id="{78170F8C-F020-6A43-B7C9-65DA0F2D8EBD}"/>
                </a:ext>
              </a:extLst>
            </p:cNvPr>
            <p:cNvSpPr txBox="1">
              <a:spLocks noChangeArrowheads="1"/>
            </p:cNvSpPr>
            <p:nvPr/>
          </p:nvSpPr>
          <p:spPr bwMode="auto">
            <a:xfrm>
              <a:off x="6006341" y="5184853"/>
              <a:ext cx="6815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800" b="1">
                  <a:cs typeface="Arial" panose="020B0604020202020204" pitchFamily="34" charset="0"/>
                </a:rPr>
                <a:t>. . .</a:t>
              </a:r>
            </a:p>
          </p:txBody>
        </p:sp>
      </p:grpSp>
      <p:cxnSp>
        <p:nvCxnSpPr>
          <p:cNvPr id="47116" name="Straight Connector 43">
            <a:extLst>
              <a:ext uri="{FF2B5EF4-FFF2-40B4-BE49-F238E27FC236}">
                <a16:creationId xmlns:a16="http://schemas.microsoft.com/office/drawing/2014/main" id="{22ADAFBE-4712-9A44-90C5-F32F1B634015}"/>
              </a:ext>
            </a:extLst>
          </p:cNvPr>
          <p:cNvCxnSpPr>
            <a:cxnSpLocks noChangeShapeType="1"/>
          </p:cNvCxnSpPr>
          <p:nvPr/>
        </p:nvCxnSpPr>
        <p:spPr bwMode="auto">
          <a:xfrm rot="5400000">
            <a:off x="2268538" y="3136900"/>
            <a:ext cx="160813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7117" name="Straight Arrow Connector 44">
            <a:extLst>
              <a:ext uri="{FF2B5EF4-FFF2-40B4-BE49-F238E27FC236}">
                <a16:creationId xmlns:a16="http://schemas.microsoft.com/office/drawing/2014/main" id="{BB7DBA87-8912-CC44-B04D-3807C1D9E138}"/>
              </a:ext>
            </a:extLst>
          </p:cNvPr>
          <p:cNvCxnSpPr>
            <a:cxnSpLocks noChangeShapeType="1"/>
          </p:cNvCxnSpPr>
          <p:nvPr/>
        </p:nvCxnSpPr>
        <p:spPr bwMode="auto">
          <a:xfrm>
            <a:off x="3073400" y="3941763"/>
            <a:ext cx="28892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18" name="Straight Arrow Connector 45">
            <a:extLst>
              <a:ext uri="{FF2B5EF4-FFF2-40B4-BE49-F238E27FC236}">
                <a16:creationId xmlns:a16="http://schemas.microsoft.com/office/drawing/2014/main" id="{D25FF904-8473-B449-B8E8-506A1A0E1B7D}"/>
              </a:ext>
            </a:extLst>
          </p:cNvPr>
          <p:cNvCxnSpPr>
            <a:cxnSpLocks noChangeShapeType="1"/>
          </p:cNvCxnSpPr>
          <p:nvPr/>
        </p:nvCxnSpPr>
        <p:spPr bwMode="auto">
          <a:xfrm>
            <a:off x="3071813" y="3408363"/>
            <a:ext cx="290512"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19" name="Straight Arrow Connector 46">
            <a:extLst>
              <a:ext uri="{FF2B5EF4-FFF2-40B4-BE49-F238E27FC236}">
                <a16:creationId xmlns:a16="http://schemas.microsoft.com/office/drawing/2014/main" id="{8AE9026E-658E-D542-B429-8092FBA7377A}"/>
              </a:ext>
            </a:extLst>
          </p:cNvPr>
          <p:cNvCxnSpPr>
            <a:cxnSpLocks noChangeShapeType="1"/>
          </p:cNvCxnSpPr>
          <p:nvPr/>
        </p:nvCxnSpPr>
        <p:spPr bwMode="auto">
          <a:xfrm>
            <a:off x="3079750" y="2333625"/>
            <a:ext cx="290513"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20" name="Straight Arrow Connector 47">
            <a:extLst>
              <a:ext uri="{FF2B5EF4-FFF2-40B4-BE49-F238E27FC236}">
                <a16:creationId xmlns:a16="http://schemas.microsoft.com/office/drawing/2014/main" id="{D0A40A9E-9890-7047-8A63-7159B9F13A8F}"/>
              </a:ext>
            </a:extLst>
          </p:cNvPr>
          <p:cNvCxnSpPr>
            <a:cxnSpLocks noChangeShapeType="1"/>
          </p:cNvCxnSpPr>
          <p:nvPr/>
        </p:nvCxnSpPr>
        <p:spPr bwMode="auto">
          <a:xfrm>
            <a:off x="3078163" y="2879725"/>
            <a:ext cx="290512"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21" name="Straight Connector 48">
            <a:extLst>
              <a:ext uri="{FF2B5EF4-FFF2-40B4-BE49-F238E27FC236}">
                <a16:creationId xmlns:a16="http://schemas.microsoft.com/office/drawing/2014/main" id="{4DA7CDE8-0C0F-664E-982D-B58325907F7E}"/>
              </a:ext>
            </a:extLst>
          </p:cNvPr>
          <p:cNvCxnSpPr>
            <a:cxnSpLocks noChangeShapeType="1"/>
          </p:cNvCxnSpPr>
          <p:nvPr/>
        </p:nvCxnSpPr>
        <p:spPr bwMode="auto">
          <a:xfrm rot="5400000">
            <a:off x="6551613" y="3138488"/>
            <a:ext cx="1608137"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7122" name="Straight Arrow Connector 49">
            <a:extLst>
              <a:ext uri="{FF2B5EF4-FFF2-40B4-BE49-F238E27FC236}">
                <a16:creationId xmlns:a16="http://schemas.microsoft.com/office/drawing/2014/main" id="{2365D134-3C7D-DD42-93C5-7FDE271FC49D}"/>
              </a:ext>
            </a:extLst>
          </p:cNvPr>
          <p:cNvCxnSpPr>
            <a:cxnSpLocks noChangeShapeType="1"/>
          </p:cNvCxnSpPr>
          <p:nvPr/>
        </p:nvCxnSpPr>
        <p:spPr bwMode="auto">
          <a:xfrm>
            <a:off x="7356475" y="3065463"/>
            <a:ext cx="23653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23" name="Straight Arrow Connector 50">
            <a:extLst>
              <a:ext uri="{FF2B5EF4-FFF2-40B4-BE49-F238E27FC236}">
                <a16:creationId xmlns:a16="http://schemas.microsoft.com/office/drawing/2014/main" id="{68CAA3DF-38FE-564A-A2C4-DE973DA56A0C}"/>
              </a:ext>
            </a:extLst>
          </p:cNvPr>
          <p:cNvCxnSpPr>
            <a:cxnSpLocks noChangeShapeType="1"/>
            <a:stCxn id="47111" idx="3"/>
          </p:cNvCxnSpPr>
          <p:nvPr/>
        </p:nvCxnSpPr>
        <p:spPr bwMode="auto">
          <a:xfrm>
            <a:off x="3765550" y="2360613"/>
            <a:ext cx="359092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24" name="Straight Arrow Connector 51">
            <a:extLst>
              <a:ext uri="{FF2B5EF4-FFF2-40B4-BE49-F238E27FC236}">
                <a16:creationId xmlns:a16="http://schemas.microsoft.com/office/drawing/2014/main" id="{21F52A2B-4441-C949-8D20-B96981CFDDCF}"/>
              </a:ext>
            </a:extLst>
          </p:cNvPr>
          <p:cNvCxnSpPr>
            <a:cxnSpLocks noChangeShapeType="1"/>
          </p:cNvCxnSpPr>
          <p:nvPr/>
        </p:nvCxnSpPr>
        <p:spPr bwMode="auto">
          <a:xfrm>
            <a:off x="4973638" y="2876550"/>
            <a:ext cx="2382837" cy="3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25" name="Straight Arrow Connector 52">
            <a:extLst>
              <a:ext uri="{FF2B5EF4-FFF2-40B4-BE49-F238E27FC236}">
                <a16:creationId xmlns:a16="http://schemas.microsoft.com/office/drawing/2014/main" id="{04EC8A8F-89E6-A947-BF49-AE313CDD271D}"/>
              </a:ext>
            </a:extLst>
          </p:cNvPr>
          <p:cNvCxnSpPr>
            <a:cxnSpLocks noChangeShapeType="1"/>
          </p:cNvCxnSpPr>
          <p:nvPr/>
        </p:nvCxnSpPr>
        <p:spPr bwMode="auto">
          <a:xfrm flipV="1">
            <a:off x="6584950" y="3408363"/>
            <a:ext cx="7715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26" name="Straight Arrow Connector 53">
            <a:extLst>
              <a:ext uri="{FF2B5EF4-FFF2-40B4-BE49-F238E27FC236}">
                <a16:creationId xmlns:a16="http://schemas.microsoft.com/office/drawing/2014/main" id="{7198FE0F-9573-354D-8AAC-D1190B8FB5FC}"/>
              </a:ext>
            </a:extLst>
          </p:cNvPr>
          <p:cNvCxnSpPr>
            <a:cxnSpLocks noChangeShapeType="1"/>
          </p:cNvCxnSpPr>
          <p:nvPr/>
        </p:nvCxnSpPr>
        <p:spPr bwMode="auto">
          <a:xfrm>
            <a:off x="7154863" y="3943350"/>
            <a:ext cx="201612"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47127" name="TextBox 54">
            <a:extLst>
              <a:ext uri="{FF2B5EF4-FFF2-40B4-BE49-F238E27FC236}">
                <a16:creationId xmlns:a16="http://schemas.microsoft.com/office/drawing/2014/main" id="{113AAF81-8271-E346-A694-F3000FAA606A}"/>
              </a:ext>
            </a:extLst>
          </p:cNvPr>
          <p:cNvSpPr txBox="1">
            <a:spLocks noChangeArrowheads="1"/>
          </p:cNvSpPr>
          <p:nvPr/>
        </p:nvSpPr>
        <p:spPr bwMode="auto">
          <a:xfrm>
            <a:off x="3895725" y="2085975"/>
            <a:ext cx="10874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cs typeface="Arial" panose="020B0604020202020204" pitchFamily="34" charset="0"/>
              </a:rPr>
              <a:t>Integer add</a:t>
            </a:r>
          </a:p>
        </p:txBody>
      </p:sp>
      <p:sp>
        <p:nvSpPr>
          <p:cNvPr id="47128" name="TextBox 55">
            <a:extLst>
              <a:ext uri="{FF2B5EF4-FFF2-40B4-BE49-F238E27FC236}">
                <a16:creationId xmlns:a16="http://schemas.microsoft.com/office/drawing/2014/main" id="{98F26484-A333-744B-9131-AE5311300A9B}"/>
              </a:ext>
            </a:extLst>
          </p:cNvPr>
          <p:cNvSpPr txBox="1">
            <a:spLocks noChangeArrowheads="1"/>
          </p:cNvSpPr>
          <p:nvPr/>
        </p:nvSpPr>
        <p:spPr bwMode="auto">
          <a:xfrm>
            <a:off x="5092700" y="2481263"/>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cs typeface="Arial" panose="020B0604020202020204" pitchFamily="34" charset="0"/>
              </a:rPr>
              <a:t>Integer mul</a:t>
            </a:r>
          </a:p>
        </p:txBody>
      </p:sp>
      <p:sp>
        <p:nvSpPr>
          <p:cNvPr id="47129" name="TextBox 56">
            <a:extLst>
              <a:ext uri="{FF2B5EF4-FFF2-40B4-BE49-F238E27FC236}">
                <a16:creationId xmlns:a16="http://schemas.microsoft.com/office/drawing/2014/main" id="{C806C382-BEC1-814B-A24B-84210F75AFE3}"/>
              </a:ext>
            </a:extLst>
          </p:cNvPr>
          <p:cNvSpPr txBox="1">
            <a:spLocks noChangeArrowheads="1"/>
          </p:cNvSpPr>
          <p:nvPr/>
        </p:nvSpPr>
        <p:spPr bwMode="auto">
          <a:xfrm>
            <a:off x="6584950" y="3038475"/>
            <a:ext cx="7493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cs typeface="Arial" panose="020B0604020202020204" pitchFamily="34" charset="0"/>
              </a:rPr>
              <a:t>FP mul</a:t>
            </a:r>
          </a:p>
        </p:txBody>
      </p:sp>
      <p:sp>
        <p:nvSpPr>
          <p:cNvPr id="47130" name="TextBox 57">
            <a:extLst>
              <a:ext uri="{FF2B5EF4-FFF2-40B4-BE49-F238E27FC236}">
                <a16:creationId xmlns:a16="http://schemas.microsoft.com/office/drawing/2014/main" id="{8825F9C3-7066-9D4A-AF94-CDADBCBBFA87}"/>
              </a:ext>
            </a:extLst>
          </p:cNvPr>
          <p:cNvSpPr txBox="1">
            <a:spLocks noChangeArrowheads="1"/>
          </p:cNvSpPr>
          <p:nvPr/>
        </p:nvSpPr>
        <p:spPr bwMode="auto">
          <a:xfrm>
            <a:off x="6608763" y="4124325"/>
            <a:ext cx="12207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cs typeface="Arial" panose="020B0604020202020204" pitchFamily="34" charset="0"/>
              </a:rPr>
              <a:t>Load/store</a:t>
            </a:r>
          </a:p>
        </p:txBody>
      </p:sp>
      <p:sp>
        <p:nvSpPr>
          <p:cNvPr id="47131" name="Rectangle 13">
            <a:extLst>
              <a:ext uri="{FF2B5EF4-FFF2-40B4-BE49-F238E27FC236}">
                <a16:creationId xmlns:a16="http://schemas.microsoft.com/office/drawing/2014/main" id="{7873D087-37A1-BD4C-BAF0-7C0766F5FF30}"/>
              </a:ext>
            </a:extLst>
          </p:cNvPr>
          <p:cNvSpPr>
            <a:spLocks noChangeArrowheads="1"/>
          </p:cNvSpPr>
          <p:nvPr/>
        </p:nvSpPr>
        <p:spPr bwMode="auto">
          <a:xfrm>
            <a:off x="7593013" y="2022475"/>
            <a:ext cx="401637" cy="2130425"/>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0000"/>
                </a:solidFill>
              </a:rPr>
              <a:t>R</a:t>
            </a:r>
          </a:p>
          <a:p>
            <a:pPr eaLnBrk="1" hangingPunct="1"/>
            <a:r>
              <a:rPr lang="en-US" altLang="en-US" sz="1800">
                <a:solidFill>
                  <a:srgbClr val="FF0000"/>
                </a:solidFill>
              </a:rPr>
              <a:t>E</a:t>
            </a:r>
          </a:p>
          <a:p>
            <a:pPr eaLnBrk="1" hangingPunct="1"/>
            <a:r>
              <a:rPr lang="en-US" altLang="en-US" sz="1800">
                <a:solidFill>
                  <a:srgbClr val="FF0000"/>
                </a:solidFill>
              </a:rPr>
              <a:t>O</a:t>
            </a:r>
          </a:p>
          <a:p>
            <a:pPr eaLnBrk="1" hangingPunct="1"/>
            <a:r>
              <a:rPr lang="en-US" altLang="en-US" sz="1800">
                <a:solidFill>
                  <a:srgbClr val="FF0000"/>
                </a:solidFill>
              </a:rPr>
              <a:t>R</a:t>
            </a:r>
          </a:p>
          <a:p>
            <a:pPr eaLnBrk="1" hangingPunct="1"/>
            <a:r>
              <a:rPr lang="en-US" altLang="en-US" sz="1800">
                <a:solidFill>
                  <a:srgbClr val="FF0000"/>
                </a:solidFill>
              </a:rPr>
              <a:t>D</a:t>
            </a:r>
          </a:p>
          <a:p>
            <a:pPr eaLnBrk="1" hangingPunct="1"/>
            <a:r>
              <a:rPr lang="en-US" altLang="en-US" sz="1800">
                <a:solidFill>
                  <a:srgbClr val="FF0000"/>
                </a:solidFill>
              </a:rPr>
              <a:t>E</a:t>
            </a:r>
          </a:p>
          <a:p>
            <a:pPr eaLnBrk="1" hangingPunct="1"/>
            <a:r>
              <a:rPr lang="en-US" altLang="en-US" sz="1800">
                <a:solidFill>
                  <a:srgbClr val="FF0000"/>
                </a:solidFill>
              </a:rPr>
              <a:t>R</a:t>
            </a:r>
          </a:p>
        </p:txBody>
      </p:sp>
      <p:cxnSp>
        <p:nvCxnSpPr>
          <p:cNvPr id="47132" name="Straight Arrow Connector 59">
            <a:extLst>
              <a:ext uri="{FF2B5EF4-FFF2-40B4-BE49-F238E27FC236}">
                <a16:creationId xmlns:a16="http://schemas.microsoft.com/office/drawing/2014/main" id="{1CF57462-3F9C-F646-B3CA-2C53DEB75F86}"/>
              </a:ext>
            </a:extLst>
          </p:cNvPr>
          <p:cNvCxnSpPr>
            <a:cxnSpLocks noChangeShapeType="1"/>
          </p:cNvCxnSpPr>
          <p:nvPr/>
        </p:nvCxnSpPr>
        <p:spPr bwMode="auto">
          <a:xfrm>
            <a:off x="7994650" y="3059113"/>
            <a:ext cx="23653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47133" name="TextBox 61">
            <a:extLst>
              <a:ext uri="{FF2B5EF4-FFF2-40B4-BE49-F238E27FC236}">
                <a16:creationId xmlns:a16="http://schemas.microsoft.com/office/drawing/2014/main" id="{F6C341CC-2F47-044A-8170-D50EC285BC03}"/>
              </a:ext>
            </a:extLst>
          </p:cNvPr>
          <p:cNvSpPr txBox="1">
            <a:spLocks noChangeArrowheads="1"/>
          </p:cNvSpPr>
          <p:nvPr/>
        </p:nvSpPr>
        <p:spPr bwMode="auto">
          <a:xfrm>
            <a:off x="2309813" y="1919288"/>
            <a:ext cx="350837" cy="230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0000"/>
                </a:solidFill>
                <a:cs typeface="Arial" panose="020B0604020202020204" pitchFamily="34" charset="0"/>
              </a:rPr>
              <a:t>S</a:t>
            </a:r>
          </a:p>
          <a:p>
            <a:pPr eaLnBrk="1" hangingPunct="1"/>
            <a:r>
              <a:rPr lang="en-US" altLang="en-US" sz="1800">
                <a:solidFill>
                  <a:srgbClr val="FF0000"/>
                </a:solidFill>
                <a:cs typeface="Arial" panose="020B0604020202020204" pitchFamily="34" charset="0"/>
              </a:rPr>
              <a:t>C</a:t>
            </a:r>
          </a:p>
          <a:p>
            <a:pPr eaLnBrk="1" hangingPunct="1"/>
            <a:r>
              <a:rPr lang="en-US" altLang="en-US" sz="1800">
                <a:solidFill>
                  <a:srgbClr val="FF0000"/>
                </a:solidFill>
                <a:cs typeface="Arial" panose="020B0604020202020204" pitchFamily="34" charset="0"/>
              </a:rPr>
              <a:t>H</a:t>
            </a:r>
          </a:p>
          <a:p>
            <a:pPr eaLnBrk="1" hangingPunct="1"/>
            <a:r>
              <a:rPr lang="en-US" altLang="en-US" sz="1800">
                <a:solidFill>
                  <a:srgbClr val="FF0000"/>
                </a:solidFill>
                <a:cs typeface="Arial" panose="020B0604020202020204" pitchFamily="34" charset="0"/>
              </a:rPr>
              <a:t>E</a:t>
            </a:r>
          </a:p>
          <a:p>
            <a:pPr eaLnBrk="1" hangingPunct="1"/>
            <a:r>
              <a:rPr lang="en-US" altLang="en-US" sz="1800">
                <a:solidFill>
                  <a:srgbClr val="FF0000"/>
                </a:solidFill>
                <a:cs typeface="Arial" panose="020B0604020202020204" pitchFamily="34" charset="0"/>
              </a:rPr>
              <a:t>D</a:t>
            </a:r>
          </a:p>
          <a:p>
            <a:pPr eaLnBrk="1" hangingPunct="1"/>
            <a:r>
              <a:rPr lang="en-US" altLang="en-US" sz="1800">
                <a:solidFill>
                  <a:srgbClr val="FF0000"/>
                </a:solidFill>
                <a:cs typeface="Arial" panose="020B0604020202020204" pitchFamily="34" charset="0"/>
              </a:rPr>
              <a:t>U</a:t>
            </a:r>
          </a:p>
          <a:p>
            <a:pPr eaLnBrk="1" hangingPunct="1"/>
            <a:r>
              <a:rPr lang="en-US" altLang="en-US" sz="1800">
                <a:solidFill>
                  <a:srgbClr val="FF0000"/>
                </a:solidFill>
                <a:cs typeface="Arial" panose="020B0604020202020204" pitchFamily="34" charset="0"/>
              </a:rPr>
              <a:t>L</a:t>
            </a:r>
          </a:p>
          <a:p>
            <a:pPr eaLnBrk="1" hangingPunct="1"/>
            <a:r>
              <a:rPr lang="en-US" altLang="en-US" sz="1800">
                <a:solidFill>
                  <a:srgbClr val="FF0000"/>
                </a:solidFill>
                <a:cs typeface="Arial" panose="020B0604020202020204" pitchFamily="34" charset="0"/>
              </a:rPr>
              <a:t>E</a:t>
            </a:r>
          </a:p>
        </p:txBody>
      </p:sp>
      <p:cxnSp>
        <p:nvCxnSpPr>
          <p:cNvPr id="47134" name="Straight Connector 63">
            <a:extLst>
              <a:ext uri="{FF2B5EF4-FFF2-40B4-BE49-F238E27FC236}">
                <a16:creationId xmlns:a16="http://schemas.microsoft.com/office/drawing/2014/main" id="{E0C72D7D-A897-B241-9227-E4F38901C0CF}"/>
              </a:ext>
            </a:extLst>
          </p:cNvPr>
          <p:cNvCxnSpPr>
            <a:cxnSpLocks noChangeShapeType="1"/>
          </p:cNvCxnSpPr>
          <p:nvPr/>
        </p:nvCxnSpPr>
        <p:spPr bwMode="auto">
          <a:xfrm rot="5400000" flipH="1" flipV="1">
            <a:off x="6602413" y="2190750"/>
            <a:ext cx="1738312"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47135" name="Straight Connector 66">
            <a:extLst>
              <a:ext uri="{FF2B5EF4-FFF2-40B4-BE49-F238E27FC236}">
                <a16:creationId xmlns:a16="http://schemas.microsoft.com/office/drawing/2014/main" id="{19CB6DD4-B2FB-E648-9206-77860DC203C8}"/>
              </a:ext>
            </a:extLst>
          </p:cNvPr>
          <p:cNvCxnSpPr>
            <a:cxnSpLocks noChangeShapeType="1"/>
          </p:cNvCxnSpPr>
          <p:nvPr/>
        </p:nvCxnSpPr>
        <p:spPr bwMode="auto">
          <a:xfrm rot="10800000">
            <a:off x="2457450" y="1322388"/>
            <a:ext cx="5013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47136" name="Straight Arrow Connector 68">
            <a:extLst>
              <a:ext uri="{FF2B5EF4-FFF2-40B4-BE49-F238E27FC236}">
                <a16:creationId xmlns:a16="http://schemas.microsoft.com/office/drawing/2014/main" id="{54A70F88-C88C-7F42-B489-74CC1B75C44A}"/>
              </a:ext>
            </a:extLst>
          </p:cNvPr>
          <p:cNvCxnSpPr>
            <a:cxnSpLocks noChangeShapeType="1"/>
            <a:endCxn id="47109" idx="0"/>
          </p:cNvCxnSpPr>
          <p:nvPr/>
        </p:nvCxnSpPr>
        <p:spPr bwMode="auto">
          <a:xfrm rot="16200000" flipH="1">
            <a:off x="2216944" y="1564481"/>
            <a:ext cx="485775" cy="476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47137" name="TextBox 69">
            <a:extLst>
              <a:ext uri="{FF2B5EF4-FFF2-40B4-BE49-F238E27FC236}">
                <a16:creationId xmlns:a16="http://schemas.microsoft.com/office/drawing/2014/main" id="{4A8F26CF-DFE5-2B40-AD22-6525421060DD}"/>
              </a:ext>
            </a:extLst>
          </p:cNvPr>
          <p:cNvSpPr txBox="1">
            <a:spLocks noChangeArrowheads="1"/>
          </p:cNvSpPr>
          <p:nvPr/>
        </p:nvSpPr>
        <p:spPr bwMode="auto">
          <a:xfrm>
            <a:off x="3503613" y="1014413"/>
            <a:ext cx="27289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cs typeface="Arial" panose="020B0604020202020204" pitchFamily="34" charset="0"/>
              </a:rPr>
              <a:t>TAG and VALUE Broadcast Bus</a:t>
            </a:r>
          </a:p>
        </p:txBody>
      </p:sp>
      <p:sp>
        <p:nvSpPr>
          <p:cNvPr id="47138" name="TextBox 70">
            <a:extLst>
              <a:ext uri="{FF2B5EF4-FFF2-40B4-BE49-F238E27FC236}">
                <a16:creationId xmlns:a16="http://schemas.microsoft.com/office/drawing/2014/main" id="{45A143A8-6F57-C843-A209-35E544EA7970}"/>
              </a:ext>
            </a:extLst>
          </p:cNvPr>
          <p:cNvSpPr txBox="1">
            <a:spLocks noChangeArrowheads="1"/>
          </p:cNvSpPr>
          <p:nvPr/>
        </p:nvSpPr>
        <p:spPr bwMode="auto">
          <a:xfrm>
            <a:off x="307975" y="4462463"/>
            <a:ext cx="10438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solidFill>
                  <a:srgbClr val="0000FF"/>
                </a:solidFill>
                <a:cs typeface="Arial" panose="020B0604020202020204" pitchFamily="34" charset="0"/>
              </a:rPr>
              <a:t>in order</a:t>
            </a:r>
          </a:p>
        </p:txBody>
      </p:sp>
      <p:sp>
        <p:nvSpPr>
          <p:cNvPr id="47139" name="TextBox 71">
            <a:extLst>
              <a:ext uri="{FF2B5EF4-FFF2-40B4-BE49-F238E27FC236}">
                <a16:creationId xmlns:a16="http://schemas.microsoft.com/office/drawing/2014/main" id="{2CFEC45F-421D-DD45-9303-7700EFD3DF46}"/>
              </a:ext>
            </a:extLst>
          </p:cNvPr>
          <p:cNvSpPr txBox="1">
            <a:spLocks noChangeArrowheads="1"/>
          </p:cNvSpPr>
          <p:nvPr/>
        </p:nvSpPr>
        <p:spPr bwMode="auto">
          <a:xfrm>
            <a:off x="3765550" y="4462463"/>
            <a:ext cx="14798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solidFill>
                  <a:srgbClr val="0000FF"/>
                </a:solidFill>
                <a:cs typeface="Arial" panose="020B0604020202020204" pitchFamily="34" charset="0"/>
              </a:rPr>
              <a:t>out of order</a:t>
            </a:r>
          </a:p>
        </p:txBody>
      </p:sp>
      <p:sp>
        <p:nvSpPr>
          <p:cNvPr id="47140" name="TextBox 72">
            <a:extLst>
              <a:ext uri="{FF2B5EF4-FFF2-40B4-BE49-F238E27FC236}">
                <a16:creationId xmlns:a16="http://schemas.microsoft.com/office/drawing/2014/main" id="{5EFFA50A-7107-1242-9727-7F24CCA3E2E1}"/>
              </a:ext>
            </a:extLst>
          </p:cNvPr>
          <p:cNvSpPr txBox="1">
            <a:spLocks noChangeArrowheads="1"/>
          </p:cNvSpPr>
          <p:nvPr/>
        </p:nvSpPr>
        <p:spPr bwMode="auto">
          <a:xfrm>
            <a:off x="7829550" y="4462463"/>
            <a:ext cx="10438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solidFill>
                  <a:srgbClr val="0000FF"/>
                </a:solidFill>
                <a:cs typeface="Arial" panose="020B0604020202020204" pitchFamily="34" charset="0"/>
              </a:rPr>
              <a:t>in order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3426">
                                            <p:txEl>
                                              <p:pRg st="9" end="9"/>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342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61FF88A6-9BA1-0E46-8F0F-FB452BEE1EC8}"/>
              </a:ext>
            </a:extLst>
          </p:cNvPr>
          <p:cNvSpPr>
            <a:spLocks noGrp="1"/>
          </p:cNvSpPr>
          <p:nvPr>
            <p:ph type="title"/>
          </p:nvPr>
        </p:nvSpPr>
        <p:spPr/>
        <p:txBody>
          <a:bodyPr/>
          <a:lstStyle/>
          <a:p>
            <a:r>
              <a:rPr lang="en-US" altLang="en-US" dirty="0">
                <a:ea typeface="ＭＳ Ｐゴシック" panose="020B0600070205080204" pitchFamily="34" charset="-128"/>
              </a:rPr>
              <a:t>In-order vs. Out-of-order Dispatch</a:t>
            </a:r>
          </a:p>
        </p:txBody>
      </p:sp>
      <p:sp>
        <p:nvSpPr>
          <p:cNvPr id="44034" name="Content Placeholder 2">
            <a:extLst>
              <a:ext uri="{FF2B5EF4-FFF2-40B4-BE49-F238E27FC236}">
                <a16:creationId xmlns:a16="http://schemas.microsoft.com/office/drawing/2014/main" id="{2681E62B-ED72-EC48-BA7A-0F4B03409FFF}"/>
              </a:ext>
            </a:extLst>
          </p:cNvPr>
          <p:cNvSpPr>
            <a:spLocks noGrp="1"/>
          </p:cNvSpPr>
          <p:nvPr>
            <p:ph idx="1"/>
          </p:nvPr>
        </p:nvSpPr>
        <p:spPr>
          <a:xfrm>
            <a:off x="219075" y="935038"/>
            <a:ext cx="8610600" cy="5541962"/>
          </a:xfrm>
        </p:spPr>
        <p:txBody>
          <a:bodyPr/>
          <a:lstStyle/>
          <a:p>
            <a:r>
              <a:rPr lang="en-US" altLang="en-US" sz="2200" dirty="0">
                <a:ea typeface="ＭＳ Ｐゴシック" panose="020B0600070205080204" pitchFamily="34" charset="-128"/>
              </a:rPr>
              <a:t>In order dispatch + precise exceptions:</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r>
              <a:rPr lang="en-US" altLang="en-US" sz="2200" dirty="0">
                <a:ea typeface="ＭＳ Ｐゴシック" panose="020B0600070205080204" pitchFamily="34" charset="-128"/>
              </a:rPr>
              <a:t>Out-of-order dispatch + precise exceptions:</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endParaRPr lang="en-US" altLang="en-US" sz="2200" dirty="0">
              <a:ea typeface="ＭＳ Ｐゴシック" panose="020B0600070205080204" pitchFamily="34" charset="-128"/>
            </a:endParaRPr>
          </a:p>
        </p:txBody>
      </p:sp>
      <p:sp>
        <p:nvSpPr>
          <p:cNvPr id="44035" name="Slide Number Placeholder 3">
            <a:extLst>
              <a:ext uri="{FF2B5EF4-FFF2-40B4-BE49-F238E27FC236}">
                <a16:creationId xmlns:a16="http://schemas.microsoft.com/office/drawing/2014/main" id="{7858F12C-6627-7A46-8F5F-92E5FE56F70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A071958-49A2-694F-BD5F-F23B89AC4C7B}" type="slidenum">
              <a:rPr lang="en-US" altLang="en-US" sz="1600">
                <a:solidFill>
                  <a:srgbClr val="000000"/>
                </a:solidFill>
                <a:latin typeface="Garamond" panose="02020404030301010803" pitchFamily="18" charset="0"/>
              </a:rPr>
              <a:pPr eaLnBrk="1" hangingPunct="1"/>
              <a:t>60</a:t>
            </a:fld>
            <a:endParaRPr lang="en-US" altLang="en-US" sz="1600">
              <a:solidFill>
                <a:srgbClr val="000000"/>
              </a:solidFill>
              <a:latin typeface="Garamond" panose="02020404030301010803" pitchFamily="18" charset="0"/>
            </a:endParaRPr>
          </a:p>
        </p:txBody>
      </p:sp>
      <p:sp>
        <p:nvSpPr>
          <p:cNvPr id="44045" name="TextBox 23">
            <a:extLst>
              <a:ext uri="{FF2B5EF4-FFF2-40B4-BE49-F238E27FC236}">
                <a16:creationId xmlns:a16="http://schemas.microsoft.com/office/drawing/2014/main" id="{628B9CD6-49C5-A242-A1EB-D2D0A0C8561A}"/>
              </a:ext>
            </a:extLst>
          </p:cNvPr>
          <p:cNvSpPr txBox="1">
            <a:spLocks noChangeArrowheads="1"/>
          </p:cNvSpPr>
          <p:nvPr/>
        </p:nvSpPr>
        <p:spPr bwMode="auto">
          <a:xfrm>
            <a:off x="6738938" y="978694"/>
            <a:ext cx="2232025" cy="1476375"/>
          </a:xfrm>
          <a:prstGeom prst="rect">
            <a:avLst/>
          </a:prstGeom>
          <a:noFill/>
          <a:ln w="12700">
            <a:solidFill>
              <a:srgbClr val="0000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cs typeface="Arial" panose="020B0604020202020204" pitchFamily="34" charset="0"/>
              </a:rPr>
              <a:t>IMUL  R3 </a:t>
            </a:r>
            <a:r>
              <a:rPr lang="en-US" altLang="en-US" sz="1800" dirty="0">
                <a:cs typeface="Arial" panose="020B0604020202020204" pitchFamily="34" charset="0"/>
                <a:sym typeface="Wingdings" pitchFamily="2" charset="2"/>
              </a:rPr>
              <a:t> R1, R2</a:t>
            </a:r>
          </a:p>
          <a:p>
            <a:pPr eaLnBrk="1" hangingPunct="1"/>
            <a:r>
              <a:rPr lang="en-US" altLang="en-US" sz="1800" dirty="0">
                <a:solidFill>
                  <a:srgbClr val="FF0000"/>
                </a:solidFill>
                <a:cs typeface="Arial" panose="020B0604020202020204" pitchFamily="34" charset="0"/>
                <a:sym typeface="Wingdings" pitchFamily="2" charset="2"/>
              </a:rPr>
              <a:t>ADD   R3  R3, R1</a:t>
            </a:r>
          </a:p>
          <a:p>
            <a:pPr eaLnBrk="1" hangingPunct="1"/>
            <a:r>
              <a:rPr lang="en-US" altLang="en-US" sz="1800" dirty="0">
                <a:solidFill>
                  <a:srgbClr val="0000FF"/>
                </a:solidFill>
                <a:cs typeface="Arial" panose="020B0604020202020204" pitchFamily="34" charset="0"/>
                <a:sym typeface="Wingdings" pitchFamily="2" charset="2"/>
              </a:rPr>
              <a:t>ADD   R1  R6, R7</a:t>
            </a:r>
          </a:p>
          <a:p>
            <a:pPr eaLnBrk="1" hangingPunct="1"/>
            <a:r>
              <a:rPr lang="en-US" altLang="en-US" sz="1800" dirty="0">
                <a:solidFill>
                  <a:srgbClr val="0000FF"/>
                </a:solidFill>
                <a:cs typeface="Arial" panose="020B0604020202020204" pitchFamily="34" charset="0"/>
                <a:sym typeface="Wingdings" pitchFamily="2" charset="2"/>
              </a:rPr>
              <a:t>IMUL  R5  R6, R8</a:t>
            </a:r>
          </a:p>
          <a:p>
            <a:pPr eaLnBrk="1" hangingPunct="1"/>
            <a:r>
              <a:rPr lang="en-US" altLang="en-US" sz="1800" dirty="0">
                <a:solidFill>
                  <a:srgbClr val="FF0000"/>
                </a:solidFill>
                <a:cs typeface="Arial" panose="020B0604020202020204" pitchFamily="34" charset="0"/>
                <a:sym typeface="Wingdings" pitchFamily="2" charset="2"/>
              </a:rPr>
              <a:t>ADD   R7  R3, R5</a:t>
            </a:r>
            <a:endParaRPr lang="en-US" altLang="en-US" sz="1800" dirty="0">
              <a:solidFill>
                <a:srgbClr val="FF0000"/>
              </a:solidFill>
              <a:cs typeface="Arial" panose="020B0604020202020204" pitchFamily="34" charset="0"/>
            </a:endParaRPr>
          </a:p>
        </p:txBody>
      </p:sp>
      <p:grpSp>
        <p:nvGrpSpPr>
          <p:cNvPr id="2" name="Group 1">
            <a:extLst>
              <a:ext uri="{FF2B5EF4-FFF2-40B4-BE49-F238E27FC236}">
                <a16:creationId xmlns:a16="http://schemas.microsoft.com/office/drawing/2014/main" id="{57B75AC9-E201-3246-A6E9-51254C25C4A0}"/>
              </a:ext>
            </a:extLst>
          </p:cNvPr>
          <p:cNvGrpSpPr/>
          <p:nvPr/>
        </p:nvGrpSpPr>
        <p:grpSpPr>
          <a:xfrm>
            <a:off x="223838" y="1479550"/>
            <a:ext cx="6446837" cy="1860550"/>
            <a:chOff x="223838" y="1479550"/>
            <a:chExt cx="6446837" cy="1860550"/>
          </a:xfrm>
        </p:grpSpPr>
        <p:grpSp>
          <p:nvGrpSpPr>
            <p:cNvPr id="44036" name="Group 4">
              <a:extLst>
                <a:ext uri="{FF2B5EF4-FFF2-40B4-BE49-F238E27FC236}">
                  <a16:creationId xmlns:a16="http://schemas.microsoft.com/office/drawing/2014/main" id="{4EB6E497-14A1-8E4C-B328-6748FD92145A}"/>
                </a:ext>
              </a:extLst>
            </p:cNvPr>
            <p:cNvGrpSpPr>
              <a:grpSpLocks/>
            </p:cNvGrpSpPr>
            <p:nvPr/>
          </p:nvGrpSpPr>
          <p:grpSpPr bwMode="auto">
            <a:xfrm>
              <a:off x="223838" y="1479550"/>
              <a:ext cx="804862" cy="369888"/>
              <a:chOff x="1001099" y="4100530"/>
              <a:chExt cx="805656" cy="369887"/>
            </a:xfrm>
          </p:grpSpPr>
          <p:sp>
            <p:nvSpPr>
              <p:cNvPr id="44114" name="Rectangle 10">
                <a:extLst>
                  <a:ext uri="{FF2B5EF4-FFF2-40B4-BE49-F238E27FC236}">
                    <a16:creationId xmlns:a16="http://schemas.microsoft.com/office/drawing/2014/main" id="{10B413DD-286A-9B47-82F7-35CF15BA0C18}"/>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F</a:t>
                </a:r>
              </a:p>
            </p:txBody>
          </p:sp>
          <p:sp>
            <p:nvSpPr>
              <p:cNvPr id="44115" name="Rectangle 11">
                <a:extLst>
                  <a:ext uri="{FF2B5EF4-FFF2-40B4-BE49-F238E27FC236}">
                    <a16:creationId xmlns:a16="http://schemas.microsoft.com/office/drawing/2014/main" id="{3027E859-FC44-DC44-B5DD-50739A9B0E54}"/>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D</a:t>
                </a:r>
              </a:p>
            </p:txBody>
          </p:sp>
        </p:grpSp>
        <p:sp>
          <p:nvSpPr>
            <p:cNvPr id="44037" name="Rectangle 13">
              <a:extLst>
                <a:ext uri="{FF2B5EF4-FFF2-40B4-BE49-F238E27FC236}">
                  <a16:creationId xmlns:a16="http://schemas.microsoft.com/office/drawing/2014/main" id="{3EACAADD-EB56-F043-8B66-A753B00D275C}"/>
                </a:ext>
              </a:extLst>
            </p:cNvPr>
            <p:cNvSpPr>
              <a:spLocks noChangeArrowheads="1"/>
            </p:cNvSpPr>
            <p:nvPr/>
          </p:nvSpPr>
          <p:spPr bwMode="auto">
            <a:xfrm>
              <a:off x="3043238" y="1479550"/>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grpSp>
          <p:nvGrpSpPr>
            <p:cNvPr id="44038" name="Group 8">
              <a:extLst>
                <a:ext uri="{FF2B5EF4-FFF2-40B4-BE49-F238E27FC236}">
                  <a16:creationId xmlns:a16="http://schemas.microsoft.com/office/drawing/2014/main" id="{76249842-CFFF-9C48-8ACD-BFCFCEB0DD86}"/>
                </a:ext>
              </a:extLst>
            </p:cNvPr>
            <p:cNvGrpSpPr>
              <a:grpSpLocks/>
            </p:cNvGrpSpPr>
            <p:nvPr/>
          </p:nvGrpSpPr>
          <p:grpSpPr bwMode="auto">
            <a:xfrm>
              <a:off x="1028700" y="1479550"/>
              <a:ext cx="1611313" cy="373063"/>
              <a:chOff x="2783717" y="3915586"/>
              <a:chExt cx="1611312" cy="374488"/>
            </a:xfrm>
          </p:grpSpPr>
          <p:sp>
            <p:nvSpPr>
              <p:cNvPr id="44110" name="Rectangle 12">
                <a:extLst>
                  <a:ext uri="{FF2B5EF4-FFF2-40B4-BE49-F238E27FC236}">
                    <a16:creationId xmlns:a16="http://schemas.microsoft.com/office/drawing/2014/main" id="{FF18E4F4-4C7B-CB47-80F8-04631DC0BE0D}"/>
                  </a:ext>
                </a:extLst>
              </p:cNvPr>
              <p:cNvSpPr>
                <a:spLocks noChangeArrowheads="1"/>
              </p:cNvSpPr>
              <p:nvPr/>
            </p:nvSpPr>
            <p:spPr bwMode="auto">
              <a:xfrm>
                <a:off x="2783717" y="3920187"/>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111" name="Rectangle 12">
                <a:extLst>
                  <a:ext uri="{FF2B5EF4-FFF2-40B4-BE49-F238E27FC236}">
                    <a16:creationId xmlns:a16="http://schemas.microsoft.com/office/drawing/2014/main" id="{2B205635-F5EF-1E41-BEAC-4F93204F0A8E}"/>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112" name="Rectangle 12">
                <a:extLst>
                  <a:ext uri="{FF2B5EF4-FFF2-40B4-BE49-F238E27FC236}">
                    <a16:creationId xmlns:a16="http://schemas.microsoft.com/office/drawing/2014/main" id="{BEC6F2B5-A320-1C40-A08B-06FC0CEC1792}"/>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113" name="Rectangle 12">
                <a:extLst>
                  <a:ext uri="{FF2B5EF4-FFF2-40B4-BE49-F238E27FC236}">
                    <a16:creationId xmlns:a16="http://schemas.microsoft.com/office/drawing/2014/main" id="{5B9166D7-9DD9-EF41-A61C-99462B1AF980}"/>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grpSp>
        <p:sp>
          <p:nvSpPr>
            <p:cNvPr id="44039" name="Rectangle 13">
              <a:extLst>
                <a:ext uri="{FF2B5EF4-FFF2-40B4-BE49-F238E27FC236}">
                  <a16:creationId xmlns:a16="http://schemas.microsoft.com/office/drawing/2014/main" id="{AD4C2A1C-B81A-634C-B8C3-3E669B0F658A}"/>
                </a:ext>
              </a:extLst>
            </p:cNvPr>
            <p:cNvSpPr>
              <a:spLocks noChangeArrowheads="1"/>
            </p:cNvSpPr>
            <p:nvPr/>
          </p:nvSpPr>
          <p:spPr bwMode="auto">
            <a:xfrm>
              <a:off x="2640013" y="148272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grpSp>
          <p:nvGrpSpPr>
            <p:cNvPr id="44040" name="Group 14">
              <a:extLst>
                <a:ext uri="{FF2B5EF4-FFF2-40B4-BE49-F238E27FC236}">
                  <a16:creationId xmlns:a16="http://schemas.microsoft.com/office/drawing/2014/main" id="{AE076CC6-8597-6243-9B3C-F2E3C4E5898A}"/>
                </a:ext>
              </a:extLst>
            </p:cNvPr>
            <p:cNvGrpSpPr>
              <a:grpSpLocks/>
            </p:cNvGrpSpPr>
            <p:nvPr/>
          </p:nvGrpSpPr>
          <p:grpSpPr bwMode="auto">
            <a:xfrm>
              <a:off x="625475" y="1852613"/>
              <a:ext cx="806450" cy="369887"/>
              <a:chOff x="1001099" y="4100530"/>
              <a:chExt cx="805656" cy="369887"/>
            </a:xfrm>
          </p:grpSpPr>
          <p:sp>
            <p:nvSpPr>
              <p:cNvPr id="44108" name="Rectangle 10">
                <a:extLst>
                  <a:ext uri="{FF2B5EF4-FFF2-40B4-BE49-F238E27FC236}">
                    <a16:creationId xmlns:a16="http://schemas.microsoft.com/office/drawing/2014/main" id="{3EE0DCA3-6DF5-C24A-B86E-8480CC5C6F03}"/>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4109" name="Rectangle 11">
                <a:extLst>
                  <a:ext uri="{FF2B5EF4-FFF2-40B4-BE49-F238E27FC236}">
                    <a16:creationId xmlns:a16="http://schemas.microsoft.com/office/drawing/2014/main" id="{666F5434-3EBA-9B4E-B880-DA5939D6425A}"/>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grpSp>
        <p:sp>
          <p:nvSpPr>
            <p:cNvPr id="44041" name="Rectangle 12">
              <a:extLst>
                <a:ext uri="{FF2B5EF4-FFF2-40B4-BE49-F238E27FC236}">
                  <a16:creationId xmlns:a16="http://schemas.microsoft.com/office/drawing/2014/main" id="{13DDEB87-A069-964A-9F75-5C0B792CF136}"/>
                </a:ext>
              </a:extLst>
            </p:cNvPr>
            <p:cNvSpPr>
              <a:spLocks noChangeArrowheads="1"/>
            </p:cNvSpPr>
            <p:nvPr/>
          </p:nvSpPr>
          <p:spPr bwMode="auto">
            <a:xfrm>
              <a:off x="2640013" y="1852613"/>
              <a:ext cx="403225"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42" name="Rectangle 18">
              <a:extLst>
                <a:ext uri="{FF2B5EF4-FFF2-40B4-BE49-F238E27FC236}">
                  <a16:creationId xmlns:a16="http://schemas.microsoft.com/office/drawing/2014/main" id="{ACD45792-DA88-2E48-AAF4-66665A734A00}"/>
                </a:ext>
              </a:extLst>
            </p:cNvPr>
            <p:cNvSpPr>
              <a:spLocks noChangeArrowheads="1"/>
            </p:cNvSpPr>
            <p:nvPr/>
          </p:nvSpPr>
          <p:spPr bwMode="auto">
            <a:xfrm>
              <a:off x="3043238" y="1849438"/>
              <a:ext cx="403225"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sp>
          <p:nvSpPr>
            <p:cNvPr id="44043" name="Rectangle 13">
              <a:extLst>
                <a:ext uri="{FF2B5EF4-FFF2-40B4-BE49-F238E27FC236}">
                  <a16:creationId xmlns:a16="http://schemas.microsoft.com/office/drawing/2014/main" id="{05BE6B47-747C-284E-9ED9-F15CF972534A}"/>
                </a:ext>
              </a:extLst>
            </p:cNvPr>
            <p:cNvSpPr>
              <a:spLocks noChangeArrowheads="1"/>
            </p:cNvSpPr>
            <p:nvPr/>
          </p:nvSpPr>
          <p:spPr bwMode="auto">
            <a:xfrm>
              <a:off x="3446463" y="1852613"/>
              <a:ext cx="401637"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sp>
          <p:nvSpPr>
            <p:cNvPr id="44044" name="Rectangle 10">
              <a:extLst>
                <a:ext uri="{FF2B5EF4-FFF2-40B4-BE49-F238E27FC236}">
                  <a16:creationId xmlns:a16="http://schemas.microsoft.com/office/drawing/2014/main" id="{51705DA9-0C70-8943-A03E-FB85553900C7}"/>
                </a:ext>
              </a:extLst>
            </p:cNvPr>
            <p:cNvSpPr>
              <a:spLocks noChangeArrowheads="1"/>
            </p:cNvSpPr>
            <p:nvPr/>
          </p:nvSpPr>
          <p:spPr bwMode="auto">
            <a:xfrm>
              <a:off x="1028700" y="2222500"/>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4046" name="Rectangle 11">
              <a:extLst>
                <a:ext uri="{FF2B5EF4-FFF2-40B4-BE49-F238E27FC236}">
                  <a16:creationId xmlns:a16="http://schemas.microsoft.com/office/drawing/2014/main" id="{798C675E-F713-6644-8812-69FAEB577B85}"/>
                </a:ext>
              </a:extLst>
            </p:cNvPr>
            <p:cNvSpPr>
              <a:spLocks noChangeArrowheads="1"/>
            </p:cNvSpPr>
            <p:nvPr/>
          </p:nvSpPr>
          <p:spPr bwMode="auto">
            <a:xfrm>
              <a:off x="2640013" y="2222500"/>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44047" name="Rectangle 12">
              <a:extLst>
                <a:ext uri="{FF2B5EF4-FFF2-40B4-BE49-F238E27FC236}">
                  <a16:creationId xmlns:a16="http://schemas.microsoft.com/office/drawing/2014/main" id="{B7F08800-F1B7-194E-80F2-BAC173BD2175}"/>
                </a:ext>
              </a:extLst>
            </p:cNvPr>
            <p:cNvSpPr>
              <a:spLocks noChangeArrowheads="1"/>
            </p:cNvSpPr>
            <p:nvPr/>
          </p:nvSpPr>
          <p:spPr bwMode="auto">
            <a:xfrm>
              <a:off x="3043238" y="221932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48" name="Rectangle 26">
              <a:extLst>
                <a:ext uri="{FF2B5EF4-FFF2-40B4-BE49-F238E27FC236}">
                  <a16:creationId xmlns:a16="http://schemas.microsoft.com/office/drawing/2014/main" id="{3EB7E030-D9F6-F34D-ABDC-6F2CD9691441}"/>
                </a:ext>
              </a:extLst>
            </p:cNvPr>
            <p:cNvSpPr>
              <a:spLocks noChangeArrowheads="1"/>
            </p:cNvSpPr>
            <p:nvPr/>
          </p:nvSpPr>
          <p:spPr bwMode="auto">
            <a:xfrm>
              <a:off x="3446463" y="2214563"/>
              <a:ext cx="401637"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sp>
          <p:nvSpPr>
            <p:cNvPr id="44049" name="Rectangle 13">
              <a:extLst>
                <a:ext uri="{FF2B5EF4-FFF2-40B4-BE49-F238E27FC236}">
                  <a16:creationId xmlns:a16="http://schemas.microsoft.com/office/drawing/2014/main" id="{EFEF67AE-9DA2-2E49-9CB2-5BF61E20C0CB}"/>
                </a:ext>
              </a:extLst>
            </p:cNvPr>
            <p:cNvSpPr>
              <a:spLocks noChangeArrowheads="1"/>
            </p:cNvSpPr>
            <p:nvPr/>
          </p:nvSpPr>
          <p:spPr bwMode="auto">
            <a:xfrm>
              <a:off x="3848100" y="221932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sp>
          <p:nvSpPr>
            <p:cNvPr id="44050" name="Rectangle 10">
              <a:extLst>
                <a:ext uri="{FF2B5EF4-FFF2-40B4-BE49-F238E27FC236}">
                  <a16:creationId xmlns:a16="http://schemas.microsoft.com/office/drawing/2014/main" id="{0CCDEBE3-4840-3A47-9F69-6FB3FFF84412}"/>
                </a:ext>
              </a:extLst>
            </p:cNvPr>
            <p:cNvSpPr>
              <a:spLocks noChangeArrowheads="1"/>
            </p:cNvSpPr>
            <p:nvPr/>
          </p:nvSpPr>
          <p:spPr bwMode="auto">
            <a:xfrm>
              <a:off x="2640013" y="2592388"/>
              <a:ext cx="403225"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4051" name="Rectangle 11">
              <a:extLst>
                <a:ext uri="{FF2B5EF4-FFF2-40B4-BE49-F238E27FC236}">
                  <a16:creationId xmlns:a16="http://schemas.microsoft.com/office/drawing/2014/main" id="{7801D49A-0EDD-4C4C-A758-2D48FD93325A}"/>
                </a:ext>
              </a:extLst>
            </p:cNvPr>
            <p:cNvSpPr>
              <a:spLocks noChangeArrowheads="1"/>
            </p:cNvSpPr>
            <p:nvPr/>
          </p:nvSpPr>
          <p:spPr bwMode="auto">
            <a:xfrm>
              <a:off x="3043238" y="2597150"/>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44052" name="Rectangle 12">
              <a:extLst>
                <a:ext uri="{FF2B5EF4-FFF2-40B4-BE49-F238E27FC236}">
                  <a16:creationId xmlns:a16="http://schemas.microsoft.com/office/drawing/2014/main" id="{6282E655-F33B-F347-89F7-E17DCFE313AD}"/>
                </a:ext>
              </a:extLst>
            </p:cNvPr>
            <p:cNvSpPr>
              <a:spLocks noChangeArrowheads="1"/>
            </p:cNvSpPr>
            <p:nvPr/>
          </p:nvSpPr>
          <p:spPr bwMode="auto">
            <a:xfrm>
              <a:off x="3446463" y="2592388"/>
              <a:ext cx="401637"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53" name="Rectangle 31">
              <a:extLst>
                <a:ext uri="{FF2B5EF4-FFF2-40B4-BE49-F238E27FC236}">
                  <a16:creationId xmlns:a16="http://schemas.microsoft.com/office/drawing/2014/main" id="{83CF58DB-9507-3547-9FD0-4B3AD7EEDB76}"/>
                </a:ext>
              </a:extLst>
            </p:cNvPr>
            <p:cNvSpPr>
              <a:spLocks noChangeArrowheads="1"/>
            </p:cNvSpPr>
            <p:nvPr/>
          </p:nvSpPr>
          <p:spPr bwMode="auto">
            <a:xfrm>
              <a:off x="5457825" y="2597150"/>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sp>
          <p:nvSpPr>
            <p:cNvPr id="44054" name="Rectangle 13">
              <a:extLst>
                <a:ext uri="{FF2B5EF4-FFF2-40B4-BE49-F238E27FC236}">
                  <a16:creationId xmlns:a16="http://schemas.microsoft.com/office/drawing/2014/main" id="{7EDB84BA-A47C-7F44-BFFF-19DF9E2003DE}"/>
                </a:ext>
              </a:extLst>
            </p:cNvPr>
            <p:cNvSpPr>
              <a:spLocks noChangeArrowheads="1"/>
            </p:cNvSpPr>
            <p:nvPr/>
          </p:nvSpPr>
          <p:spPr bwMode="auto">
            <a:xfrm>
              <a:off x="5861050" y="2601913"/>
              <a:ext cx="403225"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sp>
          <p:nvSpPr>
            <p:cNvPr id="44055" name="Rectangle 10">
              <a:extLst>
                <a:ext uri="{FF2B5EF4-FFF2-40B4-BE49-F238E27FC236}">
                  <a16:creationId xmlns:a16="http://schemas.microsoft.com/office/drawing/2014/main" id="{A921E57F-FCDB-634A-889A-E83078725B34}"/>
                </a:ext>
              </a:extLst>
            </p:cNvPr>
            <p:cNvSpPr>
              <a:spLocks noChangeArrowheads="1"/>
            </p:cNvSpPr>
            <p:nvPr/>
          </p:nvSpPr>
          <p:spPr bwMode="auto">
            <a:xfrm>
              <a:off x="3049588" y="296227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4056" name="Rectangle 11">
              <a:extLst>
                <a:ext uri="{FF2B5EF4-FFF2-40B4-BE49-F238E27FC236}">
                  <a16:creationId xmlns:a16="http://schemas.microsoft.com/office/drawing/2014/main" id="{9BDA7156-22B2-5D46-8EFD-EA7254BD7595}"/>
                </a:ext>
              </a:extLst>
            </p:cNvPr>
            <p:cNvSpPr>
              <a:spLocks noChangeArrowheads="1"/>
            </p:cNvSpPr>
            <p:nvPr/>
          </p:nvSpPr>
          <p:spPr bwMode="auto">
            <a:xfrm>
              <a:off x="3452813" y="2967038"/>
              <a:ext cx="401637"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44057" name="Rectangle 12">
              <a:extLst>
                <a:ext uri="{FF2B5EF4-FFF2-40B4-BE49-F238E27FC236}">
                  <a16:creationId xmlns:a16="http://schemas.microsoft.com/office/drawing/2014/main" id="{43857CD4-E62E-8B4A-930C-5E819D52184C}"/>
                </a:ext>
              </a:extLst>
            </p:cNvPr>
            <p:cNvSpPr>
              <a:spLocks noChangeArrowheads="1"/>
            </p:cNvSpPr>
            <p:nvPr/>
          </p:nvSpPr>
          <p:spPr bwMode="auto">
            <a:xfrm>
              <a:off x="5462588" y="2962275"/>
              <a:ext cx="401637"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58" name="Rectangle 36">
              <a:extLst>
                <a:ext uri="{FF2B5EF4-FFF2-40B4-BE49-F238E27FC236}">
                  <a16:creationId xmlns:a16="http://schemas.microsoft.com/office/drawing/2014/main" id="{70894B9E-FD99-E14B-A7F2-70FAC5ADD45E}"/>
                </a:ext>
              </a:extLst>
            </p:cNvPr>
            <p:cNvSpPr>
              <a:spLocks noChangeArrowheads="1"/>
            </p:cNvSpPr>
            <p:nvPr/>
          </p:nvSpPr>
          <p:spPr bwMode="auto">
            <a:xfrm>
              <a:off x="5864225" y="2967038"/>
              <a:ext cx="403225"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sp>
          <p:nvSpPr>
            <p:cNvPr id="44059" name="Rectangle 13">
              <a:extLst>
                <a:ext uri="{FF2B5EF4-FFF2-40B4-BE49-F238E27FC236}">
                  <a16:creationId xmlns:a16="http://schemas.microsoft.com/office/drawing/2014/main" id="{E2D9A54B-3A96-584E-B093-49D579CF29ED}"/>
                </a:ext>
              </a:extLst>
            </p:cNvPr>
            <p:cNvSpPr>
              <a:spLocks noChangeArrowheads="1"/>
            </p:cNvSpPr>
            <p:nvPr/>
          </p:nvSpPr>
          <p:spPr bwMode="auto">
            <a:xfrm>
              <a:off x="6267450" y="296227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sp>
          <p:nvSpPr>
            <p:cNvPr id="44065" name="TextBox 51">
              <a:extLst>
                <a:ext uri="{FF2B5EF4-FFF2-40B4-BE49-F238E27FC236}">
                  <a16:creationId xmlns:a16="http://schemas.microsoft.com/office/drawing/2014/main" id="{D9A79FE0-FC98-3E4C-850F-98E9FFB64368}"/>
                </a:ext>
              </a:extLst>
            </p:cNvPr>
            <p:cNvSpPr txBox="1">
              <a:spLocks noChangeArrowheads="1"/>
            </p:cNvSpPr>
            <p:nvPr/>
          </p:nvSpPr>
          <p:spPr bwMode="auto">
            <a:xfrm>
              <a:off x="1635125" y="1885950"/>
              <a:ext cx="873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0000"/>
                  </a:solidFill>
                  <a:cs typeface="Arial" panose="020B0604020202020204" pitchFamily="34" charset="0"/>
                </a:rPr>
                <a:t>STALL</a:t>
              </a:r>
            </a:p>
          </p:txBody>
        </p:sp>
        <p:sp>
          <p:nvSpPr>
            <p:cNvPr id="44066" name="TextBox 53">
              <a:extLst>
                <a:ext uri="{FF2B5EF4-FFF2-40B4-BE49-F238E27FC236}">
                  <a16:creationId xmlns:a16="http://schemas.microsoft.com/office/drawing/2014/main" id="{8BF78AEA-704D-1E4B-AE3A-9D6D00D57C48}"/>
                </a:ext>
              </a:extLst>
            </p:cNvPr>
            <p:cNvSpPr txBox="1">
              <a:spLocks noChangeArrowheads="1"/>
            </p:cNvSpPr>
            <p:nvPr/>
          </p:nvSpPr>
          <p:spPr bwMode="auto">
            <a:xfrm>
              <a:off x="1635125" y="2228850"/>
              <a:ext cx="873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0000"/>
                  </a:solidFill>
                  <a:cs typeface="Arial" panose="020B0604020202020204" pitchFamily="34" charset="0"/>
                </a:rPr>
                <a:t>STALL</a:t>
              </a:r>
            </a:p>
          </p:txBody>
        </p:sp>
        <p:grpSp>
          <p:nvGrpSpPr>
            <p:cNvPr id="44071" name="Group 60">
              <a:extLst>
                <a:ext uri="{FF2B5EF4-FFF2-40B4-BE49-F238E27FC236}">
                  <a16:creationId xmlns:a16="http://schemas.microsoft.com/office/drawing/2014/main" id="{D5EF11FF-019F-F74A-914C-2DD76D06A7A1}"/>
                </a:ext>
              </a:extLst>
            </p:cNvPr>
            <p:cNvGrpSpPr>
              <a:grpSpLocks/>
            </p:cNvGrpSpPr>
            <p:nvPr/>
          </p:nvGrpSpPr>
          <p:grpSpPr bwMode="auto">
            <a:xfrm>
              <a:off x="3848100" y="2592388"/>
              <a:ext cx="1611313" cy="374650"/>
              <a:chOff x="2783717" y="3910951"/>
              <a:chExt cx="1611312" cy="374522"/>
            </a:xfrm>
          </p:grpSpPr>
          <p:sp>
            <p:nvSpPr>
              <p:cNvPr id="44094" name="Rectangle 12">
                <a:extLst>
                  <a:ext uri="{FF2B5EF4-FFF2-40B4-BE49-F238E27FC236}">
                    <a16:creationId xmlns:a16="http://schemas.microsoft.com/office/drawing/2014/main" id="{D535AA01-57F5-A24F-81D8-BD104CFE0E10}"/>
                  </a:ext>
                </a:extLst>
              </p:cNvPr>
              <p:cNvSpPr>
                <a:spLocks noChangeArrowheads="1"/>
              </p:cNvSpPr>
              <p:nvPr/>
            </p:nvSpPr>
            <p:spPr bwMode="auto">
              <a:xfrm>
                <a:off x="2783717" y="3910951"/>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95" name="Rectangle 12">
                <a:extLst>
                  <a:ext uri="{FF2B5EF4-FFF2-40B4-BE49-F238E27FC236}">
                    <a16:creationId xmlns:a16="http://schemas.microsoft.com/office/drawing/2014/main" id="{DA4BA15B-D7C1-D549-8496-FED24046BB2F}"/>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96" name="Rectangle 12">
                <a:extLst>
                  <a:ext uri="{FF2B5EF4-FFF2-40B4-BE49-F238E27FC236}">
                    <a16:creationId xmlns:a16="http://schemas.microsoft.com/office/drawing/2014/main" id="{31A7AD06-C635-8048-9C8C-8F9F42BE3BE9}"/>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97" name="Rectangle 64">
                <a:extLst>
                  <a:ext uri="{FF2B5EF4-FFF2-40B4-BE49-F238E27FC236}">
                    <a16:creationId xmlns:a16="http://schemas.microsoft.com/office/drawing/2014/main" id="{85F9D09E-67AE-5647-AB57-EC7F0354FB2B}"/>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grpSp>
        <p:sp>
          <p:nvSpPr>
            <p:cNvPr id="44072" name="TextBox 67">
              <a:extLst>
                <a:ext uri="{FF2B5EF4-FFF2-40B4-BE49-F238E27FC236}">
                  <a16:creationId xmlns:a16="http://schemas.microsoft.com/office/drawing/2014/main" id="{07E1490E-F50C-404B-9CAF-C9D3481ABC69}"/>
                </a:ext>
              </a:extLst>
            </p:cNvPr>
            <p:cNvSpPr txBox="1">
              <a:spLocks noChangeArrowheads="1"/>
            </p:cNvSpPr>
            <p:nvPr/>
          </p:nvSpPr>
          <p:spPr bwMode="auto">
            <a:xfrm>
              <a:off x="4251325" y="2971800"/>
              <a:ext cx="873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0000"/>
                  </a:solidFill>
                  <a:cs typeface="Arial" panose="020B0604020202020204" pitchFamily="34" charset="0"/>
                </a:rPr>
                <a:t>STALL</a:t>
              </a:r>
            </a:p>
          </p:txBody>
        </p:sp>
      </p:grpSp>
      <p:grpSp>
        <p:nvGrpSpPr>
          <p:cNvPr id="3" name="Group 2">
            <a:extLst>
              <a:ext uri="{FF2B5EF4-FFF2-40B4-BE49-F238E27FC236}">
                <a16:creationId xmlns:a16="http://schemas.microsoft.com/office/drawing/2014/main" id="{4226B392-6F29-D140-8582-1F8F6AE45E90}"/>
              </a:ext>
            </a:extLst>
          </p:cNvPr>
          <p:cNvGrpSpPr/>
          <p:nvPr/>
        </p:nvGrpSpPr>
        <p:grpSpPr>
          <a:xfrm>
            <a:off x="219075" y="4060825"/>
            <a:ext cx="4840288" cy="1858963"/>
            <a:chOff x="219075" y="4060825"/>
            <a:chExt cx="4840288" cy="1858963"/>
          </a:xfrm>
        </p:grpSpPr>
        <p:grpSp>
          <p:nvGrpSpPr>
            <p:cNvPr id="44060" name="Group 38">
              <a:extLst>
                <a:ext uri="{FF2B5EF4-FFF2-40B4-BE49-F238E27FC236}">
                  <a16:creationId xmlns:a16="http://schemas.microsoft.com/office/drawing/2014/main" id="{D4ABB801-9EA7-5D4F-8BB3-02BB67EC55C9}"/>
                </a:ext>
              </a:extLst>
            </p:cNvPr>
            <p:cNvGrpSpPr>
              <a:grpSpLocks/>
            </p:cNvGrpSpPr>
            <p:nvPr/>
          </p:nvGrpSpPr>
          <p:grpSpPr bwMode="auto">
            <a:xfrm>
              <a:off x="219075" y="4060825"/>
              <a:ext cx="806450" cy="369888"/>
              <a:chOff x="1001099" y="4100530"/>
              <a:chExt cx="805656" cy="369887"/>
            </a:xfrm>
          </p:grpSpPr>
          <p:sp>
            <p:nvSpPr>
              <p:cNvPr id="44106" name="Rectangle 10">
                <a:extLst>
                  <a:ext uri="{FF2B5EF4-FFF2-40B4-BE49-F238E27FC236}">
                    <a16:creationId xmlns:a16="http://schemas.microsoft.com/office/drawing/2014/main" id="{C315FBB8-56FB-3D40-9EB7-037CC9EFD269}"/>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F</a:t>
                </a:r>
              </a:p>
            </p:txBody>
          </p:sp>
          <p:sp>
            <p:nvSpPr>
              <p:cNvPr id="44107" name="Rectangle 11">
                <a:extLst>
                  <a:ext uri="{FF2B5EF4-FFF2-40B4-BE49-F238E27FC236}">
                    <a16:creationId xmlns:a16="http://schemas.microsoft.com/office/drawing/2014/main" id="{18D443B1-858E-8347-9AF1-68E0EFC4F481}"/>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grpSp>
        <p:sp>
          <p:nvSpPr>
            <p:cNvPr id="44061" name="Rectangle 13">
              <a:extLst>
                <a:ext uri="{FF2B5EF4-FFF2-40B4-BE49-F238E27FC236}">
                  <a16:creationId xmlns:a16="http://schemas.microsoft.com/office/drawing/2014/main" id="{4BF1757F-80D2-B84D-A1D6-4DAA080BA2ED}"/>
                </a:ext>
              </a:extLst>
            </p:cNvPr>
            <p:cNvSpPr>
              <a:spLocks noChangeArrowheads="1"/>
            </p:cNvSpPr>
            <p:nvPr/>
          </p:nvSpPr>
          <p:spPr bwMode="auto">
            <a:xfrm>
              <a:off x="3038475" y="406082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grpSp>
          <p:nvGrpSpPr>
            <p:cNvPr id="44062" name="Group 42">
              <a:extLst>
                <a:ext uri="{FF2B5EF4-FFF2-40B4-BE49-F238E27FC236}">
                  <a16:creationId xmlns:a16="http://schemas.microsoft.com/office/drawing/2014/main" id="{17DA707F-260D-164F-80F0-C1CC2C66B91C}"/>
                </a:ext>
              </a:extLst>
            </p:cNvPr>
            <p:cNvGrpSpPr>
              <a:grpSpLocks/>
            </p:cNvGrpSpPr>
            <p:nvPr/>
          </p:nvGrpSpPr>
          <p:grpSpPr bwMode="auto">
            <a:xfrm>
              <a:off x="1025525" y="4060825"/>
              <a:ext cx="1611313" cy="374650"/>
              <a:chOff x="2783717" y="3915586"/>
              <a:chExt cx="1611312" cy="374488"/>
            </a:xfrm>
          </p:grpSpPr>
          <p:sp>
            <p:nvSpPr>
              <p:cNvPr id="44102" name="Rectangle 12">
                <a:extLst>
                  <a:ext uri="{FF2B5EF4-FFF2-40B4-BE49-F238E27FC236}">
                    <a16:creationId xmlns:a16="http://schemas.microsoft.com/office/drawing/2014/main" id="{BA1A972A-A1A5-EB4C-8C5C-CEE5BAD1A769}"/>
                  </a:ext>
                </a:extLst>
              </p:cNvPr>
              <p:cNvSpPr>
                <a:spLocks noChangeArrowheads="1"/>
              </p:cNvSpPr>
              <p:nvPr/>
            </p:nvSpPr>
            <p:spPr bwMode="auto">
              <a:xfrm>
                <a:off x="2783717" y="3920187"/>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103" name="Rectangle 12">
                <a:extLst>
                  <a:ext uri="{FF2B5EF4-FFF2-40B4-BE49-F238E27FC236}">
                    <a16:creationId xmlns:a16="http://schemas.microsoft.com/office/drawing/2014/main" id="{4D3EB74F-94F2-5D46-AA9B-BBEB7448576C}"/>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104" name="Rectangle 12">
                <a:extLst>
                  <a:ext uri="{FF2B5EF4-FFF2-40B4-BE49-F238E27FC236}">
                    <a16:creationId xmlns:a16="http://schemas.microsoft.com/office/drawing/2014/main" id="{78207CAF-DBEA-CE4B-9245-8DA0D10409F4}"/>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105" name="Rectangle 46">
                <a:extLst>
                  <a:ext uri="{FF2B5EF4-FFF2-40B4-BE49-F238E27FC236}">
                    <a16:creationId xmlns:a16="http://schemas.microsoft.com/office/drawing/2014/main" id="{42C998FF-E9E9-C445-9282-652F4DA58971}"/>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grpSp>
        <p:sp>
          <p:nvSpPr>
            <p:cNvPr id="44063" name="Rectangle 47">
              <a:extLst>
                <a:ext uri="{FF2B5EF4-FFF2-40B4-BE49-F238E27FC236}">
                  <a16:creationId xmlns:a16="http://schemas.microsoft.com/office/drawing/2014/main" id="{BD7EEBDC-86C7-F34D-BC0B-ACF3CEFEF712}"/>
                </a:ext>
              </a:extLst>
            </p:cNvPr>
            <p:cNvSpPr>
              <a:spLocks noChangeArrowheads="1"/>
            </p:cNvSpPr>
            <p:nvPr/>
          </p:nvSpPr>
          <p:spPr bwMode="auto">
            <a:xfrm>
              <a:off x="2636838" y="4065588"/>
              <a:ext cx="401637"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grpSp>
          <p:nvGrpSpPr>
            <p:cNvPr id="44064" name="Group 48">
              <a:extLst>
                <a:ext uri="{FF2B5EF4-FFF2-40B4-BE49-F238E27FC236}">
                  <a16:creationId xmlns:a16="http://schemas.microsoft.com/office/drawing/2014/main" id="{BAF22BF2-8BCD-E64D-BC52-D8255F9EE621}"/>
                </a:ext>
              </a:extLst>
            </p:cNvPr>
            <p:cNvGrpSpPr>
              <a:grpSpLocks/>
            </p:cNvGrpSpPr>
            <p:nvPr/>
          </p:nvGrpSpPr>
          <p:grpSpPr bwMode="auto">
            <a:xfrm>
              <a:off x="622300" y="4430713"/>
              <a:ext cx="804863" cy="369887"/>
              <a:chOff x="1001099" y="4100530"/>
              <a:chExt cx="805656" cy="369887"/>
            </a:xfrm>
          </p:grpSpPr>
          <p:sp>
            <p:nvSpPr>
              <p:cNvPr id="44100" name="Rectangle 10">
                <a:extLst>
                  <a:ext uri="{FF2B5EF4-FFF2-40B4-BE49-F238E27FC236}">
                    <a16:creationId xmlns:a16="http://schemas.microsoft.com/office/drawing/2014/main" id="{68FA83E7-57FB-9440-BD5D-4C4E5677B6FB}"/>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4101" name="Rectangle 11">
                <a:extLst>
                  <a:ext uri="{FF2B5EF4-FFF2-40B4-BE49-F238E27FC236}">
                    <a16:creationId xmlns:a16="http://schemas.microsoft.com/office/drawing/2014/main" id="{5F53FC4F-8EF0-2C42-A215-27F6A399EAB0}"/>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grpSp>
        <p:sp>
          <p:nvSpPr>
            <p:cNvPr id="44067" name="Rectangle 12">
              <a:extLst>
                <a:ext uri="{FF2B5EF4-FFF2-40B4-BE49-F238E27FC236}">
                  <a16:creationId xmlns:a16="http://schemas.microsoft.com/office/drawing/2014/main" id="{FF562237-86BB-A34E-AF15-ACF2F09646E1}"/>
                </a:ext>
              </a:extLst>
            </p:cNvPr>
            <p:cNvSpPr>
              <a:spLocks noChangeArrowheads="1"/>
            </p:cNvSpPr>
            <p:nvPr/>
          </p:nvSpPr>
          <p:spPr bwMode="auto">
            <a:xfrm>
              <a:off x="2643188" y="4440238"/>
              <a:ext cx="401637"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68" name="Rectangle 55">
              <a:extLst>
                <a:ext uri="{FF2B5EF4-FFF2-40B4-BE49-F238E27FC236}">
                  <a16:creationId xmlns:a16="http://schemas.microsoft.com/office/drawing/2014/main" id="{6A6FBDFC-676D-CD4B-AADB-050B02C966F2}"/>
                </a:ext>
              </a:extLst>
            </p:cNvPr>
            <p:cNvSpPr>
              <a:spLocks noChangeArrowheads="1"/>
            </p:cNvSpPr>
            <p:nvPr/>
          </p:nvSpPr>
          <p:spPr bwMode="auto">
            <a:xfrm>
              <a:off x="3044825" y="443547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sp>
          <p:nvSpPr>
            <p:cNvPr id="44069" name="Rectangle 13">
              <a:extLst>
                <a:ext uri="{FF2B5EF4-FFF2-40B4-BE49-F238E27FC236}">
                  <a16:creationId xmlns:a16="http://schemas.microsoft.com/office/drawing/2014/main" id="{A19B6150-02DF-9A4D-9D03-E66F86CBCA9E}"/>
                </a:ext>
              </a:extLst>
            </p:cNvPr>
            <p:cNvSpPr>
              <a:spLocks noChangeArrowheads="1"/>
            </p:cNvSpPr>
            <p:nvPr/>
          </p:nvSpPr>
          <p:spPr bwMode="auto">
            <a:xfrm>
              <a:off x="3448050" y="4440238"/>
              <a:ext cx="403225"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grpSp>
          <p:nvGrpSpPr>
            <p:cNvPr id="44070" name="Group 57">
              <a:extLst>
                <a:ext uri="{FF2B5EF4-FFF2-40B4-BE49-F238E27FC236}">
                  <a16:creationId xmlns:a16="http://schemas.microsoft.com/office/drawing/2014/main" id="{74D993E1-E6C4-1248-A0B4-C2707DD4BCDE}"/>
                </a:ext>
              </a:extLst>
            </p:cNvPr>
            <p:cNvGrpSpPr>
              <a:grpSpLocks/>
            </p:cNvGrpSpPr>
            <p:nvPr/>
          </p:nvGrpSpPr>
          <p:grpSpPr bwMode="auto">
            <a:xfrm>
              <a:off x="1025525" y="4800600"/>
              <a:ext cx="804863" cy="369888"/>
              <a:chOff x="1001099" y="4100530"/>
              <a:chExt cx="805656" cy="369887"/>
            </a:xfrm>
          </p:grpSpPr>
          <p:sp>
            <p:nvSpPr>
              <p:cNvPr id="44098" name="Rectangle 10">
                <a:extLst>
                  <a:ext uri="{FF2B5EF4-FFF2-40B4-BE49-F238E27FC236}">
                    <a16:creationId xmlns:a16="http://schemas.microsoft.com/office/drawing/2014/main" id="{87B39000-56CB-4D4E-B507-8EEC498F5173}"/>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4099" name="Rectangle 11">
                <a:extLst>
                  <a:ext uri="{FF2B5EF4-FFF2-40B4-BE49-F238E27FC236}">
                    <a16:creationId xmlns:a16="http://schemas.microsoft.com/office/drawing/2014/main" id="{E623E9C6-D4B9-394B-A55C-570E7D2C634D}"/>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grpSp>
        <p:sp>
          <p:nvSpPr>
            <p:cNvPr id="44073" name="Rectangle 12">
              <a:extLst>
                <a:ext uri="{FF2B5EF4-FFF2-40B4-BE49-F238E27FC236}">
                  <a16:creationId xmlns:a16="http://schemas.microsoft.com/office/drawing/2014/main" id="{DC2D0949-F480-494F-BA48-764C323214B7}"/>
                </a:ext>
              </a:extLst>
            </p:cNvPr>
            <p:cNvSpPr>
              <a:spLocks noChangeArrowheads="1"/>
            </p:cNvSpPr>
            <p:nvPr/>
          </p:nvSpPr>
          <p:spPr bwMode="auto">
            <a:xfrm>
              <a:off x="1830388" y="4805363"/>
              <a:ext cx="403225"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74" name="Rectangle 69">
              <a:extLst>
                <a:ext uri="{FF2B5EF4-FFF2-40B4-BE49-F238E27FC236}">
                  <a16:creationId xmlns:a16="http://schemas.microsoft.com/office/drawing/2014/main" id="{AE12D59F-F558-5140-893C-815BCE1F3FBD}"/>
                </a:ext>
              </a:extLst>
            </p:cNvPr>
            <p:cNvSpPr>
              <a:spLocks noChangeArrowheads="1"/>
            </p:cNvSpPr>
            <p:nvPr/>
          </p:nvSpPr>
          <p:spPr bwMode="auto">
            <a:xfrm>
              <a:off x="2233613" y="4800600"/>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grpSp>
          <p:nvGrpSpPr>
            <p:cNvPr id="44075" name="Group 70">
              <a:extLst>
                <a:ext uri="{FF2B5EF4-FFF2-40B4-BE49-F238E27FC236}">
                  <a16:creationId xmlns:a16="http://schemas.microsoft.com/office/drawing/2014/main" id="{02E381EA-7115-6A4E-B596-EECFB30BE6D9}"/>
                </a:ext>
              </a:extLst>
            </p:cNvPr>
            <p:cNvGrpSpPr>
              <a:grpSpLocks/>
            </p:cNvGrpSpPr>
            <p:nvPr/>
          </p:nvGrpSpPr>
          <p:grpSpPr bwMode="auto">
            <a:xfrm>
              <a:off x="1433513" y="5175250"/>
              <a:ext cx="806450" cy="369888"/>
              <a:chOff x="1001099" y="4100530"/>
              <a:chExt cx="805656" cy="369887"/>
            </a:xfrm>
          </p:grpSpPr>
          <p:sp>
            <p:nvSpPr>
              <p:cNvPr id="44092" name="Rectangle 10">
                <a:extLst>
                  <a:ext uri="{FF2B5EF4-FFF2-40B4-BE49-F238E27FC236}">
                    <a16:creationId xmlns:a16="http://schemas.microsoft.com/office/drawing/2014/main" id="{85C25DC0-4EEE-3B44-8F54-50BA1D689F9A}"/>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4093" name="Rectangle 11">
                <a:extLst>
                  <a:ext uri="{FF2B5EF4-FFF2-40B4-BE49-F238E27FC236}">
                    <a16:creationId xmlns:a16="http://schemas.microsoft.com/office/drawing/2014/main" id="{25FB7BA0-2BA1-7A46-BAD8-EF96F94FA01D}"/>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grpSp>
        <p:grpSp>
          <p:nvGrpSpPr>
            <p:cNvPr id="44076" name="Group 74">
              <a:extLst>
                <a:ext uri="{FF2B5EF4-FFF2-40B4-BE49-F238E27FC236}">
                  <a16:creationId xmlns:a16="http://schemas.microsoft.com/office/drawing/2014/main" id="{5BB2F1A1-270F-814F-8409-3D23A154747A}"/>
                </a:ext>
              </a:extLst>
            </p:cNvPr>
            <p:cNvGrpSpPr>
              <a:grpSpLocks/>
            </p:cNvGrpSpPr>
            <p:nvPr/>
          </p:nvGrpSpPr>
          <p:grpSpPr bwMode="auto">
            <a:xfrm>
              <a:off x="2239963" y="5175250"/>
              <a:ext cx="1611312" cy="374650"/>
              <a:chOff x="2783717" y="3915586"/>
              <a:chExt cx="1611312" cy="374488"/>
            </a:xfrm>
          </p:grpSpPr>
          <p:sp>
            <p:nvSpPr>
              <p:cNvPr id="44088" name="Rectangle 12">
                <a:extLst>
                  <a:ext uri="{FF2B5EF4-FFF2-40B4-BE49-F238E27FC236}">
                    <a16:creationId xmlns:a16="http://schemas.microsoft.com/office/drawing/2014/main" id="{B5C8126E-AD85-B946-B729-41CC4B33A628}"/>
                  </a:ext>
                </a:extLst>
              </p:cNvPr>
              <p:cNvSpPr>
                <a:spLocks noChangeArrowheads="1"/>
              </p:cNvSpPr>
              <p:nvPr/>
            </p:nvSpPr>
            <p:spPr bwMode="auto">
              <a:xfrm>
                <a:off x="2783717" y="3920187"/>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89" name="Rectangle 12">
                <a:extLst>
                  <a:ext uri="{FF2B5EF4-FFF2-40B4-BE49-F238E27FC236}">
                    <a16:creationId xmlns:a16="http://schemas.microsoft.com/office/drawing/2014/main" id="{92E4F3F7-9F83-CE48-8B09-BC4F492CEDC8}"/>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90" name="Rectangle 12">
                <a:extLst>
                  <a:ext uri="{FF2B5EF4-FFF2-40B4-BE49-F238E27FC236}">
                    <a16:creationId xmlns:a16="http://schemas.microsoft.com/office/drawing/2014/main" id="{A6F82D42-7BC9-1641-ADBB-A07B531D0DA7}"/>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91" name="Rectangle 78">
                <a:extLst>
                  <a:ext uri="{FF2B5EF4-FFF2-40B4-BE49-F238E27FC236}">
                    <a16:creationId xmlns:a16="http://schemas.microsoft.com/office/drawing/2014/main" id="{01EF7DB6-BD87-3541-9644-B71B74E73C4C}"/>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grpSp>
        <p:sp>
          <p:nvSpPr>
            <p:cNvPr id="44077" name="Rectangle 79">
              <a:extLst>
                <a:ext uri="{FF2B5EF4-FFF2-40B4-BE49-F238E27FC236}">
                  <a16:creationId xmlns:a16="http://schemas.microsoft.com/office/drawing/2014/main" id="{E3AB9833-8D9C-6D40-B3E1-A3074858E961}"/>
                </a:ext>
              </a:extLst>
            </p:cNvPr>
            <p:cNvSpPr>
              <a:spLocks noChangeArrowheads="1"/>
            </p:cNvSpPr>
            <p:nvPr/>
          </p:nvSpPr>
          <p:spPr bwMode="auto">
            <a:xfrm>
              <a:off x="3851275" y="5165725"/>
              <a:ext cx="403225" cy="369888"/>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sp>
          <p:nvSpPr>
            <p:cNvPr id="44078" name="Rectangle 13">
              <a:extLst>
                <a:ext uri="{FF2B5EF4-FFF2-40B4-BE49-F238E27FC236}">
                  <a16:creationId xmlns:a16="http://schemas.microsoft.com/office/drawing/2014/main" id="{EFAE7323-24F7-7B42-84A4-744F216B52B8}"/>
                </a:ext>
              </a:extLst>
            </p:cNvPr>
            <p:cNvSpPr>
              <a:spLocks noChangeArrowheads="1"/>
            </p:cNvSpPr>
            <p:nvPr/>
          </p:nvSpPr>
          <p:spPr bwMode="auto">
            <a:xfrm>
              <a:off x="4254500" y="5170488"/>
              <a:ext cx="40163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grpSp>
          <p:nvGrpSpPr>
            <p:cNvPr id="44079" name="Group 81">
              <a:extLst>
                <a:ext uri="{FF2B5EF4-FFF2-40B4-BE49-F238E27FC236}">
                  <a16:creationId xmlns:a16="http://schemas.microsoft.com/office/drawing/2014/main" id="{366786FF-7C86-C249-A657-0F68D1D6BE77}"/>
                </a:ext>
              </a:extLst>
            </p:cNvPr>
            <p:cNvGrpSpPr>
              <a:grpSpLocks/>
            </p:cNvGrpSpPr>
            <p:nvPr/>
          </p:nvGrpSpPr>
          <p:grpSpPr bwMode="auto">
            <a:xfrm>
              <a:off x="1836738" y="5549900"/>
              <a:ext cx="806450" cy="369888"/>
              <a:chOff x="1001099" y="4100530"/>
              <a:chExt cx="805656" cy="369887"/>
            </a:xfrm>
          </p:grpSpPr>
          <p:sp>
            <p:nvSpPr>
              <p:cNvPr id="44086" name="Rectangle 10">
                <a:extLst>
                  <a:ext uri="{FF2B5EF4-FFF2-40B4-BE49-F238E27FC236}">
                    <a16:creationId xmlns:a16="http://schemas.microsoft.com/office/drawing/2014/main" id="{8B63DD1B-B002-9049-A309-150173D185F3}"/>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44087" name="Rectangle 11">
                <a:extLst>
                  <a:ext uri="{FF2B5EF4-FFF2-40B4-BE49-F238E27FC236}">
                    <a16:creationId xmlns:a16="http://schemas.microsoft.com/office/drawing/2014/main" id="{CAFC7260-9B1E-9947-B46D-D1BE0CA22245}"/>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grpSp>
        <p:sp>
          <p:nvSpPr>
            <p:cNvPr id="44080" name="Rectangle 12">
              <a:extLst>
                <a:ext uri="{FF2B5EF4-FFF2-40B4-BE49-F238E27FC236}">
                  <a16:creationId xmlns:a16="http://schemas.microsoft.com/office/drawing/2014/main" id="{A8CCE197-38D7-B14B-BA8F-48EC959B929B}"/>
                </a:ext>
              </a:extLst>
            </p:cNvPr>
            <p:cNvSpPr>
              <a:spLocks noChangeArrowheads="1"/>
            </p:cNvSpPr>
            <p:nvPr/>
          </p:nvSpPr>
          <p:spPr bwMode="auto">
            <a:xfrm>
              <a:off x="3851275" y="5540375"/>
              <a:ext cx="403225" cy="374650"/>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44081" name="Rectangle 85">
              <a:extLst>
                <a:ext uri="{FF2B5EF4-FFF2-40B4-BE49-F238E27FC236}">
                  <a16:creationId xmlns:a16="http://schemas.microsoft.com/office/drawing/2014/main" id="{A3FCF722-0304-5746-A083-F6CDCCF407CC}"/>
                </a:ext>
              </a:extLst>
            </p:cNvPr>
            <p:cNvSpPr>
              <a:spLocks noChangeArrowheads="1"/>
            </p:cNvSpPr>
            <p:nvPr/>
          </p:nvSpPr>
          <p:spPr bwMode="auto">
            <a:xfrm>
              <a:off x="4254500" y="5535613"/>
              <a:ext cx="401638" cy="374650"/>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R</a:t>
              </a:r>
            </a:p>
          </p:txBody>
        </p:sp>
        <p:sp>
          <p:nvSpPr>
            <p:cNvPr id="44082" name="Rectangle 13">
              <a:extLst>
                <a:ext uri="{FF2B5EF4-FFF2-40B4-BE49-F238E27FC236}">
                  <a16:creationId xmlns:a16="http://schemas.microsoft.com/office/drawing/2014/main" id="{AC6288E7-76AE-2040-9806-B6B13E4E2422}"/>
                </a:ext>
              </a:extLst>
            </p:cNvPr>
            <p:cNvSpPr>
              <a:spLocks noChangeArrowheads="1"/>
            </p:cNvSpPr>
            <p:nvPr/>
          </p:nvSpPr>
          <p:spPr bwMode="auto">
            <a:xfrm>
              <a:off x="4656138" y="5540375"/>
              <a:ext cx="403225" cy="374650"/>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sp>
          <p:nvSpPr>
            <p:cNvPr id="44083" name="TextBox 87">
              <a:extLst>
                <a:ext uri="{FF2B5EF4-FFF2-40B4-BE49-F238E27FC236}">
                  <a16:creationId xmlns:a16="http://schemas.microsoft.com/office/drawing/2014/main" id="{9AA447C3-55B2-934B-B3E6-12FA2E4978FA}"/>
                </a:ext>
              </a:extLst>
            </p:cNvPr>
            <p:cNvSpPr txBox="1">
              <a:spLocks noChangeArrowheads="1"/>
            </p:cNvSpPr>
            <p:nvPr/>
          </p:nvSpPr>
          <p:spPr bwMode="auto">
            <a:xfrm>
              <a:off x="1635125" y="4430713"/>
              <a:ext cx="752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0000"/>
                  </a:solidFill>
                  <a:cs typeface="Arial" panose="020B0604020202020204" pitchFamily="34" charset="0"/>
                </a:rPr>
                <a:t>WAIT</a:t>
              </a:r>
            </a:p>
          </p:txBody>
        </p:sp>
        <p:sp>
          <p:nvSpPr>
            <p:cNvPr id="44084" name="TextBox 88">
              <a:extLst>
                <a:ext uri="{FF2B5EF4-FFF2-40B4-BE49-F238E27FC236}">
                  <a16:creationId xmlns:a16="http://schemas.microsoft.com/office/drawing/2014/main" id="{871CEF94-B797-A449-93CA-BBD378AB287E}"/>
                </a:ext>
              </a:extLst>
            </p:cNvPr>
            <p:cNvSpPr txBox="1">
              <a:spLocks noChangeArrowheads="1"/>
            </p:cNvSpPr>
            <p:nvPr/>
          </p:nvSpPr>
          <p:spPr bwMode="auto">
            <a:xfrm>
              <a:off x="2854325" y="5549900"/>
              <a:ext cx="75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0000"/>
                  </a:solidFill>
                  <a:cs typeface="Arial" panose="020B0604020202020204" pitchFamily="34" charset="0"/>
                </a:rPr>
                <a:t>WAIT</a:t>
              </a:r>
            </a:p>
          </p:txBody>
        </p:sp>
        <p:sp>
          <p:nvSpPr>
            <p:cNvPr id="44085" name="Rectangle 13">
              <a:extLst>
                <a:ext uri="{FF2B5EF4-FFF2-40B4-BE49-F238E27FC236}">
                  <a16:creationId xmlns:a16="http://schemas.microsoft.com/office/drawing/2014/main" id="{8AE1405E-A059-574B-BFFF-563FA3079E55}"/>
                </a:ext>
              </a:extLst>
            </p:cNvPr>
            <p:cNvSpPr>
              <a:spLocks noChangeArrowheads="1"/>
            </p:cNvSpPr>
            <p:nvPr/>
          </p:nvSpPr>
          <p:spPr bwMode="auto">
            <a:xfrm>
              <a:off x="3854450" y="4795838"/>
              <a:ext cx="403225" cy="369887"/>
            </a:xfrm>
            <a:prstGeom prst="rect">
              <a:avLst/>
            </a:prstGeom>
            <a:solidFill>
              <a:schemeClr val="bg1"/>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a:t>
              </a:r>
            </a:p>
          </p:txBody>
        </p:sp>
      </p:grpSp>
      <p:sp>
        <p:nvSpPr>
          <p:cNvPr id="4" name="矩形 3">
            <a:extLst>
              <a:ext uri="{FF2B5EF4-FFF2-40B4-BE49-F238E27FC236}">
                <a16:creationId xmlns:a16="http://schemas.microsoft.com/office/drawing/2014/main" id="{6E6CB808-55A2-4D34-85B0-32A460A1C5A3}"/>
              </a:ext>
            </a:extLst>
          </p:cNvPr>
          <p:cNvSpPr/>
          <p:nvPr/>
        </p:nvSpPr>
        <p:spPr>
          <a:xfrm>
            <a:off x="7391400" y="2743200"/>
            <a:ext cx="1146468" cy="369332"/>
          </a:xfrm>
          <a:prstGeom prst="rect">
            <a:avLst/>
          </a:prstGeom>
          <a:ln w="19050">
            <a:solidFill>
              <a:srgbClr val="FF0000"/>
            </a:solidFill>
          </a:ln>
        </p:spPr>
        <p:txBody>
          <a:bodyPr wrap="none">
            <a:spAutoFit/>
          </a:bodyPr>
          <a:lstStyle/>
          <a:p>
            <a:r>
              <a:rPr lang="en-US" altLang="en-US" dirty="0">
                <a:solidFill>
                  <a:srgbClr val="FF0000"/>
                </a:solidFill>
              </a:rPr>
              <a:t>16 cycles</a:t>
            </a:r>
            <a:endParaRPr lang="zh-CN" altLang="en-US" dirty="0">
              <a:solidFill>
                <a:srgbClr val="FF0000"/>
              </a:solidFill>
            </a:endParaRPr>
          </a:p>
        </p:txBody>
      </p:sp>
      <p:sp>
        <p:nvSpPr>
          <p:cNvPr id="88" name="矩形 87">
            <a:extLst>
              <a:ext uri="{FF2B5EF4-FFF2-40B4-BE49-F238E27FC236}">
                <a16:creationId xmlns:a16="http://schemas.microsoft.com/office/drawing/2014/main" id="{5E257118-3676-4AEE-AEDE-09EE5E70205A}"/>
              </a:ext>
            </a:extLst>
          </p:cNvPr>
          <p:cNvSpPr/>
          <p:nvPr/>
        </p:nvSpPr>
        <p:spPr>
          <a:xfrm>
            <a:off x="7390039" y="4646952"/>
            <a:ext cx="1146468" cy="369332"/>
          </a:xfrm>
          <a:prstGeom prst="rect">
            <a:avLst/>
          </a:prstGeom>
          <a:ln w="19050">
            <a:solidFill>
              <a:srgbClr val="0432FF"/>
            </a:solidFill>
          </a:ln>
        </p:spPr>
        <p:txBody>
          <a:bodyPr wrap="none">
            <a:spAutoFit/>
          </a:bodyPr>
          <a:lstStyle/>
          <a:p>
            <a:r>
              <a:rPr lang="en-US" altLang="en-US" dirty="0">
                <a:solidFill>
                  <a:srgbClr val="0432FF"/>
                </a:solidFill>
              </a:rPr>
              <a:t>12 cycles</a:t>
            </a:r>
            <a:endParaRPr lang="zh-CN" altLang="en-US" dirty="0">
              <a:solidFill>
                <a:srgbClr val="0432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03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Slide Number Placeholder 3">
            <a:extLst>
              <a:ext uri="{FF2B5EF4-FFF2-40B4-BE49-F238E27FC236}">
                <a16:creationId xmlns:a16="http://schemas.microsoft.com/office/drawing/2014/main" id="{7858F12C-6627-7A46-8F5F-92E5FE56F70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A071958-49A2-694F-BD5F-F23B89AC4C7B}" type="slidenum">
              <a:rPr lang="en-US" altLang="en-US" sz="1600">
                <a:solidFill>
                  <a:srgbClr val="000000"/>
                </a:solidFill>
                <a:latin typeface="Garamond" panose="02020404030301010803" pitchFamily="18" charset="0"/>
              </a:rPr>
              <a:pPr eaLnBrk="1" hangingPunct="1"/>
              <a:t>61</a:t>
            </a:fld>
            <a:endParaRPr lang="en-US" altLang="en-US" sz="1600">
              <a:solidFill>
                <a:srgbClr val="000000"/>
              </a:solidFill>
              <a:latin typeface="Garamond" panose="02020404030301010803" pitchFamily="18" charset="0"/>
            </a:endParaRPr>
          </a:p>
        </p:txBody>
      </p:sp>
      <p:sp>
        <p:nvSpPr>
          <p:cNvPr id="11" name="Rectangle 16">
            <a:extLst>
              <a:ext uri="{FF2B5EF4-FFF2-40B4-BE49-F238E27FC236}">
                <a16:creationId xmlns:a16="http://schemas.microsoft.com/office/drawing/2014/main" id="{3E66655F-2A74-4FA3-846E-59407430805C}"/>
              </a:ext>
            </a:extLst>
          </p:cNvPr>
          <p:cNvSpPr>
            <a:spLocks noChangeArrowheads="1"/>
          </p:cNvSpPr>
          <p:nvPr/>
        </p:nvSpPr>
        <p:spPr bwMode="auto">
          <a:xfrm>
            <a:off x="76200" y="907306"/>
            <a:ext cx="91440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This problem deals with a processor with </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out-of-order dispatch </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and</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precise exception</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with 1 adder and 1 multiplier. The adder has a </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two-cycle latency</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and is fully pipelined, while the multiplier has a </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four-cycle latency</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and is fully pipelined. Consider the following instruction sequence:</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ADD	$s3, $s1, $s2</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IMUL	$s4, $s1, $s3</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IMUL	$s1, $s3, $s4</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ADD	$s4, $s5, $s3</a:t>
            </a:r>
            <a:endParaRPr kumimoji="0" lang="en-US"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IMUL	$s6, $s4, $s5</a:t>
            </a:r>
            <a:endParaRPr kumimoji="0" lang="en-US" altLang="zh-CN" sz="6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Tx/>
              <a:buAutoNum type="alphaLcParenBoth"/>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 points] Give an example of write-after-write (WAW) hazard from the instruction sequence. What’s the solution to this hazard?</a:t>
            </a:r>
          </a:p>
          <a:p>
            <a:pPr marL="228600" marR="0" lvl="0" indent="-228600" algn="l" defTabSz="914400" rtl="0" eaLnBrk="0" fontAlgn="base" latinLnBrk="0" hangingPunct="0">
              <a:lnSpc>
                <a:spcPct val="100000"/>
              </a:lnSpc>
              <a:spcBef>
                <a:spcPct val="0"/>
              </a:spcBef>
              <a:spcAft>
                <a:spcPct val="0"/>
              </a:spcAft>
              <a:buClrTx/>
              <a:buSzTx/>
              <a:buFontTx/>
              <a:buAutoNum type="alphaLcParenBoth"/>
              <a:tabLst/>
            </a:pP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lphaLcParenBoth"/>
              <a:tabLst/>
            </a:pPr>
            <a:endParaRPr kumimoji="0" lang="en-US" altLang="zh-CN" sz="1400" b="0" i="0" u="none" strike="noStrike" cap="none" normalizeH="0" baseline="0" dirty="0">
              <a:ln>
                <a:noFill/>
              </a:ln>
              <a:solidFill>
                <a:schemeClr val="tx1"/>
              </a:solidFill>
              <a:effectLst/>
            </a:endParaRPr>
          </a:p>
          <a:p>
            <a:pPr marL="342900" indent="-342900">
              <a:buFontTx/>
              <a:buAutoNum type="alphaLcParenBoth"/>
            </a:pPr>
            <a:r>
              <a:rPr lang="en-US" altLang="zh-CN" dirty="0">
                <a:latin typeface="Times New Roman" panose="02020603050405020304" pitchFamily="18" charset="0"/>
                <a:ea typeface="宋体" panose="02010600030101010101" pitchFamily="2" charset="-122"/>
                <a:cs typeface="Times New Roman" panose="02020603050405020304" pitchFamily="18" charset="0"/>
              </a:rPr>
              <a:t>Draw a dataflow graph for the instruction sequence. An example is given as follows.</a:t>
            </a:r>
          </a:p>
          <a:p>
            <a:r>
              <a:rPr lang="en-US" altLang="zh-CN" dirty="0">
                <a:latin typeface="Times New Roman" panose="02020603050405020304" pitchFamily="18" charset="0"/>
                <a:ea typeface="宋体" panose="02010600030101010101" pitchFamily="2" charset="-122"/>
                <a:cs typeface="Times New Roman" panose="02020603050405020304" pitchFamily="18" charset="0"/>
              </a:rPr>
              <a:t>    MUL	$s3, $s1, $s2</a:t>
            </a:r>
          </a:p>
          <a:p>
            <a:r>
              <a:rPr lang="en-US" altLang="zh-CN" dirty="0">
                <a:latin typeface="Times New Roman" panose="02020603050405020304" pitchFamily="18" charset="0"/>
                <a:ea typeface="宋体" panose="02010600030101010101" pitchFamily="2" charset="-122"/>
                <a:cs typeface="Times New Roman" panose="02020603050405020304" pitchFamily="18" charset="0"/>
              </a:rPr>
              <a:t>    ADD	$s5, $s3, $s4</a:t>
            </a:r>
          </a:p>
          <a:p>
            <a:pPr marL="228600" marR="0" lvl="0" indent="-228600" algn="l" defTabSz="914400" rtl="0" eaLnBrk="0" fontAlgn="base" latinLnBrk="0" hangingPunct="0">
              <a:lnSpc>
                <a:spcPct val="100000"/>
              </a:lnSpc>
              <a:spcBef>
                <a:spcPct val="0"/>
              </a:spcBef>
              <a:spcAft>
                <a:spcPct val="0"/>
              </a:spcAft>
              <a:buClrTx/>
              <a:buSzTx/>
              <a:buFontTx/>
              <a:buAutoNum type="alphaLcParenBoth"/>
              <a:tabLst/>
            </a:pPr>
            <a:endParaRPr kumimoji="0" lang="en-US" altLang="zh-CN"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pSp>
        <p:nvGrpSpPr>
          <p:cNvPr id="12" name="组合 28">
            <a:extLst>
              <a:ext uri="{FF2B5EF4-FFF2-40B4-BE49-F238E27FC236}">
                <a16:creationId xmlns:a16="http://schemas.microsoft.com/office/drawing/2014/main" id="{793C7518-7FCE-4E93-A2C9-D947CE061119}"/>
              </a:ext>
            </a:extLst>
          </p:cNvPr>
          <p:cNvGrpSpPr>
            <a:grpSpLocks/>
          </p:cNvGrpSpPr>
          <p:nvPr/>
        </p:nvGrpSpPr>
        <p:grpSpPr bwMode="auto">
          <a:xfrm>
            <a:off x="3284538" y="4953000"/>
            <a:ext cx="1287462" cy="1454150"/>
            <a:chOff x="0" y="0"/>
            <a:chExt cx="12879" cy="14550"/>
          </a:xfrm>
        </p:grpSpPr>
        <p:sp>
          <p:nvSpPr>
            <p:cNvPr id="13" name="椭圆 14">
              <a:extLst>
                <a:ext uri="{FF2B5EF4-FFF2-40B4-BE49-F238E27FC236}">
                  <a16:creationId xmlns:a16="http://schemas.microsoft.com/office/drawing/2014/main" id="{AFE75145-143D-4085-884D-22A649284EBB}"/>
                </a:ext>
              </a:extLst>
            </p:cNvPr>
            <p:cNvSpPr>
              <a:spLocks noChangeArrowheads="1"/>
            </p:cNvSpPr>
            <p:nvPr/>
          </p:nvSpPr>
          <p:spPr bwMode="auto">
            <a:xfrm>
              <a:off x="2855" y="3501"/>
              <a:ext cx="2857" cy="2857"/>
            </a:xfrm>
            <a:prstGeom prst="ellipse">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14" name="文本框 15">
              <a:extLst>
                <a:ext uri="{FF2B5EF4-FFF2-40B4-BE49-F238E27FC236}">
                  <a16:creationId xmlns:a16="http://schemas.microsoft.com/office/drawing/2014/main" id="{D6DA6D8B-A45D-4790-ABF2-08AEA462566A}"/>
                </a:ext>
              </a:extLst>
            </p:cNvPr>
            <p:cNvSpPr txBox="1">
              <a:spLocks noChangeArrowheads="1"/>
            </p:cNvSpPr>
            <p:nvPr/>
          </p:nvSpPr>
          <p:spPr bwMode="auto">
            <a:xfrm>
              <a:off x="2923" y="3501"/>
              <a:ext cx="1929" cy="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文本框 16">
              <a:extLst>
                <a:ext uri="{FF2B5EF4-FFF2-40B4-BE49-F238E27FC236}">
                  <a16:creationId xmlns:a16="http://schemas.microsoft.com/office/drawing/2014/main" id="{DB7DE206-1AB9-4450-850E-58844C0392E6}"/>
                </a:ext>
              </a:extLst>
            </p:cNvPr>
            <p:cNvSpPr txBox="1">
              <a:spLocks noChangeArrowheads="1"/>
            </p:cNvSpPr>
            <p:nvPr/>
          </p:nvSpPr>
          <p:spPr bwMode="auto">
            <a:xfrm>
              <a:off x="0" y="0"/>
              <a:ext cx="4857" cy="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$s1</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6" name="文本框 17">
              <a:extLst>
                <a:ext uri="{FF2B5EF4-FFF2-40B4-BE49-F238E27FC236}">
                  <a16:creationId xmlns:a16="http://schemas.microsoft.com/office/drawing/2014/main" id="{A996D941-98D0-421F-BBAD-7CCCFDCD8610}"/>
                </a:ext>
              </a:extLst>
            </p:cNvPr>
            <p:cNvSpPr txBox="1">
              <a:spLocks noChangeArrowheads="1"/>
            </p:cNvSpPr>
            <p:nvPr/>
          </p:nvSpPr>
          <p:spPr bwMode="auto">
            <a:xfrm>
              <a:off x="4385" y="0"/>
              <a:ext cx="4857" cy="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$s2</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7" name="直接箭头连接符 18">
              <a:extLst>
                <a:ext uri="{FF2B5EF4-FFF2-40B4-BE49-F238E27FC236}">
                  <a16:creationId xmlns:a16="http://schemas.microsoft.com/office/drawing/2014/main" id="{DE54FA73-7D22-42BA-9297-2D9F7E5B22C2}"/>
                </a:ext>
              </a:extLst>
            </p:cNvPr>
            <p:cNvSpPr>
              <a:spLocks noChangeShapeType="1"/>
            </p:cNvSpPr>
            <p:nvPr/>
          </p:nvSpPr>
          <p:spPr bwMode="auto">
            <a:xfrm>
              <a:off x="1767" y="2379"/>
              <a:ext cx="1572" cy="164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直接箭头连接符 19">
              <a:extLst>
                <a:ext uri="{FF2B5EF4-FFF2-40B4-BE49-F238E27FC236}">
                  <a16:creationId xmlns:a16="http://schemas.microsoft.com/office/drawing/2014/main" id="{613B484F-55C0-4253-B0F6-11FC02BD3364}"/>
                </a:ext>
              </a:extLst>
            </p:cNvPr>
            <p:cNvSpPr>
              <a:spLocks noChangeShapeType="1"/>
            </p:cNvSpPr>
            <p:nvPr/>
          </p:nvSpPr>
          <p:spPr bwMode="auto">
            <a:xfrm flipH="1">
              <a:off x="5343" y="2379"/>
              <a:ext cx="1140" cy="16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直接箭头连接符 20">
              <a:extLst>
                <a:ext uri="{FF2B5EF4-FFF2-40B4-BE49-F238E27FC236}">
                  <a16:creationId xmlns:a16="http://schemas.microsoft.com/office/drawing/2014/main" id="{42D4B37B-11E0-4740-A22A-997177DB2FAE}"/>
                </a:ext>
              </a:extLst>
            </p:cNvPr>
            <p:cNvSpPr>
              <a:spLocks noChangeShapeType="1"/>
            </p:cNvSpPr>
            <p:nvPr/>
          </p:nvSpPr>
          <p:spPr bwMode="auto">
            <a:xfrm>
              <a:off x="4351" y="6356"/>
              <a:ext cx="1357" cy="171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直接箭头连接符 21">
              <a:extLst>
                <a:ext uri="{FF2B5EF4-FFF2-40B4-BE49-F238E27FC236}">
                  <a16:creationId xmlns:a16="http://schemas.microsoft.com/office/drawing/2014/main" id="{774BBF2F-5504-4BEB-9B02-ACC081AC044B}"/>
                </a:ext>
              </a:extLst>
            </p:cNvPr>
            <p:cNvSpPr>
              <a:spLocks noChangeShapeType="1"/>
            </p:cNvSpPr>
            <p:nvPr/>
          </p:nvSpPr>
          <p:spPr bwMode="auto">
            <a:xfrm flipH="1">
              <a:off x="8097" y="5778"/>
              <a:ext cx="1357" cy="2286"/>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椭圆 22">
              <a:extLst>
                <a:ext uri="{FF2B5EF4-FFF2-40B4-BE49-F238E27FC236}">
                  <a16:creationId xmlns:a16="http://schemas.microsoft.com/office/drawing/2014/main" id="{1E7AC3DC-DB9C-4683-801C-7B0FD02AE027}"/>
                </a:ext>
              </a:extLst>
            </p:cNvPr>
            <p:cNvSpPr>
              <a:spLocks noChangeArrowheads="1"/>
            </p:cNvSpPr>
            <p:nvPr/>
          </p:nvSpPr>
          <p:spPr bwMode="auto">
            <a:xfrm>
              <a:off x="5370" y="7444"/>
              <a:ext cx="2858" cy="2857"/>
            </a:xfrm>
            <a:prstGeom prst="ellipse">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22" name="文本框 23">
              <a:extLst>
                <a:ext uri="{FF2B5EF4-FFF2-40B4-BE49-F238E27FC236}">
                  <a16:creationId xmlns:a16="http://schemas.microsoft.com/office/drawing/2014/main" id="{B525BBB2-2F31-4BD1-A12D-D501E43DCDD3}"/>
                </a:ext>
              </a:extLst>
            </p:cNvPr>
            <p:cNvSpPr txBox="1">
              <a:spLocks noChangeArrowheads="1"/>
            </p:cNvSpPr>
            <p:nvPr/>
          </p:nvSpPr>
          <p:spPr bwMode="auto">
            <a:xfrm>
              <a:off x="5438" y="7444"/>
              <a:ext cx="1929" cy="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23" name="文本框 24">
              <a:extLst>
                <a:ext uri="{FF2B5EF4-FFF2-40B4-BE49-F238E27FC236}">
                  <a16:creationId xmlns:a16="http://schemas.microsoft.com/office/drawing/2014/main" id="{7AD9FF53-2279-47E0-927C-9CF88302363A}"/>
                </a:ext>
              </a:extLst>
            </p:cNvPr>
            <p:cNvSpPr txBox="1">
              <a:spLocks noChangeArrowheads="1"/>
            </p:cNvSpPr>
            <p:nvPr/>
          </p:nvSpPr>
          <p:spPr bwMode="auto">
            <a:xfrm>
              <a:off x="8022" y="3501"/>
              <a:ext cx="4857" cy="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$s4</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4" name="文本框 25">
              <a:extLst>
                <a:ext uri="{FF2B5EF4-FFF2-40B4-BE49-F238E27FC236}">
                  <a16:creationId xmlns:a16="http://schemas.microsoft.com/office/drawing/2014/main" id="{B3B4016F-95F4-4914-9E15-A80F58ED1021}"/>
                </a:ext>
              </a:extLst>
            </p:cNvPr>
            <p:cNvSpPr txBox="1">
              <a:spLocks noChangeArrowheads="1"/>
            </p:cNvSpPr>
            <p:nvPr/>
          </p:nvSpPr>
          <p:spPr bwMode="auto">
            <a:xfrm>
              <a:off x="1121" y="5778"/>
              <a:ext cx="4001" cy="2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$s3</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5" name="直接箭头连接符 26">
              <a:extLst>
                <a:ext uri="{FF2B5EF4-FFF2-40B4-BE49-F238E27FC236}">
                  <a16:creationId xmlns:a16="http://schemas.microsoft.com/office/drawing/2014/main" id="{83D3D34D-C76F-4B7A-AB03-E83421D24768}"/>
                </a:ext>
              </a:extLst>
            </p:cNvPr>
            <p:cNvSpPr>
              <a:spLocks noChangeShapeType="1"/>
            </p:cNvSpPr>
            <p:nvPr/>
          </p:nvSpPr>
          <p:spPr bwMode="auto">
            <a:xfrm>
              <a:off x="6710" y="10299"/>
              <a:ext cx="0" cy="185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文本框 27">
              <a:extLst>
                <a:ext uri="{FF2B5EF4-FFF2-40B4-BE49-F238E27FC236}">
                  <a16:creationId xmlns:a16="http://schemas.microsoft.com/office/drawing/2014/main" id="{2C84AF7F-1B42-4F9D-B908-A177F9EC1AF4}"/>
                </a:ext>
              </a:extLst>
            </p:cNvPr>
            <p:cNvSpPr txBox="1">
              <a:spLocks noChangeArrowheads="1"/>
            </p:cNvSpPr>
            <p:nvPr/>
          </p:nvSpPr>
          <p:spPr bwMode="auto">
            <a:xfrm>
              <a:off x="4724" y="11693"/>
              <a:ext cx="4858" cy="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$s5</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487116321"/>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Slide Number Placeholder 3">
            <a:extLst>
              <a:ext uri="{FF2B5EF4-FFF2-40B4-BE49-F238E27FC236}">
                <a16:creationId xmlns:a16="http://schemas.microsoft.com/office/drawing/2014/main" id="{7858F12C-6627-7A46-8F5F-92E5FE56F70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A071958-49A2-694F-BD5F-F23B89AC4C7B}" type="slidenum">
              <a:rPr lang="en-US" altLang="en-US" sz="1600">
                <a:solidFill>
                  <a:srgbClr val="000000"/>
                </a:solidFill>
                <a:latin typeface="Garamond" panose="02020404030301010803" pitchFamily="18" charset="0"/>
              </a:rPr>
              <a:pPr eaLnBrk="1" hangingPunct="1"/>
              <a:t>62</a:t>
            </a:fld>
            <a:endParaRPr lang="en-US" altLang="en-US" sz="1600">
              <a:solidFill>
                <a:srgbClr val="000000"/>
              </a:solidFill>
              <a:latin typeface="Garamond" panose="02020404030301010803" pitchFamily="18" charset="0"/>
            </a:endParaRPr>
          </a:p>
        </p:txBody>
      </p:sp>
      <p:graphicFrame>
        <p:nvGraphicFramePr>
          <p:cNvPr id="9" name="表格 8">
            <a:extLst>
              <a:ext uri="{FF2B5EF4-FFF2-40B4-BE49-F238E27FC236}">
                <a16:creationId xmlns:a16="http://schemas.microsoft.com/office/drawing/2014/main" id="{123F12FB-D81A-4F1F-B3F2-B992074D7D91}"/>
              </a:ext>
            </a:extLst>
          </p:cNvPr>
          <p:cNvGraphicFramePr>
            <a:graphicFrameLocks noGrp="1"/>
          </p:cNvGraphicFramePr>
          <p:nvPr>
            <p:extLst>
              <p:ext uri="{D42A27DB-BD31-4B8C-83A1-F6EECF244321}">
                <p14:modId xmlns:p14="http://schemas.microsoft.com/office/powerpoint/2010/main" val="3183146445"/>
              </p:ext>
            </p:extLst>
          </p:nvPr>
        </p:nvGraphicFramePr>
        <p:xfrm>
          <a:off x="1583956" y="1926123"/>
          <a:ext cx="6324602" cy="1550544"/>
        </p:xfrm>
        <a:graphic>
          <a:graphicData uri="http://schemas.openxmlformats.org/drawingml/2006/table">
            <a:tbl>
              <a:tblPr firstRow="1" firstCol="1" bandRow="1">
                <a:tableStyleId>{5C22544A-7EE6-4342-B048-85BDC9FD1C3A}</a:tableStyleId>
              </a:tblPr>
              <a:tblGrid>
                <a:gridCol w="603676">
                  <a:extLst>
                    <a:ext uri="{9D8B030D-6E8A-4147-A177-3AD203B41FA5}">
                      <a16:colId xmlns:a16="http://schemas.microsoft.com/office/drawing/2014/main" val="2538377509"/>
                    </a:ext>
                  </a:extLst>
                </a:gridCol>
                <a:gridCol w="317397">
                  <a:extLst>
                    <a:ext uri="{9D8B030D-6E8A-4147-A177-3AD203B41FA5}">
                      <a16:colId xmlns:a16="http://schemas.microsoft.com/office/drawing/2014/main" val="620742263"/>
                    </a:ext>
                  </a:extLst>
                </a:gridCol>
                <a:gridCol w="318175">
                  <a:extLst>
                    <a:ext uri="{9D8B030D-6E8A-4147-A177-3AD203B41FA5}">
                      <a16:colId xmlns:a16="http://schemas.microsoft.com/office/drawing/2014/main" val="2424234278"/>
                    </a:ext>
                  </a:extLst>
                </a:gridCol>
                <a:gridCol w="317397">
                  <a:extLst>
                    <a:ext uri="{9D8B030D-6E8A-4147-A177-3AD203B41FA5}">
                      <a16:colId xmlns:a16="http://schemas.microsoft.com/office/drawing/2014/main" val="1922390579"/>
                    </a:ext>
                  </a:extLst>
                </a:gridCol>
                <a:gridCol w="318175">
                  <a:extLst>
                    <a:ext uri="{9D8B030D-6E8A-4147-A177-3AD203B41FA5}">
                      <a16:colId xmlns:a16="http://schemas.microsoft.com/office/drawing/2014/main" val="1358907575"/>
                    </a:ext>
                  </a:extLst>
                </a:gridCol>
                <a:gridCol w="317397">
                  <a:extLst>
                    <a:ext uri="{9D8B030D-6E8A-4147-A177-3AD203B41FA5}">
                      <a16:colId xmlns:a16="http://schemas.microsoft.com/office/drawing/2014/main" val="3746892481"/>
                    </a:ext>
                  </a:extLst>
                </a:gridCol>
                <a:gridCol w="318175">
                  <a:extLst>
                    <a:ext uri="{9D8B030D-6E8A-4147-A177-3AD203B41FA5}">
                      <a16:colId xmlns:a16="http://schemas.microsoft.com/office/drawing/2014/main" val="428184872"/>
                    </a:ext>
                  </a:extLst>
                </a:gridCol>
                <a:gridCol w="317397">
                  <a:extLst>
                    <a:ext uri="{9D8B030D-6E8A-4147-A177-3AD203B41FA5}">
                      <a16:colId xmlns:a16="http://schemas.microsoft.com/office/drawing/2014/main" val="1627762682"/>
                    </a:ext>
                  </a:extLst>
                </a:gridCol>
                <a:gridCol w="318175">
                  <a:extLst>
                    <a:ext uri="{9D8B030D-6E8A-4147-A177-3AD203B41FA5}">
                      <a16:colId xmlns:a16="http://schemas.microsoft.com/office/drawing/2014/main" val="589113719"/>
                    </a:ext>
                  </a:extLst>
                </a:gridCol>
                <a:gridCol w="318175">
                  <a:extLst>
                    <a:ext uri="{9D8B030D-6E8A-4147-A177-3AD203B41FA5}">
                      <a16:colId xmlns:a16="http://schemas.microsoft.com/office/drawing/2014/main" val="4253288748"/>
                    </a:ext>
                  </a:extLst>
                </a:gridCol>
                <a:gridCol w="317397">
                  <a:extLst>
                    <a:ext uri="{9D8B030D-6E8A-4147-A177-3AD203B41FA5}">
                      <a16:colId xmlns:a16="http://schemas.microsoft.com/office/drawing/2014/main" val="2773901329"/>
                    </a:ext>
                  </a:extLst>
                </a:gridCol>
                <a:gridCol w="318175">
                  <a:extLst>
                    <a:ext uri="{9D8B030D-6E8A-4147-A177-3AD203B41FA5}">
                      <a16:colId xmlns:a16="http://schemas.microsoft.com/office/drawing/2014/main" val="2704908307"/>
                    </a:ext>
                  </a:extLst>
                </a:gridCol>
                <a:gridCol w="317397">
                  <a:extLst>
                    <a:ext uri="{9D8B030D-6E8A-4147-A177-3AD203B41FA5}">
                      <a16:colId xmlns:a16="http://schemas.microsoft.com/office/drawing/2014/main" val="3943069858"/>
                    </a:ext>
                  </a:extLst>
                </a:gridCol>
                <a:gridCol w="318175">
                  <a:extLst>
                    <a:ext uri="{9D8B030D-6E8A-4147-A177-3AD203B41FA5}">
                      <a16:colId xmlns:a16="http://schemas.microsoft.com/office/drawing/2014/main" val="251134717"/>
                    </a:ext>
                  </a:extLst>
                </a:gridCol>
                <a:gridCol w="317397">
                  <a:extLst>
                    <a:ext uri="{9D8B030D-6E8A-4147-A177-3AD203B41FA5}">
                      <a16:colId xmlns:a16="http://schemas.microsoft.com/office/drawing/2014/main" val="1574475097"/>
                    </a:ext>
                  </a:extLst>
                </a:gridCol>
                <a:gridCol w="318175">
                  <a:extLst>
                    <a:ext uri="{9D8B030D-6E8A-4147-A177-3AD203B41FA5}">
                      <a16:colId xmlns:a16="http://schemas.microsoft.com/office/drawing/2014/main" val="597549824"/>
                    </a:ext>
                  </a:extLst>
                </a:gridCol>
                <a:gridCol w="317397">
                  <a:extLst>
                    <a:ext uri="{9D8B030D-6E8A-4147-A177-3AD203B41FA5}">
                      <a16:colId xmlns:a16="http://schemas.microsoft.com/office/drawing/2014/main" val="447218269"/>
                    </a:ext>
                  </a:extLst>
                </a:gridCol>
                <a:gridCol w="318175">
                  <a:extLst>
                    <a:ext uri="{9D8B030D-6E8A-4147-A177-3AD203B41FA5}">
                      <a16:colId xmlns:a16="http://schemas.microsoft.com/office/drawing/2014/main" val="2854623796"/>
                    </a:ext>
                  </a:extLst>
                </a:gridCol>
                <a:gridCol w="318175">
                  <a:extLst>
                    <a:ext uri="{9D8B030D-6E8A-4147-A177-3AD203B41FA5}">
                      <a16:colId xmlns:a16="http://schemas.microsoft.com/office/drawing/2014/main" val="529857567"/>
                    </a:ext>
                  </a:extLst>
                </a:gridCol>
              </a:tblGrid>
              <a:tr h="0">
                <a:tc>
                  <a:txBody>
                    <a:bodyPr/>
                    <a:lstStyle/>
                    <a:p>
                      <a:pPr algn="ctr">
                        <a:lnSpc>
                          <a:spcPct val="150000"/>
                        </a:lnSpc>
                        <a:spcAft>
                          <a:spcPts val="0"/>
                        </a:spcAft>
                      </a:pPr>
                      <a:r>
                        <a:rPr lang="en-US" sz="1200">
                          <a:effectLst/>
                        </a:rPr>
                        <a:t>Cycle</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1</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2</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3</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4</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5</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6</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978688768"/>
                  </a:ext>
                </a:extLst>
              </a:tr>
              <a:tr h="267335">
                <a:tc>
                  <a:txBody>
                    <a:bodyPr/>
                    <a:lstStyle/>
                    <a:p>
                      <a:pPr algn="ctr">
                        <a:lnSpc>
                          <a:spcPct val="150000"/>
                        </a:lnSpc>
                        <a:spcAft>
                          <a:spcPts val="0"/>
                        </a:spcAft>
                      </a:pPr>
                      <a:r>
                        <a:rPr lang="en-US" sz="1200">
                          <a:effectLst/>
                        </a:rPr>
                        <a:t>I</a:t>
                      </a:r>
                      <a:r>
                        <a:rPr lang="en-US" sz="1200" baseline="-25000">
                          <a:effectLst/>
                        </a:rPr>
                        <a:t>1</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F</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D</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E</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E</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R</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W</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99575027"/>
                  </a:ext>
                </a:extLst>
              </a:tr>
              <a:tr h="267335">
                <a:tc>
                  <a:txBody>
                    <a:bodyPr/>
                    <a:lstStyle/>
                    <a:p>
                      <a:pPr algn="ctr">
                        <a:lnSpc>
                          <a:spcPct val="150000"/>
                        </a:lnSpc>
                        <a:spcAft>
                          <a:spcPts val="0"/>
                        </a:spcAft>
                      </a:pPr>
                      <a:r>
                        <a:rPr lang="en-US" sz="1200">
                          <a:effectLst/>
                        </a:rPr>
                        <a:t>I</a:t>
                      </a:r>
                      <a:r>
                        <a:rPr lang="en-US" sz="1200" baseline="-25000">
                          <a:effectLst/>
                        </a:rPr>
                        <a:t>2</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F</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D</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808352680"/>
                  </a:ext>
                </a:extLst>
              </a:tr>
              <a:tr h="267335">
                <a:tc>
                  <a:txBody>
                    <a:bodyPr/>
                    <a:lstStyle/>
                    <a:p>
                      <a:pPr algn="ctr">
                        <a:lnSpc>
                          <a:spcPct val="150000"/>
                        </a:lnSpc>
                        <a:spcAft>
                          <a:spcPts val="0"/>
                        </a:spcAft>
                      </a:pPr>
                      <a:r>
                        <a:rPr lang="en-US" sz="1200">
                          <a:effectLst/>
                        </a:rPr>
                        <a:t>I</a:t>
                      </a:r>
                      <a:r>
                        <a:rPr lang="en-US" sz="1200" baseline="-25000">
                          <a:effectLst/>
                        </a:rPr>
                        <a:t>3</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F</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D</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88660763"/>
                  </a:ext>
                </a:extLst>
              </a:tr>
              <a:tr h="38100">
                <a:tc>
                  <a:txBody>
                    <a:bodyPr/>
                    <a:lstStyle/>
                    <a:p>
                      <a:pPr algn="ctr">
                        <a:lnSpc>
                          <a:spcPct val="150000"/>
                        </a:lnSpc>
                        <a:spcAft>
                          <a:spcPts val="0"/>
                        </a:spcAft>
                      </a:pPr>
                      <a:r>
                        <a:rPr lang="en-US" sz="1200">
                          <a:effectLst/>
                        </a:rPr>
                        <a:t>I</a:t>
                      </a:r>
                      <a:r>
                        <a:rPr lang="en-US" sz="1200" baseline="-25000">
                          <a:effectLst/>
                        </a:rPr>
                        <a:t>4</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F</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D</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449364122"/>
                  </a:ext>
                </a:extLst>
              </a:tr>
              <a:tr h="267335">
                <a:tc>
                  <a:txBody>
                    <a:bodyPr/>
                    <a:lstStyle/>
                    <a:p>
                      <a:pPr algn="ctr">
                        <a:lnSpc>
                          <a:spcPct val="150000"/>
                        </a:lnSpc>
                        <a:spcAft>
                          <a:spcPts val="0"/>
                        </a:spcAft>
                      </a:pPr>
                      <a:r>
                        <a:rPr lang="en-US" sz="1200">
                          <a:effectLst/>
                        </a:rPr>
                        <a:t>I</a:t>
                      </a:r>
                      <a:r>
                        <a:rPr lang="en-US" sz="1200" baseline="-25000">
                          <a:effectLst/>
                        </a:rPr>
                        <a:t>5</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F</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D</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dirty="0">
                          <a:effectLst/>
                        </a:rPr>
                        <a:t> </a:t>
                      </a:r>
                      <a:endParaRPr lang="zh-CN" sz="12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770989188"/>
                  </a:ext>
                </a:extLst>
              </a:tr>
            </a:tbl>
          </a:graphicData>
        </a:graphic>
      </p:graphicFrame>
      <p:graphicFrame>
        <p:nvGraphicFramePr>
          <p:cNvPr id="10" name="表格 9">
            <a:extLst>
              <a:ext uri="{FF2B5EF4-FFF2-40B4-BE49-F238E27FC236}">
                <a16:creationId xmlns:a16="http://schemas.microsoft.com/office/drawing/2014/main" id="{FE1B2A05-C029-43D4-8691-70F885D58272}"/>
              </a:ext>
            </a:extLst>
          </p:cNvPr>
          <p:cNvGraphicFramePr>
            <a:graphicFrameLocks noGrp="1"/>
          </p:cNvGraphicFramePr>
          <p:nvPr>
            <p:extLst>
              <p:ext uri="{D42A27DB-BD31-4B8C-83A1-F6EECF244321}">
                <p14:modId xmlns:p14="http://schemas.microsoft.com/office/powerpoint/2010/main" val="1255124841"/>
              </p:ext>
            </p:extLst>
          </p:nvPr>
        </p:nvGraphicFramePr>
        <p:xfrm>
          <a:off x="380998" y="4559200"/>
          <a:ext cx="8382000" cy="1545910"/>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586729619"/>
                    </a:ext>
                  </a:extLst>
                </a:gridCol>
                <a:gridCol w="242700">
                  <a:extLst>
                    <a:ext uri="{9D8B030D-6E8A-4147-A177-3AD203B41FA5}">
                      <a16:colId xmlns:a16="http://schemas.microsoft.com/office/drawing/2014/main" val="1592756794"/>
                    </a:ext>
                  </a:extLst>
                </a:gridCol>
                <a:gridCol w="388981">
                  <a:extLst>
                    <a:ext uri="{9D8B030D-6E8A-4147-A177-3AD203B41FA5}">
                      <a16:colId xmlns:a16="http://schemas.microsoft.com/office/drawing/2014/main" val="2146405908"/>
                    </a:ext>
                  </a:extLst>
                </a:gridCol>
                <a:gridCol w="409504">
                  <a:extLst>
                    <a:ext uri="{9D8B030D-6E8A-4147-A177-3AD203B41FA5}">
                      <a16:colId xmlns:a16="http://schemas.microsoft.com/office/drawing/2014/main" val="1434232322"/>
                    </a:ext>
                  </a:extLst>
                </a:gridCol>
                <a:gridCol w="358285">
                  <a:extLst>
                    <a:ext uri="{9D8B030D-6E8A-4147-A177-3AD203B41FA5}">
                      <a16:colId xmlns:a16="http://schemas.microsoft.com/office/drawing/2014/main" val="3992911058"/>
                    </a:ext>
                  </a:extLst>
                </a:gridCol>
                <a:gridCol w="358285">
                  <a:extLst>
                    <a:ext uri="{9D8B030D-6E8A-4147-A177-3AD203B41FA5}">
                      <a16:colId xmlns:a16="http://schemas.microsoft.com/office/drawing/2014/main" val="2650521785"/>
                    </a:ext>
                  </a:extLst>
                </a:gridCol>
                <a:gridCol w="358285">
                  <a:extLst>
                    <a:ext uri="{9D8B030D-6E8A-4147-A177-3AD203B41FA5}">
                      <a16:colId xmlns:a16="http://schemas.microsoft.com/office/drawing/2014/main" val="3011495291"/>
                    </a:ext>
                  </a:extLst>
                </a:gridCol>
                <a:gridCol w="358285">
                  <a:extLst>
                    <a:ext uri="{9D8B030D-6E8A-4147-A177-3AD203B41FA5}">
                      <a16:colId xmlns:a16="http://schemas.microsoft.com/office/drawing/2014/main" val="2703550880"/>
                    </a:ext>
                  </a:extLst>
                </a:gridCol>
                <a:gridCol w="358285">
                  <a:extLst>
                    <a:ext uri="{9D8B030D-6E8A-4147-A177-3AD203B41FA5}">
                      <a16:colId xmlns:a16="http://schemas.microsoft.com/office/drawing/2014/main" val="4106332409"/>
                    </a:ext>
                  </a:extLst>
                </a:gridCol>
                <a:gridCol w="358285">
                  <a:extLst>
                    <a:ext uri="{9D8B030D-6E8A-4147-A177-3AD203B41FA5}">
                      <a16:colId xmlns:a16="http://schemas.microsoft.com/office/drawing/2014/main" val="3049105053"/>
                    </a:ext>
                  </a:extLst>
                </a:gridCol>
                <a:gridCol w="358285">
                  <a:extLst>
                    <a:ext uri="{9D8B030D-6E8A-4147-A177-3AD203B41FA5}">
                      <a16:colId xmlns:a16="http://schemas.microsoft.com/office/drawing/2014/main" val="3578766677"/>
                    </a:ext>
                  </a:extLst>
                </a:gridCol>
                <a:gridCol w="358285">
                  <a:extLst>
                    <a:ext uri="{9D8B030D-6E8A-4147-A177-3AD203B41FA5}">
                      <a16:colId xmlns:a16="http://schemas.microsoft.com/office/drawing/2014/main" val="4292165087"/>
                    </a:ext>
                  </a:extLst>
                </a:gridCol>
                <a:gridCol w="358285">
                  <a:extLst>
                    <a:ext uri="{9D8B030D-6E8A-4147-A177-3AD203B41FA5}">
                      <a16:colId xmlns:a16="http://schemas.microsoft.com/office/drawing/2014/main" val="2732684569"/>
                    </a:ext>
                  </a:extLst>
                </a:gridCol>
                <a:gridCol w="358285">
                  <a:extLst>
                    <a:ext uri="{9D8B030D-6E8A-4147-A177-3AD203B41FA5}">
                      <a16:colId xmlns:a16="http://schemas.microsoft.com/office/drawing/2014/main" val="3430227204"/>
                    </a:ext>
                  </a:extLst>
                </a:gridCol>
                <a:gridCol w="358285">
                  <a:extLst>
                    <a:ext uri="{9D8B030D-6E8A-4147-A177-3AD203B41FA5}">
                      <a16:colId xmlns:a16="http://schemas.microsoft.com/office/drawing/2014/main" val="1180422979"/>
                    </a:ext>
                  </a:extLst>
                </a:gridCol>
                <a:gridCol w="358285">
                  <a:extLst>
                    <a:ext uri="{9D8B030D-6E8A-4147-A177-3AD203B41FA5}">
                      <a16:colId xmlns:a16="http://schemas.microsoft.com/office/drawing/2014/main" val="4281669600"/>
                    </a:ext>
                  </a:extLst>
                </a:gridCol>
                <a:gridCol w="358285">
                  <a:extLst>
                    <a:ext uri="{9D8B030D-6E8A-4147-A177-3AD203B41FA5}">
                      <a16:colId xmlns:a16="http://schemas.microsoft.com/office/drawing/2014/main" val="2384440940"/>
                    </a:ext>
                  </a:extLst>
                </a:gridCol>
                <a:gridCol w="358285">
                  <a:extLst>
                    <a:ext uri="{9D8B030D-6E8A-4147-A177-3AD203B41FA5}">
                      <a16:colId xmlns:a16="http://schemas.microsoft.com/office/drawing/2014/main" val="3638105797"/>
                    </a:ext>
                  </a:extLst>
                </a:gridCol>
                <a:gridCol w="358285">
                  <a:extLst>
                    <a:ext uri="{9D8B030D-6E8A-4147-A177-3AD203B41FA5}">
                      <a16:colId xmlns:a16="http://schemas.microsoft.com/office/drawing/2014/main" val="2372983932"/>
                    </a:ext>
                  </a:extLst>
                </a:gridCol>
                <a:gridCol w="358285">
                  <a:extLst>
                    <a:ext uri="{9D8B030D-6E8A-4147-A177-3AD203B41FA5}">
                      <a16:colId xmlns:a16="http://schemas.microsoft.com/office/drawing/2014/main" val="3411734427"/>
                    </a:ext>
                  </a:extLst>
                </a:gridCol>
                <a:gridCol w="358285">
                  <a:extLst>
                    <a:ext uri="{9D8B030D-6E8A-4147-A177-3AD203B41FA5}">
                      <a16:colId xmlns:a16="http://schemas.microsoft.com/office/drawing/2014/main" val="660608210"/>
                    </a:ext>
                  </a:extLst>
                </a:gridCol>
                <a:gridCol w="358285">
                  <a:extLst>
                    <a:ext uri="{9D8B030D-6E8A-4147-A177-3AD203B41FA5}">
                      <a16:colId xmlns:a16="http://schemas.microsoft.com/office/drawing/2014/main" val="2029693885"/>
                    </a:ext>
                  </a:extLst>
                </a:gridCol>
                <a:gridCol w="358285">
                  <a:extLst>
                    <a:ext uri="{9D8B030D-6E8A-4147-A177-3AD203B41FA5}">
                      <a16:colId xmlns:a16="http://schemas.microsoft.com/office/drawing/2014/main" val="2633399167"/>
                    </a:ext>
                  </a:extLst>
                </a:gridCol>
              </a:tblGrid>
              <a:tr h="342900">
                <a:tc>
                  <a:txBody>
                    <a:bodyPr/>
                    <a:lstStyle/>
                    <a:p>
                      <a:pPr algn="ctr">
                        <a:lnSpc>
                          <a:spcPct val="150000"/>
                        </a:lnSpc>
                        <a:spcAft>
                          <a:spcPts val="0"/>
                        </a:spcAft>
                      </a:pPr>
                      <a:r>
                        <a:rPr lang="en-US" sz="750">
                          <a:effectLst/>
                        </a:rPr>
                        <a:t>Cycle</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1</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2</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3</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4</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5</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6</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dirty="0">
                          <a:effectLst/>
                        </a:rPr>
                        <a:t> </a:t>
                      </a:r>
                      <a:endParaRPr lang="zh-CN" sz="12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46875119"/>
                  </a:ext>
                </a:extLst>
              </a:tr>
              <a:tr h="231140">
                <a:tc>
                  <a:txBody>
                    <a:bodyPr/>
                    <a:lstStyle/>
                    <a:p>
                      <a:pPr algn="ctr">
                        <a:lnSpc>
                          <a:spcPct val="150000"/>
                        </a:lnSpc>
                        <a:spcAft>
                          <a:spcPts val="0"/>
                        </a:spcAft>
                      </a:pPr>
                      <a:r>
                        <a:rPr lang="en-US" sz="1200">
                          <a:effectLst/>
                        </a:rPr>
                        <a:t>I</a:t>
                      </a:r>
                      <a:r>
                        <a:rPr lang="en-US" sz="1200" baseline="-25000">
                          <a:effectLst/>
                        </a:rPr>
                        <a:t>1</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8838778"/>
                  </a:ext>
                </a:extLst>
              </a:tr>
              <a:tr h="231140">
                <a:tc>
                  <a:txBody>
                    <a:bodyPr/>
                    <a:lstStyle/>
                    <a:p>
                      <a:pPr algn="ctr">
                        <a:lnSpc>
                          <a:spcPct val="150000"/>
                        </a:lnSpc>
                        <a:spcAft>
                          <a:spcPts val="0"/>
                        </a:spcAft>
                      </a:pPr>
                      <a:r>
                        <a:rPr lang="en-US" sz="1200" dirty="0">
                          <a:effectLst/>
                        </a:rPr>
                        <a:t>I</a:t>
                      </a:r>
                      <a:r>
                        <a:rPr lang="en-US" sz="1200" baseline="-25000" dirty="0">
                          <a:effectLst/>
                        </a:rPr>
                        <a:t>2</a:t>
                      </a:r>
                      <a:endParaRPr lang="zh-CN" sz="12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619871595"/>
                  </a:ext>
                </a:extLst>
              </a:tr>
              <a:tr h="231140">
                <a:tc>
                  <a:txBody>
                    <a:bodyPr/>
                    <a:lstStyle/>
                    <a:p>
                      <a:pPr algn="ctr">
                        <a:lnSpc>
                          <a:spcPct val="150000"/>
                        </a:lnSpc>
                        <a:spcAft>
                          <a:spcPts val="0"/>
                        </a:spcAft>
                      </a:pPr>
                      <a:r>
                        <a:rPr lang="en-US" sz="1200">
                          <a:effectLst/>
                        </a:rPr>
                        <a:t>I</a:t>
                      </a:r>
                      <a:r>
                        <a:rPr lang="en-US" sz="1200" baseline="-25000">
                          <a:effectLst/>
                        </a:rPr>
                        <a:t>3</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208418279"/>
                  </a:ext>
                </a:extLst>
              </a:tr>
              <a:tr h="31750">
                <a:tc>
                  <a:txBody>
                    <a:bodyPr/>
                    <a:lstStyle/>
                    <a:p>
                      <a:pPr algn="ctr">
                        <a:lnSpc>
                          <a:spcPct val="150000"/>
                        </a:lnSpc>
                        <a:spcAft>
                          <a:spcPts val="0"/>
                        </a:spcAft>
                      </a:pPr>
                      <a:r>
                        <a:rPr lang="en-US" sz="1200">
                          <a:effectLst/>
                        </a:rPr>
                        <a:t>I</a:t>
                      </a:r>
                      <a:r>
                        <a:rPr lang="en-US" sz="1200" baseline="-25000">
                          <a:effectLst/>
                        </a:rPr>
                        <a:t>4</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608461331"/>
                  </a:ext>
                </a:extLst>
              </a:tr>
              <a:tr h="231140">
                <a:tc>
                  <a:txBody>
                    <a:bodyPr/>
                    <a:lstStyle/>
                    <a:p>
                      <a:pPr algn="ctr">
                        <a:lnSpc>
                          <a:spcPct val="150000"/>
                        </a:lnSpc>
                        <a:spcAft>
                          <a:spcPts val="0"/>
                        </a:spcAft>
                      </a:pPr>
                      <a:r>
                        <a:rPr lang="en-US" sz="1200">
                          <a:effectLst/>
                        </a:rPr>
                        <a:t>I</a:t>
                      </a:r>
                      <a:r>
                        <a:rPr lang="en-US" sz="1200" baseline="-25000">
                          <a:effectLst/>
                        </a:rPr>
                        <a:t>5</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a:effectLst/>
                        </a:rPr>
                        <a:t> </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sz="1200" dirty="0">
                          <a:effectLst/>
                        </a:rPr>
                        <a:t> </a:t>
                      </a:r>
                      <a:endParaRPr lang="zh-CN" sz="12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334429498"/>
                  </a:ext>
                </a:extLst>
              </a:tr>
            </a:tbl>
          </a:graphicData>
        </a:graphic>
      </p:graphicFrame>
      <p:sp>
        <p:nvSpPr>
          <p:cNvPr id="27" name="Rectangle 24">
            <a:extLst>
              <a:ext uri="{FF2B5EF4-FFF2-40B4-BE49-F238E27FC236}">
                <a16:creationId xmlns:a16="http://schemas.microsoft.com/office/drawing/2014/main" id="{2BA7C7DC-F246-470A-B454-BAA15C7DEC77}"/>
              </a:ext>
            </a:extLst>
          </p:cNvPr>
          <p:cNvSpPr>
            <a:spLocks noChangeArrowheads="1"/>
          </p:cNvSpPr>
          <p:nvPr/>
        </p:nvSpPr>
        <p:spPr bwMode="auto">
          <a:xfrm>
            <a:off x="120056" y="843590"/>
            <a:ext cx="8903885"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Please draw your own graph below.</a:t>
            </a:r>
            <a:endParaRPr kumimoji="0" lang="en-US" altLang="zh-CN" sz="5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Tx/>
              <a:buAutoNum type="alphaLcParenBoth" startAt="3"/>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Simulate the instruction execution procedure. Complete the state of each instruction at each cycle in the following table. Use F, D, E, R and W to represent IF, ID, EXE, reorder buffer and WB stage. Use “</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to represent waiting state. You are not required to use all columns in the table. </a:t>
            </a:r>
          </a:p>
          <a:p>
            <a:pPr marL="228600" marR="0" lvl="0" indent="-228600" algn="l" defTabSz="914400" rtl="0" eaLnBrk="0" fontAlgn="base" latinLnBrk="0" hangingPunct="0">
              <a:lnSpc>
                <a:spcPct val="100000"/>
              </a:lnSpc>
              <a:spcBef>
                <a:spcPct val="0"/>
              </a:spcBef>
              <a:spcAft>
                <a:spcPct val="0"/>
              </a:spcAft>
              <a:buClrTx/>
              <a:buSzTx/>
              <a:buFontTx/>
              <a:buAutoNum type="alphaLcParenBoth" startAt="3"/>
              <a:tabLst/>
            </a:pP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lphaLcParenBoth" startAt="3"/>
              <a:tabLst/>
            </a:pP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lphaLcParenBoth" startAt="3"/>
              <a:tabLst/>
            </a:pP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lphaLcParenBoth" startAt="3"/>
              <a:tabLst/>
            </a:pP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lphaLcParenBoth" startAt="3"/>
              <a:tabLst/>
            </a:pP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lphaLcParenBoth" startAt="3"/>
              <a:tabLst/>
            </a:pP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 Given a processor with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in-order dispatch</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without reorder buffer</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while instruction sequence and computing units keep the same, how many cycles does the in-order processor take to finish the procedure? Please give your analysis. Note that precise exception should still be guaranteed here.</a:t>
            </a:r>
            <a:endParaRPr kumimoji="0" lang="en-US"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850775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Title 1">
            <a:extLst>
              <a:ext uri="{FF2B5EF4-FFF2-40B4-BE49-F238E27FC236}">
                <a16:creationId xmlns:a16="http://schemas.microsoft.com/office/drawing/2014/main" id="{6CF4EF49-D62B-9C41-B9BD-D5A366959BB3}"/>
              </a:ext>
            </a:extLst>
          </p:cNvPr>
          <p:cNvSpPr>
            <a:spLocks noGrp="1" noChangeArrowheads="1"/>
          </p:cNvSpPr>
          <p:nvPr>
            <p:ph type="title"/>
          </p:nvPr>
        </p:nvSpPr>
        <p:spPr/>
        <p:txBody>
          <a:bodyPr/>
          <a:lstStyle/>
          <a:p>
            <a:r>
              <a:rPr lang="en-US" altLang="en-US" dirty="0">
                <a:ea typeface="ＭＳ Ｐゴシック" panose="020B0600070205080204" pitchFamily="34" charset="-128"/>
              </a:rPr>
              <a:t>Performance Analysis</a:t>
            </a:r>
          </a:p>
        </p:txBody>
      </p:sp>
      <p:sp>
        <p:nvSpPr>
          <p:cNvPr id="3" name="Content Placeholder 2">
            <a:extLst>
              <a:ext uri="{FF2B5EF4-FFF2-40B4-BE49-F238E27FC236}">
                <a16:creationId xmlns:a16="http://schemas.microsoft.com/office/drawing/2014/main" id="{AD6B9AC6-BF7E-E64B-BDE0-138F6370E426}"/>
              </a:ext>
            </a:extLst>
          </p:cNvPr>
          <p:cNvSpPr>
            <a:spLocks noGrp="1" noChangeArrowheads="1"/>
          </p:cNvSpPr>
          <p:nvPr>
            <p:ph idx="1"/>
          </p:nvPr>
        </p:nvSpPr>
        <p:spPr>
          <a:xfrm>
            <a:off x="228600" y="996950"/>
            <a:ext cx="8915400" cy="5194300"/>
          </a:xfrm>
        </p:spPr>
        <p:txBody>
          <a:bodyPr/>
          <a:lstStyle/>
          <a:p>
            <a:r>
              <a:rPr lang="en-US" altLang="en-US" dirty="0">
                <a:solidFill>
                  <a:srgbClr val="7030A0"/>
                </a:solidFill>
                <a:ea typeface="ＭＳ Ｐゴシック" panose="020B0600070205080204" pitchFamily="34" charset="-128"/>
              </a:rPr>
              <a:t>Execution time of a single instruction</a:t>
            </a:r>
          </a:p>
          <a:p>
            <a:pPr lvl="1"/>
            <a:r>
              <a:rPr lang="en-US" altLang="en-US" b="1" dirty="0">
                <a:solidFill>
                  <a:srgbClr val="00B050"/>
                </a:solidFill>
                <a:ea typeface="ＭＳ Ｐゴシック" panose="020B0600070205080204" pitchFamily="34" charset="-128"/>
              </a:rPr>
              <a:t>{CPI}  x  {clock cycle time} </a:t>
            </a:r>
          </a:p>
          <a:p>
            <a:pPr lvl="1"/>
            <a:endParaRPr lang="en-US" altLang="en-US" sz="400" dirty="0">
              <a:ea typeface="ＭＳ Ｐゴシック" panose="020B0600070205080204" pitchFamily="34" charset="-128"/>
            </a:endParaRPr>
          </a:p>
          <a:p>
            <a:r>
              <a:rPr lang="en-US" altLang="en-US" dirty="0">
                <a:solidFill>
                  <a:srgbClr val="7030A0"/>
                </a:solidFill>
                <a:ea typeface="ＭＳ Ｐゴシック" panose="020B0600070205080204" pitchFamily="34" charset="-128"/>
              </a:rPr>
              <a:t>Execution time of an entire program</a:t>
            </a:r>
          </a:p>
          <a:p>
            <a:pPr lvl="1"/>
            <a:r>
              <a:rPr lang="en-US" altLang="en-US" dirty="0">
                <a:solidFill>
                  <a:srgbClr val="FF0000"/>
                </a:solidFill>
                <a:ea typeface="ＭＳ Ｐゴシック" panose="020B0600070205080204" pitchFamily="34" charset="-128"/>
              </a:rPr>
              <a:t>Sum over all instructions [{CPI}  x  {clock cycle time}]</a:t>
            </a:r>
          </a:p>
          <a:p>
            <a:pPr lvl="1"/>
            <a:r>
              <a:rPr lang="en-US" altLang="en-US" sz="2100" b="1" dirty="0">
                <a:solidFill>
                  <a:srgbClr val="008000"/>
                </a:solidFill>
                <a:ea typeface="ＭＳ Ｐゴシック" panose="020B0600070205080204" pitchFamily="34" charset="-128"/>
              </a:rPr>
              <a:t>{# of instructions}  x  {Average CPI}  x  {clock cycle time}</a:t>
            </a:r>
          </a:p>
          <a:p>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Single-cycle microarchitecture performance </a:t>
            </a:r>
          </a:p>
          <a:p>
            <a:pPr lvl="1"/>
            <a:r>
              <a:rPr lang="en-US" altLang="en-US" dirty="0">
                <a:ea typeface="ＭＳ Ｐゴシック" panose="020B0600070205080204" pitchFamily="34" charset="-128"/>
              </a:rPr>
              <a:t>CPI = 1</a:t>
            </a:r>
          </a:p>
          <a:p>
            <a:pPr lvl="1"/>
            <a:r>
              <a:rPr lang="en-US" altLang="en-US" dirty="0">
                <a:ea typeface="ＭＳ Ｐゴシック" panose="020B0600070205080204" pitchFamily="34" charset="-128"/>
              </a:rPr>
              <a:t>Clock cycle time = long</a:t>
            </a:r>
          </a:p>
          <a:p>
            <a:r>
              <a:rPr lang="en-US" altLang="en-US" dirty="0">
                <a:solidFill>
                  <a:srgbClr val="0000FF"/>
                </a:solidFill>
                <a:ea typeface="ＭＳ Ｐゴシック" panose="020B0600070205080204" pitchFamily="34" charset="-128"/>
              </a:rPr>
              <a:t>Multi-cycle microarchitecture performance</a:t>
            </a:r>
          </a:p>
          <a:p>
            <a:pPr lvl="1"/>
            <a:r>
              <a:rPr lang="en-US" altLang="en-US" dirty="0">
                <a:ea typeface="ＭＳ Ｐゴシック" panose="020B0600070205080204" pitchFamily="34" charset="-128"/>
              </a:rPr>
              <a:t>CPI = different for each instruction</a:t>
            </a:r>
          </a:p>
          <a:p>
            <a:pPr lvl="2"/>
            <a:r>
              <a:rPr lang="en-US" altLang="en-US" dirty="0">
                <a:solidFill>
                  <a:schemeClr val="accent6">
                    <a:lumMod val="75000"/>
                  </a:schemeClr>
                </a:solidFill>
                <a:ea typeface="ＭＳ Ｐゴシック" panose="020B0600070205080204" pitchFamily="34" charset="-128"/>
              </a:rPr>
              <a:t>Average CPI </a:t>
            </a:r>
            <a:r>
              <a:rPr lang="en-US" altLang="en-US" dirty="0">
                <a:solidFill>
                  <a:schemeClr val="accent6">
                    <a:lumMod val="75000"/>
                  </a:schemeClr>
                </a:solidFill>
                <a:ea typeface="ＭＳ Ｐゴシック" panose="020B0600070205080204" pitchFamily="34" charset="-128"/>
                <a:sym typeface="Wingdings" pitchFamily="2" charset="2"/>
              </a:rPr>
              <a:t> hopefully small</a:t>
            </a:r>
            <a:endParaRPr lang="en-US" altLang="en-US" dirty="0">
              <a:solidFill>
                <a:schemeClr val="accent6">
                  <a:lumMod val="75000"/>
                </a:schemeClr>
              </a:solidFill>
              <a:ea typeface="ＭＳ Ｐゴシック" panose="020B0600070205080204" pitchFamily="34" charset="-128"/>
            </a:endParaRPr>
          </a:p>
          <a:p>
            <a:pPr lvl="1"/>
            <a:r>
              <a:rPr lang="en-US" altLang="en-US" dirty="0">
                <a:solidFill>
                  <a:schemeClr val="accent6">
                    <a:lumMod val="75000"/>
                  </a:schemeClr>
                </a:solidFill>
                <a:ea typeface="ＭＳ Ｐゴシック" panose="020B0600070205080204" pitchFamily="34" charset="-128"/>
              </a:rPr>
              <a:t>Clock cycle time = short</a:t>
            </a:r>
          </a:p>
        </p:txBody>
      </p:sp>
      <p:sp>
        <p:nvSpPr>
          <p:cNvPr id="211971" name="Slide Number Placeholder 3">
            <a:extLst>
              <a:ext uri="{FF2B5EF4-FFF2-40B4-BE49-F238E27FC236}">
                <a16:creationId xmlns:a16="http://schemas.microsoft.com/office/drawing/2014/main" id="{5041D37B-5539-A64F-A717-3E751C8009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1DC8021-D92B-9240-BC18-E5C9D38243D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TextBox 1">
            <a:extLst>
              <a:ext uri="{FF2B5EF4-FFF2-40B4-BE49-F238E27FC236}">
                <a16:creationId xmlns:a16="http://schemas.microsoft.com/office/drawing/2014/main" id="{847DC8FE-329E-5648-99E2-2C4B258CEAD8}"/>
              </a:ext>
            </a:extLst>
          </p:cNvPr>
          <p:cNvSpPr txBox="1"/>
          <p:nvPr/>
        </p:nvSpPr>
        <p:spPr>
          <a:xfrm>
            <a:off x="5562600" y="1447800"/>
            <a:ext cx="3147015"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CPI: Cycles Per Instruction</a:t>
            </a:r>
          </a:p>
        </p:txBody>
      </p:sp>
    </p:spTree>
    <p:extLst>
      <p:ext uri="{BB962C8B-B14F-4D97-AF65-F5344CB8AC3E}">
        <p14:creationId xmlns:p14="http://schemas.microsoft.com/office/powerpoint/2010/main" val="269791598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Slide Number Placeholder 3">
            <a:extLst>
              <a:ext uri="{FF2B5EF4-FFF2-40B4-BE49-F238E27FC236}">
                <a16:creationId xmlns:a16="http://schemas.microsoft.com/office/drawing/2014/main" id="{5041D37B-5539-A64F-A717-3E751C8009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1DC8021-D92B-9240-BC18-E5C9D38243D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8" name="矩形 7">
            <a:extLst>
              <a:ext uri="{FF2B5EF4-FFF2-40B4-BE49-F238E27FC236}">
                <a16:creationId xmlns:a16="http://schemas.microsoft.com/office/drawing/2014/main" id="{AD18AA16-5B22-4B93-9123-2D5BA86D5AA9}"/>
              </a:ext>
            </a:extLst>
          </p:cNvPr>
          <p:cNvSpPr/>
          <p:nvPr/>
        </p:nvSpPr>
        <p:spPr>
          <a:xfrm>
            <a:off x="0" y="82550"/>
            <a:ext cx="9144000" cy="6275051"/>
          </a:xfrm>
          <a:prstGeom prst="rect">
            <a:avLst/>
          </a:prstGeom>
        </p:spPr>
        <p:txBody>
          <a:bodyPr wrap="square">
            <a:spAutoFit/>
          </a:bodyPr>
          <a:lstStyle/>
          <a:p>
            <a:pPr marL="152400">
              <a:lnSpc>
                <a:spcPct val="150000"/>
              </a:lnSpc>
              <a:spcAft>
                <a:spcPts val="0"/>
              </a:spcAft>
            </a:pPr>
            <a:r>
              <a:rPr lang="en-US" altLang="zh-CN" dirty="0">
                <a:latin typeface="Times New Roman" panose="02020603050405020304" pitchFamily="18" charset="0"/>
                <a:ea typeface="宋体" panose="02010600030101010101" pitchFamily="2" charset="-122"/>
              </a:rPr>
              <a:t>P is a multi-cycle processor with a clock cycle of </a:t>
            </a:r>
            <a:r>
              <a:rPr lang="en-US" altLang="zh-CN" b="1" dirty="0">
                <a:latin typeface="Times New Roman" panose="02020603050405020304" pitchFamily="18" charset="0"/>
                <a:ea typeface="宋体" panose="02010600030101010101" pitchFamily="2" charset="-122"/>
              </a:rPr>
              <a:t>2ns</a:t>
            </a:r>
            <a:r>
              <a:rPr lang="en-US" altLang="zh-CN" dirty="0">
                <a:latin typeface="Times New Roman" panose="02020603050405020304" pitchFamily="18" charset="0"/>
                <a:ea typeface="宋体" panose="02010600030101010101" pitchFamily="2" charset="-122"/>
              </a:rPr>
              <a:t>. Under ideal conditions (with a hit rate of 100%), P executes a load instruction in </a:t>
            </a:r>
            <a:r>
              <a:rPr lang="en-US" altLang="zh-CN" b="1" dirty="0">
                <a:latin typeface="Times New Roman" panose="02020603050405020304" pitchFamily="18" charset="0"/>
                <a:ea typeface="宋体" panose="02010600030101010101" pitchFamily="2" charset="-122"/>
              </a:rPr>
              <a:t>4 cycles</a:t>
            </a:r>
            <a:r>
              <a:rPr lang="en-US" altLang="zh-CN" dirty="0">
                <a:latin typeface="Times New Roman" panose="02020603050405020304" pitchFamily="18" charset="0"/>
                <a:ea typeface="宋体" panose="02010600030101010101" pitchFamily="2" charset="-122"/>
              </a:rPr>
              <a:t>, a store instruction in</a:t>
            </a:r>
            <a:r>
              <a:rPr lang="en-US" altLang="zh-CN" b="1" dirty="0">
                <a:latin typeface="Times New Roman" panose="02020603050405020304" pitchFamily="18" charset="0"/>
                <a:ea typeface="宋体" panose="02010600030101010101" pitchFamily="2" charset="-122"/>
              </a:rPr>
              <a:t> 6 cycles</a:t>
            </a:r>
            <a:r>
              <a:rPr lang="en-US" altLang="zh-CN" dirty="0">
                <a:latin typeface="Times New Roman" panose="02020603050405020304" pitchFamily="18" charset="0"/>
                <a:ea typeface="宋体" panose="02010600030101010101" pitchFamily="2" charset="-122"/>
              </a:rPr>
              <a:t>, an arithmetic instruction in </a:t>
            </a:r>
            <a:r>
              <a:rPr lang="en-US" altLang="zh-CN" b="1" dirty="0">
                <a:latin typeface="Times New Roman" panose="02020603050405020304" pitchFamily="18" charset="0"/>
                <a:ea typeface="宋体" panose="02010600030101010101" pitchFamily="2" charset="-122"/>
              </a:rPr>
              <a:t>2 cycles</a:t>
            </a:r>
            <a:r>
              <a:rPr lang="en-US" altLang="zh-CN" dirty="0">
                <a:latin typeface="Times New Roman" panose="02020603050405020304" pitchFamily="18" charset="0"/>
                <a:ea typeface="宋体" panose="02010600030101010101" pitchFamily="2" charset="-122"/>
              </a:rPr>
              <a:t>, and a branch instruction in</a:t>
            </a:r>
            <a:r>
              <a:rPr lang="en-US" altLang="zh-CN" b="1" dirty="0">
                <a:latin typeface="Times New Roman" panose="02020603050405020304" pitchFamily="18" charset="0"/>
                <a:ea typeface="宋体" panose="02010600030101010101" pitchFamily="2" charset="-122"/>
              </a:rPr>
              <a:t> 3 cycles</a:t>
            </a:r>
            <a:r>
              <a:rPr lang="en-US" altLang="zh-CN" dirty="0">
                <a:latin typeface="Times New Roman" panose="02020603050405020304" pitchFamily="18" charset="0"/>
                <a:ea typeface="宋体" panose="02010600030101010101" pitchFamily="2" charset="-122"/>
              </a:rPr>
              <a:t>.</a:t>
            </a:r>
            <a:endParaRPr lang="zh-CN" altLang="zh-CN" dirty="0">
              <a:latin typeface="Times New Roman" panose="02020603050405020304" pitchFamily="18" charset="0"/>
              <a:ea typeface="宋体" panose="02010600030101010101" pitchFamily="2" charset="-122"/>
            </a:endParaRPr>
          </a:p>
          <a:p>
            <a:pPr marL="152400">
              <a:lnSpc>
                <a:spcPct val="150000"/>
              </a:lnSpc>
              <a:spcAft>
                <a:spcPts val="0"/>
              </a:spcAft>
            </a:pPr>
            <a:r>
              <a:rPr lang="en-US" altLang="zh-CN" dirty="0">
                <a:latin typeface="Times New Roman" panose="02020603050405020304" pitchFamily="18" charset="0"/>
                <a:ea typeface="宋体" panose="02010600030101010101" pitchFamily="2" charset="-122"/>
              </a:rPr>
              <a:t>Let's consider an application called A with </a:t>
            </a:r>
            <a:r>
              <a:rPr lang="en-US" altLang="zh-CN" b="1" dirty="0">
                <a:latin typeface="Times New Roman" panose="02020603050405020304" pitchFamily="18" charset="0"/>
                <a:ea typeface="宋体" panose="02010600030101010101" pitchFamily="2" charset="-122"/>
              </a:rPr>
              <a:t>20%</a:t>
            </a:r>
            <a:r>
              <a:rPr lang="en-US" altLang="zh-CN" dirty="0">
                <a:latin typeface="Times New Roman" panose="02020603050405020304" pitchFamily="18" charset="0"/>
                <a:ea typeface="宋体" panose="02010600030101010101" pitchFamily="2" charset="-122"/>
              </a:rPr>
              <a:t> of the instructions being load instructions, </a:t>
            </a:r>
            <a:r>
              <a:rPr lang="en-US" altLang="zh-CN" b="1" dirty="0">
                <a:latin typeface="Times New Roman" panose="02020603050405020304" pitchFamily="18" charset="0"/>
                <a:ea typeface="宋体" panose="02010600030101010101" pitchFamily="2" charset="-122"/>
              </a:rPr>
              <a:t>10%</a:t>
            </a:r>
            <a:r>
              <a:rPr lang="en-US" altLang="zh-CN" dirty="0">
                <a:latin typeface="Times New Roman" panose="02020603050405020304" pitchFamily="18" charset="0"/>
                <a:ea typeface="宋体" panose="02010600030101010101" pitchFamily="2" charset="-122"/>
              </a:rPr>
              <a:t> being store instructions, </a:t>
            </a:r>
            <a:r>
              <a:rPr lang="en-US" altLang="zh-CN" b="1" dirty="0">
                <a:latin typeface="Times New Roman" panose="02020603050405020304" pitchFamily="18" charset="0"/>
                <a:ea typeface="宋体" panose="02010600030101010101" pitchFamily="2" charset="-122"/>
              </a:rPr>
              <a:t>50%</a:t>
            </a:r>
            <a:r>
              <a:rPr lang="en-US" altLang="zh-CN" dirty="0">
                <a:latin typeface="Times New Roman" panose="02020603050405020304" pitchFamily="18" charset="0"/>
                <a:ea typeface="宋体" panose="02010600030101010101" pitchFamily="2" charset="-122"/>
              </a:rPr>
              <a:t> being arithmetic instructions, and </a:t>
            </a:r>
            <a:r>
              <a:rPr lang="en-US" altLang="zh-CN" b="1" dirty="0">
                <a:latin typeface="Times New Roman" panose="02020603050405020304" pitchFamily="18" charset="0"/>
                <a:ea typeface="宋体" panose="02010600030101010101" pitchFamily="2" charset="-122"/>
              </a:rPr>
              <a:t>20%</a:t>
            </a:r>
            <a:r>
              <a:rPr lang="en-US" altLang="zh-CN" dirty="0">
                <a:latin typeface="Times New Roman" panose="02020603050405020304" pitchFamily="18" charset="0"/>
                <a:ea typeface="宋体" panose="02010600030101010101" pitchFamily="2" charset="-122"/>
              </a:rPr>
              <a:t> being branch instructions.</a:t>
            </a:r>
          </a:p>
          <a:p>
            <a:pPr marL="152400">
              <a:lnSpc>
                <a:spcPct val="150000"/>
              </a:lnSpc>
              <a:spcAft>
                <a:spcPts val="0"/>
              </a:spcAft>
            </a:pPr>
            <a:r>
              <a:rPr lang="en-US" altLang="zh-CN" dirty="0">
                <a:latin typeface="Times New Roman" panose="02020603050405020304" pitchFamily="18" charset="0"/>
                <a:ea typeface="宋体" panose="02010600030101010101" pitchFamily="2" charset="-122"/>
              </a:rPr>
              <a:t>(a) What is the CPI when running application A on processor P under ideal conditions? </a:t>
            </a:r>
          </a:p>
          <a:p>
            <a:pPr>
              <a:lnSpc>
                <a:spcPct val="150000"/>
              </a:lnSpc>
              <a:spcAft>
                <a:spcPts val="0"/>
              </a:spcAft>
            </a:pPr>
            <a:r>
              <a:rPr lang="en-US" altLang="zh-CN" dirty="0">
                <a:latin typeface="Times New Roman" panose="02020603050405020304" pitchFamily="18" charset="0"/>
                <a:ea typeface="宋体" panose="02010600030101010101" pitchFamily="2" charset="-122"/>
              </a:rPr>
              <a:t>(b) P’s memory access time for a miss is </a:t>
            </a:r>
            <a:r>
              <a:rPr lang="en-US" altLang="zh-CN" b="1" dirty="0">
                <a:latin typeface="Times New Roman" panose="02020603050405020304" pitchFamily="18" charset="0"/>
                <a:ea typeface="宋体" panose="02010600030101010101" pitchFamily="2" charset="-122"/>
              </a:rPr>
              <a:t>100ns</a:t>
            </a:r>
            <a:r>
              <a:rPr lang="en-US" altLang="zh-CN" dirty="0">
                <a:latin typeface="Times New Roman" panose="02020603050405020304" pitchFamily="18" charset="0"/>
                <a:ea typeface="宋体" panose="02010600030101010101" pitchFamily="2" charset="-122"/>
              </a:rPr>
              <a:t>, while the hit time is </a:t>
            </a:r>
            <a:r>
              <a:rPr lang="en-US" altLang="zh-CN" b="1" dirty="0">
                <a:latin typeface="Times New Roman" panose="02020603050405020304" pitchFamily="18" charset="0"/>
                <a:ea typeface="宋体" panose="02010600030101010101" pitchFamily="2" charset="-122"/>
              </a:rPr>
              <a:t>1 clock cycle</a:t>
            </a:r>
            <a:r>
              <a:rPr lang="en-US" altLang="zh-CN" dirty="0">
                <a:latin typeface="Times New Roman" panose="02020603050405020304" pitchFamily="18" charset="0"/>
                <a:ea typeface="宋体" panose="02010600030101010101" pitchFamily="2" charset="-122"/>
              </a:rPr>
              <a:t>. The cache is direct-mapped cache, it has a miss rate of </a:t>
            </a:r>
            <a:r>
              <a:rPr lang="en-US" altLang="zh-CN" b="1" dirty="0">
                <a:latin typeface="Times New Roman" panose="02020603050405020304" pitchFamily="18" charset="0"/>
                <a:ea typeface="宋体" panose="02010600030101010101" pitchFamily="2" charset="-122"/>
              </a:rPr>
              <a:t>1.4%</a:t>
            </a:r>
            <a:r>
              <a:rPr lang="en-US" altLang="zh-CN" dirty="0">
                <a:latin typeface="Times New Roman" panose="02020603050405020304" pitchFamily="18" charset="0"/>
                <a:ea typeface="宋体" panose="02010600030101010101" pitchFamily="2" charset="-122"/>
              </a:rPr>
              <a:t>. What is the average memory access time of P? </a:t>
            </a:r>
          </a:p>
          <a:p>
            <a:pPr>
              <a:lnSpc>
                <a:spcPct val="150000"/>
              </a:lnSpc>
              <a:spcAft>
                <a:spcPts val="0"/>
              </a:spcAft>
            </a:pP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 each instruction of application A requires an average of </a:t>
            </a:r>
            <a:r>
              <a:rPr lang="en-US" altLang="zh-CN" b="1" dirty="0">
                <a:latin typeface="Times New Roman" panose="02020603050405020304" pitchFamily="18" charset="0"/>
                <a:ea typeface="宋体" panose="02010600030101010101" pitchFamily="2" charset="-122"/>
              </a:rPr>
              <a:t>1.3 memory accesses</a:t>
            </a:r>
            <a:r>
              <a:rPr lang="en-US" altLang="zh-CN" dirty="0">
                <a:latin typeface="Times New Roman" panose="02020603050405020304" pitchFamily="18" charset="0"/>
                <a:ea typeface="宋体" panose="02010600030101010101" pitchFamily="2" charset="-122"/>
              </a:rPr>
              <a:t>, and A has</a:t>
            </a:r>
            <a:r>
              <a:rPr lang="en-US" altLang="zh-CN" b="1" dirty="0">
                <a:latin typeface="Times New Roman" panose="02020603050405020304" pitchFamily="18" charset="0"/>
                <a:ea typeface="宋体" panose="02010600030101010101" pitchFamily="2" charset="-122"/>
              </a:rPr>
              <a:t> 100 instructions</a:t>
            </a:r>
            <a:r>
              <a:rPr lang="en-US" altLang="zh-CN" dirty="0">
                <a:latin typeface="Times New Roman" panose="02020603050405020304" pitchFamily="18" charset="0"/>
                <a:ea typeface="宋体" panose="02010600030101010101" pitchFamily="2" charset="-122"/>
              </a:rPr>
              <a:t>. What is the CPU time of process P to run application A, taking into account cache misses?</a:t>
            </a:r>
          </a:p>
          <a:p>
            <a:pPr>
              <a:lnSpc>
                <a:spcPct val="150000"/>
              </a:lnSpc>
              <a:spcAft>
                <a:spcPts val="0"/>
              </a:spcAft>
            </a:pPr>
            <a:r>
              <a:rPr lang="en-US" altLang="zh-CN" dirty="0">
                <a:latin typeface="Times New Roman" panose="02020603050405020304" pitchFamily="18" charset="0"/>
                <a:ea typeface="宋体" panose="02010600030101010101" pitchFamily="2" charset="-122"/>
              </a:rPr>
              <a:t>(d) Replace the cache of P1 with a 2-way set-associative cache. It has a miss rate of </a:t>
            </a:r>
            <a:r>
              <a:rPr lang="en-US" altLang="zh-CN" b="1" dirty="0">
                <a:latin typeface="Times New Roman" panose="02020603050405020304" pitchFamily="18" charset="0"/>
                <a:ea typeface="宋体" panose="02010600030101010101" pitchFamily="2" charset="-122"/>
              </a:rPr>
              <a:t>1.0%</a:t>
            </a:r>
            <a:r>
              <a:rPr lang="en-US" altLang="zh-CN" dirty="0">
                <a:latin typeface="Times New Roman" panose="02020603050405020304" pitchFamily="18" charset="0"/>
                <a:ea typeface="宋体" panose="02010600030101010101" pitchFamily="2" charset="-122"/>
              </a:rPr>
              <a:t>. Due to the existence of multi-way selection, the CPU clock cycle increases to </a:t>
            </a:r>
            <a:r>
              <a:rPr lang="en-US" altLang="zh-CN" b="1" dirty="0">
                <a:latin typeface="Times New Roman" panose="02020603050405020304" pitchFamily="18" charset="0"/>
                <a:ea typeface="宋体" panose="02010600030101010101" pitchFamily="2" charset="-122"/>
              </a:rPr>
              <a:t>1.05</a:t>
            </a:r>
            <a:r>
              <a:rPr lang="en-US" altLang="zh-CN" dirty="0">
                <a:latin typeface="Times New Roman" panose="02020603050405020304" pitchFamily="18" charset="0"/>
                <a:ea typeface="宋体" panose="02010600030101010101" pitchFamily="2" charset="-122"/>
              </a:rPr>
              <a:t> times of the original. Which caching method has faster execution time for application A?</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8620604"/>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A806C63C-6ACD-C740-828C-E8F3C4F9DCA6}"/>
              </a:ext>
            </a:extLst>
          </p:cNvPr>
          <p:cNvSpPr>
            <a:spLocks noGrp="1"/>
          </p:cNvSpPr>
          <p:nvPr>
            <p:ph type="title"/>
          </p:nvPr>
        </p:nvSpPr>
        <p:spPr>
          <a:xfrm>
            <a:off x="228600" y="152400"/>
            <a:ext cx="8915400" cy="1066800"/>
          </a:xfrm>
        </p:spPr>
        <p:txBody>
          <a:bodyPr/>
          <a:lstStyle/>
          <a:p>
            <a:r>
              <a:rPr lang="en-US" altLang="en-US" dirty="0">
                <a:ea typeface="ＭＳ Ｐゴシック" panose="020B0600070205080204" pitchFamily="34" charset="-128"/>
              </a:rPr>
              <a:t>Flynn’</a:t>
            </a:r>
            <a:r>
              <a:rPr lang="en-US" altLang="ja-JP" dirty="0">
                <a:ea typeface="ＭＳ Ｐゴシック" panose="020B0600070205080204" pitchFamily="34" charset="-128"/>
              </a:rPr>
              <a:t>s Taxonomy of Computers</a:t>
            </a:r>
            <a:endParaRPr lang="en-US" altLang="en-US" dirty="0">
              <a:ea typeface="ＭＳ Ｐゴシック" panose="020B0600070205080204" pitchFamily="34" charset="-128"/>
            </a:endParaRPr>
          </a:p>
        </p:txBody>
      </p:sp>
      <p:sp>
        <p:nvSpPr>
          <p:cNvPr id="99330" name="Content Placeholder 2">
            <a:extLst>
              <a:ext uri="{FF2B5EF4-FFF2-40B4-BE49-F238E27FC236}">
                <a16:creationId xmlns:a16="http://schemas.microsoft.com/office/drawing/2014/main" id="{088E1453-624C-254D-B33C-B28B92586DDB}"/>
              </a:ext>
            </a:extLst>
          </p:cNvPr>
          <p:cNvSpPr>
            <a:spLocks noGrp="1"/>
          </p:cNvSpPr>
          <p:nvPr>
            <p:ph idx="1"/>
          </p:nvPr>
        </p:nvSpPr>
        <p:spPr>
          <a:xfrm>
            <a:off x="228600" y="996950"/>
            <a:ext cx="8610600" cy="5194300"/>
          </a:xfrm>
        </p:spPr>
        <p:txBody>
          <a:bodyPr/>
          <a:lstStyle/>
          <a:p>
            <a:r>
              <a:rPr lang="en-US" altLang="en-US" dirty="0">
                <a:ea typeface="ＭＳ Ｐゴシック" panose="020B0600070205080204" pitchFamily="34" charset="-128"/>
              </a:rPr>
              <a:t>Mike Flynn, </a:t>
            </a:r>
            <a:r>
              <a:rPr lang="ja-JP" altLang="en-US" dirty="0">
                <a:ea typeface="ＭＳ Ｐゴシック" panose="020B0600070205080204" pitchFamily="34" charset="-128"/>
              </a:rPr>
              <a:t>“</a:t>
            </a:r>
            <a:r>
              <a:rPr lang="en-US" altLang="ja-JP" dirty="0">
                <a:solidFill>
                  <a:srgbClr val="0000FF"/>
                </a:solidFill>
                <a:ea typeface="ＭＳ Ｐゴシック" panose="020B0600070205080204" pitchFamily="34" charset="-128"/>
              </a:rPr>
              <a:t>Very High-Speed Computing Systems</a:t>
            </a:r>
            <a:r>
              <a:rPr lang="en-US" altLang="ja-JP" dirty="0">
                <a:ea typeface="ＭＳ Ｐゴシック" panose="020B0600070205080204" pitchFamily="34" charset="-128"/>
              </a:rPr>
              <a:t>,</a:t>
            </a:r>
            <a:r>
              <a:rPr lang="ja-JP" altLang="en-US" dirty="0">
                <a:ea typeface="ＭＳ Ｐゴシック" panose="020B0600070205080204" pitchFamily="34" charset="-128"/>
              </a:rPr>
              <a:t>”</a:t>
            </a:r>
            <a:r>
              <a:rPr lang="en-US" altLang="ja-JP" dirty="0">
                <a:ea typeface="ＭＳ Ｐゴシック" panose="020B0600070205080204" pitchFamily="34" charset="-128"/>
              </a:rPr>
              <a:t> Proc. of IEEE, 1966</a:t>
            </a:r>
          </a:p>
          <a:p>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SISD</a:t>
            </a:r>
            <a:r>
              <a:rPr lang="en-US" altLang="en-US" dirty="0">
                <a:ea typeface="ＭＳ Ｐゴシック" panose="020B0600070205080204" pitchFamily="34" charset="-128"/>
              </a:rPr>
              <a:t>: Single instruction operates on single data element</a:t>
            </a:r>
          </a:p>
          <a:p>
            <a:r>
              <a:rPr lang="en-US" altLang="en-US" dirty="0">
                <a:solidFill>
                  <a:srgbClr val="0000FF"/>
                </a:solidFill>
                <a:ea typeface="ＭＳ Ｐゴシック" panose="020B0600070205080204" pitchFamily="34" charset="-128"/>
              </a:rPr>
              <a:t>SIMD</a:t>
            </a:r>
            <a:r>
              <a:rPr lang="en-US" altLang="en-US" dirty="0">
                <a:ea typeface="ＭＳ Ｐゴシック" panose="020B0600070205080204" pitchFamily="34" charset="-128"/>
              </a:rPr>
              <a:t>: Single instruction operates on multiple data elements</a:t>
            </a:r>
          </a:p>
          <a:p>
            <a:pPr lvl="1"/>
            <a:r>
              <a:rPr lang="en-US" altLang="en-US" dirty="0">
                <a:ea typeface="ＭＳ Ｐゴシック" panose="020B0600070205080204" pitchFamily="34" charset="-128"/>
              </a:rPr>
              <a:t>Array processor</a:t>
            </a:r>
          </a:p>
          <a:p>
            <a:pPr lvl="1"/>
            <a:r>
              <a:rPr lang="en-US" altLang="en-US" dirty="0">
                <a:ea typeface="ＭＳ Ｐゴシック" panose="020B0600070205080204" pitchFamily="34" charset="-128"/>
              </a:rPr>
              <a:t>Vector processor</a:t>
            </a:r>
          </a:p>
          <a:p>
            <a:r>
              <a:rPr lang="en-US" altLang="en-US" dirty="0">
                <a:solidFill>
                  <a:srgbClr val="0000FF"/>
                </a:solidFill>
                <a:ea typeface="ＭＳ Ｐゴシック" panose="020B0600070205080204" pitchFamily="34" charset="-128"/>
              </a:rPr>
              <a:t>MISD</a:t>
            </a:r>
            <a:r>
              <a:rPr lang="en-US" altLang="en-US" dirty="0">
                <a:ea typeface="ＭＳ Ｐゴシック" panose="020B0600070205080204" pitchFamily="34" charset="-128"/>
              </a:rPr>
              <a:t>: Multiple instructions operate on single data element</a:t>
            </a:r>
          </a:p>
          <a:p>
            <a:pPr lvl="1"/>
            <a:r>
              <a:rPr lang="en-US" altLang="en-US" dirty="0">
                <a:ea typeface="ＭＳ Ｐゴシック" panose="020B0600070205080204" pitchFamily="34" charset="-128"/>
              </a:rPr>
              <a:t>Closest form: systolic array processor, streaming processor</a:t>
            </a:r>
          </a:p>
          <a:p>
            <a:r>
              <a:rPr lang="en-US" altLang="en-US" dirty="0">
                <a:solidFill>
                  <a:srgbClr val="0000FF"/>
                </a:solidFill>
                <a:ea typeface="ＭＳ Ｐゴシック" panose="020B0600070205080204" pitchFamily="34" charset="-128"/>
              </a:rPr>
              <a:t>MIMD</a:t>
            </a:r>
            <a:r>
              <a:rPr lang="en-US" altLang="en-US" dirty="0">
                <a:ea typeface="ＭＳ Ｐゴシック" panose="020B0600070205080204" pitchFamily="34" charset="-128"/>
              </a:rPr>
              <a:t>: Multiple instructions operate on multiple data elements (multiple instruction streams)</a:t>
            </a:r>
          </a:p>
          <a:p>
            <a:pPr lvl="1"/>
            <a:r>
              <a:rPr lang="en-US" altLang="en-US" dirty="0">
                <a:ea typeface="ＭＳ Ｐゴシック" panose="020B0600070205080204" pitchFamily="34" charset="-128"/>
              </a:rPr>
              <a:t>Multiprocessor</a:t>
            </a:r>
          </a:p>
          <a:p>
            <a:pPr lvl="1"/>
            <a:r>
              <a:rPr lang="en-US" altLang="en-US" dirty="0">
                <a:ea typeface="ＭＳ Ｐゴシック" panose="020B0600070205080204" pitchFamily="34" charset="-128"/>
              </a:rPr>
              <a:t>Multithreaded processor</a:t>
            </a:r>
          </a:p>
        </p:txBody>
      </p:sp>
      <p:sp>
        <p:nvSpPr>
          <p:cNvPr id="83971" name="Slide Number Placeholder 3">
            <a:extLst>
              <a:ext uri="{FF2B5EF4-FFF2-40B4-BE49-F238E27FC236}">
                <a16:creationId xmlns:a16="http://schemas.microsoft.com/office/drawing/2014/main" id="{A5C4C039-DB0E-224A-8256-65C827EBF6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8060815-FC1A-FF4B-8157-96B18EDFF55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8186843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933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933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933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9330">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933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9330">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99330">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9330">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933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B0FAE0CC-2797-1845-98ED-8426C4B87984}"/>
              </a:ext>
            </a:extLst>
          </p:cNvPr>
          <p:cNvSpPr>
            <a:spLocks noGrp="1" noChangeArrowheads="1"/>
          </p:cNvSpPr>
          <p:nvPr>
            <p:ph type="title"/>
          </p:nvPr>
        </p:nvSpPr>
        <p:spPr/>
        <p:txBody>
          <a:bodyPr/>
          <a:lstStyle/>
          <a:p>
            <a:r>
              <a:rPr lang="en-US" altLang="en-US" dirty="0">
                <a:ea typeface="ＭＳ Ｐゴシック" panose="020B0600070205080204" pitchFamily="34" charset="-128"/>
              </a:rPr>
              <a:t>Intuition of SIMD Capability</a:t>
            </a:r>
          </a:p>
        </p:txBody>
      </p:sp>
      <p:sp>
        <p:nvSpPr>
          <p:cNvPr id="72707" name="Slide Number Placeholder 3">
            <a:extLst>
              <a:ext uri="{FF2B5EF4-FFF2-40B4-BE49-F238E27FC236}">
                <a16:creationId xmlns:a16="http://schemas.microsoft.com/office/drawing/2014/main" id="{8D3B5EF4-3EF3-5A44-B393-9BDBA5CB306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6FD81C0-E717-034B-9C93-5BA5CF64C040}" type="slidenum">
              <a:rPr lang="en-US" altLang="en-US" sz="1600" smtClean="0">
                <a:solidFill>
                  <a:srgbClr val="000000"/>
                </a:solidFill>
                <a:latin typeface="Garamond" panose="02020404030301010803" pitchFamily="18" charset="0"/>
              </a:rPr>
              <a:pPr>
                <a:spcBef>
                  <a:spcPct val="0"/>
                </a:spcBef>
                <a:buClrTx/>
                <a:buSzTx/>
                <a:buFontTx/>
                <a:buNone/>
              </a:pPr>
              <a:t>66</a:t>
            </a:fld>
            <a:endParaRPr lang="en-US" altLang="en-US" sz="1600">
              <a:solidFill>
                <a:srgbClr val="000000"/>
              </a:solidFill>
              <a:latin typeface="Garamond" panose="02020404030301010803" pitchFamily="18" charset="0"/>
            </a:endParaRPr>
          </a:p>
        </p:txBody>
      </p:sp>
      <p:sp>
        <p:nvSpPr>
          <p:cNvPr id="7" name="内容占位符 2">
            <a:extLst>
              <a:ext uri="{FF2B5EF4-FFF2-40B4-BE49-F238E27FC236}">
                <a16:creationId xmlns:a16="http://schemas.microsoft.com/office/drawing/2014/main" id="{29BDC4B4-994F-4BA0-9CD3-658C9D70290F}"/>
              </a:ext>
            </a:extLst>
          </p:cNvPr>
          <p:cNvSpPr txBox="1">
            <a:spLocks/>
          </p:cNvSpPr>
          <p:nvPr/>
        </p:nvSpPr>
        <p:spPr>
          <a:xfrm>
            <a:off x="3094726" y="1076630"/>
            <a:ext cx="7198632" cy="184926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chemeClr val="accent2"/>
                </a:solidFill>
                <a:cs typeface="+mn-ea"/>
                <a:sym typeface="+mn-lt"/>
              </a:rPr>
              <a:t>计算任务</a:t>
            </a:r>
            <a:r>
              <a:rPr lang="en-US" altLang="zh-CN" sz="2400" dirty="0">
                <a:solidFill>
                  <a:schemeClr val="accent2"/>
                </a:solidFill>
                <a:cs typeface="+mn-ea"/>
                <a:sym typeface="+mn-lt"/>
              </a:rPr>
              <a:t> (A[6:0] + B[6:0])</a:t>
            </a:r>
          </a:p>
          <a:p>
            <a:pPr lvl="1"/>
            <a:r>
              <a:rPr lang="en-US" altLang="zh-CN" sz="2000" dirty="0">
                <a:cs typeface="+mn-ea"/>
                <a:sym typeface="+mn-lt"/>
              </a:rPr>
              <a:t>Scalar: </a:t>
            </a:r>
            <a:r>
              <a:rPr lang="zh-CN" altLang="en-US" sz="2000" dirty="0">
                <a:cs typeface="+mn-ea"/>
                <a:sym typeface="+mn-lt"/>
              </a:rPr>
              <a:t>一个周期完成一个加法</a:t>
            </a:r>
            <a:r>
              <a:rPr lang="en-US" altLang="zh-CN" sz="2000" dirty="0">
                <a:cs typeface="+mn-ea"/>
                <a:sym typeface="+mn-lt"/>
              </a:rPr>
              <a:t> </a:t>
            </a:r>
          </a:p>
          <a:p>
            <a:pPr lvl="1"/>
            <a:r>
              <a:rPr lang="en-US" altLang="zh-CN" sz="2000" dirty="0">
                <a:cs typeface="+mn-ea"/>
                <a:sym typeface="+mn-lt"/>
              </a:rPr>
              <a:t>SIMD : </a:t>
            </a:r>
            <a:r>
              <a:rPr lang="zh-CN" altLang="en-US" sz="2000" dirty="0">
                <a:cs typeface="+mn-ea"/>
                <a:sym typeface="+mn-lt"/>
              </a:rPr>
              <a:t>一个周期完成多个加法</a:t>
            </a:r>
            <a:r>
              <a:rPr lang="en-US" altLang="zh-CN" sz="2000" dirty="0">
                <a:cs typeface="+mn-ea"/>
                <a:sym typeface="+mn-lt"/>
              </a:rPr>
              <a:t> </a:t>
            </a:r>
          </a:p>
        </p:txBody>
      </p:sp>
      <p:sp>
        <p:nvSpPr>
          <p:cNvPr id="8" name="Trapezoid 5">
            <a:extLst>
              <a:ext uri="{FF2B5EF4-FFF2-40B4-BE49-F238E27FC236}">
                <a16:creationId xmlns:a16="http://schemas.microsoft.com/office/drawing/2014/main" id="{E7EAAF73-BAED-48B0-818C-705CDEDAE6B8}"/>
              </a:ext>
            </a:extLst>
          </p:cNvPr>
          <p:cNvSpPr/>
          <p:nvPr/>
        </p:nvSpPr>
        <p:spPr>
          <a:xfrm rot="10800000">
            <a:off x="574730" y="5262705"/>
            <a:ext cx="1328163" cy="657922"/>
          </a:xfrm>
          <a:prstGeom prst="trapezoid">
            <a:avLst>
              <a:gd name="adj" fmla="val 55508"/>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4400" dirty="0">
                <a:solidFill>
                  <a:schemeClr val="tx1"/>
                </a:solidFill>
              </a:rPr>
              <a:t>+</a:t>
            </a:r>
          </a:p>
        </p:txBody>
      </p:sp>
      <p:grpSp>
        <p:nvGrpSpPr>
          <p:cNvPr id="9" name="Group 6">
            <a:extLst>
              <a:ext uri="{FF2B5EF4-FFF2-40B4-BE49-F238E27FC236}">
                <a16:creationId xmlns:a16="http://schemas.microsoft.com/office/drawing/2014/main" id="{873A877A-289B-4968-8AF6-93FBF2E28462}"/>
              </a:ext>
            </a:extLst>
          </p:cNvPr>
          <p:cNvGrpSpPr/>
          <p:nvPr/>
        </p:nvGrpSpPr>
        <p:grpSpPr>
          <a:xfrm>
            <a:off x="-308523" y="4427993"/>
            <a:ext cx="2634279" cy="507086"/>
            <a:chOff x="653913" y="4555384"/>
            <a:chExt cx="2634279" cy="507086"/>
          </a:xfrm>
        </p:grpSpPr>
        <p:sp>
          <p:nvSpPr>
            <p:cNvPr id="10" name="TextBox 4">
              <a:extLst>
                <a:ext uri="{FF2B5EF4-FFF2-40B4-BE49-F238E27FC236}">
                  <a16:creationId xmlns:a16="http://schemas.microsoft.com/office/drawing/2014/main" id="{9A8D25FD-AE28-42E4-8657-6FBCF0884DB6}"/>
                </a:ext>
              </a:extLst>
            </p:cNvPr>
            <p:cNvSpPr txBox="1"/>
            <p:nvPr/>
          </p:nvSpPr>
          <p:spPr>
            <a:xfrm>
              <a:off x="653913" y="4555384"/>
              <a:ext cx="401072" cy="400110"/>
            </a:xfrm>
            <a:prstGeom prst="rect">
              <a:avLst/>
            </a:prstGeom>
            <a:noFill/>
          </p:spPr>
          <p:txBody>
            <a:bodyPr wrap="none" rtlCol="0">
              <a:spAutoFit/>
            </a:bodyPr>
            <a:lstStyle/>
            <a:p>
              <a:r>
                <a:rPr lang="en-CN" sz="2000" dirty="0">
                  <a:solidFill>
                    <a:schemeClr val="accent3"/>
                  </a:solidFill>
                  <a:latin typeface="DIN Condensed" pitchFamily="2" charset="0"/>
                </a:rPr>
                <a:t>t0</a:t>
              </a:r>
            </a:p>
          </p:txBody>
        </p:sp>
        <p:sp>
          <p:nvSpPr>
            <p:cNvPr id="11" name="Rectangle 19">
              <a:extLst>
                <a:ext uri="{FF2B5EF4-FFF2-40B4-BE49-F238E27FC236}">
                  <a16:creationId xmlns:a16="http://schemas.microsoft.com/office/drawing/2014/main" id="{448C869A-1A0F-47EB-9BD8-83351752B078}"/>
                </a:ext>
              </a:extLst>
            </p:cNvPr>
            <p:cNvSpPr/>
            <p:nvPr/>
          </p:nvSpPr>
          <p:spPr>
            <a:xfrm>
              <a:off x="1195407"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A[0]</a:t>
              </a:r>
            </a:p>
          </p:txBody>
        </p:sp>
        <p:sp>
          <p:nvSpPr>
            <p:cNvPr id="12" name="Rectangle 38">
              <a:extLst>
                <a:ext uri="{FF2B5EF4-FFF2-40B4-BE49-F238E27FC236}">
                  <a16:creationId xmlns:a16="http://schemas.microsoft.com/office/drawing/2014/main" id="{0DC17D38-1405-4D15-AD44-C13D172AB542}"/>
                </a:ext>
              </a:extLst>
            </p:cNvPr>
            <p:cNvSpPr/>
            <p:nvPr/>
          </p:nvSpPr>
          <p:spPr>
            <a:xfrm>
              <a:off x="2442465"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B[0]</a:t>
              </a:r>
            </a:p>
          </p:txBody>
        </p:sp>
      </p:grpSp>
      <p:grpSp>
        <p:nvGrpSpPr>
          <p:cNvPr id="13" name="Group 39">
            <a:extLst>
              <a:ext uri="{FF2B5EF4-FFF2-40B4-BE49-F238E27FC236}">
                <a16:creationId xmlns:a16="http://schemas.microsoft.com/office/drawing/2014/main" id="{34041696-17A5-44B1-9AEF-BC64CAE4C43F}"/>
              </a:ext>
            </a:extLst>
          </p:cNvPr>
          <p:cNvGrpSpPr/>
          <p:nvPr/>
        </p:nvGrpSpPr>
        <p:grpSpPr>
          <a:xfrm>
            <a:off x="-312237" y="3933624"/>
            <a:ext cx="2634279" cy="507086"/>
            <a:chOff x="653913" y="4555384"/>
            <a:chExt cx="2634279" cy="507086"/>
          </a:xfrm>
        </p:grpSpPr>
        <p:sp>
          <p:nvSpPr>
            <p:cNvPr id="14" name="TextBox 40">
              <a:extLst>
                <a:ext uri="{FF2B5EF4-FFF2-40B4-BE49-F238E27FC236}">
                  <a16:creationId xmlns:a16="http://schemas.microsoft.com/office/drawing/2014/main" id="{47084781-76FB-46FC-A2CF-A8995EC3C490}"/>
                </a:ext>
              </a:extLst>
            </p:cNvPr>
            <p:cNvSpPr txBox="1"/>
            <p:nvPr/>
          </p:nvSpPr>
          <p:spPr>
            <a:xfrm>
              <a:off x="653913" y="4555384"/>
              <a:ext cx="401072" cy="400110"/>
            </a:xfrm>
            <a:prstGeom prst="rect">
              <a:avLst/>
            </a:prstGeom>
            <a:noFill/>
          </p:spPr>
          <p:txBody>
            <a:bodyPr wrap="none" rtlCol="0">
              <a:spAutoFit/>
            </a:bodyPr>
            <a:lstStyle/>
            <a:p>
              <a:r>
                <a:rPr lang="en-CN" sz="2000" dirty="0">
                  <a:solidFill>
                    <a:schemeClr val="accent3"/>
                  </a:solidFill>
                  <a:latin typeface="DIN Condensed" pitchFamily="2" charset="0"/>
                </a:rPr>
                <a:t>t1</a:t>
              </a:r>
            </a:p>
          </p:txBody>
        </p:sp>
        <p:sp>
          <p:nvSpPr>
            <p:cNvPr id="15" name="Rectangle 41">
              <a:extLst>
                <a:ext uri="{FF2B5EF4-FFF2-40B4-BE49-F238E27FC236}">
                  <a16:creationId xmlns:a16="http://schemas.microsoft.com/office/drawing/2014/main" id="{72570439-4CB4-4493-BA51-E68F529EFDD1}"/>
                </a:ext>
              </a:extLst>
            </p:cNvPr>
            <p:cNvSpPr/>
            <p:nvPr/>
          </p:nvSpPr>
          <p:spPr>
            <a:xfrm>
              <a:off x="1195407"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A[1]</a:t>
              </a:r>
            </a:p>
          </p:txBody>
        </p:sp>
        <p:sp>
          <p:nvSpPr>
            <p:cNvPr id="16" name="Rectangle 42">
              <a:extLst>
                <a:ext uri="{FF2B5EF4-FFF2-40B4-BE49-F238E27FC236}">
                  <a16:creationId xmlns:a16="http://schemas.microsoft.com/office/drawing/2014/main" id="{7E5FF1B2-FA89-45A6-BE4D-7E2156E2BA3B}"/>
                </a:ext>
              </a:extLst>
            </p:cNvPr>
            <p:cNvSpPr/>
            <p:nvPr/>
          </p:nvSpPr>
          <p:spPr>
            <a:xfrm>
              <a:off x="2442465"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B[1]</a:t>
              </a:r>
            </a:p>
          </p:txBody>
        </p:sp>
      </p:grpSp>
      <p:grpSp>
        <p:nvGrpSpPr>
          <p:cNvPr id="17" name="Group 43">
            <a:extLst>
              <a:ext uri="{FF2B5EF4-FFF2-40B4-BE49-F238E27FC236}">
                <a16:creationId xmlns:a16="http://schemas.microsoft.com/office/drawing/2014/main" id="{58D56A6C-C47E-4B35-9B40-759EB5DCCC96}"/>
              </a:ext>
            </a:extLst>
          </p:cNvPr>
          <p:cNvGrpSpPr/>
          <p:nvPr/>
        </p:nvGrpSpPr>
        <p:grpSpPr>
          <a:xfrm>
            <a:off x="-312237" y="3446927"/>
            <a:ext cx="2634279" cy="507086"/>
            <a:chOff x="653913" y="4555384"/>
            <a:chExt cx="2634279" cy="507086"/>
          </a:xfrm>
        </p:grpSpPr>
        <p:sp>
          <p:nvSpPr>
            <p:cNvPr id="18" name="TextBox 44">
              <a:extLst>
                <a:ext uri="{FF2B5EF4-FFF2-40B4-BE49-F238E27FC236}">
                  <a16:creationId xmlns:a16="http://schemas.microsoft.com/office/drawing/2014/main" id="{9F8180FA-B0CA-4EAC-B93D-B7B6384B62E2}"/>
                </a:ext>
              </a:extLst>
            </p:cNvPr>
            <p:cNvSpPr txBox="1"/>
            <p:nvPr/>
          </p:nvSpPr>
          <p:spPr>
            <a:xfrm>
              <a:off x="653913" y="4555384"/>
              <a:ext cx="401072" cy="400110"/>
            </a:xfrm>
            <a:prstGeom prst="rect">
              <a:avLst/>
            </a:prstGeom>
            <a:noFill/>
          </p:spPr>
          <p:txBody>
            <a:bodyPr wrap="none" rtlCol="0">
              <a:spAutoFit/>
            </a:bodyPr>
            <a:lstStyle/>
            <a:p>
              <a:r>
                <a:rPr lang="en-CN" sz="2000" dirty="0">
                  <a:solidFill>
                    <a:schemeClr val="accent3"/>
                  </a:solidFill>
                  <a:latin typeface="DIN Condensed" pitchFamily="2" charset="0"/>
                </a:rPr>
                <a:t>t2</a:t>
              </a:r>
            </a:p>
          </p:txBody>
        </p:sp>
        <p:sp>
          <p:nvSpPr>
            <p:cNvPr id="19" name="Rectangle 45">
              <a:extLst>
                <a:ext uri="{FF2B5EF4-FFF2-40B4-BE49-F238E27FC236}">
                  <a16:creationId xmlns:a16="http://schemas.microsoft.com/office/drawing/2014/main" id="{FAE013F9-3488-469D-946E-04E55AC6D686}"/>
                </a:ext>
              </a:extLst>
            </p:cNvPr>
            <p:cNvSpPr/>
            <p:nvPr/>
          </p:nvSpPr>
          <p:spPr>
            <a:xfrm>
              <a:off x="1195407"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A[2]</a:t>
              </a:r>
            </a:p>
          </p:txBody>
        </p:sp>
        <p:sp>
          <p:nvSpPr>
            <p:cNvPr id="20" name="Rectangle 46">
              <a:extLst>
                <a:ext uri="{FF2B5EF4-FFF2-40B4-BE49-F238E27FC236}">
                  <a16:creationId xmlns:a16="http://schemas.microsoft.com/office/drawing/2014/main" id="{7E405F15-BA21-4D0E-AB40-DE9DACCB4689}"/>
                </a:ext>
              </a:extLst>
            </p:cNvPr>
            <p:cNvSpPr/>
            <p:nvPr/>
          </p:nvSpPr>
          <p:spPr>
            <a:xfrm>
              <a:off x="2442465"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B[2]</a:t>
              </a:r>
            </a:p>
          </p:txBody>
        </p:sp>
      </p:grpSp>
      <p:grpSp>
        <p:nvGrpSpPr>
          <p:cNvPr id="21" name="Group 47">
            <a:extLst>
              <a:ext uri="{FF2B5EF4-FFF2-40B4-BE49-F238E27FC236}">
                <a16:creationId xmlns:a16="http://schemas.microsoft.com/office/drawing/2014/main" id="{12CADA2F-F2D0-41AF-94EF-F290663FFF66}"/>
              </a:ext>
            </a:extLst>
          </p:cNvPr>
          <p:cNvGrpSpPr/>
          <p:nvPr/>
        </p:nvGrpSpPr>
        <p:grpSpPr>
          <a:xfrm>
            <a:off x="-304800" y="2952557"/>
            <a:ext cx="2634279" cy="507086"/>
            <a:chOff x="653913" y="4555384"/>
            <a:chExt cx="2634279" cy="507086"/>
          </a:xfrm>
        </p:grpSpPr>
        <p:sp>
          <p:nvSpPr>
            <p:cNvPr id="22" name="TextBox 48">
              <a:extLst>
                <a:ext uri="{FF2B5EF4-FFF2-40B4-BE49-F238E27FC236}">
                  <a16:creationId xmlns:a16="http://schemas.microsoft.com/office/drawing/2014/main" id="{7CE95C16-ADA9-4377-9503-069317B24640}"/>
                </a:ext>
              </a:extLst>
            </p:cNvPr>
            <p:cNvSpPr txBox="1"/>
            <p:nvPr/>
          </p:nvSpPr>
          <p:spPr>
            <a:xfrm>
              <a:off x="653913" y="4555384"/>
              <a:ext cx="401072" cy="400110"/>
            </a:xfrm>
            <a:prstGeom prst="rect">
              <a:avLst/>
            </a:prstGeom>
            <a:noFill/>
          </p:spPr>
          <p:txBody>
            <a:bodyPr wrap="none" rtlCol="0">
              <a:spAutoFit/>
            </a:bodyPr>
            <a:lstStyle/>
            <a:p>
              <a:r>
                <a:rPr lang="en-CN" sz="2000" dirty="0">
                  <a:solidFill>
                    <a:schemeClr val="accent3"/>
                  </a:solidFill>
                  <a:latin typeface="DIN Condensed" pitchFamily="2" charset="0"/>
                </a:rPr>
                <a:t>t3</a:t>
              </a:r>
            </a:p>
          </p:txBody>
        </p:sp>
        <p:sp>
          <p:nvSpPr>
            <p:cNvPr id="23" name="Rectangle 49">
              <a:extLst>
                <a:ext uri="{FF2B5EF4-FFF2-40B4-BE49-F238E27FC236}">
                  <a16:creationId xmlns:a16="http://schemas.microsoft.com/office/drawing/2014/main" id="{89326D4E-A452-4BC8-8915-8D5FE4D3B92C}"/>
                </a:ext>
              </a:extLst>
            </p:cNvPr>
            <p:cNvSpPr/>
            <p:nvPr/>
          </p:nvSpPr>
          <p:spPr>
            <a:xfrm>
              <a:off x="1187971" y="4575773"/>
              <a:ext cx="853164"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A[3]</a:t>
              </a:r>
            </a:p>
          </p:txBody>
        </p:sp>
        <p:sp>
          <p:nvSpPr>
            <p:cNvPr id="24" name="Rectangle 50">
              <a:extLst>
                <a:ext uri="{FF2B5EF4-FFF2-40B4-BE49-F238E27FC236}">
                  <a16:creationId xmlns:a16="http://schemas.microsoft.com/office/drawing/2014/main" id="{86D9D607-7739-4BB1-8EDA-557E80678E23}"/>
                </a:ext>
              </a:extLst>
            </p:cNvPr>
            <p:cNvSpPr/>
            <p:nvPr/>
          </p:nvSpPr>
          <p:spPr>
            <a:xfrm>
              <a:off x="2442465"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B[3]</a:t>
              </a:r>
            </a:p>
          </p:txBody>
        </p:sp>
      </p:grpSp>
      <p:grpSp>
        <p:nvGrpSpPr>
          <p:cNvPr id="25" name="Group 51">
            <a:extLst>
              <a:ext uri="{FF2B5EF4-FFF2-40B4-BE49-F238E27FC236}">
                <a16:creationId xmlns:a16="http://schemas.microsoft.com/office/drawing/2014/main" id="{146504DF-9198-4793-86E1-06B4564A59D0}"/>
              </a:ext>
            </a:extLst>
          </p:cNvPr>
          <p:cNvGrpSpPr/>
          <p:nvPr/>
        </p:nvGrpSpPr>
        <p:grpSpPr>
          <a:xfrm>
            <a:off x="-312237" y="2464229"/>
            <a:ext cx="2634279" cy="507086"/>
            <a:chOff x="653913" y="4555384"/>
            <a:chExt cx="2634279" cy="507086"/>
          </a:xfrm>
        </p:grpSpPr>
        <p:sp>
          <p:nvSpPr>
            <p:cNvPr id="26" name="TextBox 56">
              <a:extLst>
                <a:ext uri="{FF2B5EF4-FFF2-40B4-BE49-F238E27FC236}">
                  <a16:creationId xmlns:a16="http://schemas.microsoft.com/office/drawing/2014/main" id="{9F62542A-A39A-46C8-BB28-613AC780C6D9}"/>
                </a:ext>
              </a:extLst>
            </p:cNvPr>
            <p:cNvSpPr txBox="1"/>
            <p:nvPr/>
          </p:nvSpPr>
          <p:spPr>
            <a:xfrm>
              <a:off x="653913" y="4555384"/>
              <a:ext cx="401072" cy="400110"/>
            </a:xfrm>
            <a:prstGeom prst="rect">
              <a:avLst/>
            </a:prstGeom>
            <a:noFill/>
          </p:spPr>
          <p:txBody>
            <a:bodyPr wrap="none" rtlCol="0">
              <a:spAutoFit/>
            </a:bodyPr>
            <a:lstStyle/>
            <a:p>
              <a:r>
                <a:rPr lang="en-CN" sz="2000" dirty="0">
                  <a:solidFill>
                    <a:schemeClr val="accent3"/>
                  </a:solidFill>
                  <a:latin typeface="DIN Condensed" pitchFamily="2" charset="0"/>
                </a:rPr>
                <a:t>t4</a:t>
              </a:r>
            </a:p>
          </p:txBody>
        </p:sp>
        <p:sp>
          <p:nvSpPr>
            <p:cNvPr id="27" name="Rectangle 57">
              <a:extLst>
                <a:ext uri="{FF2B5EF4-FFF2-40B4-BE49-F238E27FC236}">
                  <a16:creationId xmlns:a16="http://schemas.microsoft.com/office/drawing/2014/main" id="{5901011B-CF4F-4364-8044-8E5D0D9D5C27}"/>
                </a:ext>
              </a:extLst>
            </p:cNvPr>
            <p:cNvSpPr/>
            <p:nvPr/>
          </p:nvSpPr>
          <p:spPr>
            <a:xfrm>
              <a:off x="1195407"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A[4]</a:t>
              </a:r>
            </a:p>
          </p:txBody>
        </p:sp>
        <p:sp>
          <p:nvSpPr>
            <p:cNvPr id="28" name="Rectangle 58">
              <a:extLst>
                <a:ext uri="{FF2B5EF4-FFF2-40B4-BE49-F238E27FC236}">
                  <a16:creationId xmlns:a16="http://schemas.microsoft.com/office/drawing/2014/main" id="{E93FC164-ADAD-4D73-9115-29E536A663CC}"/>
                </a:ext>
              </a:extLst>
            </p:cNvPr>
            <p:cNvSpPr/>
            <p:nvPr/>
          </p:nvSpPr>
          <p:spPr>
            <a:xfrm>
              <a:off x="2442465"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B[4]</a:t>
              </a:r>
            </a:p>
          </p:txBody>
        </p:sp>
      </p:grpSp>
      <p:grpSp>
        <p:nvGrpSpPr>
          <p:cNvPr id="29" name="Group 59">
            <a:extLst>
              <a:ext uri="{FF2B5EF4-FFF2-40B4-BE49-F238E27FC236}">
                <a16:creationId xmlns:a16="http://schemas.microsoft.com/office/drawing/2014/main" id="{434E0A21-2430-4362-8C32-52CF45E20B7B}"/>
              </a:ext>
            </a:extLst>
          </p:cNvPr>
          <p:cNvGrpSpPr/>
          <p:nvPr/>
        </p:nvGrpSpPr>
        <p:grpSpPr>
          <a:xfrm>
            <a:off x="-304800" y="1969860"/>
            <a:ext cx="2634279" cy="507086"/>
            <a:chOff x="653913" y="4555384"/>
            <a:chExt cx="2634279" cy="507086"/>
          </a:xfrm>
        </p:grpSpPr>
        <p:sp>
          <p:nvSpPr>
            <p:cNvPr id="30" name="TextBox 60">
              <a:extLst>
                <a:ext uri="{FF2B5EF4-FFF2-40B4-BE49-F238E27FC236}">
                  <a16:creationId xmlns:a16="http://schemas.microsoft.com/office/drawing/2014/main" id="{A2FA0415-E8B7-4F91-98E6-39E4332D12F2}"/>
                </a:ext>
              </a:extLst>
            </p:cNvPr>
            <p:cNvSpPr txBox="1"/>
            <p:nvPr/>
          </p:nvSpPr>
          <p:spPr>
            <a:xfrm>
              <a:off x="653913" y="4555384"/>
              <a:ext cx="401072" cy="400110"/>
            </a:xfrm>
            <a:prstGeom prst="rect">
              <a:avLst/>
            </a:prstGeom>
            <a:noFill/>
          </p:spPr>
          <p:txBody>
            <a:bodyPr wrap="none" rtlCol="0">
              <a:spAutoFit/>
            </a:bodyPr>
            <a:lstStyle/>
            <a:p>
              <a:r>
                <a:rPr lang="en-CN" sz="2000" dirty="0">
                  <a:solidFill>
                    <a:schemeClr val="accent3"/>
                  </a:solidFill>
                  <a:latin typeface="DIN Condensed" pitchFamily="2" charset="0"/>
                </a:rPr>
                <a:t>t</a:t>
              </a:r>
              <a:r>
                <a:rPr lang="en-US" altLang="zh-CN" sz="2000" dirty="0">
                  <a:solidFill>
                    <a:schemeClr val="accent3"/>
                  </a:solidFill>
                  <a:latin typeface="DIN Condensed" pitchFamily="2" charset="0"/>
                </a:rPr>
                <a:t>5</a:t>
              </a:r>
              <a:endParaRPr lang="en-CN" sz="2000" dirty="0">
                <a:solidFill>
                  <a:schemeClr val="accent3"/>
                </a:solidFill>
                <a:latin typeface="DIN Condensed" pitchFamily="2" charset="0"/>
              </a:endParaRPr>
            </a:p>
          </p:txBody>
        </p:sp>
        <p:sp>
          <p:nvSpPr>
            <p:cNvPr id="31" name="Rectangle 61">
              <a:extLst>
                <a:ext uri="{FF2B5EF4-FFF2-40B4-BE49-F238E27FC236}">
                  <a16:creationId xmlns:a16="http://schemas.microsoft.com/office/drawing/2014/main" id="{1D5D6D58-EE5E-4533-B3BE-DCF89F660B42}"/>
                </a:ext>
              </a:extLst>
            </p:cNvPr>
            <p:cNvSpPr/>
            <p:nvPr/>
          </p:nvSpPr>
          <p:spPr>
            <a:xfrm>
              <a:off x="1187971" y="4575773"/>
              <a:ext cx="853164"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A[5]</a:t>
              </a:r>
            </a:p>
          </p:txBody>
        </p:sp>
        <p:sp>
          <p:nvSpPr>
            <p:cNvPr id="32" name="Rectangle 62">
              <a:extLst>
                <a:ext uri="{FF2B5EF4-FFF2-40B4-BE49-F238E27FC236}">
                  <a16:creationId xmlns:a16="http://schemas.microsoft.com/office/drawing/2014/main" id="{7E71ECB2-2B38-4E29-9DCC-9533D9F37DD7}"/>
                </a:ext>
              </a:extLst>
            </p:cNvPr>
            <p:cNvSpPr/>
            <p:nvPr/>
          </p:nvSpPr>
          <p:spPr>
            <a:xfrm>
              <a:off x="2442465"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B[5]</a:t>
              </a:r>
            </a:p>
          </p:txBody>
        </p:sp>
      </p:grpSp>
      <p:grpSp>
        <p:nvGrpSpPr>
          <p:cNvPr id="33" name="Group 63">
            <a:extLst>
              <a:ext uri="{FF2B5EF4-FFF2-40B4-BE49-F238E27FC236}">
                <a16:creationId xmlns:a16="http://schemas.microsoft.com/office/drawing/2014/main" id="{1E655605-12D5-4CFF-9269-E72D7C538963}"/>
              </a:ext>
            </a:extLst>
          </p:cNvPr>
          <p:cNvGrpSpPr/>
          <p:nvPr/>
        </p:nvGrpSpPr>
        <p:grpSpPr>
          <a:xfrm>
            <a:off x="-304800" y="1483163"/>
            <a:ext cx="2634279" cy="507086"/>
            <a:chOff x="653913" y="4555384"/>
            <a:chExt cx="2634279" cy="507086"/>
          </a:xfrm>
        </p:grpSpPr>
        <p:sp>
          <p:nvSpPr>
            <p:cNvPr id="34" name="TextBox 64">
              <a:extLst>
                <a:ext uri="{FF2B5EF4-FFF2-40B4-BE49-F238E27FC236}">
                  <a16:creationId xmlns:a16="http://schemas.microsoft.com/office/drawing/2014/main" id="{A40C32AA-49E0-4820-BF7B-D6C83A7E5CBE}"/>
                </a:ext>
              </a:extLst>
            </p:cNvPr>
            <p:cNvSpPr txBox="1"/>
            <p:nvPr/>
          </p:nvSpPr>
          <p:spPr>
            <a:xfrm>
              <a:off x="653913" y="4555384"/>
              <a:ext cx="401072" cy="400110"/>
            </a:xfrm>
            <a:prstGeom prst="rect">
              <a:avLst/>
            </a:prstGeom>
            <a:noFill/>
          </p:spPr>
          <p:txBody>
            <a:bodyPr wrap="none" rtlCol="0">
              <a:spAutoFit/>
            </a:bodyPr>
            <a:lstStyle/>
            <a:p>
              <a:r>
                <a:rPr lang="en-CN" sz="2000" dirty="0">
                  <a:solidFill>
                    <a:schemeClr val="accent3"/>
                  </a:solidFill>
                  <a:latin typeface="DIN Condensed" pitchFamily="2" charset="0"/>
                </a:rPr>
                <a:t>t6</a:t>
              </a:r>
            </a:p>
          </p:txBody>
        </p:sp>
        <p:sp>
          <p:nvSpPr>
            <p:cNvPr id="35" name="Rectangle 65">
              <a:extLst>
                <a:ext uri="{FF2B5EF4-FFF2-40B4-BE49-F238E27FC236}">
                  <a16:creationId xmlns:a16="http://schemas.microsoft.com/office/drawing/2014/main" id="{D8849687-A785-4ED3-B158-154DE0AD7353}"/>
                </a:ext>
              </a:extLst>
            </p:cNvPr>
            <p:cNvSpPr/>
            <p:nvPr/>
          </p:nvSpPr>
          <p:spPr>
            <a:xfrm>
              <a:off x="1187971" y="4575773"/>
              <a:ext cx="853164"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A[6]</a:t>
              </a:r>
            </a:p>
          </p:txBody>
        </p:sp>
        <p:sp>
          <p:nvSpPr>
            <p:cNvPr id="36" name="Rectangle 66">
              <a:extLst>
                <a:ext uri="{FF2B5EF4-FFF2-40B4-BE49-F238E27FC236}">
                  <a16:creationId xmlns:a16="http://schemas.microsoft.com/office/drawing/2014/main" id="{BEDBEC03-7E0B-45F6-8D1F-6578E612E6A4}"/>
                </a:ext>
              </a:extLst>
            </p:cNvPr>
            <p:cNvSpPr/>
            <p:nvPr/>
          </p:nvSpPr>
          <p:spPr>
            <a:xfrm>
              <a:off x="2442465" y="4575773"/>
              <a:ext cx="84572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B[6]</a:t>
              </a:r>
            </a:p>
          </p:txBody>
        </p:sp>
      </p:grpSp>
      <p:grpSp>
        <p:nvGrpSpPr>
          <p:cNvPr id="37" name="Group 27">
            <a:extLst>
              <a:ext uri="{FF2B5EF4-FFF2-40B4-BE49-F238E27FC236}">
                <a16:creationId xmlns:a16="http://schemas.microsoft.com/office/drawing/2014/main" id="{8FD66D75-BAE4-4DC7-968B-D6A63BB3B6CD}"/>
              </a:ext>
            </a:extLst>
          </p:cNvPr>
          <p:cNvGrpSpPr/>
          <p:nvPr/>
        </p:nvGrpSpPr>
        <p:grpSpPr>
          <a:xfrm>
            <a:off x="2372058" y="3988606"/>
            <a:ext cx="5144787" cy="530037"/>
            <a:chOff x="3137121" y="4035983"/>
            <a:chExt cx="5144787" cy="530037"/>
          </a:xfrm>
        </p:grpSpPr>
        <p:sp>
          <p:nvSpPr>
            <p:cNvPr id="38" name="TextBox 73">
              <a:extLst>
                <a:ext uri="{FF2B5EF4-FFF2-40B4-BE49-F238E27FC236}">
                  <a16:creationId xmlns:a16="http://schemas.microsoft.com/office/drawing/2014/main" id="{1C5377F9-17B4-4665-A794-509ABBF75858}"/>
                </a:ext>
              </a:extLst>
            </p:cNvPr>
            <p:cNvSpPr txBox="1"/>
            <p:nvPr/>
          </p:nvSpPr>
          <p:spPr>
            <a:xfrm>
              <a:off x="3137121" y="4035983"/>
              <a:ext cx="401072" cy="400110"/>
            </a:xfrm>
            <a:prstGeom prst="rect">
              <a:avLst/>
            </a:prstGeom>
            <a:noFill/>
          </p:spPr>
          <p:txBody>
            <a:bodyPr wrap="none" rtlCol="0">
              <a:spAutoFit/>
            </a:bodyPr>
            <a:lstStyle/>
            <a:p>
              <a:r>
                <a:rPr lang="en-CN" sz="2000" dirty="0">
                  <a:solidFill>
                    <a:schemeClr val="accent3"/>
                  </a:solidFill>
                  <a:latin typeface="DIN Condensed" pitchFamily="2" charset="0"/>
                </a:rPr>
                <a:t>t1</a:t>
              </a:r>
            </a:p>
          </p:txBody>
        </p:sp>
        <p:sp>
          <p:nvSpPr>
            <p:cNvPr id="39" name="Rectangle 74">
              <a:extLst>
                <a:ext uri="{FF2B5EF4-FFF2-40B4-BE49-F238E27FC236}">
                  <a16:creationId xmlns:a16="http://schemas.microsoft.com/office/drawing/2014/main" id="{CAA7F074-10EA-4748-9AEE-6E1B88404F8B}"/>
                </a:ext>
              </a:extLst>
            </p:cNvPr>
            <p:cNvSpPr/>
            <p:nvPr/>
          </p:nvSpPr>
          <p:spPr>
            <a:xfrm>
              <a:off x="3503633" y="4057854"/>
              <a:ext cx="738850"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A[4]</a:t>
              </a:r>
            </a:p>
          </p:txBody>
        </p:sp>
        <p:sp>
          <p:nvSpPr>
            <p:cNvPr id="40" name="Rectangle 75">
              <a:extLst>
                <a:ext uri="{FF2B5EF4-FFF2-40B4-BE49-F238E27FC236}">
                  <a16:creationId xmlns:a16="http://schemas.microsoft.com/office/drawing/2014/main" id="{EDF8B497-1E5E-4362-B38F-187348779B60}"/>
                </a:ext>
              </a:extLst>
            </p:cNvPr>
            <p:cNvSpPr/>
            <p:nvPr/>
          </p:nvSpPr>
          <p:spPr>
            <a:xfrm>
              <a:off x="4245820" y="4060576"/>
              <a:ext cx="700856"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B[4]</a:t>
              </a:r>
            </a:p>
          </p:txBody>
        </p:sp>
        <p:grpSp>
          <p:nvGrpSpPr>
            <p:cNvPr id="41" name="Group 119">
              <a:extLst>
                <a:ext uri="{FF2B5EF4-FFF2-40B4-BE49-F238E27FC236}">
                  <a16:creationId xmlns:a16="http://schemas.microsoft.com/office/drawing/2014/main" id="{C1D5F350-60E1-4FF7-9F92-987FB05701F4}"/>
                </a:ext>
              </a:extLst>
            </p:cNvPr>
            <p:cNvGrpSpPr/>
            <p:nvPr/>
          </p:nvGrpSpPr>
          <p:grpSpPr>
            <a:xfrm>
              <a:off x="5151540" y="4063068"/>
              <a:ext cx="1398019" cy="486697"/>
              <a:chOff x="650313" y="4584992"/>
              <a:chExt cx="1398019" cy="486697"/>
            </a:xfrm>
          </p:grpSpPr>
          <p:sp>
            <p:nvSpPr>
              <p:cNvPr id="45" name="Rectangle 121">
                <a:extLst>
                  <a:ext uri="{FF2B5EF4-FFF2-40B4-BE49-F238E27FC236}">
                    <a16:creationId xmlns:a16="http://schemas.microsoft.com/office/drawing/2014/main" id="{F2918208-7E98-470E-9EB5-20ACB4A79419}"/>
                  </a:ext>
                </a:extLst>
              </p:cNvPr>
              <p:cNvSpPr/>
              <p:nvPr/>
            </p:nvSpPr>
            <p:spPr>
              <a:xfrm>
                <a:off x="650313" y="4584992"/>
                <a:ext cx="700856"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A[5]</a:t>
                </a:r>
              </a:p>
            </p:txBody>
          </p:sp>
          <p:sp>
            <p:nvSpPr>
              <p:cNvPr id="46" name="Rectangle 122">
                <a:extLst>
                  <a:ext uri="{FF2B5EF4-FFF2-40B4-BE49-F238E27FC236}">
                    <a16:creationId xmlns:a16="http://schemas.microsoft.com/office/drawing/2014/main" id="{88B9BBAA-A52C-443A-B399-7B57291E9D36}"/>
                  </a:ext>
                </a:extLst>
              </p:cNvPr>
              <p:cNvSpPr/>
              <p:nvPr/>
            </p:nvSpPr>
            <p:spPr>
              <a:xfrm>
                <a:off x="1347475" y="4584992"/>
                <a:ext cx="70085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B[5]</a:t>
                </a:r>
              </a:p>
            </p:txBody>
          </p:sp>
        </p:grpSp>
        <p:grpSp>
          <p:nvGrpSpPr>
            <p:cNvPr id="42" name="Group 150">
              <a:extLst>
                <a:ext uri="{FF2B5EF4-FFF2-40B4-BE49-F238E27FC236}">
                  <a16:creationId xmlns:a16="http://schemas.microsoft.com/office/drawing/2014/main" id="{29CD470F-70CA-4E9F-A738-DD54E42E4BFE}"/>
                </a:ext>
              </a:extLst>
            </p:cNvPr>
            <p:cNvGrpSpPr/>
            <p:nvPr/>
          </p:nvGrpSpPr>
          <p:grpSpPr>
            <a:xfrm>
              <a:off x="6797652" y="4077087"/>
              <a:ext cx="1484256" cy="488933"/>
              <a:chOff x="225533" y="4584173"/>
              <a:chExt cx="1484256" cy="488933"/>
            </a:xfrm>
          </p:grpSpPr>
          <p:sp>
            <p:nvSpPr>
              <p:cNvPr id="43" name="Rectangle 152">
                <a:extLst>
                  <a:ext uri="{FF2B5EF4-FFF2-40B4-BE49-F238E27FC236}">
                    <a16:creationId xmlns:a16="http://schemas.microsoft.com/office/drawing/2014/main" id="{C1B8AA33-1BBD-4ADF-AA99-C86AA56F5F9F}"/>
                  </a:ext>
                </a:extLst>
              </p:cNvPr>
              <p:cNvSpPr/>
              <p:nvPr/>
            </p:nvSpPr>
            <p:spPr>
              <a:xfrm>
                <a:off x="225533" y="4586409"/>
                <a:ext cx="745406"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A[6]</a:t>
                </a:r>
              </a:p>
            </p:txBody>
          </p:sp>
          <p:sp>
            <p:nvSpPr>
              <p:cNvPr id="44" name="Rectangle 153">
                <a:extLst>
                  <a:ext uri="{FF2B5EF4-FFF2-40B4-BE49-F238E27FC236}">
                    <a16:creationId xmlns:a16="http://schemas.microsoft.com/office/drawing/2014/main" id="{D16B9C0B-B7FB-4BFC-9664-0F0848709483}"/>
                  </a:ext>
                </a:extLst>
              </p:cNvPr>
              <p:cNvSpPr/>
              <p:nvPr/>
            </p:nvSpPr>
            <p:spPr>
              <a:xfrm>
                <a:off x="970938" y="4584173"/>
                <a:ext cx="738851" cy="48132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B[6]</a:t>
                </a:r>
              </a:p>
            </p:txBody>
          </p:sp>
        </p:grpSp>
      </p:grpSp>
      <p:grpSp>
        <p:nvGrpSpPr>
          <p:cNvPr id="47" name="Group 32">
            <a:extLst>
              <a:ext uri="{FF2B5EF4-FFF2-40B4-BE49-F238E27FC236}">
                <a16:creationId xmlns:a16="http://schemas.microsoft.com/office/drawing/2014/main" id="{DB7803EB-1978-4B0B-B10B-1733C4491250}"/>
              </a:ext>
            </a:extLst>
          </p:cNvPr>
          <p:cNvGrpSpPr/>
          <p:nvPr/>
        </p:nvGrpSpPr>
        <p:grpSpPr>
          <a:xfrm>
            <a:off x="2717790" y="5340213"/>
            <a:ext cx="6299189" cy="632241"/>
            <a:chOff x="3789913" y="5365064"/>
            <a:chExt cx="6170215" cy="657923"/>
          </a:xfrm>
        </p:grpSpPr>
        <p:sp>
          <p:nvSpPr>
            <p:cNvPr id="48" name="Trapezoid 67">
              <a:extLst>
                <a:ext uri="{FF2B5EF4-FFF2-40B4-BE49-F238E27FC236}">
                  <a16:creationId xmlns:a16="http://schemas.microsoft.com/office/drawing/2014/main" id="{327F066C-D1DB-41E6-9DFB-89FBE27FF236}"/>
                </a:ext>
              </a:extLst>
            </p:cNvPr>
            <p:cNvSpPr/>
            <p:nvPr/>
          </p:nvSpPr>
          <p:spPr>
            <a:xfrm rot="10800000">
              <a:off x="3789913" y="5365064"/>
              <a:ext cx="1328163" cy="657922"/>
            </a:xfrm>
            <a:prstGeom prst="trapezoid">
              <a:avLst>
                <a:gd name="adj" fmla="val 55508"/>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4400" dirty="0">
                  <a:solidFill>
                    <a:schemeClr val="tx1"/>
                  </a:solidFill>
                </a:rPr>
                <a:t>+</a:t>
              </a:r>
            </a:p>
          </p:txBody>
        </p:sp>
        <p:sp>
          <p:nvSpPr>
            <p:cNvPr id="49" name="Trapezoid 114">
              <a:extLst>
                <a:ext uri="{FF2B5EF4-FFF2-40B4-BE49-F238E27FC236}">
                  <a16:creationId xmlns:a16="http://schemas.microsoft.com/office/drawing/2014/main" id="{441C3D01-65C4-4D1F-B103-A7C5EE481FE8}"/>
                </a:ext>
              </a:extLst>
            </p:cNvPr>
            <p:cNvSpPr/>
            <p:nvPr/>
          </p:nvSpPr>
          <p:spPr>
            <a:xfrm rot="10800000">
              <a:off x="5459601" y="5365065"/>
              <a:ext cx="1328163" cy="657922"/>
            </a:xfrm>
            <a:prstGeom prst="trapezoid">
              <a:avLst>
                <a:gd name="adj" fmla="val 55508"/>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4400" dirty="0">
                  <a:solidFill>
                    <a:schemeClr val="tx1"/>
                  </a:solidFill>
                </a:rPr>
                <a:t>+</a:t>
              </a:r>
            </a:p>
          </p:txBody>
        </p:sp>
        <p:sp>
          <p:nvSpPr>
            <p:cNvPr id="50" name="Trapezoid 145">
              <a:extLst>
                <a:ext uri="{FF2B5EF4-FFF2-40B4-BE49-F238E27FC236}">
                  <a16:creationId xmlns:a16="http://schemas.microsoft.com/office/drawing/2014/main" id="{98DC9634-23B9-471C-88C5-0A0B93766684}"/>
                </a:ext>
              </a:extLst>
            </p:cNvPr>
            <p:cNvSpPr/>
            <p:nvPr/>
          </p:nvSpPr>
          <p:spPr>
            <a:xfrm rot="10800000">
              <a:off x="7045784" y="5365065"/>
              <a:ext cx="1328163" cy="657922"/>
            </a:xfrm>
            <a:prstGeom prst="trapezoid">
              <a:avLst>
                <a:gd name="adj" fmla="val 55508"/>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4400" dirty="0">
                  <a:solidFill>
                    <a:schemeClr val="tx1"/>
                  </a:solidFill>
                </a:rPr>
                <a:t>+</a:t>
              </a:r>
            </a:p>
          </p:txBody>
        </p:sp>
        <p:sp>
          <p:nvSpPr>
            <p:cNvPr id="51" name="Trapezoid 154">
              <a:extLst>
                <a:ext uri="{FF2B5EF4-FFF2-40B4-BE49-F238E27FC236}">
                  <a16:creationId xmlns:a16="http://schemas.microsoft.com/office/drawing/2014/main" id="{042D4B1F-544F-4EF4-BE84-493A5481209B}"/>
                </a:ext>
              </a:extLst>
            </p:cNvPr>
            <p:cNvSpPr/>
            <p:nvPr/>
          </p:nvSpPr>
          <p:spPr>
            <a:xfrm rot="10800000">
              <a:off x="8631965" y="5365064"/>
              <a:ext cx="1328163" cy="657922"/>
            </a:xfrm>
            <a:prstGeom prst="trapezoid">
              <a:avLst>
                <a:gd name="adj" fmla="val 55508"/>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4400" dirty="0">
                  <a:solidFill>
                    <a:schemeClr val="tx1"/>
                  </a:solidFill>
                </a:rPr>
                <a:t>+</a:t>
              </a:r>
            </a:p>
          </p:txBody>
        </p:sp>
      </p:grpSp>
      <p:grpSp>
        <p:nvGrpSpPr>
          <p:cNvPr id="52" name="Group 7">
            <a:extLst>
              <a:ext uri="{FF2B5EF4-FFF2-40B4-BE49-F238E27FC236}">
                <a16:creationId xmlns:a16="http://schemas.microsoft.com/office/drawing/2014/main" id="{B53AE79A-536D-44AB-AD7F-BC7015513E87}"/>
              </a:ext>
            </a:extLst>
          </p:cNvPr>
          <p:cNvGrpSpPr/>
          <p:nvPr/>
        </p:nvGrpSpPr>
        <p:grpSpPr>
          <a:xfrm>
            <a:off x="2287729" y="4488972"/>
            <a:ext cx="6825997" cy="760118"/>
            <a:chOff x="3058984" y="4540545"/>
            <a:chExt cx="6825997" cy="760118"/>
          </a:xfrm>
        </p:grpSpPr>
        <p:sp>
          <p:nvSpPr>
            <p:cNvPr id="53" name="TextBox 37">
              <a:extLst>
                <a:ext uri="{FF2B5EF4-FFF2-40B4-BE49-F238E27FC236}">
                  <a16:creationId xmlns:a16="http://schemas.microsoft.com/office/drawing/2014/main" id="{4BAF7048-962B-43E3-BD34-94C1414DE17B}"/>
                </a:ext>
              </a:extLst>
            </p:cNvPr>
            <p:cNvSpPr txBox="1"/>
            <p:nvPr/>
          </p:nvSpPr>
          <p:spPr>
            <a:xfrm>
              <a:off x="3058984" y="4900553"/>
              <a:ext cx="163812" cy="400110"/>
            </a:xfrm>
            <a:prstGeom prst="rect">
              <a:avLst/>
            </a:prstGeom>
            <a:noFill/>
          </p:spPr>
          <p:txBody>
            <a:bodyPr wrap="square" rtlCol="0">
              <a:spAutoFit/>
            </a:bodyPr>
            <a:lstStyle/>
            <a:p>
              <a:endParaRPr lang="en-CN" sz="2000" dirty="0">
                <a:solidFill>
                  <a:schemeClr val="accent1">
                    <a:lumMod val="75000"/>
                  </a:schemeClr>
                </a:solidFill>
                <a:latin typeface="DIN Alternate" panose="020B0500000000000000" pitchFamily="34" charset="77"/>
              </a:endParaRPr>
            </a:p>
          </p:txBody>
        </p:sp>
        <p:sp>
          <p:nvSpPr>
            <p:cNvPr id="54" name="TextBox 69">
              <a:extLst>
                <a:ext uri="{FF2B5EF4-FFF2-40B4-BE49-F238E27FC236}">
                  <a16:creationId xmlns:a16="http://schemas.microsoft.com/office/drawing/2014/main" id="{1FAB66EF-EC61-4533-8F49-F780B8F99CC8}"/>
                </a:ext>
              </a:extLst>
            </p:cNvPr>
            <p:cNvSpPr txBox="1"/>
            <p:nvPr/>
          </p:nvSpPr>
          <p:spPr>
            <a:xfrm>
              <a:off x="3125966" y="4540546"/>
              <a:ext cx="401072" cy="400110"/>
            </a:xfrm>
            <a:prstGeom prst="rect">
              <a:avLst/>
            </a:prstGeom>
            <a:noFill/>
          </p:spPr>
          <p:txBody>
            <a:bodyPr wrap="none" rtlCol="0">
              <a:spAutoFit/>
            </a:bodyPr>
            <a:lstStyle/>
            <a:p>
              <a:r>
                <a:rPr lang="en-CN" sz="2000" dirty="0">
                  <a:solidFill>
                    <a:schemeClr val="accent3"/>
                  </a:solidFill>
                  <a:latin typeface="DIN Condensed" pitchFamily="2" charset="0"/>
                </a:rPr>
                <a:t>t0</a:t>
              </a:r>
            </a:p>
          </p:txBody>
        </p:sp>
        <p:sp>
          <p:nvSpPr>
            <p:cNvPr id="55" name="Rectangle 70">
              <a:extLst>
                <a:ext uri="{FF2B5EF4-FFF2-40B4-BE49-F238E27FC236}">
                  <a16:creationId xmlns:a16="http://schemas.microsoft.com/office/drawing/2014/main" id="{D5DFFF4A-EB9A-499E-82FA-173082801989}"/>
                </a:ext>
              </a:extLst>
            </p:cNvPr>
            <p:cNvSpPr/>
            <p:nvPr/>
          </p:nvSpPr>
          <p:spPr>
            <a:xfrm>
              <a:off x="3508989" y="4558412"/>
              <a:ext cx="738850"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A[0]</a:t>
              </a:r>
            </a:p>
          </p:txBody>
        </p:sp>
        <p:sp>
          <p:nvSpPr>
            <p:cNvPr id="56" name="Rectangle 71">
              <a:extLst>
                <a:ext uri="{FF2B5EF4-FFF2-40B4-BE49-F238E27FC236}">
                  <a16:creationId xmlns:a16="http://schemas.microsoft.com/office/drawing/2014/main" id="{CF95F366-68A3-4833-B080-20F7141ABF56}"/>
                </a:ext>
              </a:extLst>
            </p:cNvPr>
            <p:cNvSpPr/>
            <p:nvPr/>
          </p:nvSpPr>
          <p:spPr>
            <a:xfrm>
              <a:off x="4236489" y="4558412"/>
              <a:ext cx="700856"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B[0]</a:t>
              </a:r>
            </a:p>
          </p:txBody>
        </p:sp>
        <p:grpSp>
          <p:nvGrpSpPr>
            <p:cNvPr id="57" name="Group 115">
              <a:extLst>
                <a:ext uri="{FF2B5EF4-FFF2-40B4-BE49-F238E27FC236}">
                  <a16:creationId xmlns:a16="http://schemas.microsoft.com/office/drawing/2014/main" id="{44D991D4-26C8-437D-88E9-0CFC4408CBD5}"/>
                </a:ext>
              </a:extLst>
            </p:cNvPr>
            <p:cNvGrpSpPr/>
            <p:nvPr/>
          </p:nvGrpSpPr>
          <p:grpSpPr>
            <a:xfrm>
              <a:off x="5162790" y="4540545"/>
              <a:ext cx="1408387" cy="486698"/>
              <a:chOff x="661563" y="4557906"/>
              <a:chExt cx="1408387" cy="486698"/>
            </a:xfrm>
          </p:grpSpPr>
          <p:sp>
            <p:nvSpPr>
              <p:cNvPr id="64" name="Rectangle 117">
                <a:extLst>
                  <a:ext uri="{FF2B5EF4-FFF2-40B4-BE49-F238E27FC236}">
                    <a16:creationId xmlns:a16="http://schemas.microsoft.com/office/drawing/2014/main" id="{F9B2E1A5-E095-447F-8EDF-4FBC80A607C3}"/>
                  </a:ext>
                </a:extLst>
              </p:cNvPr>
              <p:cNvSpPr/>
              <p:nvPr/>
            </p:nvSpPr>
            <p:spPr>
              <a:xfrm>
                <a:off x="661563" y="4557907"/>
                <a:ext cx="70085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A[1]</a:t>
                </a:r>
              </a:p>
            </p:txBody>
          </p:sp>
          <p:sp>
            <p:nvSpPr>
              <p:cNvPr id="65" name="Rectangle 118">
                <a:extLst>
                  <a:ext uri="{FF2B5EF4-FFF2-40B4-BE49-F238E27FC236}">
                    <a16:creationId xmlns:a16="http://schemas.microsoft.com/office/drawing/2014/main" id="{52B1558E-191F-4ACB-A41D-056CBB46566B}"/>
                  </a:ext>
                </a:extLst>
              </p:cNvPr>
              <p:cNvSpPr/>
              <p:nvPr/>
            </p:nvSpPr>
            <p:spPr>
              <a:xfrm>
                <a:off x="1369094" y="4557906"/>
                <a:ext cx="700856"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B[1]</a:t>
                </a:r>
              </a:p>
            </p:txBody>
          </p:sp>
        </p:grpSp>
        <p:grpSp>
          <p:nvGrpSpPr>
            <p:cNvPr id="58" name="Group 146">
              <a:extLst>
                <a:ext uri="{FF2B5EF4-FFF2-40B4-BE49-F238E27FC236}">
                  <a16:creationId xmlns:a16="http://schemas.microsoft.com/office/drawing/2014/main" id="{1B8E601B-B785-49A1-89A5-D28A2DD743E4}"/>
                </a:ext>
              </a:extLst>
            </p:cNvPr>
            <p:cNvGrpSpPr/>
            <p:nvPr/>
          </p:nvGrpSpPr>
          <p:grpSpPr>
            <a:xfrm>
              <a:off x="6804206" y="4564844"/>
              <a:ext cx="1473734" cy="487873"/>
              <a:chOff x="232087" y="4567367"/>
              <a:chExt cx="1473734" cy="487873"/>
            </a:xfrm>
          </p:grpSpPr>
          <p:sp>
            <p:nvSpPr>
              <p:cNvPr id="62" name="Rectangle 148">
                <a:extLst>
                  <a:ext uri="{FF2B5EF4-FFF2-40B4-BE49-F238E27FC236}">
                    <a16:creationId xmlns:a16="http://schemas.microsoft.com/office/drawing/2014/main" id="{5E1164BB-2F42-422C-8A54-F6CDD84C6452}"/>
                  </a:ext>
                </a:extLst>
              </p:cNvPr>
              <p:cNvSpPr/>
              <p:nvPr/>
            </p:nvSpPr>
            <p:spPr>
              <a:xfrm>
                <a:off x="232087" y="4568543"/>
                <a:ext cx="738851"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A[2]</a:t>
                </a:r>
              </a:p>
            </p:txBody>
          </p:sp>
          <p:sp>
            <p:nvSpPr>
              <p:cNvPr id="63" name="Rectangle 149">
                <a:extLst>
                  <a:ext uri="{FF2B5EF4-FFF2-40B4-BE49-F238E27FC236}">
                    <a16:creationId xmlns:a16="http://schemas.microsoft.com/office/drawing/2014/main" id="{B9C08273-22CB-4D9C-9C28-90B7A4985BBF}"/>
                  </a:ext>
                </a:extLst>
              </p:cNvPr>
              <p:cNvSpPr/>
              <p:nvPr/>
            </p:nvSpPr>
            <p:spPr>
              <a:xfrm>
                <a:off x="966971" y="4567367"/>
                <a:ext cx="738850"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B[2]</a:t>
                </a:r>
              </a:p>
            </p:txBody>
          </p:sp>
        </p:grpSp>
        <p:grpSp>
          <p:nvGrpSpPr>
            <p:cNvPr id="59" name="Group 155">
              <a:extLst>
                <a:ext uri="{FF2B5EF4-FFF2-40B4-BE49-F238E27FC236}">
                  <a16:creationId xmlns:a16="http://schemas.microsoft.com/office/drawing/2014/main" id="{2D1F20A8-B65E-4F90-B437-01FBC936AF46}"/>
                </a:ext>
              </a:extLst>
            </p:cNvPr>
            <p:cNvGrpSpPr/>
            <p:nvPr/>
          </p:nvGrpSpPr>
          <p:grpSpPr>
            <a:xfrm>
              <a:off x="8398833" y="4560051"/>
              <a:ext cx="1486148" cy="492591"/>
              <a:chOff x="-380876" y="4565097"/>
              <a:chExt cx="1486148" cy="492591"/>
            </a:xfrm>
          </p:grpSpPr>
          <p:sp>
            <p:nvSpPr>
              <p:cNvPr id="60" name="Rectangle 157">
                <a:extLst>
                  <a:ext uri="{FF2B5EF4-FFF2-40B4-BE49-F238E27FC236}">
                    <a16:creationId xmlns:a16="http://schemas.microsoft.com/office/drawing/2014/main" id="{E2FF77D1-DCC1-43C3-8C08-366D46482A79}"/>
                  </a:ext>
                </a:extLst>
              </p:cNvPr>
              <p:cNvSpPr/>
              <p:nvPr/>
            </p:nvSpPr>
            <p:spPr>
              <a:xfrm>
                <a:off x="-380876" y="4570991"/>
                <a:ext cx="745407"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A[3]</a:t>
                </a:r>
              </a:p>
            </p:txBody>
          </p:sp>
          <p:sp>
            <p:nvSpPr>
              <p:cNvPr id="61" name="Rectangle 158">
                <a:extLst>
                  <a:ext uri="{FF2B5EF4-FFF2-40B4-BE49-F238E27FC236}">
                    <a16:creationId xmlns:a16="http://schemas.microsoft.com/office/drawing/2014/main" id="{5BDD07C0-DEB4-442A-8D4A-8A778485B898}"/>
                  </a:ext>
                </a:extLst>
              </p:cNvPr>
              <p:cNvSpPr/>
              <p:nvPr/>
            </p:nvSpPr>
            <p:spPr>
              <a:xfrm>
                <a:off x="366420" y="4565097"/>
                <a:ext cx="738852" cy="48669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dirty="0">
                    <a:solidFill>
                      <a:schemeClr val="tx1"/>
                    </a:solidFill>
                    <a:latin typeface="DIN Condensed" pitchFamily="2" charset="0"/>
                  </a:rPr>
                  <a:t>B[3]</a:t>
                </a:r>
              </a:p>
            </p:txBody>
          </p:sp>
        </p:grpSp>
      </p:grpSp>
      <p:sp>
        <p:nvSpPr>
          <p:cNvPr id="66" name="内容占位符 2">
            <a:extLst>
              <a:ext uri="{FF2B5EF4-FFF2-40B4-BE49-F238E27FC236}">
                <a16:creationId xmlns:a16="http://schemas.microsoft.com/office/drawing/2014/main" id="{B4F629A7-8297-42E2-A1AF-3BF07903AE41}"/>
              </a:ext>
            </a:extLst>
          </p:cNvPr>
          <p:cNvSpPr txBox="1">
            <a:spLocks/>
          </p:cNvSpPr>
          <p:nvPr/>
        </p:nvSpPr>
        <p:spPr>
          <a:xfrm>
            <a:off x="676517" y="6074177"/>
            <a:ext cx="1451413" cy="65792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b="1" dirty="0">
                <a:cs typeface="+mn-ea"/>
                <a:sym typeface="+mn-lt"/>
              </a:rPr>
              <a:t>Scalar</a:t>
            </a:r>
          </a:p>
        </p:txBody>
      </p:sp>
      <p:sp>
        <p:nvSpPr>
          <p:cNvPr id="67" name="内容占位符 2">
            <a:extLst>
              <a:ext uri="{FF2B5EF4-FFF2-40B4-BE49-F238E27FC236}">
                <a16:creationId xmlns:a16="http://schemas.microsoft.com/office/drawing/2014/main" id="{E3586373-1F69-48B0-B0CC-8DEC6ED2C080}"/>
              </a:ext>
            </a:extLst>
          </p:cNvPr>
          <p:cNvSpPr txBox="1">
            <a:spLocks/>
          </p:cNvSpPr>
          <p:nvPr/>
        </p:nvSpPr>
        <p:spPr>
          <a:xfrm>
            <a:off x="5320389" y="6095317"/>
            <a:ext cx="1451413" cy="65792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b="1" dirty="0">
                <a:cs typeface="+mn-ea"/>
                <a:sym typeface="+mn-lt"/>
              </a:rPr>
              <a:t>SIMD</a:t>
            </a:r>
          </a:p>
        </p:txBody>
      </p:sp>
      <p:cxnSp>
        <p:nvCxnSpPr>
          <p:cNvPr id="68" name="Straight Connector 34">
            <a:extLst>
              <a:ext uri="{FF2B5EF4-FFF2-40B4-BE49-F238E27FC236}">
                <a16:creationId xmlns:a16="http://schemas.microsoft.com/office/drawing/2014/main" id="{322B2151-6D33-436A-9E3E-CFFC62B301FC}"/>
              </a:ext>
            </a:extLst>
          </p:cNvPr>
          <p:cNvCxnSpPr/>
          <p:nvPr/>
        </p:nvCxnSpPr>
        <p:spPr>
          <a:xfrm>
            <a:off x="2564890" y="1489593"/>
            <a:ext cx="0" cy="4928839"/>
          </a:xfrm>
          <a:prstGeom prst="line">
            <a:avLst/>
          </a:prstGeom>
          <a:ln w="25400">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641458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4EE5B2AA-FF9B-DB4E-97CC-0C4C71C6AE2A}"/>
              </a:ext>
            </a:extLst>
          </p:cNvPr>
          <p:cNvSpPr>
            <a:spLocks noGrp="1"/>
          </p:cNvSpPr>
          <p:nvPr>
            <p:ph type="title"/>
          </p:nvPr>
        </p:nvSpPr>
        <p:spPr/>
        <p:txBody>
          <a:bodyPr/>
          <a:lstStyle/>
          <a:p>
            <a:r>
              <a:rPr lang="en-US" altLang="en-US">
                <a:ea typeface="ＭＳ Ｐゴシック" panose="020B0600070205080204" pitchFamily="34" charset="-128"/>
              </a:rPr>
              <a:t>GPUs are SIMD Engines Underneath</a:t>
            </a:r>
          </a:p>
        </p:txBody>
      </p:sp>
      <p:sp>
        <p:nvSpPr>
          <p:cNvPr id="3" name="Content Placeholder 2">
            <a:extLst>
              <a:ext uri="{FF2B5EF4-FFF2-40B4-BE49-F238E27FC236}">
                <a16:creationId xmlns:a16="http://schemas.microsoft.com/office/drawing/2014/main" id="{66925FF1-1AA1-FD41-844F-947ABC7D4E7F}"/>
              </a:ext>
            </a:extLst>
          </p:cNvPr>
          <p:cNvSpPr>
            <a:spLocks noGrp="1"/>
          </p:cNvSpPr>
          <p:nvPr>
            <p:ph idx="1"/>
          </p:nvPr>
        </p:nvSpPr>
        <p:spPr>
          <a:xfrm>
            <a:off x="228600" y="996950"/>
            <a:ext cx="8610600" cy="5194300"/>
          </a:xfrm>
        </p:spPr>
        <p:txBody>
          <a:bodyPr/>
          <a:lstStyle/>
          <a:p>
            <a:r>
              <a:rPr lang="en-US" altLang="en-US" dirty="0">
                <a:ea typeface="ＭＳ Ｐゴシック" panose="020B0600070205080204" pitchFamily="34" charset="-128"/>
              </a:rPr>
              <a:t>The </a:t>
            </a:r>
            <a:r>
              <a:rPr lang="en-US" altLang="en-US" dirty="0">
                <a:solidFill>
                  <a:srgbClr val="0432FF"/>
                </a:solidFill>
                <a:ea typeface="ＭＳ Ｐゴシック" panose="020B0600070205080204" pitchFamily="34" charset="-128"/>
              </a:rPr>
              <a:t>instruction pipeline operates like a SIMD pipeline </a:t>
            </a:r>
            <a:r>
              <a:rPr lang="en-US" altLang="en-US" dirty="0">
                <a:ea typeface="ＭＳ Ｐゴシック" panose="020B0600070205080204" pitchFamily="34" charset="-128"/>
              </a:rPr>
              <a:t>(e.g., an array processor)</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However, the </a:t>
            </a:r>
            <a:r>
              <a:rPr lang="en-US" altLang="en-US" dirty="0">
                <a:solidFill>
                  <a:srgbClr val="00B050"/>
                </a:solidFill>
                <a:ea typeface="ＭＳ Ｐゴシック" panose="020B0600070205080204" pitchFamily="34" charset="-128"/>
              </a:rPr>
              <a:t>programming is done using threads</a:t>
            </a:r>
            <a:r>
              <a:rPr lang="en-US" altLang="en-US" dirty="0">
                <a:ea typeface="ＭＳ Ｐゴシック" panose="020B0600070205080204" pitchFamily="34" charset="-128"/>
              </a:rPr>
              <a:t>, NOT SIMD instructions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To understand this, let’s go back to our parallelizable code example</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But, before that, let’s distinguish between </a:t>
            </a:r>
          </a:p>
          <a:p>
            <a:pPr lvl="1"/>
            <a:r>
              <a:rPr lang="en-US" altLang="en-US" dirty="0">
                <a:solidFill>
                  <a:srgbClr val="FF0000"/>
                </a:solidFill>
                <a:ea typeface="ＭＳ Ｐゴシック" panose="020B0600070205080204" pitchFamily="34" charset="-128"/>
              </a:rPr>
              <a:t>Programming Model (Software)</a:t>
            </a:r>
          </a:p>
          <a:p>
            <a:pPr lvl="1">
              <a:buFont typeface="Wingdings" pitchFamily="2" charset="2"/>
              <a:buNone/>
            </a:pPr>
            <a:r>
              <a:rPr lang="en-US" altLang="en-US" dirty="0">
                <a:ea typeface="ＭＳ Ｐゴシック" panose="020B0600070205080204" pitchFamily="34" charset="-128"/>
              </a:rPr>
              <a:t>	      vs.</a:t>
            </a:r>
          </a:p>
          <a:p>
            <a:pPr lvl="1"/>
            <a:r>
              <a:rPr lang="en-US" altLang="en-US" dirty="0">
                <a:solidFill>
                  <a:srgbClr val="FF0000"/>
                </a:solidFill>
                <a:ea typeface="ＭＳ Ｐゴシック" panose="020B0600070205080204" pitchFamily="34" charset="-128"/>
              </a:rPr>
              <a:t>Execution Model (Hardware)</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47107" name="Slide Number Placeholder 3">
            <a:extLst>
              <a:ext uri="{FF2B5EF4-FFF2-40B4-BE49-F238E27FC236}">
                <a16:creationId xmlns:a16="http://schemas.microsoft.com/office/drawing/2014/main" id="{21907114-80D5-1F47-B079-9D046A445A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391526B-700D-0C48-A91E-64A8292463A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8179572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228600" y="152400"/>
            <a:ext cx="8915400" cy="1066800"/>
          </a:xfrm>
        </p:spPr>
        <p:txBody>
          <a:bodyPr/>
          <a:lstStyle/>
          <a:p>
            <a:r>
              <a:rPr lang="en-US" altLang="en-US" sz="3200">
                <a:ea typeface="ＭＳ Ｐゴシック" panose="020B0600070205080204" pitchFamily="34" charset="-128"/>
              </a:rPr>
              <a:t>Programming Model vs. Hardware Execution Model</a:t>
            </a:r>
          </a:p>
        </p:txBody>
      </p:sp>
      <p:sp>
        <p:nvSpPr>
          <p:cNvPr id="3" name="Content Placeholder 2">
            <a:extLst>
              <a:ext uri="{FF2B5EF4-FFF2-40B4-BE49-F238E27FC236}">
                <a16:creationId xmlns:a16="http://schemas.microsoft.com/office/drawing/2014/main" id="{E3D6D385-4564-B048-969B-F7874C9074DB}"/>
              </a:ext>
            </a:extLst>
          </p:cNvPr>
          <p:cNvSpPr>
            <a:spLocks noGrp="1"/>
          </p:cNvSpPr>
          <p:nvPr>
            <p:ph idx="1"/>
          </p:nvPr>
        </p:nvSpPr>
        <p:spPr>
          <a:xfrm>
            <a:off x="0" y="996950"/>
            <a:ext cx="9144000" cy="5194300"/>
          </a:xfrm>
        </p:spPr>
        <p:txBody>
          <a:bodyPr/>
          <a:lstStyle/>
          <a:p>
            <a:r>
              <a:rPr lang="en-US" altLang="en-US" dirty="0">
                <a:solidFill>
                  <a:srgbClr val="0432FF"/>
                </a:solidFill>
                <a:ea typeface="ＭＳ Ｐゴシック" panose="020B0600070205080204" pitchFamily="34" charset="-128"/>
              </a:rPr>
              <a:t>Programming Model</a:t>
            </a:r>
            <a:r>
              <a:rPr lang="zh-CN" altLang="en-US" dirty="0">
                <a:ea typeface="ＭＳ Ｐゴシック" panose="020B0600070205080204" pitchFamily="34" charset="-128"/>
              </a:rPr>
              <a:t>：</a:t>
            </a:r>
            <a:r>
              <a:rPr lang="en-US" altLang="en-US" dirty="0">
                <a:ea typeface="ＭＳ Ｐゴシック" panose="020B0600070205080204" pitchFamily="34" charset="-128"/>
              </a:rPr>
              <a:t> how the programmer expresses the code</a:t>
            </a:r>
          </a:p>
          <a:p>
            <a:pPr lvl="1"/>
            <a:r>
              <a:rPr lang="en-US" altLang="en-US" dirty="0">
                <a:ea typeface="ＭＳ Ｐゴシック" panose="020B0600070205080204" pitchFamily="34" charset="-128"/>
              </a:rPr>
              <a:t>E.g., Sequential (von Neumann), Data Parallel (SIMD), Dataflow, Multi-threaded (MIMD, SPMD), …</a:t>
            </a:r>
          </a:p>
          <a:p>
            <a:pPr lvl="1"/>
            <a:endParaRPr lang="en-US" altLang="en-US" dirty="0">
              <a:ea typeface="ＭＳ Ｐゴシック" panose="020B0600070205080204" pitchFamily="34" charset="-128"/>
            </a:endParaRPr>
          </a:p>
          <a:p>
            <a:r>
              <a:rPr lang="en-US" altLang="zh-CN" dirty="0">
                <a:solidFill>
                  <a:srgbClr val="0432FF"/>
                </a:solidFill>
                <a:ea typeface="ＭＳ Ｐゴシック" panose="020B0600070205080204" pitchFamily="34" charset="-128"/>
              </a:rPr>
              <a:t>Hardware </a:t>
            </a:r>
            <a:r>
              <a:rPr lang="en-US" altLang="en-US" dirty="0">
                <a:solidFill>
                  <a:srgbClr val="0432FF"/>
                </a:solidFill>
                <a:ea typeface="ＭＳ Ｐゴシック" panose="020B0600070205080204" pitchFamily="34" charset="-128"/>
              </a:rPr>
              <a:t>Execution Model</a:t>
            </a:r>
            <a:r>
              <a:rPr lang="zh-CN" altLang="en-US" dirty="0">
                <a:ea typeface="ＭＳ Ｐゴシック" panose="020B0600070205080204" pitchFamily="34" charset="-128"/>
              </a:rPr>
              <a:t>： </a:t>
            </a:r>
            <a:r>
              <a:rPr lang="en-US" altLang="en-US" dirty="0">
                <a:ea typeface="ＭＳ Ｐゴシック" panose="020B0600070205080204" pitchFamily="34" charset="-128"/>
              </a:rPr>
              <a:t>how the hardware executes the code underneath</a:t>
            </a:r>
          </a:p>
          <a:p>
            <a:pPr lvl="1"/>
            <a:r>
              <a:rPr lang="en-US" altLang="en-US" dirty="0">
                <a:solidFill>
                  <a:srgbClr val="000000"/>
                </a:solidFill>
                <a:ea typeface="ＭＳ Ｐゴシック" panose="020B0600070205080204" pitchFamily="34" charset="-128"/>
              </a:rPr>
              <a:t>E.g., Out-of-order execution, Vector processor, Array processor, Dataflow processor, Multiprocessor, Multithreaded processor, …</a:t>
            </a:r>
          </a:p>
          <a:p>
            <a:pPr lvl="1"/>
            <a:endParaRPr lang="en-US" altLang="en-US" dirty="0">
              <a:solidFill>
                <a:srgbClr val="000000"/>
              </a:solidFill>
              <a:ea typeface="ＭＳ Ｐゴシック" panose="020B0600070205080204" pitchFamily="34" charset="-128"/>
            </a:endParaRPr>
          </a:p>
          <a:p>
            <a:r>
              <a:rPr lang="en-US" altLang="en-US" dirty="0">
                <a:solidFill>
                  <a:srgbClr val="0000FF"/>
                </a:solidFill>
                <a:ea typeface="ＭＳ Ｐゴシック" panose="020B0600070205080204" pitchFamily="34" charset="-128"/>
              </a:rPr>
              <a:t>Execution Model </a:t>
            </a:r>
            <a:r>
              <a:rPr lang="en-US" altLang="en-US" dirty="0">
                <a:ea typeface="ＭＳ Ｐゴシック" panose="020B0600070205080204" pitchFamily="34" charset="-128"/>
              </a:rPr>
              <a:t>can be very different from </a:t>
            </a:r>
            <a:r>
              <a:rPr lang="en-US" altLang="en-US" dirty="0">
                <a:solidFill>
                  <a:srgbClr val="0000FF"/>
                </a:solidFill>
                <a:ea typeface="ＭＳ Ｐゴシック" panose="020B0600070205080204" pitchFamily="34" charset="-128"/>
              </a:rPr>
              <a:t>Programming Model</a:t>
            </a:r>
          </a:p>
          <a:p>
            <a:pPr lvl="1"/>
            <a:r>
              <a:rPr lang="en-US" altLang="en-US" dirty="0">
                <a:ea typeface="ＭＳ Ｐゴシック" panose="020B0600070205080204" pitchFamily="34" charset="-128"/>
              </a:rPr>
              <a:t>E.g., von Neumann model implemented by an </a:t>
            </a:r>
            <a:r>
              <a:rPr lang="en-US" altLang="en-US" dirty="0" err="1">
                <a:ea typeface="ＭＳ Ｐゴシック" panose="020B0600070205080204" pitchFamily="34" charset="-128"/>
              </a:rPr>
              <a:t>OoO</a:t>
            </a:r>
            <a:r>
              <a:rPr lang="en-US" altLang="en-US" dirty="0">
                <a:ea typeface="ＭＳ Ｐゴシック" panose="020B0600070205080204" pitchFamily="34" charset="-128"/>
              </a:rPr>
              <a:t> processor</a:t>
            </a:r>
          </a:p>
          <a:p>
            <a:pPr lvl="1"/>
            <a:r>
              <a:rPr lang="en-US" altLang="en-US" dirty="0">
                <a:ea typeface="ＭＳ Ｐゴシック" panose="020B0600070205080204" pitchFamily="34" charset="-128"/>
              </a:rPr>
              <a:t>E.g., SPMD model implemented by a SIMD processor (a GPU)</a:t>
            </a:r>
          </a:p>
          <a:p>
            <a:pPr lvl="1"/>
            <a:endParaRPr lang="en-US" altLang="en-US" dirty="0">
              <a:solidFill>
                <a:srgbClr val="0000FF"/>
              </a:solidFill>
              <a:ea typeface="ＭＳ Ｐゴシック" panose="020B0600070205080204" pitchFamily="34" charset="-128"/>
            </a:endParaRP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170914820"/>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A100</a:t>
            </a:r>
          </a:p>
        </p:txBody>
      </p:sp>
      <p:sp>
        <p:nvSpPr>
          <p:cNvPr id="83970" name="Content Placeholder 2">
            <a:extLst>
              <a:ext uri="{FF2B5EF4-FFF2-40B4-BE49-F238E27FC236}">
                <a16:creationId xmlns:a16="http://schemas.microsoft.com/office/drawing/2014/main" id="{EE59EB8F-DE8F-0D44-9D02-D25E23FBBAA0}"/>
              </a:ext>
            </a:extLst>
          </p:cNvPr>
          <p:cNvSpPr>
            <a:spLocks noGrp="1"/>
          </p:cNvSpPr>
          <p:nvPr>
            <p:ph idx="1"/>
          </p:nvPr>
        </p:nvSpPr>
        <p:spPr>
          <a:xfrm>
            <a:off x="228600" y="996950"/>
            <a:ext cx="8610600" cy="5556250"/>
          </a:xfrm>
        </p:spPr>
        <p:txBody>
          <a:bodyPr/>
          <a:lstStyle/>
          <a:p>
            <a:r>
              <a:rPr lang="en-US" altLang="en-US" dirty="0">
                <a:ea typeface="ＭＳ Ｐゴシック" panose="020B0600070205080204" pitchFamily="34" charset="-128"/>
              </a:rPr>
              <a:t>NVIDIA-speak:</a:t>
            </a:r>
          </a:p>
          <a:p>
            <a:pPr lvl="1"/>
            <a:r>
              <a:rPr lang="en-US" altLang="en-US" sz="2400" dirty="0">
                <a:ea typeface="ＭＳ Ｐゴシック" panose="020B0600070205080204" pitchFamily="34" charset="-128"/>
              </a:rPr>
              <a:t>6912 stream processors</a:t>
            </a:r>
          </a:p>
          <a:p>
            <a:pPr lvl="1"/>
            <a:r>
              <a:rPr lang="ja-JP" altLang="en-US" sz="2400" dirty="0">
                <a:ea typeface="ＭＳ Ｐゴシック" panose="020B0600070205080204" pitchFamily="34" charset="-128"/>
              </a:rPr>
              <a:t>“</a:t>
            </a:r>
            <a:r>
              <a:rPr lang="en-US" altLang="ja-JP" sz="2400" dirty="0">
                <a:ea typeface="ＭＳ Ｐゴシック" panose="020B0600070205080204" pitchFamily="34" charset="-128"/>
              </a:rPr>
              <a:t>SIMT execution</a:t>
            </a:r>
            <a:r>
              <a:rPr lang="ja-JP" altLang="en-US" sz="2400" dirty="0">
                <a:ea typeface="ＭＳ Ｐゴシック" panose="020B0600070205080204" pitchFamily="34" charset="-128"/>
              </a:rPr>
              <a:t>”</a:t>
            </a:r>
            <a:endParaRPr lang="en-US" altLang="ja-JP" sz="2400" dirty="0">
              <a:ea typeface="ＭＳ Ｐゴシック" panose="020B0600070205080204" pitchFamily="34" charset="-128"/>
            </a:endParaRPr>
          </a:p>
          <a:p>
            <a:pPr lvl="1">
              <a:buFont typeface="Wingdings" pitchFamily="2" charset="2"/>
              <a:buNone/>
            </a:pPr>
            <a:r>
              <a:rPr lang="en-US" altLang="en-US" sz="2400" dirty="0">
                <a:ea typeface="ＭＳ Ｐゴシック" panose="020B0600070205080204" pitchFamily="34" charset="-128"/>
              </a:rPr>
              <a:t>	</a:t>
            </a:r>
            <a:endParaRPr lang="en-US" altLang="en-US" dirty="0">
              <a:ea typeface="ＭＳ Ｐゴシック" panose="020B0600070205080204" pitchFamily="34" charset="-128"/>
            </a:endParaRPr>
          </a:p>
          <a:p>
            <a:pPr lvl="1"/>
            <a:endParaRPr lang="en-US" altLang="en-US" sz="2400" dirty="0">
              <a:ea typeface="ＭＳ Ｐゴシック" panose="020B0600070205080204" pitchFamily="34" charset="-128"/>
            </a:endParaRPr>
          </a:p>
          <a:p>
            <a:r>
              <a:rPr lang="en-US" altLang="en-US" dirty="0">
                <a:ea typeface="ＭＳ Ｐゴシック" panose="020B0600070205080204" pitchFamily="34" charset="-128"/>
              </a:rPr>
              <a:t>Generic speak:</a:t>
            </a:r>
          </a:p>
          <a:p>
            <a:pPr lvl="1"/>
            <a:r>
              <a:rPr lang="en-US" altLang="en-US" sz="2400" dirty="0">
                <a:ea typeface="ＭＳ Ｐゴシック" panose="020B0600070205080204" pitchFamily="34" charset="-128"/>
              </a:rPr>
              <a:t>108 cores</a:t>
            </a:r>
          </a:p>
          <a:p>
            <a:pPr lvl="1"/>
            <a:r>
              <a:rPr lang="en-US" altLang="en-US" sz="2400" dirty="0">
                <a:ea typeface="ＭＳ Ｐゴシック" panose="020B0600070205080204" pitchFamily="34" charset="-128"/>
              </a:rPr>
              <a:t>64 SIMD functional units per core</a:t>
            </a:r>
          </a:p>
          <a:p>
            <a:pPr lvl="1"/>
            <a:endParaRPr lang="en-US" altLang="en-US" sz="2400" dirty="0">
              <a:ea typeface="ＭＳ Ｐゴシック" panose="020B0600070205080204" pitchFamily="34" charset="-128"/>
            </a:endParaRPr>
          </a:p>
          <a:p>
            <a:pPr lvl="1"/>
            <a:r>
              <a:rPr lang="en-US" altLang="en-US" sz="2400" dirty="0">
                <a:ea typeface="ＭＳ Ｐゴシック" panose="020B0600070205080204" pitchFamily="34" charset="-128"/>
              </a:rPr>
              <a:t>Tensor cores for Machine Learning</a:t>
            </a:r>
          </a:p>
          <a:p>
            <a:pPr lvl="2"/>
            <a:r>
              <a:rPr lang="en-US" altLang="en-US" sz="1800" dirty="0">
                <a:ea typeface="ＭＳ Ｐゴシック" panose="020B0600070205080204" pitchFamily="34" charset="-128"/>
              </a:rPr>
              <a:t>Support for sparsity</a:t>
            </a:r>
          </a:p>
          <a:p>
            <a:pPr lvl="2"/>
            <a:r>
              <a:rPr lang="en-US" altLang="en-US" sz="1800" dirty="0">
                <a:ea typeface="ＭＳ Ｐゴシック" panose="020B0600070205080204" pitchFamily="34" charset="-128"/>
              </a:rPr>
              <a:t>New floating point data type (TF32)</a:t>
            </a:r>
          </a:p>
          <a:p>
            <a:endParaRPr lang="en-US" altLang="en-US" sz="2600" dirty="0">
              <a:ea typeface="ＭＳ Ｐゴシック" panose="020B0600070205080204" pitchFamily="34" charset="-128"/>
            </a:endParaRPr>
          </a:p>
          <a:p>
            <a:r>
              <a:rPr lang="en-US" altLang="en-US" sz="1600" dirty="0">
                <a:ea typeface="ＭＳ Ｐゴシック" panose="020B0600070205080204" pitchFamily="34" charset="-128"/>
                <a:hlinkClick r:id="rId3"/>
              </a:rPr>
              <a:t>https://developer.nvidia.com/blog/nvidia-ampere-architecture-in-depth/</a:t>
            </a:r>
            <a:endParaRPr lang="en-US" altLang="en-US" sz="1600" dirty="0">
              <a:ea typeface="ＭＳ Ｐゴシック" panose="020B0600070205080204" pitchFamily="34" charset="-128"/>
            </a:endParaRPr>
          </a:p>
          <a:p>
            <a:endParaRPr lang="en-US" altLang="en-US" sz="1600" dirty="0">
              <a:ea typeface="ＭＳ Ｐゴシック" panose="020B0600070205080204" pitchFamily="34" charset="-128"/>
            </a:endParaRPr>
          </a:p>
        </p:txBody>
      </p:sp>
      <p:sp>
        <p:nvSpPr>
          <p:cNvPr id="6"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2" name="Picture 1">
            <a:extLst>
              <a:ext uri="{FF2B5EF4-FFF2-40B4-BE49-F238E27FC236}">
                <a16:creationId xmlns:a16="http://schemas.microsoft.com/office/drawing/2014/main" id="{46608D77-FA1F-2242-A239-DE9649B4FDC0}"/>
              </a:ext>
            </a:extLst>
          </p:cNvPr>
          <p:cNvPicPr>
            <a:picLocks noChangeAspect="1"/>
          </p:cNvPicPr>
          <p:nvPr/>
        </p:nvPicPr>
        <p:blipFill>
          <a:blip r:embed="rId4"/>
          <a:stretch>
            <a:fillRect/>
          </a:stretch>
        </p:blipFill>
        <p:spPr>
          <a:xfrm>
            <a:off x="4803423" y="1082674"/>
            <a:ext cx="4035778" cy="2270125"/>
          </a:xfrm>
          <a:prstGeom prst="rect">
            <a:avLst/>
          </a:prstGeom>
        </p:spPr>
      </p:pic>
    </p:spTree>
    <p:extLst>
      <p:ext uri="{BB962C8B-B14F-4D97-AF65-F5344CB8AC3E}">
        <p14:creationId xmlns:p14="http://schemas.microsoft.com/office/powerpoint/2010/main" val="389259552"/>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A100 Block Diagram</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254000" y="5791200"/>
            <a:ext cx="8643938" cy="533400"/>
          </a:xfrm>
        </p:spPr>
        <p:txBody>
          <a:bodyPr/>
          <a:lstStyle/>
          <a:p>
            <a:pPr algn="ctr">
              <a:buFont typeface="Wingdings" pitchFamily="2" charset="2"/>
              <a:buNone/>
            </a:pPr>
            <a:r>
              <a:rPr lang="en-US" altLang="en-US" dirty="0">
                <a:ea typeface="ＭＳ Ｐゴシック" panose="020B0600070205080204" pitchFamily="34" charset="-128"/>
              </a:rPr>
              <a:t>108 cores on the A100</a:t>
            </a:r>
          </a:p>
          <a:p>
            <a:pPr algn="ctr">
              <a:buFont typeface="Wingdings" pitchFamily="2" charset="2"/>
              <a:buNone/>
            </a:pPr>
            <a:r>
              <a:rPr lang="en-US" altLang="en-US" sz="1400" dirty="0">
                <a:ea typeface="ＭＳ Ｐゴシック" panose="020B0600070205080204" pitchFamily="34" charset="-128"/>
              </a:rPr>
              <a:t>(Up to 128 cores in the full-blown chip)</a:t>
            </a:r>
          </a:p>
          <a:p>
            <a:pPr algn="ctr">
              <a:buFont typeface="Wingdings" pitchFamily="2" charset="2"/>
              <a:buNone/>
            </a:pPr>
            <a:r>
              <a:rPr lang="en-US" altLang="en-US" sz="1800" dirty="0">
                <a:ea typeface="ＭＳ Ｐゴシック" panose="020B0600070205080204" pitchFamily="34" charset="-128"/>
              </a:rPr>
              <a:t>40MB L2 cache</a:t>
            </a:r>
          </a:p>
        </p:txBody>
      </p:sp>
      <p:sp>
        <p:nvSpPr>
          <p:cNvPr id="3" name="TextBox 2"/>
          <p:cNvSpPr txBox="1"/>
          <p:nvPr/>
        </p:nvSpPr>
        <p:spPr>
          <a:xfrm>
            <a:off x="5780288" y="5575756"/>
            <a:ext cx="3384260" cy="215444"/>
          </a:xfrm>
          <a:prstGeom prst="rect">
            <a:avLst/>
          </a:prstGeom>
          <a:noFill/>
        </p:spPr>
        <p:txBody>
          <a:bodyPr wrap="none" rtlCol="0">
            <a:spAutoFit/>
          </a:bodyPr>
          <a:lstStyle/>
          <a:p>
            <a:r>
              <a:rPr lang="en-US" sz="800" dirty="0"/>
              <a:t>https://</a:t>
            </a:r>
            <a:r>
              <a:rPr lang="en-US" sz="800" dirty="0" err="1"/>
              <a:t>developer.nvidia.com</a:t>
            </a:r>
            <a:r>
              <a:rPr lang="en-US" sz="800" dirty="0"/>
              <a:t>/blog/</a:t>
            </a:r>
            <a:r>
              <a:rPr lang="en-US" sz="800" dirty="0" err="1"/>
              <a:t>nvidia</a:t>
            </a:r>
            <a:r>
              <a:rPr lang="en-US" sz="800" dirty="0"/>
              <a:t>-ampere-architecture-in-depth/</a:t>
            </a:r>
          </a:p>
        </p:txBody>
      </p:sp>
      <p:sp>
        <p:nvSpPr>
          <p:cNvPr id="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5" name="Picture 4">
            <a:extLst>
              <a:ext uri="{FF2B5EF4-FFF2-40B4-BE49-F238E27FC236}">
                <a16:creationId xmlns:a16="http://schemas.microsoft.com/office/drawing/2014/main" id="{92B01C03-2916-5A46-B042-6786080282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24560"/>
            <a:ext cx="9144000" cy="4579315"/>
          </a:xfrm>
          <a:prstGeom prst="rect">
            <a:avLst/>
          </a:prstGeom>
        </p:spPr>
      </p:pic>
    </p:spTree>
    <p:extLst>
      <p:ext uri="{BB962C8B-B14F-4D97-AF65-F5344CB8AC3E}">
        <p14:creationId xmlns:p14="http://schemas.microsoft.com/office/powerpoint/2010/main" val="1538133963"/>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34081757-7B7F-894C-A7B9-00F62849FE30}"/>
              </a:ext>
            </a:extLst>
          </p:cNvPr>
          <p:cNvSpPr>
            <a:spLocks noGrp="1"/>
          </p:cNvSpPr>
          <p:nvPr>
            <p:ph type="title"/>
          </p:nvPr>
        </p:nvSpPr>
        <p:spPr/>
        <p:txBody>
          <a:bodyPr/>
          <a:lstStyle/>
          <a:p>
            <a:r>
              <a:rPr lang="en-US" altLang="en-US">
                <a:ea typeface="ＭＳ Ｐゴシック" panose="020B0600070205080204" pitchFamily="34" charset="-128"/>
              </a:rPr>
              <a:t>A GPU is a SIMD (SIMT) Machine</a:t>
            </a:r>
          </a:p>
        </p:txBody>
      </p:sp>
      <p:sp>
        <p:nvSpPr>
          <p:cNvPr id="3" name="Content Placeholder 2">
            <a:extLst>
              <a:ext uri="{FF2B5EF4-FFF2-40B4-BE49-F238E27FC236}">
                <a16:creationId xmlns:a16="http://schemas.microsoft.com/office/drawing/2014/main" id="{2B472305-74A7-ED41-B0CC-F5C17C4A8393}"/>
              </a:ext>
            </a:extLst>
          </p:cNvPr>
          <p:cNvSpPr>
            <a:spLocks noGrp="1"/>
          </p:cNvSpPr>
          <p:nvPr>
            <p:ph idx="1"/>
          </p:nvPr>
        </p:nvSpPr>
        <p:spPr>
          <a:xfrm>
            <a:off x="228600" y="996950"/>
            <a:ext cx="8915400" cy="5194300"/>
          </a:xfrm>
        </p:spPr>
        <p:txBody>
          <a:bodyPr/>
          <a:lstStyle/>
          <a:p>
            <a:r>
              <a:rPr lang="en-US" altLang="en-US" dirty="0">
                <a:ea typeface="ＭＳ Ｐゴシック" panose="020B0600070205080204" pitchFamily="34" charset="-128"/>
              </a:rPr>
              <a:t>Except it is </a:t>
            </a:r>
            <a:r>
              <a:rPr lang="en-US" altLang="en-US" b="1" dirty="0">
                <a:solidFill>
                  <a:srgbClr val="FF0000"/>
                </a:solidFill>
                <a:ea typeface="ＭＳ Ｐゴシック" panose="020B0600070205080204" pitchFamily="34" charset="-128"/>
              </a:rPr>
              <a:t>not</a:t>
            </a:r>
            <a:r>
              <a:rPr lang="en-US" altLang="en-US" dirty="0">
                <a:ea typeface="ＭＳ Ｐゴシック" panose="020B0600070205080204" pitchFamily="34" charset="-128"/>
              </a:rPr>
              <a:t> programmed using SIMD instructions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It is </a:t>
            </a:r>
            <a:r>
              <a:rPr lang="en-US" altLang="en-US" dirty="0">
                <a:solidFill>
                  <a:srgbClr val="00B050"/>
                </a:solidFill>
                <a:ea typeface="ＭＳ Ｐゴシック" panose="020B0600070205080204" pitchFamily="34" charset="-128"/>
              </a:rPr>
              <a:t>programmed using threads </a:t>
            </a:r>
            <a:r>
              <a:rPr lang="en-US" altLang="en-US" dirty="0">
                <a:ea typeface="ＭＳ Ｐゴシック" panose="020B0600070205080204" pitchFamily="34" charset="-128"/>
              </a:rPr>
              <a:t>(SPMD programming model)</a:t>
            </a:r>
          </a:p>
          <a:p>
            <a:pPr lvl="1"/>
            <a:r>
              <a:rPr lang="en-US" altLang="en-US" dirty="0">
                <a:ea typeface="ＭＳ Ｐゴシック" panose="020B0600070205080204" pitchFamily="34" charset="-128"/>
              </a:rPr>
              <a:t>Each thread executes the same code but operates a different piece of data</a:t>
            </a:r>
          </a:p>
          <a:p>
            <a:pPr lvl="1"/>
            <a:r>
              <a:rPr lang="en-US" altLang="en-US" dirty="0">
                <a:ea typeface="ＭＳ Ｐゴシック" panose="020B0600070205080204" pitchFamily="34" charset="-128"/>
              </a:rPr>
              <a:t>Each thread has its own context (i.e., can be treated/restarted/executed independently)</a:t>
            </a:r>
          </a:p>
          <a:p>
            <a:pPr lvl="1"/>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A set of threads executing the same instruction are dynamically grouped into a </a:t>
            </a:r>
            <a:r>
              <a:rPr lang="en-US" altLang="en-US" b="1" dirty="0">
                <a:solidFill>
                  <a:srgbClr val="0000FF"/>
                </a:solidFill>
                <a:ea typeface="ＭＳ Ｐゴシック" panose="020B0600070205080204" pitchFamily="34" charset="-128"/>
              </a:rPr>
              <a:t>warp (</a:t>
            </a:r>
            <a:r>
              <a:rPr lang="en-US" altLang="en-US" b="1" dirty="0" err="1">
                <a:solidFill>
                  <a:srgbClr val="0000FF"/>
                </a:solidFill>
                <a:ea typeface="ＭＳ Ｐゴシック" panose="020B0600070205080204" pitchFamily="34" charset="-128"/>
              </a:rPr>
              <a:t>wavefront</a:t>
            </a:r>
            <a:r>
              <a:rPr lang="en-US" altLang="en-US" b="1" dirty="0">
                <a:solidFill>
                  <a:srgbClr val="0000FF"/>
                </a:solidFill>
                <a:ea typeface="ＭＳ Ｐゴシック" panose="020B0600070205080204" pitchFamily="34" charset="-128"/>
              </a:rPr>
              <a:t>)</a:t>
            </a:r>
            <a:r>
              <a:rPr lang="en-US" altLang="en-US" dirty="0">
                <a:solidFill>
                  <a:srgbClr val="0000FF"/>
                </a:solidFill>
                <a:ea typeface="ＭＳ Ｐゴシック" panose="020B0600070205080204" pitchFamily="34" charset="-128"/>
              </a:rPr>
              <a:t> by the hardware</a:t>
            </a:r>
          </a:p>
          <a:p>
            <a:pPr lvl="1"/>
            <a:r>
              <a:rPr lang="en-US" altLang="en-US" dirty="0">
                <a:ea typeface="ＭＳ Ｐゴシック" panose="020B0600070205080204" pitchFamily="34" charset="-128"/>
              </a:rPr>
              <a:t>A warp is essentially a </a:t>
            </a:r>
            <a:r>
              <a:rPr lang="en-US" altLang="en-US" dirty="0">
                <a:solidFill>
                  <a:srgbClr val="00B050"/>
                </a:solidFill>
                <a:ea typeface="ＭＳ Ｐゴシック" panose="020B0600070205080204" pitchFamily="34" charset="-128"/>
              </a:rPr>
              <a:t>SIMD operation formed by hardware</a:t>
            </a:r>
            <a:r>
              <a:rPr lang="en-US" altLang="en-US" dirty="0">
                <a:ea typeface="ＭＳ Ｐゴシック" panose="020B0600070205080204" pitchFamily="34" charset="-128"/>
              </a:rPr>
              <a:t>!</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54275" name="Slide Number Placeholder 3">
            <a:extLst>
              <a:ext uri="{FF2B5EF4-FFF2-40B4-BE49-F238E27FC236}">
                <a16:creationId xmlns:a16="http://schemas.microsoft.com/office/drawing/2014/main" id="{FC7B8D12-D0E7-1546-8AC5-D55A220A39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6FF8143-2F74-B340-8F66-44E3252F6EC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09885826"/>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172847E3-342C-964F-BD6F-94AA6D50C643}"/>
              </a:ext>
            </a:extLst>
          </p:cNvPr>
          <p:cNvSpPr>
            <a:spLocks noGrp="1"/>
          </p:cNvSpPr>
          <p:nvPr>
            <p:ph type="title"/>
          </p:nvPr>
        </p:nvSpPr>
        <p:spPr/>
        <p:txBody>
          <a:bodyPr/>
          <a:lstStyle/>
          <a:p>
            <a:r>
              <a:rPr lang="en-US" altLang="en-US">
                <a:ea typeface="ＭＳ Ｐゴシック" panose="020B0600070205080204" pitchFamily="34" charset="-128"/>
              </a:rPr>
              <a:t>Warp-based SIMD vs. Traditional SIMD</a:t>
            </a:r>
          </a:p>
        </p:txBody>
      </p:sp>
      <p:sp>
        <p:nvSpPr>
          <p:cNvPr id="3" name="Content Placeholder 2">
            <a:extLst>
              <a:ext uri="{FF2B5EF4-FFF2-40B4-BE49-F238E27FC236}">
                <a16:creationId xmlns:a16="http://schemas.microsoft.com/office/drawing/2014/main" id="{0AA84B9A-FBF3-3341-A7D2-95716DA8A268}"/>
              </a:ext>
            </a:extLst>
          </p:cNvPr>
          <p:cNvSpPr>
            <a:spLocks noGrp="1"/>
          </p:cNvSpPr>
          <p:nvPr>
            <p:ph idx="1"/>
          </p:nvPr>
        </p:nvSpPr>
        <p:spPr>
          <a:xfrm>
            <a:off x="228600" y="838200"/>
            <a:ext cx="8915400" cy="5194300"/>
          </a:xfrm>
        </p:spPr>
        <p:txBody>
          <a:bodyPr/>
          <a:lstStyle/>
          <a:p>
            <a:r>
              <a:rPr lang="en-US" altLang="en-US" sz="2200" dirty="0">
                <a:ea typeface="ＭＳ Ｐゴシック" panose="020B0600070205080204" pitchFamily="34" charset="-128"/>
              </a:rPr>
              <a:t>Traditional </a:t>
            </a:r>
            <a:r>
              <a:rPr lang="en-US" altLang="en-US" sz="2200" dirty="0">
                <a:solidFill>
                  <a:srgbClr val="0432FF"/>
                </a:solidFill>
                <a:ea typeface="ＭＳ Ｐゴシック" panose="020B0600070205080204" pitchFamily="34" charset="-128"/>
              </a:rPr>
              <a:t>SIMD </a:t>
            </a:r>
            <a:r>
              <a:rPr lang="en-US" altLang="en-US" sz="2200" dirty="0">
                <a:ea typeface="ＭＳ Ｐゴシック" panose="020B0600070205080204" pitchFamily="34" charset="-128"/>
              </a:rPr>
              <a:t>contains a single thread </a:t>
            </a:r>
          </a:p>
          <a:p>
            <a:pPr lvl="1"/>
            <a:r>
              <a:rPr lang="en-US" altLang="en-US" sz="1900" dirty="0">
                <a:solidFill>
                  <a:srgbClr val="00B050"/>
                </a:solidFill>
                <a:ea typeface="ＭＳ Ｐゴシック" panose="020B0600070205080204" pitchFamily="34" charset="-128"/>
              </a:rPr>
              <a:t>Sequential instruction execution</a:t>
            </a:r>
            <a:r>
              <a:rPr lang="en-US" altLang="en-US" sz="1900" dirty="0">
                <a:ea typeface="ＭＳ Ｐゴシック" panose="020B0600070205080204" pitchFamily="34" charset="-128"/>
              </a:rPr>
              <a:t>; lock-step operations in a SIMD instruction</a:t>
            </a:r>
          </a:p>
          <a:p>
            <a:pPr lvl="1"/>
            <a:r>
              <a:rPr lang="en-US" altLang="en-US" sz="1900" dirty="0">
                <a:solidFill>
                  <a:srgbClr val="00B050"/>
                </a:solidFill>
                <a:ea typeface="ＭＳ Ｐゴシック" panose="020B0600070205080204" pitchFamily="34" charset="-128"/>
              </a:rPr>
              <a:t>Programming model is SIMD </a:t>
            </a:r>
            <a:r>
              <a:rPr lang="en-US" altLang="en-US" sz="1900" dirty="0">
                <a:ea typeface="ＭＳ Ｐゴシック" panose="020B0600070205080204" pitchFamily="34" charset="-128"/>
              </a:rPr>
              <a:t>(no extra threads) </a:t>
            </a:r>
            <a:r>
              <a:rPr lang="en-US" altLang="en-US" sz="1900" dirty="0">
                <a:ea typeface="ＭＳ Ｐゴシック" panose="020B0600070205080204" pitchFamily="34" charset="-128"/>
                <a:sym typeface="Wingdings" pitchFamily="2" charset="2"/>
              </a:rPr>
              <a:t> SW needs to know vector length</a:t>
            </a:r>
            <a:endParaRPr lang="en-US" altLang="en-US" sz="1900" dirty="0">
              <a:ea typeface="ＭＳ Ｐゴシック" panose="020B0600070205080204" pitchFamily="34" charset="-128"/>
            </a:endParaRPr>
          </a:p>
          <a:p>
            <a:pPr lvl="1"/>
            <a:r>
              <a:rPr lang="en-US" altLang="en-US" sz="1900" dirty="0">
                <a:ea typeface="ＭＳ Ｐゴシック" panose="020B0600070205080204" pitchFamily="34" charset="-128"/>
              </a:rPr>
              <a:t>ISA contains </a:t>
            </a:r>
            <a:r>
              <a:rPr lang="en-US" altLang="en-US" sz="1900" dirty="0">
                <a:solidFill>
                  <a:srgbClr val="00B050"/>
                </a:solidFill>
                <a:ea typeface="ＭＳ Ｐゴシック" panose="020B0600070205080204" pitchFamily="34" charset="-128"/>
              </a:rPr>
              <a:t>vector/SIMD instructions</a:t>
            </a:r>
          </a:p>
          <a:p>
            <a:pPr lvl="1"/>
            <a:endParaRPr lang="en-US" altLang="en-US" dirty="0">
              <a:ea typeface="ＭＳ Ｐゴシック" panose="020B0600070205080204" pitchFamily="34" charset="-128"/>
            </a:endParaRPr>
          </a:p>
          <a:p>
            <a:r>
              <a:rPr lang="en-US" altLang="en-US" sz="2200" dirty="0">
                <a:solidFill>
                  <a:srgbClr val="0432FF"/>
                </a:solidFill>
                <a:ea typeface="ＭＳ Ｐゴシック" panose="020B0600070205080204" pitchFamily="34" charset="-128"/>
              </a:rPr>
              <a:t>Warp-based SIMD </a:t>
            </a:r>
            <a:r>
              <a:rPr lang="en-US" altLang="en-US" sz="2200" dirty="0">
                <a:ea typeface="ＭＳ Ｐゴシック" panose="020B0600070205080204" pitchFamily="34" charset="-128"/>
              </a:rPr>
              <a:t>consists of multiple scalar threads executing in a SIMD manner (i.e., same instruction executed by all threads)</a:t>
            </a:r>
          </a:p>
          <a:p>
            <a:pPr lvl="1"/>
            <a:r>
              <a:rPr lang="en-US" altLang="en-US" sz="2000" dirty="0">
                <a:ea typeface="ＭＳ Ｐゴシック" panose="020B0600070205080204" pitchFamily="34" charset="-128"/>
              </a:rPr>
              <a:t>Does not have to be lock step</a:t>
            </a:r>
          </a:p>
          <a:p>
            <a:pPr lvl="1"/>
            <a:r>
              <a:rPr lang="en-US" altLang="en-US" sz="2000" dirty="0">
                <a:solidFill>
                  <a:srgbClr val="00B050"/>
                </a:solidFill>
                <a:ea typeface="ＭＳ Ｐゴシック" panose="020B0600070205080204" pitchFamily="34" charset="-128"/>
              </a:rPr>
              <a:t>Each thread can be treated individually </a:t>
            </a:r>
            <a:r>
              <a:rPr lang="en-US" altLang="en-US" sz="2000" dirty="0">
                <a:ea typeface="ＭＳ Ｐゴシック" panose="020B0600070205080204" pitchFamily="34" charset="-128"/>
              </a:rPr>
              <a:t>(i.e., placed in a different warp) </a:t>
            </a:r>
            <a:r>
              <a:rPr lang="en-US" altLang="en-US" sz="2000" dirty="0">
                <a:ea typeface="ＭＳ Ｐゴシック" panose="020B0600070205080204" pitchFamily="34" charset="-128"/>
                <a:sym typeface="Wingdings" pitchFamily="2" charset="2"/>
              </a:rPr>
              <a:t> </a:t>
            </a:r>
            <a:r>
              <a:rPr lang="en-US" altLang="en-US" sz="2000" dirty="0">
                <a:solidFill>
                  <a:srgbClr val="FF0000"/>
                </a:solidFill>
                <a:ea typeface="ＭＳ Ｐゴシック" panose="020B0600070205080204" pitchFamily="34" charset="-128"/>
                <a:sym typeface="Wingdings" pitchFamily="2" charset="2"/>
              </a:rPr>
              <a:t>programming model not SIMD</a:t>
            </a:r>
            <a:endParaRPr lang="en-US" altLang="en-US" sz="2000" dirty="0">
              <a:solidFill>
                <a:srgbClr val="FF0000"/>
              </a:solidFill>
              <a:ea typeface="ＭＳ Ｐゴシック" panose="020B0600070205080204" pitchFamily="34" charset="-128"/>
            </a:endParaRPr>
          </a:p>
          <a:p>
            <a:pPr lvl="2"/>
            <a:r>
              <a:rPr lang="en-US" altLang="en-US" dirty="0">
                <a:ea typeface="ＭＳ Ｐゴシック" panose="020B0600070205080204" pitchFamily="34" charset="-128"/>
              </a:rPr>
              <a:t>SW does </a:t>
            </a:r>
            <a:r>
              <a:rPr lang="en-US" altLang="en-US" dirty="0">
                <a:solidFill>
                  <a:srgbClr val="0432FF"/>
                </a:solidFill>
                <a:ea typeface="ＭＳ Ｐゴシック" panose="020B0600070205080204" pitchFamily="34" charset="-128"/>
              </a:rPr>
              <a:t>not need to know vector length</a:t>
            </a:r>
          </a:p>
          <a:p>
            <a:pPr lvl="2"/>
            <a:r>
              <a:rPr lang="en-US" altLang="en-US" dirty="0">
                <a:ea typeface="ＭＳ Ｐゴシック" panose="020B0600070205080204" pitchFamily="34" charset="-128"/>
              </a:rPr>
              <a:t>Enables multithreading and flexible dynamic grouping of threads</a:t>
            </a:r>
          </a:p>
          <a:p>
            <a:pPr lvl="1"/>
            <a:r>
              <a:rPr lang="en-US" altLang="en-US" sz="2000" dirty="0">
                <a:solidFill>
                  <a:srgbClr val="00B050"/>
                </a:solidFill>
                <a:ea typeface="ＭＳ Ｐゴシック" panose="020B0600070205080204" pitchFamily="34" charset="-128"/>
              </a:rPr>
              <a:t>ISA is scalar </a:t>
            </a:r>
            <a:r>
              <a:rPr lang="en-US" altLang="en-US" sz="2000" dirty="0">
                <a:ea typeface="ＭＳ Ｐゴシック" panose="020B0600070205080204" pitchFamily="34" charset="-128"/>
                <a:sym typeface="Wingdings" pitchFamily="2" charset="2"/>
              </a:rPr>
              <a:t> SIMD operations can be formed dynamically</a:t>
            </a:r>
          </a:p>
          <a:p>
            <a:pPr lvl="1"/>
            <a:r>
              <a:rPr lang="en-US" altLang="en-US" sz="2000" dirty="0">
                <a:ea typeface="ＭＳ Ｐゴシック" panose="020B0600070205080204" pitchFamily="34" charset="-128"/>
              </a:rPr>
              <a:t>Essentially, it is </a:t>
            </a:r>
            <a:r>
              <a:rPr lang="en-US" altLang="en-US" sz="2000" dirty="0">
                <a:solidFill>
                  <a:srgbClr val="0432FF"/>
                </a:solidFill>
                <a:ea typeface="ＭＳ Ｐゴシック" panose="020B0600070205080204" pitchFamily="34" charset="-128"/>
              </a:rPr>
              <a:t>SPMD programming model implemented on SIMD hardware</a:t>
            </a:r>
          </a:p>
        </p:txBody>
      </p:sp>
      <p:sp>
        <p:nvSpPr>
          <p:cNvPr id="71683" name="Slide Number Placeholder 3">
            <a:extLst>
              <a:ext uri="{FF2B5EF4-FFF2-40B4-BE49-F238E27FC236}">
                <a16:creationId xmlns:a16="http://schemas.microsoft.com/office/drawing/2014/main" id="{F1A69D0F-14E0-BE4F-BC52-801634AEB16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ED984C7-637A-E14E-8B73-45A4C050C84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29881199"/>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E0F5ECC-15F8-0B4F-9986-239C7E89B1A2}"/>
              </a:ext>
            </a:extLst>
          </p:cNvPr>
          <p:cNvSpPr>
            <a:spLocks noGrp="1"/>
          </p:cNvSpPr>
          <p:nvPr>
            <p:ph type="title"/>
          </p:nvPr>
        </p:nvSpPr>
        <p:spPr/>
        <p:txBody>
          <a:bodyPr/>
          <a:lstStyle/>
          <a:p>
            <a:r>
              <a:rPr lang="en-US" altLang="en-US">
                <a:ea typeface="ＭＳ Ｐゴシック" panose="020B0600070205080204" pitchFamily="34" charset="-128"/>
              </a:rPr>
              <a:t>Control Flow Problem in GPUs/SIMT</a:t>
            </a:r>
          </a:p>
        </p:txBody>
      </p:sp>
      <p:sp>
        <p:nvSpPr>
          <p:cNvPr id="193538" name="Content Placeholder 2">
            <a:extLst>
              <a:ext uri="{FF2B5EF4-FFF2-40B4-BE49-F238E27FC236}">
                <a16:creationId xmlns:a16="http://schemas.microsoft.com/office/drawing/2014/main" id="{1BD1EC6F-17C7-6A4D-8FFC-0D37DA22B450}"/>
              </a:ext>
            </a:extLst>
          </p:cNvPr>
          <p:cNvSpPr>
            <a:spLocks noGrp="1"/>
          </p:cNvSpPr>
          <p:nvPr>
            <p:ph idx="1"/>
          </p:nvPr>
        </p:nvSpPr>
        <p:spPr>
          <a:xfrm>
            <a:off x="228599" y="996950"/>
            <a:ext cx="4210839" cy="5194300"/>
          </a:xfrm>
        </p:spPr>
        <p:txBody>
          <a:bodyPr/>
          <a:lstStyle/>
          <a:p>
            <a:r>
              <a:rPr lang="en-US" altLang="en-US" sz="2600" dirty="0">
                <a:ea typeface="ＭＳ Ｐゴシック" panose="020B0600070205080204" pitchFamily="34" charset="-128"/>
              </a:rPr>
              <a:t>A GPU uses a SIMD pipeline to save area on control logic</a:t>
            </a:r>
          </a:p>
          <a:p>
            <a:pPr lvl="1"/>
            <a:r>
              <a:rPr lang="en-US" altLang="en-US" dirty="0">
                <a:ea typeface="ＭＳ Ｐゴシック" panose="020B0600070205080204" pitchFamily="34" charset="-128"/>
              </a:rPr>
              <a:t>Groups scalar threads into warps</a:t>
            </a:r>
          </a:p>
          <a:p>
            <a:endParaRPr lang="en-US" altLang="en-US" sz="2600" i="1" u="sng" dirty="0">
              <a:ea typeface="ＭＳ Ｐゴシック" panose="020B0600070205080204" pitchFamily="34" charset="-128"/>
            </a:endParaRPr>
          </a:p>
          <a:p>
            <a:r>
              <a:rPr lang="en-US" altLang="en-US" sz="2600" dirty="0">
                <a:solidFill>
                  <a:srgbClr val="0000FF"/>
                </a:solidFill>
                <a:ea typeface="ＭＳ Ｐゴシック" panose="020B0600070205080204" pitchFamily="34" charset="-128"/>
              </a:rPr>
              <a:t>Branch divergence </a:t>
            </a:r>
            <a:r>
              <a:rPr lang="en-US" altLang="en-US" sz="2600" dirty="0">
                <a:ea typeface="ＭＳ Ｐゴシック" panose="020B0600070205080204" pitchFamily="34" charset="-128"/>
              </a:rPr>
              <a:t>occurs when threads inside warps branch to different execution paths</a:t>
            </a:r>
          </a:p>
          <a:p>
            <a:endParaRPr lang="en-US" altLang="en-US" dirty="0">
              <a:ea typeface="ＭＳ Ｐゴシック" panose="020B0600070205080204" pitchFamily="34" charset="-128"/>
            </a:endParaRPr>
          </a:p>
        </p:txBody>
      </p:sp>
      <p:sp>
        <p:nvSpPr>
          <p:cNvPr id="75779" name="Slide Number Placeholder 3">
            <a:extLst>
              <a:ext uri="{FF2B5EF4-FFF2-40B4-BE49-F238E27FC236}">
                <a16:creationId xmlns:a16="http://schemas.microsoft.com/office/drawing/2014/main" id="{041F44E4-663D-814A-A9DB-ABA87609C1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ECAA269-04D5-6E42-B06E-A2328687D28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94">
            <a:extLst>
              <a:ext uri="{FF2B5EF4-FFF2-40B4-BE49-F238E27FC236}">
                <a16:creationId xmlns:a16="http://schemas.microsoft.com/office/drawing/2014/main" id="{E3BDC5F8-3685-7D48-9533-FF99994F6DBB}"/>
              </a:ext>
            </a:extLst>
          </p:cNvPr>
          <p:cNvGrpSpPr>
            <a:grpSpLocks/>
          </p:cNvGrpSpPr>
          <p:nvPr/>
        </p:nvGrpSpPr>
        <p:grpSpPr bwMode="auto">
          <a:xfrm>
            <a:off x="6262688" y="1776413"/>
            <a:ext cx="2265362" cy="576262"/>
            <a:chOff x="3944" y="1361"/>
            <a:chExt cx="1427" cy="363"/>
          </a:xfrm>
        </p:grpSpPr>
        <p:sp>
          <p:nvSpPr>
            <p:cNvPr id="75835" name="Rectangle 12">
              <a:extLst>
                <a:ext uri="{FF2B5EF4-FFF2-40B4-BE49-F238E27FC236}">
                  <a16:creationId xmlns:a16="http://schemas.microsoft.com/office/drawing/2014/main" id="{EA5891B2-64ED-B242-929B-513F02053706}"/>
                </a:ext>
              </a:extLst>
            </p:cNvPr>
            <p:cNvSpPr>
              <a:spLocks noChangeArrowheads="1"/>
            </p:cNvSpPr>
            <p:nvPr/>
          </p:nvSpPr>
          <p:spPr bwMode="auto">
            <a:xfrm>
              <a:off x="3944" y="1361"/>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6" name="Line 4">
              <a:extLst>
                <a:ext uri="{FF2B5EF4-FFF2-40B4-BE49-F238E27FC236}">
                  <a16:creationId xmlns:a16="http://schemas.microsoft.com/office/drawing/2014/main" id="{040553CD-0E68-8B47-9D1E-36D416E844A7}"/>
                </a:ext>
              </a:extLst>
            </p:cNvPr>
            <p:cNvSpPr>
              <a:spLocks noChangeShapeType="1"/>
            </p:cNvSpPr>
            <p:nvPr/>
          </p:nvSpPr>
          <p:spPr bwMode="auto">
            <a:xfrm>
              <a:off x="4065"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7" name="Line 5">
              <a:extLst>
                <a:ext uri="{FF2B5EF4-FFF2-40B4-BE49-F238E27FC236}">
                  <a16:creationId xmlns:a16="http://schemas.microsoft.com/office/drawing/2014/main" id="{C5C16642-6B70-714B-9819-85DBDAF2AC8D}"/>
                </a:ext>
              </a:extLst>
            </p:cNvPr>
            <p:cNvSpPr>
              <a:spLocks noChangeShapeType="1"/>
            </p:cNvSpPr>
            <p:nvPr/>
          </p:nvSpPr>
          <p:spPr bwMode="auto">
            <a:xfrm>
              <a:off x="4234"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8" name="Line 6">
              <a:extLst>
                <a:ext uri="{FF2B5EF4-FFF2-40B4-BE49-F238E27FC236}">
                  <a16:creationId xmlns:a16="http://schemas.microsoft.com/office/drawing/2014/main" id="{A813722D-FF28-664F-A201-4426C1A7AD5E}"/>
                </a:ext>
              </a:extLst>
            </p:cNvPr>
            <p:cNvSpPr>
              <a:spLocks noChangeShapeType="1"/>
            </p:cNvSpPr>
            <p:nvPr/>
          </p:nvSpPr>
          <p:spPr bwMode="auto">
            <a:xfrm>
              <a:off x="4404"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9" name="Line 7">
              <a:extLst>
                <a:ext uri="{FF2B5EF4-FFF2-40B4-BE49-F238E27FC236}">
                  <a16:creationId xmlns:a16="http://schemas.microsoft.com/office/drawing/2014/main" id="{B9A81661-08C9-6145-BF5E-83991450C8EA}"/>
                </a:ext>
              </a:extLst>
            </p:cNvPr>
            <p:cNvSpPr>
              <a:spLocks noChangeShapeType="1"/>
            </p:cNvSpPr>
            <p:nvPr/>
          </p:nvSpPr>
          <p:spPr bwMode="auto">
            <a:xfrm>
              <a:off x="4573"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0" name="Line 8">
              <a:extLst>
                <a:ext uri="{FF2B5EF4-FFF2-40B4-BE49-F238E27FC236}">
                  <a16:creationId xmlns:a16="http://schemas.microsoft.com/office/drawing/2014/main" id="{77906939-F474-0643-9241-3735E8E9D880}"/>
                </a:ext>
              </a:extLst>
            </p:cNvPr>
            <p:cNvSpPr>
              <a:spLocks noChangeShapeType="1"/>
            </p:cNvSpPr>
            <p:nvPr/>
          </p:nvSpPr>
          <p:spPr bwMode="auto">
            <a:xfrm>
              <a:off x="4742"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1" name="Line 9">
              <a:extLst>
                <a:ext uri="{FF2B5EF4-FFF2-40B4-BE49-F238E27FC236}">
                  <a16:creationId xmlns:a16="http://schemas.microsoft.com/office/drawing/2014/main" id="{B582470E-0A21-DA44-BD5E-90A1D14930B7}"/>
                </a:ext>
              </a:extLst>
            </p:cNvPr>
            <p:cNvSpPr>
              <a:spLocks noChangeShapeType="1"/>
            </p:cNvSpPr>
            <p:nvPr/>
          </p:nvSpPr>
          <p:spPr bwMode="auto">
            <a:xfrm>
              <a:off x="4911"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2" name="Line 10">
              <a:extLst>
                <a:ext uri="{FF2B5EF4-FFF2-40B4-BE49-F238E27FC236}">
                  <a16:creationId xmlns:a16="http://schemas.microsoft.com/office/drawing/2014/main" id="{DCB5BD54-4137-814C-8FFB-501A5DC262F6}"/>
                </a:ext>
              </a:extLst>
            </p:cNvPr>
            <p:cNvSpPr>
              <a:spLocks noChangeShapeType="1"/>
            </p:cNvSpPr>
            <p:nvPr/>
          </p:nvSpPr>
          <p:spPr bwMode="auto">
            <a:xfrm>
              <a:off x="5081"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3" name="Line 11">
              <a:extLst>
                <a:ext uri="{FF2B5EF4-FFF2-40B4-BE49-F238E27FC236}">
                  <a16:creationId xmlns:a16="http://schemas.microsoft.com/office/drawing/2014/main" id="{3D27AE5B-E48E-394C-9FD4-E22BD2F5C304}"/>
                </a:ext>
              </a:extLst>
            </p:cNvPr>
            <p:cNvSpPr>
              <a:spLocks noChangeShapeType="1"/>
            </p:cNvSpPr>
            <p:nvPr/>
          </p:nvSpPr>
          <p:spPr bwMode="auto">
            <a:xfrm>
              <a:off x="5250"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 name="Group 95">
            <a:extLst>
              <a:ext uri="{FF2B5EF4-FFF2-40B4-BE49-F238E27FC236}">
                <a16:creationId xmlns:a16="http://schemas.microsoft.com/office/drawing/2014/main" id="{EA02F274-2FCC-CE46-822E-7432C82D1BBF}"/>
              </a:ext>
            </a:extLst>
          </p:cNvPr>
          <p:cNvGrpSpPr>
            <a:grpSpLocks/>
          </p:cNvGrpSpPr>
          <p:nvPr/>
        </p:nvGrpSpPr>
        <p:grpSpPr bwMode="auto">
          <a:xfrm>
            <a:off x="6262688" y="2468563"/>
            <a:ext cx="2265362" cy="576262"/>
            <a:chOff x="3944" y="1797"/>
            <a:chExt cx="1427" cy="363"/>
          </a:xfrm>
        </p:grpSpPr>
        <p:sp>
          <p:nvSpPr>
            <p:cNvPr id="75826" name="Rectangle 13">
              <a:extLst>
                <a:ext uri="{FF2B5EF4-FFF2-40B4-BE49-F238E27FC236}">
                  <a16:creationId xmlns:a16="http://schemas.microsoft.com/office/drawing/2014/main" id="{F51B704B-95FC-9540-A1A7-AEA62AE45401}"/>
                </a:ext>
              </a:extLst>
            </p:cNvPr>
            <p:cNvSpPr>
              <a:spLocks noChangeArrowheads="1"/>
            </p:cNvSpPr>
            <p:nvPr/>
          </p:nvSpPr>
          <p:spPr bwMode="auto">
            <a:xfrm>
              <a:off x="3944" y="1797"/>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7" name="Line 14">
              <a:extLst>
                <a:ext uri="{FF2B5EF4-FFF2-40B4-BE49-F238E27FC236}">
                  <a16:creationId xmlns:a16="http://schemas.microsoft.com/office/drawing/2014/main" id="{A4C02EB5-B9E8-B344-A6A5-EC939FB15F55}"/>
                </a:ext>
              </a:extLst>
            </p:cNvPr>
            <p:cNvSpPr>
              <a:spLocks noChangeShapeType="1"/>
            </p:cNvSpPr>
            <p:nvPr/>
          </p:nvSpPr>
          <p:spPr bwMode="auto">
            <a:xfrm>
              <a:off x="4065"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8" name="Line 15">
              <a:extLst>
                <a:ext uri="{FF2B5EF4-FFF2-40B4-BE49-F238E27FC236}">
                  <a16:creationId xmlns:a16="http://schemas.microsoft.com/office/drawing/2014/main" id="{5ED46DE8-A930-C74C-A533-9AA81A79D2A9}"/>
                </a:ext>
              </a:extLst>
            </p:cNvPr>
            <p:cNvSpPr>
              <a:spLocks noChangeShapeType="1"/>
            </p:cNvSpPr>
            <p:nvPr/>
          </p:nvSpPr>
          <p:spPr bwMode="auto">
            <a:xfrm>
              <a:off x="4234"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9" name="Line 16">
              <a:extLst>
                <a:ext uri="{FF2B5EF4-FFF2-40B4-BE49-F238E27FC236}">
                  <a16:creationId xmlns:a16="http://schemas.microsoft.com/office/drawing/2014/main" id="{95D22B09-A641-004A-80FE-E663E52AA0C3}"/>
                </a:ext>
              </a:extLst>
            </p:cNvPr>
            <p:cNvSpPr>
              <a:spLocks noChangeShapeType="1"/>
            </p:cNvSpPr>
            <p:nvPr/>
          </p:nvSpPr>
          <p:spPr bwMode="auto">
            <a:xfrm>
              <a:off x="4404"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0" name="Line 17">
              <a:extLst>
                <a:ext uri="{FF2B5EF4-FFF2-40B4-BE49-F238E27FC236}">
                  <a16:creationId xmlns:a16="http://schemas.microsoft.com/office/drawing/2014/main" id="{6D700F15-3140-BF4B-AEC8-2FC0AC493422}"/>
                </a:ext>
              </a:extLst>
            </p:cNvPr>
            <p:cNvSpPr>
              <a:spLocks noChangeShapeType="1"/>
            </p:cNvSpPr>
            <p:nvPr/>
          </p:nvSpPr>
          <p:spPr bwMode="auto">
            <a:xfrm>
              <a:off x="4573"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1" name="Line 18">
              <a:extLst>
                <a:ext uri="{FF2B5EF4-FFF2-40B4-BE49-F238E27FC236}">
                  <a16:creationId xmlns:a16="http://schemas.microsoft.com/office/drawing/2014/main" id="{E99E9007-0B9F-6E42-9FD8-122E0F3FC9DA}"/>
                </a:ext>
              </a:extLst>
            </p:cNvPr>
            <p:cNvSpPr>
              <a:spLocks noChangeShapeType="1"/>
            </p:cNvSpPr>
            <p:nvPr/>
          </p:nvSpPr>
          <p:spPr bwMode="auto">
            <a:xfrm>
              <a:off x="4742"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2" name="Line 19">
              <a:extLst>
                <a:ext uri="{FF2B5EF4-FFF2-40B4-BE49-F238E27FC236}">
                  <a16:creationId xmlns:a16="http://schemas.microsoft.com/office/drawing/2014/main" id="{424C2935-072E-3D49-94E6-EE716B0494BF}"/>
                </a:ext>
              </a:extLst>
            </p:cNvPr>
            <p:cNvSpPr>
              <a:spLocks noChangeShapeType="1"/>
            </p:cNvSpPr>
            <p:nvPr/>
          </p:nvSpPr>
          <p:spPr bwMode="auto">
            <a:xfrm>
              <a:off x="4911"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3" name="Line 20">
              <a:extLst>
                <a:ext uri="{FF2B5EF4-FFF2-40B4-BE49-F238E27FC236}">
                  <a16:creationId xmlns:a16="http://schemas.microsoft.com/office/drawing/2014/main" id="{525D47A4-60F5-7744-B965-4BE27E71CCC0}"/>
                </a:ext>
              </a:extLst>
            </p:cNvPr>
            <p:cNvSpPr>
              <a:spLocks noChangeShapeType="1"/>
            </p:cNvSpPr>
            <p:nvPr/>
          </p:nvSpPr>
          <p:spPr bwMode="auto">
            <a:xfrm>
              <a:off x="5081"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4" name="Line 21">
              <a:extLst>
                <a:ext uri="{FF2B5EF4-FFF2-40B4-BE49-F238E27FC236}">
                  <a16:creationId xmlns:a16="http://schemas.microsoft.com/office/drawing/2014/main" id="{4BFE99ED-99A1-3541-A849-681A1258AC12}"/>
                </a:ext>
              </a:extLst>
            </p:cNvPr>
            <p:cNvSpPr>
              <a:spLocks noChangeShapeType="1"/>
            </p:cNvSpPr>
            <p:nvPr/>
          </p:nvSpPr>
          <p:spPr bwMode="auto">
            <a:xfrm>
              <a:off x="5250"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96">
            <a:extLst>
              <a:ext uri="{FF2B5EF4-FFF2-40B4-BE49-F238E27FC236}">
                <a16:creationId xmlns:a16="http://schemas.microsoft.com/office/drawing/2014/main" id="{264F1DFE-44DC-CB41-80F4-F17CF937E9B6}"/>
              </a:ext>
            </a:extLst>
          </p:cNvPr>
          <p:cNvGrpSpPr>
            <a:grpSpLocks/>
          </p:cNvGrpSpPr>
          <p:nvPr/>
        </p:nvGrpSpPr>
        <p:grpSpPr bwMode="auto">
          <a:xfrm>
            <a:off x="6262688" y="3159125"/>
            <a:ext cx="2265362" cy="576263"/>
            <a:chOff x="3944" y="2232"/>
            <a:chExt cx="1427" cy="363"/>
          </a:xfrm>
        </p:grpSpPr>
        <p:sp>
          <p:nvSpPr>
            <p:cNvPr id="75821" name="Rectangle 31">
              <a:extLst>
                <a:ext uri="{FF2B5EF4-FFF2-40B4-BE49-F238E27FC236}">
                  <a16:creationId xmlns:a16="http://schemas.microsoft.com/office/drawing/2014/main" id="{03CEBB62-44A2-B14A-B988-9A4B4E71E9FB}"/>
                </a:ext>
              </a:extLst>
            </p:cNvPr>
            <p:cNvSpPr>
              <a:spLocks noChangeArrowheads="1"/>
            </p:cNvSpPr>
            <p:nvPr/>
          </p:nvSpPr>
          <p:spPr bwMode="auto">
            <a:xfrm>
              <a:off x="3944" y="2232"/>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2" name="Line 32">
              <a:extLst>
                <a:ext uri="{FF2B5EF4-FFF2-40B4-BE49-F238E27FC236}">
                  <a16:creationId xmlns:a16="http://schemas.microsoft.com/office/drawing/2014/main" id="{2C1A53E2-9C5D-E841-8DB5-E0FA6266B078}"/>
                </a:ext>
              </a:extLst>
            </p:cNvPr>
            <p:cNvSpPr>
              <a:spLocks noChangeShapeType="1"/>
            </p:cNvSpPr>
            <p:nvPr/>
          </p:nvSpPr>
          <p:spPr bwMode="auto">
            <a:xfrm>
              <a:off x="4065"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3" name="Line 34">
              <a:extLst>
                <a:ext uri="{FF2B5EF4-FFF2-40B4-BE49-F238E27FC236}">
                  <a16:creationId xmlns:a16="http://schemas.microsoft.com/office/drawing/2014/main" id="{4938EFBF-8067-7742-A21E-4BE7110065EC}"/>
                </a:ext>
              </a:extLst>
            </p:cNvPr>
            <p:cNvSpPr>
              <a:spLocks noChangeShapeType="1"/>
            </p:cNvSpPr>
            <p:nvPr/>
          </p:nvSpPr>
          <p:spPr bwMode="auto">
            <a:xfrm>
              <a:off x="4404"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4" name="Line 35">
              <a:extLst>
                <a:ext uri="{FF2B5EF4-FFF2-40B4-BE49-F238E27FC236}">
                  <a16:creationId xmlns:a16="http://schemas.microsoft.com/office/drawing/2014/main" id="{2AA6A3FD-F3FB-2943-B7D3-5E2457CD22B5}"/>
                </a:ext>
              </a:extLst>
            </p:cNvPr>
            <p:cNvSpPr>
              <a:spLocks noChangeShapeType="1"/>
            </p:cNvSpPr>
            <p:nvPr/>
          </p:nvSpPr>
          <p:spPr bwMode="auto">
            <a:xfrm>
              <a:off x="4573"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5" name="Line 39">
              <a:extLst>
                <a:ext uri="{FF2B5EF4-FFF2-40B4-BE49-F238E27FC236}">
                  <a16:creationId xmlns:a16="http://schemas.microsoft.com/office/drawing/2014/main" id="{83BC20FE-D2B4-9F42-8047-3A130F2FBB16}"/>
                </a:ext>
              </a:extLst>
            </p:cNvPr>
            <p:cNvSpPr>
              <a:spLocks noChangeShapeType="1"/>
            </p:cNvSpPr>
            <p:nvPr/>
          </p:nvSpPr>
          <p:spPr bwMode="auto">
            <a:xfrm>
              <a:off x="5250"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 name="Group 97">
            <a:extLst>
              <a:ext uri="{FF2B5EF4-FFF2-40B4-BE49-F238E27FC236}">
                <a16:creationId xmlns:a16="http://schemas.microsoft.com/office/drawing/2014/main" id="{319CCFFE-A01E-004D-BC82-FA7883BA4BF8}"/>
              </a:ext>
            </a:extLst>
          </p:cNvPr>
          <p:cNvGrpSpPr>
            <a:grpSpLocks/>
          </p:cNvGrpSpPr>
          <p:nvPr/>
        </p:nvGrpSpPr>
        <p:grpSpPr bwMode="auto">
          <a:xfrm>
            <a:off x="6262688" y="3851275"/>
            <a:ext cx="2265362" cy="576263"/>
            <a:chOff x="3944" y="2668"/>
            <a:chExt cx="1427" cy="363"/>
          </a:xfrm>
        </p:grpSpPr>
        <p:sp>
          <p:nvSpPr>
            <p:cNvPr id="75816" name="Rectangle 40">
              <a:extLst>
                <a:ext uri="{FF2B5EF4-FFF2-40B4-BE49-F238E27FC236}">
                  <a16:creationId xmlns:a16="http://schemas.microsoft.com/office/drawing/2014/main" id="{D17AA01B-8D5B-154A-A347-EC775CEE2CC8}"/>
                </a:ext>
              </a:extLst>
            </p:cNvPr>
            <p:cNvSpPr>
              <a:spLocks noChangeArrowheads="1"/>
            </p:cNvSpPr>
            <p:nvPr/>
          </p:nvSpPr>
          <p:spPr bwMode="auto">
            <a:xfrm>
              <a:off x="3944" y="2668"/>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7" name="Line 42">
              <a:extLst>
                <a:ext uri="{FF2B5EF4-FFF2-40B4-BE49-F238E27FC236}">
                  <a16:creationId xmlns:a16="http://schemas.microsoft.com/office/drawing/2014/main" id="{CB131EDA-2245-8749-8F34-B06DFC3A7996}"/>
                </a:ext>
              </a:extLst>
            </p:cNvPr>
            <p:cNvSpPr>
              <a:spLocks noChangeShapeType="1"/>
            </p:cNvSpPr>
            <p:nvPr/>
          </p:nvSpPr>
          <p:spPr bwMode="auto">
            <a:xfrm>
              <a:off x="4234"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8" name="Line 45">
              <a:extLst>
                <a:ext uri="{FF2B5EF4-FFF2-40B4-BE49-F238E27FC236}">
                  <a16:creationId xmlns:a16="http://schemas.microsoft.com/office/drawing/2014/main" id="{43F8A12E-6B02-014C-8793-226538DE18AF}"/>
                </a:ext>
              </a:extLst>
            </p:cNvPr>
            <p:cNvSpPr>
              <a:spLocks noChangeShapeType="1"/>
            </p:cNvSpPr>
            <p:nvPr/>
          </p:nvSpPr>
          <p:spPr bwMode="auto">
            <a:xfrm>
              <a:off x="4742"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9" name="Line 46">
              <a:extLst>
                <a:ext uri="{FF2B5EF4-FFF2-40B4-BE49-F238E27FC236}">
                  <a16:creationId xmlns:a16="http://schemas.microsoft.com/office/drawing/2014/main" id="{6DBB3AE9-1E57-8946-813D-1C59019733D3}"/>
                </a:ext>
              </a:extLst>
            </p:cNvPr>
            <p:cNvSpPr>
              <a:spLocks noChangeShapeType="1"/>
            </p:cNvSpPr>
            <p:nvPr/>
          </p:nvSpPr>
          <p:spPr bwMode="auto">
            <a:xfrm>
              <a:off x="4911"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0" name="Line 47">
              <a:extLst>
                <a:ext uri="{FF2B5EF4-FFF2-40B4-BE49-F238E27FC236}">
                  <a16:creationId xmlns:a16="http://schemas.microsoft.com/office/drawing/2014/main" id="{F1AF1A97-407E-644F-8E16-42483B064C43}"/>
                </a:ext>
              </a:extLst>
            </p:cNvPr>
            <p:cNvSpPr>
              <a:spLocks noChangeShapeType="1"/>
            </p:cNvSpPr>
            <p:nvPr/>
          </p:nvSpPr>
          <p:spPr bwMode="auto">
            <a:xfrm>
              <a:off x="5081"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98">
            <a:extLst>
              <a:ext uri="{FF2B5EF4-FFF2-40B4-BE49-F238E27FC236}">
                <a16:creationId xmlns:a16="http://schemas.microsoft.com/office/drawing/2014/main" id="{89B2CA6B-2146-D444-97A8-41605B830701}"/>
              </a:ext>
            </a:extLst>
          </p:cNvPr>
          <p:cNvGrpSpPr>
            <a:grpSpLocks/>
          </p:cNvGrpSpPr>
          <p:nvPr/>
        </p:nvGrpSpPr>
        <p:grpSpPr bwMode="auto">
          <a:xfrm>
            <a:off x="6262688" y="4541838"/>
            <a:ext cx="2265362" cy="576262"/>
            <a:chOff x="3944" y="3103"/>
            <a:chExt cx="1427" cy="363"/>
          </a:xfrm>
        </p:grpSpPr>
        <p:sp>
          <p:nvSpPr>
            <p:cNvPr id="75807" name="Rectangle 49">
              <a:extLst>
                <a:ext uri="{FF2B5EF4-FFF2-40B4-BE49-F238E27FC236}">
                  <a16:creationId xmlns:a16="http://schemas.microsoft.com/office/drawing/2014/main" id="{74138048-66CB-FA4A-8D65-78AE9CF267D6}"/>
                </a:ext>
              </a:extLst>
            </p:cNvPr>
            <p:cNvSpPr>
              <a:spLocks noChangeArrowheads="1"/>
            </p:cNvSpPr>
            <p:nvPr/>
          </p:nvSpPr>
          <p:spPr bwMode="auto">
            <a:xfrm>
              <a:off x="3944" y="3103"/>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08" name="Line 50">
              <a:extLst>
                <a:ext uri="{FF2B5EF4-FFF2-40B4-BE49-F238E27FC236}">
                  <a16:creationId xmlns:a16="http://schemas.microsoft.com/office/drawing/2014/main" id="{7ECB4966-EB5D-5449-8C73-84823325CC6E}"/>
                </a:ext>
              </a:extLst>
            </p:cNvPr>
            <p:cNvSpPr>
              <a:spLocks noChangeShapeType="1"/>
            </p:cNvSpPr>
            <p:nvPr/>
          </p:nvSpPr>
          <p:spPr bwMode="auto">
            <a:xfrm>
              <a:off x="4065"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09" name="Line 51">
              <a:extLst>
                <a:ext uri="{FF2B5EF4-FFF2-40B4-BE49-F238E27FC236}">
                  <a16:creationId xmlns:a16="http://schemas.microsoft.com/office/drawing/2014/main" id="{61E44F57-BFAA-3342-B1A8-D0F7AFA4C4DC}"/>
                </a:ext>
              </a:extLst>
            </p:cNvPr>
            <p:cNvSpPr>
              <a:spLocks noChangeShapeType="1"/>
            </p:cNvSpPr>
            <p:nvPr/>
          </p:nvSpPr>
          <p:spPr bwMode="auto">
            <a:xfrm>
              <a:off x="4234"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0" name="Line 52">
              <a:extLst>
                <a:ext uri="{FF2B5EF4-FFF2-40B4-BE49-F238E27FC236}">
                  <a16:creationId xmlns:a16="http://schemas.microsoft.com/office/drawing/2014/main" id="{76ECD0EE-5B45-194A-981E-9662C3E4396D}"/>
                </a:ext>
              </a:extLst>
            </p:cNvPr>
            <p:cNvSpPr>
              <a:spLocks noChangeShapeType="1"/>
            </p:cNvSpPr>
            <p:nvPr/>
          </p:nvSpPr>
          <p:spPr bwMode="auto">
            <a:xfrm>
              <a:off x="4404"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1" name="Line 53">
              <a:extLst>
                <a:ext uri="{FF2B5EF4-FFF2-40B4-BE49-F238E27FC236}">
                  <a16:creationId xmlns:a16="http://schemas.microsoft.com/office/drawing/2014/main" id="{6763B786-1F59-674C-92F8-784420AE5430}"/>
                </a:ext>
              </a:extLst>
            </p:cNvPr>
            <p:cNvSpPr>
              <a:spLocks noChangeShapeType="1"/>
            </p:cNvSpPr>
            <p:nvPr/>
          </p:nvSpPr>
          <p:spPr bwMode="auto">
            <a:xfrm>
              <a:off x="4573"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2" name="Line 54">
              <a:extLst>
                <a:ext uri="{FF2B5EF4-FFF2-40B4-BE49-F238E27FC236}">
                  <a16:creationId xmlns:a16="http://schemas.microsoft.com/office/drawing/2014/main" id="{205E1CAF-97EC-D849-80AF-174F56A3F445}"/>
                </a:ext>
              </a:extLst>
            </p:cNvPr>
            <p:cNvSpPr>
              <a:spLocks noChangeShapeType="1"/>
            </p:cNvSpPr>
            <p:nvPr/>
          </p:nvSpPr>
          <p:spPr bwMode="auto">
            <a:xfrm>
              <a:off x="4742"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3" name="Line 55">
              <a:extLst>
                <a:ext uri="{FF2B5EF4-FFF2-40B4-BE49-F238E27FC236}">
                  <a16:creationId xmlns:a16="http://schemas.microsoft.com/office/drawing/2014/main" id="{F44657C9-2568-1A46-BED4-6AEFE9042E4E}"/>
                </a:ext>
              </a:extLst>
            </p:cNvPr>
            <p:cNvSpPr>
              <a:spLocks noChangeShapeType="1"/>
            </p:cNvSpPr>
            <p:nvPr/>
          </p:nvSpPr>
          <p:spPr bwMode="auto">
            <a:xfrm>
              <a:off x="4911"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4" name="Line 56">
              <a:extLst>
                <a:ext uri="{FF2B5EF4-FFF2-40B4-BE49-F238E27FC236}">
                  <a16:creationId xmlns:a16="http://schemas.microsoft.com/office/drawing/2014/main" id="{9D390699-F1C9-8C4D-81A0-068BBBFBC9AE}"/>
                </a:ext>
              </a:extLst>
            </p:cNvPr>
            <p:cNvSpPr>
              <a:spLocks noChangeShapeType="1"/>
            </p:cNvSpPr>
            <p:nvPr/>
          </p:nvSpPr>
          <p:spPr bwMode="auto">
            <a:xfrm>
              <a:off x="5081"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5" name="Line 57">
              <a:extLst>
                <a:ext uri="{FF2B5EF4-FFF2-40B4-BE49-F238E27FC236}">
                  <a16:creationId xmlns:a16="http://schemas.microsoft.com/office/drawing/2014/main" id="{7FE1A7F5-2E19-6049-AF09-DB1163957719}"/>
                </a:ext>
              </a:extLst>
            </p:cNvPr>
            <p:cNvSpPr>
              <a:spLocks noChangeShapeType="1"/>
            </p:cNvSpPr>
            <p:nvPr/>
          </p:nvSpPr>
          <p:spPr bwMode="auto">
            <a:xfrm>
              <a:off x="5250"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8" name="Rectangle 58">
            <a:extLst>
              <a:ext uri="{FF2B5EF4-FFF2-40B4-BE49-F238E27FC236}">
                <a16:creationId xmlns:a16="http://schemas.microsoft.com/office/drawing/2014/main" id="{BE9991FD-0729-6147-8B06-B5A9AF1C5C49}"/>
              </a:ext>
            </a:extLst>
          </p:cNvPr>
          <p:cNvSpPr>
            <a:spLocks noChangeArrowheads="1"/>
          </p:cNvSpPr>
          <p:nvPr/>
        </p:nvSpPr>
        <p:spPr bwMode="auto">
          <a:xfrm>
            <a:off x="6186488" y="3121025"/>
            <a:ext cx="2419350" cy="134461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5786" name="Group 79">
            <a:extLst>
              <a:ext uri="{FF2B5EF4-FFF2-40B4-BE49-F238E27FC236}">
                <a16:creationId xmlns:a16="http://schemas.microsoft.com/office/drawing/2014/main" id="{F3977809-8D08-704A-897C-1075D297729D}"/>
              </a:ext>
            </a:extLst>
          </p:cNvPr>
          <p:cNvGrpSpPr>
            <a:grpSpLocks/>
          </p:cNvGrpSpPr>
          <p:nvPr/>
        </p:nvGrpSpPr>
        <p:grpSpPr bwMode="auto">
          <a:xfrm>
            <a:off x="4765675" y="1892300"/>
            <a:ext cx="1343025" cy="3073400"/>
            <a:chOff x="3001" y="1193"/>
            <a:chExt cx="846" cy="1936"/>
          </a:xfrm>
        </p:grpSpPr>
        <p:sp>
          <p:nvSpPr>
            <p:cNvPr id="75797" name="Rectangle 59">
              <a:extLst>
                <a:ext uri="{FF2B5EF4-FFF2-40B4-BE49-F238E27FC236}">
                  <a16:creationId xmlns:a16="http://schemas.microsoft.com/office/drawing/2014/main" id="{4D466021-2760-A94F-90E9-FD9FF620F82B}"/>
                </a:ext>
              </a:extLst>
            </p:cNvPr>
            <p:cNvSpPr>
              <a:spLocks noChangeArrowheads="1"/>
            </p:cNvSpPr>
            <p:nvPr/>
          </p:nvSpPr>
          <p:spPr bwMode="auto">
            <a:xfrm>
              <a:off x="3170" y="1193"/>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798" name="Rectangle 64">
              <a:extLst>
                <a:ext uri="{FF2B5EF4-FFF2-40B4-BE49-F238E27FC236}">
                  <a16:creationId xmlns:a16="http://schemas.microsoft.com/office/drawing/2014/main" id="{4C22EFAF-BCEF-7A42-8FE0-02BAB7572865}"/>
                </a:ext>
              </a:extLst>
            </p:cNvPr>
            <p:cNvSpPr>
              <a:spLocks noChangeArrowheads="1"/>
            </p:cNvSpPr>
            <p:nvPr/>
          </p:nvSpPr>
          <p:spPr bwMode="auto">
            <a:xfrm>
              <a:off x="3170" y="1629"/>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Branch</a:t>
              </a:r>
            </a:p>
          </p:txBody>
        </p:sp>
        <p:sp>
          <p:nvSpPr>
            <p:cNvPr id="75799" name="Rectangle 65">
              <a:extLst>
                <a:ext uri="{FF2B5EF4-FFF2-40B4-BE49-F238E27FC236}">
                  <a16:creationId xmlns:a16="http://schemas.microsoft.com/office/drawing/2014/main" id="{9356DE6F-480D-E84C-93FB-DF6089648853}"/>
                </a:ext>
              </a:extLst>
            </p:cNvPr>
            <p:cNvSpPr>
              <a:spLocks noChangeArrowheads="1"/>
            </p:cNvSpPr>
            <p:nvPr/>
          </p:nvSpPr>
          <p:spPr bwMode="auto">
            <a:xfrm>
              <a:off x="3339" y="2064"/>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A</a:t>
              </a:r>
            </a:p>
          </p:txBody>
        </p:sp>
        <p:sp>
          <p:nvSpPr>
            <p:cNvPr id="75800" name="Rectangle 66">
              <a:extLst>
                <a:ext uri="{FF2B5EF4-FFF2-40B4-BE49-F238E27FC236}">
                  <a16:creationId xmlns:a16="http://schemas.microsoft.com/office/drawing/2014/main" id="{4E2AE25A-FD43-C04A-886F-37405A4897CF}"/>
                </a:ext>
              </a:extLst>
            </p:cNvPr>
            <p:cNvSpPr>
              <a:spLocks noChangeArrowheads="1"/>
            </p:cNvSpPr>
            <p:nvPr/>
          </p:nvSpPr>
          <p:spPr bwMode="auto">
            <a:xfrm>
              <a:off x="3001" y="2499"/>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B</a:t>
              </a:r>
            </a:p>
          </p:txBody>
        </p:sp>
        <p:sp>
          <p:nvSpPr>
            <p:cNvPr id="75801" name="Rectangle 67">
              <a:extLst>
                <a:ext uri="{FF2B5EF4-FFF2-40B4-BE49-F238E27FC236}">
                  <a16:creationId xmlns:a16="http://schemas.microsoft.com/office/drawing/2014/main" id="{75977CCA-E430-8445-B61C-BD69BFEC9014}"/>
                </a:ext>
              </a:extLst>
            </p:cNvPr>
            <p:cNvSpPr>
              <a:spLocks noChangeArrowheads="1"/>
            </p:cNvSpPr>
            <p:nvPr/>
          </p:nvSpPr>
          <p:spPr bwMode="auto">
            <a:xfrm>
              <a:off x="3170" y="2935"/>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75802" name="AutoShape 68">
              <a:extLst>
                <a:ext uri="{FF2B5EF4-FFF2-40B4-BE49-F238E27FC236}">
                  <a16:creationId xmlns:a16="http://schemas.microsoft.com/office/drawing/2014/main" id="{ED152167-E649-C64A-A2BD-55D276979FC5}"/>
                </a:ext>
              </a:extLst>
            </p:cNvPr>
            <p:cNvCxnSpPr>
              <a:cxnSpLocks noChangeShapeType="1"/>
              <a:stCxn id="75797" idx="2"/>
              <a:endCxn id="75798" idx="0"/>
            </p:cNvCxnSpPr>
            <p:nvPr/>
          </p:nvCxnSpPr>
          <p:spPr bwMode="auto">
            <a:xfrm rot="5400000">
              <a:off x="3312" y="1508"/>
              <a:ext cx="224"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3" name="AutoShape 75">
              <a:extLst>
                <a:ext uri="{FF2B5EF4-FFF2-40B4-BE49-F238E27FC236}">
                  <a16:creationId xmlns:a16="http://schemas.microsoft.com/office/drawing/2014/main" id="{4AB98BB0-C799-F045-8673-62CA2064FA39}"/>
                </a:ext>
              </a:extLst>
            </p:cNvPr>
            <p:cNvCxnSpPr>
              <a:cxnSpLocks noChangeShapeType="1"/>
              <a:stCxn id="75798" idx="2"/>
              <a:endCxn id="75800" idx="0"/>
            </p:cNvCxnSpPr>
            <p:nvPr/>
          </p:nvCxnSpPr>
          <p:spPr bwMode="auto">
            <a:xfrm rot="5400000">
              <a:off x="3011" y="2076"/>
              <a:ext cx="658" cy="169"/>
            </a:xfrm>
            <a:prstGeom prst="curvedConnector3">
              <a:avLst>
                <a:gd name="adj1" fmla="val 2006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4" name="AutoShape 76">
              <a:extLst>
                <a:ext uri="{FF2B5EF4-FFF2-40B4-BE49-F238E27FC236}">
                  <a16:creationId xmlns:a16="http://schemas.microsoft.com/office/drawing/2014/main" id="{D29A596B-2627-5D44-884E-399E9EDFFD37}"/>
                </a:ext>
              </a:extLst>
            </p:cNvPr>
            <p:cNvCxnSpPr>
              <a:cxnSpLocks noChangeShapeType="1"/>
              <a:stCxn id="75798" idx="2"/>
              <a:endCxn id="75799" idx="0"/>
            </p:cNvCxnSpPr>
            <p:nvPr/>
          </p:nvCxnSpPr>
          <p:spPr bwMode="auto">
            <a:xfrm rot="16200000" flipH="1">
              <a:off x="3397" y="1859"/>
              <a:ext cx="223" cy="169"/>
            </a:xfrm>
            <a:prstGeom prst="curvedConnector3">
              <a:avLst>
                <a:gd name="adj1" fmla="val 49778"/>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5" name="AutoShape 77">
              <a:extLst>
                <a:ext uri="{FF2B5EF4-FFF2-40B4-BE49-F238E27FC236}">
                  <a16:creationId xmlns:a16="http://schemas.microsoft.com/office/drawing/2014/main" id="{8E59BE40-7967-8947-9B1D-14E99CBD1E70}"/>
                </a:ext>
              </a:extLst>
            </p:cNvPr>
            <p:cNvCxnSpPr>
              <a:cxnSpLocks noChangeShapeType="1"/>
              <a:stCxn id="75799" idx="2"/>
              <a:endCxn id="75801" idx="0"/>
            </p:cNvCxnSpPr>
            <p:nvPr/>
          </p:nvCxnSpPr>
          <p:spPr bwMode="auto">
            <a:xfrm rot="5400000">
              <a:off x="3179" y="2512"/>
              <a:ext cx="659" cy="169"/>
            </a:xfrm>
            <a:prstGeom prst="curvedConnector3">
              <a:avLst>
                <a:gd name="adj1" fmla="val 8285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6" name="AutoShape 78">
              <a:extLst>
                <a:ext uri="{FF2B5EF4-FFF2-40B4-BE49-F238E27FC236}">
                  <a16:creationId xmlns:a16="http://schemas.microsoft.com/office/drawing/2014/main" id="{F77C14F0-29B2-4F48-B6E4-40BD05069C0A}"/>
                </a:ext>
              </a:extLst>
            </p:cNvPr>
            <p:cNvCxnSpPr>
              <a:cxnSpLocks noChangeShapeType="1"/>
              <a:stCxn id="75800" idx="2"/>
              <a:endCxn id="75801" idx="0"/>
            </p:cNvCxnSpPr>
            <p:nvPr/>
          </p:nvCxnSpPr>
          <p:spPr bwMode="auto">
            <a:xfrm rot="16200000" flipH="1">
              <a:off x="3228" y="2729"/>
              <a:ext cx="224" cy="169"/>
            </a:xfrm>
            <a:prstGeom prst="curvedConnector3">
              <a:avLst>
                <a:gd name="adj1" fmla="val 5000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60" name="Rectangle 84">
            <a:extLst>
              <a:ext uri="{FF2B5EF4-FFF2-40B4-BE49-F238E27FC236}">
                <a16:creationId xmlns:a16="http://schemas.microsoft.com/office/drawing/2014/main" id="{4F3876E2-A276-BD40-930D-9F55D7D7914F}"/>
              </a:ext>
            </a:extLst>
          </p:cNvPr>
          <p:cNvSpPr>
            <a:spLocks noChangeArrowheads="1"/>
          </p:cNvSpPr>
          <p:nvPr/>
        </p:nvSpPr>
        <p:spPr bwMode="auto">
          <a:xfrm>
            <a:off x="5033963" y="1892300"/>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1" name="Rectangle 85">
            <a:extLst>
              <a:ext uri="{FF2B5EF4-FFF2-40B4-BE49-F238E27FC236}">
                <a16:creationId xmlns:a16="http://schemas.microsoft.com/office/drawing/2014/main" id="{DD29741A-A73F-8F4E-89FA-5EDB8CDE2AF1}"/>
              </a:ext>
            </a:extLst>
          </p:cNvPr>
          <p:cNvSpPr>
            <a:spLocks noChangeArrowheads="1"/>
          </p:cNvSpPr>
          <p:nvPr/>
        </p:nvSpPr>
        <p:spPr bwMode="auto">
          <a:xfrm>
            <a:off x="5033963" y="2584450"/>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Branch</a:t>
            </a:r>
          </a:p>
        </p:txBody>
      </p:sp>
      <p:sp>
        <p:nvSpPr>
          <p:cNvPr id="62" name="Rectangle 86">
            <a:extLst>
              <a:ext uri="{FF2B5EF4-FFF2-40B4-BE49-F238E27FC236}">
                <a16:creationId xmlns:a16="http://schemas.microsoft.com/office/drawing/2014/main" id="{B22C2764-A06C-7D4A-97F6-EC22E0F3109F}"/>
              </a:ext>
            </a:extLst>
          </p:cNvPr>
          <p:cNvSpPr>
            <a:spLocks noChangeArrowheads="1"/>
          </p:cNvSpPr>
          <p:nvPr/>
        </p:nvSpPr>
        <p:spPr bwMode="auto">
          <a:xfrm>
            <a:off x="5302250" y="3275013"/>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A</a:t>
            </a:r>
          </a:p>
        </p:txBody>
      </p:sp>
      <p:sp>
        <p:nvSpPr>
          <p:cNvPr id="63" name="Rectangle 87">
            <a:extLst>
              <a:ext uri="{FF2B5EF4-FFF2-40B4-BE49-F238E27FC236}">
                <a16:creationId xmlns:a16="http://schemas.microsoft.com/office/drawing/2014/main" id="{6D802625-32F3-F44B-B239-A28E6617E334}"/>
              </a:ext>
            </a:extLst>
          </p:cNvPr>
          <p:cNvSpPr>
            <a:spLocks noChangeArrowheads="1"/>
          </p:cNvSpPr>
          <p:nvPr/>
        </p:nvSpPr>
        <p:spPr bwMode="auto">
          <a:xfrm>
            <a:off x="4765675" y="3965575"/>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B</a:t>
            </a:r>
          </a:p>
        </p:txBody>
      </p:sp>
      <p:sp>
        <p:nvSpPr>
          <p:cNvPr id="64" name="Rectangle 88">
            <a:extLst>
              <a:ext uri="{FF2B5EF4-FFF2-40B4-BE49-F238E27FC236}">
                <a16:creationId xmlns:a16="http://schemas.microsoft.com/office/drawing/2014/main" id="{06083A22-E492-2F49-A9CE-1229BDA5A928}"/>
              </a:ext>
            </a:extLst>
          </p:cNvPr>
          <p:cNvSpPr>
            <a:spLocks noChangeArrowheads="1"/>
          </p:cNvSpPr>
          <p:nvPr/>
        </p:nvSpPr>
        <p:spPr bwMode="auto">
          <a:xfrm>
            <a:off x="5033963" y="4657725"/>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 name="Group 102">
            <a:extLst>
              <a:ext uri="{FF2B5EF4-FFF2-40B4-BE49-F238E27FC236}">
                <a16:creationId xmlns:a16="http://schemas.microsoft.com/office/drawing/2014/main" id="{C2A32945-80FD-2948-871E-AD6456DA41BD}"/>
              </a:ext>
            </a:extLst>
          </p:cNvPr>
          <p:cNvGrpSpPr>
            <a:grpSpLocks/>
          </p:cNvGrpSpPr>
          <p:nvPr/>
        </p:nvGrpSpPr>
        <p:grpSpPr bwMode="auto">
          <a:xfrm>
            <a:off x="5073650" y="2814638"/>
            <a:ext cx="690563" cy="384175"/>
            <a:chOff x="3195" y="2015"/>
            <a:chExt cx="435" cy="242"/>
          </a:xfrm>
        </p:grpSpPr>
        <p:sp>
          <p:nvSpPr>
            <p:cNvPr id="75795" name="AutoShape 100">
              <a:extLst>
                <a:ext uri="{FF2B5EF4-FFF2-40B4-BE49-F238E27FC236}">
                  <a16:creationId xmlns:a16="http://schemas.microsoft.com/office/drawing/2014/main" id="{32A9578C-9F3D-3544-80DB-47D538C400F5}"/>
                </a:ext>
              </a:extLst>
            </p:cNvPr>
            <p:cNvSpPr>
              <a:spLocks noChangeArrowheads="1"/>
            </p:cNvSpPr>
            <p:nvPr/>
          </p:nvSpPr>
          <p:spPr bwMode="auto">
            <a:xfrm>
              <a:off x="3195" y="2015"/>
              <a:ext cx="435" cy="242"/>
            </a:xfrm>
            <a:prstGeom prst="irregularSeal1">
              <a:avLst/>
            </a:prstGeom>
            <a:solidFill>
              <a:srgbClr val="FF3300"/>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796" name="AutoShape 101">
              <a:extLst>
                <a:ext uri="{FF2B5EF4-FFF2-40B4-BE49-F238E27FC236}">
                  <a16:creationId xmlns:a16="http://schemas.microsoft.com/office/drawing/2014/main" id="{49F23E53-3EBD-3D46-882B-978A7A87DE22}"/>
                </a:ext>
              </a:extLst>
            </p:cNvPr>
            <p:cNvSpPr>
              <a:spLocks noChangeArrowheads="1"/>
            </p:cNvSpPr>
            <p:nvPr/>
          </p:nvSpPr>
          <p:spPr bwMode="auto">
            <a:xfrm>
              <a:off x="3267" y="2087"/>
              <a:ext cx="290" cy="97"/>
            </a:xfrm>
            <a:prstGeom prst="irregularSeal1">
              <a:avLst/>
            </a:prstGeom>
            <a:solidFill>
              <a:srgbClr val="FFFF00"/>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5793" name="TextBox 67">
            <a:extLst>
              <a:ext uri="{FF2B5EF4-FFF2-40B4-BE49-F238E27FC236}">
                <a16:creationId xmlns:a16="http://schemas.microsoft.com/office/drawing/2014/main" id="{F6F0FA66-FE52-004E-A70A-9AF597E8B86D}"/>
              </a:ext>
            </a:extLst>
          </p:cNvPr>
          <p:cNvSpPr txBox="1">
            <a:spLocks noChangeArrowheads="1"/>
          </p:cNvSpPr>
          <p:nvPr/>
        </p:nvSpPr>
        <p:spPr bwMode="auto">
          <a:xfrm>
            <a:off x="152400" y="6553200"/>
            <a:ext cx="15446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Tor Aamodt</a:t>
            </a:r>
          </a:p>
        </p:txBody>
      </p:sp>
      <p:sp>
        <p:nvSpPr>
          <p:cNvPr id="7" name="TextBox 6">
            <a:extLst>
              <a:ext uri="{FF2B5EF4-FFF2-40B4-BE49-F238E27FC236}">
                <a16:creationId xmlns:a16="http://schemas.microsoft.com/office/drawing/2014/main" id="{2C31085C-C570-6C47-AA98-B7218AB1BD4D}"/>
              </a:ext>
            </a:extLst>
          </p:cNvPr>
          <p:cNvSpPr txBox="1">
            <a:spLocks noChangeArrowheads="1"/>
          </p:cNvSpPr>
          <p:nvPr/>
        </p:nvSpPr>
        <p:spPr bwMode="auto">
          <a:xfrm>
            <a:off x="1881188" y="5678488"/>
            <a:ext cx="70198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This is the same as conditional/predicated/masked execution. </a:t>
            </a:r>
          </a:p>
        </p:txBody>
      </p:sp>
    </p:spTree>
    <p:extLst>
      <p:ext uri="{BB962C8B-B14F-4D97-AF65-F5344CB8AC3E}">
        <p14:creationId xmlns:p14="http://schemas.microsoft.com/office/powerpoint/2010/main" val="7331077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3538">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60"/>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6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8"/>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62"/>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63"/>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64"/>
                                        </p:tgtEl>
                                        <p:attrNameLst>
                                          <p:attrName>style.visibility</p:attrName>
                                        </p:attrNameLst>
                                      </p:cBhvr>
                                      <p:to>
                                        <p:strVal val="hidden"/>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Nvidia’s Success: Transparent Scalability</a:t>
            </a:r>
          </a:p>
        </p:txBody>
      </p:sp>
      <p:sp>
        <p:nvSpPr>
          <p:cNvPr id="3" name="Marcador de contenido 2"/>
          <p:cNvSpPr>
            <a:spLocks noGrp="1"/>
          </p:cNvSpPr>
          <p:nvPr>
            <p:ph idx="1"/>
          </p:nvPr>
        </p:nvSpPr>
        <p:spPr>
          <a:xfrm>
            <a:off x="304800" y="1044638"/>
            <a:ext cx="8568952" cy="5472534"/>
          </a:xfrm>
        </p:spPr>
        <p:txBody>
          <a:bodyPr>
            <a:normAutofit/>
          </a:bodyPr>
          <a:lstStyle/>
          <a:p>
            <a:r>
              <a:rPr lang="en-US" dirty="0"/>
              <a:t>Hardware is </a:t>
            </a:r>
            <a:r>
              <a:rPr lang="en-US" dirty="0">
                <a:solidFill>
                  <a:srgbClr val="0000FF"/>
                </a:solidFill>
              </a:rPr>
              <a:t>free to schedule</a:t>
            </a:r>
            <a:r>
              <a:rPr lang="en-US" dirty="0"/>
              <a:t> thread blocks</a:t>
            </a:r>
          </a:p>
        </p:txBody>
      </p:sp>
      <p:grpSp>
        <p:nvGrpSpPr>
          <p:cNvPr id="6" name="Group 5"/>
          <p:cNvGrpSpPr>
            <a:grpSpLocks/>
          </p:cNvGrpSpPr>
          <p:nvPr/>
        </p:nvGrpSpPr>
        <p:grpSpPr bwMode="auto">
          <a:xfrm>
            <a:off x="638051" y="2287984"/>
            <a:ext cx="1620838" cy="665163"/>
            <a:chOff x="691" y="1737"/>
            <a:chExt cx="1021" cy="419"/>
          </a:xfrm>
        </p:grpSpPr>
        <p:sp>
          <p:nvSpPr>
            <p:cNvPr id="41" name="Text Box 6"/>
            <p:cNvSpPr txBox="1">
              <a:spLocks noChangeArrowheads="1"/>
            </p:cNvSpPr>
            <p:nvPr/>
          </p:nvSpPr>
          <p:spPr bwMode="auto">
            <a:xfrm>
              <a:off x="691" y="1737"/>
              <a:ext cx="1021" cy="419"/>
            </a:xfrm>
            <a:prstGeom prst="rect">
              <a:avLst/>
            </a:prstGeom>
            <a:solidFill>
              <a:srgbClr val="99CCFF"/>
            </a:solidFill>
            <a:ln w="9525">
              <a:solidFill>
                <a:srgbClr val="969696"/>
              </a:solidFill>
              <a:miter lim="800000"/>
              <a:headEnd/>
              <a:tailEnd/>
            </a:ln>
          </p:spPr>
          <p:txBody>
            <a:bodyPr>
              <a:prstTxWarp prst="textNoShape">
                <a:avLst/>
              </a:prstTxWarp>
            </a:bodyPr>
            <a:lstStyle/>
            <a:p>
              <a:r>
                <a:rPr lang="en-US" altLang="zh-TW" sz="1200" b="1">
                  <a:solidFill>
                    <a:schemeClr val="bg1"/>
                  </a:solidFill>
                  <a:latin typeface="Arial" pitchFamily="-111" charset="0"/>
                  <a:ea typeface="新細明體" pitchFamily="16" charset="-128"/>
                  <a:cs typeface="新細明體" pitchFamily="16" charset="-128"/>
                </a:rPr>
                <a:t>Device</a:t>
              </a:r>
            </a:p>
          </p:txBody>
        </p:sp>
        <p:sp>
          <p:nvSpPr>
            <p:cNvPr id="42" name="Text Box 7"/>
            <p:cNvSpPr txBox="1">
              <a:spLocks noChangeArrowheads="1"/>
            </p:cNvSpPr>
            <p:nvPr/>
          </p:nvSpPr>
          <p:spPr bwMode="auto">
            <a:xfrm>
              <a:off x="727" y="190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43" name="Text Box 8"/>
            <p:cNvSpPr txBox="1">
              <a:spLocks noChangeArrowheads="1"/>
            </p:cNvSpPr>
            <p:nvPr/>
          </p:nvSpPr>
          <p:spPr bwMode="auto">
            <a:xfrm>
              <a:off x="1212" y="190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grpSp>
      <p:grpSp>
        <p:nvGrpSpPr>
          <p:cNvPr id="7" name="Group 9"/>
          <p:cNvGrpSpPr>
            <a:grpSpLocks/>
          </p:cNvGrpSpPr>
          <p:nvPr/>
        </p:nvGrpSpPr>
        <p:grpSpPr bwMode="auto">
          <a:xfrm>
            <a:off x="401513" y="3227784"/>
            <a:ext cx="1844675" cy="2049463"/>
            <a:chOff x="542" y="2321"/>
            <a:chExt cx="1162" cy="1291"/>
          </a:xfrm>
        </p:grpSpPr>
        <p:sp>
          <p:nvSpPr>
            <p:cNvPr id="8" name="Line 10"/>
            <p:cNvSpPr>
              <a:spLocks noChangeShapeType="1"/>
            </p:cNvSpPr>
            <p:nvPr/>
          </p:nvSpPr>
          <p:spPr bwMode="auto">
            <a:xfrm>
              <a:off x="542" y="2321"/>
              <a:ext cx="1" cy="1283"/>
            </a:xfrm>
            <a:prstGeom prst="line">
              <a:avLst/>
            </a:prstGeom>
            <a:noFill/>
            <a:ln w="25400">
              <a:solidFill>
                <a:schemeClr val="tx1"/>
              </a:solidFill>
              <a:round/>
              <a:headEnd/>
              <a:tailEnd type="triangle" w="lg" len="lg"/>
            </a:ln>
          </p:spPr>
          <p:txBody>
            <a:bodyPr>
              <a:prstTxWarp prst="textNoShape">
                <a:avLst/>
              </a:prstTxWarp>
            </a:bodyPr>
            <a:lstStyle/>
            <a:p>
              <a:endParaRPr lang="es-ES_tradnl"/>
            </a:p>
          </p:txBody>
        </p:sp>
        <p:grpSp>
          <p:nvGrpSpPr>
            <p:cNvPr id="9" name="Group 11"/>
            <p:cNvGrpSpPr>
              <a:grpSpLocks/>
            </p:cNvGrpSpPr>
            <p:nvPr/>
          </p:nvGrpSpPr>
          <p:grpSpPr bwMode="auto">
            <a:xfrm>
              <a:off x="683" y="2321"/>
              <a:ext cx="1021" cy="291"/>
              <a:chOff x="1843" y="2745"/>
              <a:chExt cx="1021" cy="291"/>
            </a:xfrm>
          </p:grpSpPr>
          <p:sp>
            <p:nvSpPr>
              <p:cNvPr id="34" name="Text Box 12"/>
              <p:cNvSpPr txBox="1">
                <a:spLocks noChangeArrowheads="1"/>
              </p:cNvSpPr>
              <p:nvPr/>
            </p:nvSpPr>
            <p:spPr bwMode="auto">
              <a:xfrm>
                <a:off x="1843" y="2745"/>
                <a:ext cx="102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35" name="Group 13"/>
              <p:cNvGrpSpPr>
                <a:grpSpLocks/>
              </p:cNvGrpSpPr>
              <p:nvPr/>
            </p:nvGrpSpPr>
            <p:grpSpPr bwMode="auto">
              <a:xfrm>
                <a:off x="1879" y="2781"/>
                <a:ext cx="461" cy="230"/>
                <a:chOff x="3775" y="2037"/>
                <a:chExt cx="461" cy="230"/>
              </a:xfrm>
            </p:grpSpPr>
            <p:sp>
              <p:nvSpPr>
                <p:cNvPr id="39" name="Text Box 14"/>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40" name="Text Box 15"/>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0</a:t>
                  </a:r>
                </a:p>
              </p:txBody>
            </p:sp>
          </p:grpSp>
          <p:grpSp>
            <p:nvGrpSpPr>
              <p:cNvPr id="36" name="Group 16"/>
              <p:cNvGrpSpPr>
                <a:grpSpLocks/>
              </p:cNvGrpSpPr>
              <p:nvPr/>
            </p:nvGrpSpPr>
            <p:grpSpPr bwMode="auto">
              <a:xfrm>
                <a:off x="2364" y="2781"/>
                <a:ext cx="461" cy="230"/>
                <a:chOff x="3775" y="2037"/>
                <a:chExt cx="461" cy="230"/>
              </a:xfrm>
            </p:grpSpPr>
            <p:sp>
              <p:nvSpPr>
                <p:cNvPr id="37" name="Text Box 17"/>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38" name="Text Box 18"/>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1</a:t>
                  </a:r>
                </a:p>
              </p:txBody>
            </p:sp>
          </p:grpSp>
        </p:grpSp>
        <p:grpSp>
          <p:nvGrpSpPr>
            <p:cNvPr id="10" name="Group 19"/>
            <p:cNvGrpSpPr>
              <a:grpSpLocks/>
            </p:cNvGrpSpPr>
            <p:nvPr/>
          </p:nvGrpSpPr>
          <p:grpSpPr bwMode="auto">
            <a:xfrm>
              <a:off x="683" y="2654"/>
              <a:ext cx="1021" cy="291"/>
              <a:chOff x="1843" y="2745"/>
              <a:chExt cx="1021" cy="291"/>
            </a:xfrm>
          </p:grpSpPr>
          <p:sp>
            <p:nvSpPr>
              <p:cNvPr id="27" name="Text Box 20"/>
              <p:cNvSpPr txBox="1">
                <a:spLocks noChangeArrowheads="1"/>
              </p:cNvSpPr>
              <p:nvPr/>
            </p:nvSpPr>
            <p:spPr bwMode="auto">
              <a:xfrm>
                <a:off x="1843" y="2745"/>
                <a:ext cx="102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28" name="Group 21"/>
              <p:cNvGrpSpPr>
                <a:grpSpLocks/>
              </p:cNvGrpSpPr>
              <p:nvPr/>
            </p:nvGrpSpPr>
            <p:grpSpPr bwMode="auto">
              <a:xfrm>
                <a:off x="1879" y="2781"/>
                <a:ext cx="461" cy="230"/>
                <a:chOff x="3775" y="2037"/>
                <a:chExt cx="461" cy="230"/>
              </a:xfrm>
            </p:grpSpPr>
            <p:sp>
              <p:nvSpPr>
                <p:cNvPr id="32" name="Text Box 22"/>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33" name="Text Box 23"/>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2</a:t>
                  </a:r>
                </a:p>
              </p:txBody>
            </p:sp>
          </p:grpSp>
          <p:grpSp>
            <p:nvGrpSpPr>
              <p:cNvPr id="29" name="Group 24"/>
              <p:cNvGrpSpPr>
                <a:grpSpLocks/>
              </p:cNvGrpSpPr>
              <p:nvPr/>
            </p:nvGrpSpPr>
            <p:grpSpPr bwMode="auto">
              <a:xfrm>
                <a:off x="2364" y="2781"/>
                <a:ext cx="461" cy="230"/>
                <a:chOff x="3775" y="2037"/>
                <a:chExt cx="461" cy="230"/>
              </a:xfrm>
            </p:grpSpPr>
            <p:sp>
              <p:nvSpPr>
                <p:cNvPr id="30" name="Text Box 25"/>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31" name="Text Box 26"/>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3</a:t>
                  </a:r>
                </a:p>
              </p:txBody>
            </p:sp>
          </p:grpSp>
        </p:grpSp>
        <p:grpSp>
          <p:nvGrpSpPr>
            <p:cNvPr id="11" name="Group 27"/>
            <p:cNvGrpSpPr>
              <a:grpSpLocks/>
            </p:cNvGrpSpPr>
            <p:nvPr/>
          </p:nvGrpSpPr>
          <p:grpSpPr bwMode="auto">
            <a:xfrm>
              <a:off x="683" y="2987"/>
              <a:ext cx="1021" cy="291"/>
              <a:chOff x="1843" y="2745"/>
              <a:chExt cx="1021" cy="291"/>
            </a:xfrm>
          </p:grpSpPr>
          <p:sp>
            <p:nvSpPr>
              <p:cNvPr id="20" name="Text Box 28"/>
              <p:cNvSpPr txBox="1">
                <a:spLocks noChangeArrowheads="1"/>
              </p:cNvSpPr>
              <p:nvPr/>
            </p:nvSpPr>
            <p:spPr bwMode="auto">
              <a:xfrm>
                <a:off x="1843" y="2745"/>
                <a:ext cx="102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21" name="Group 29"/>
              <p:cNvGrpSpPr>
                <a:grpSpLocks/>
              </p:cNvGrpSpPr>
              <p:nvPr/>
            </p:nvGrpSpPr>
            <p:grpSpPr bwMode="auto">
              <a:xfrm>
                <a:off x="1879" y="2781"/>
                <a:ext cx="461" cy="230"/>
                <a:chOff x="3775" y="2037"/>
                <a:chExt cx="461" cy="230"/>
              </a:xfrm>
            </p:grpSpPr>
            <p:sp>
              <p:nvSpPr>
                <p:cNvPr id="25" name="Text Box 30"/>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26" name="Text Box 31"/>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4</a:t>
                  </a:r>
                </a:p>
              </p:txBody>
            </p:sp>
          </p:grpSp>
          <p:grpSp>
            <p:nvGrpSpPr>
              <p:cNvPr id="22" name="Group 32"/>
              <p:cNvGrpSpPr>
                <a:grpSpLocks/>
              </p:cNvGrpSpPr>
              <p:nvPr/>
            </p:nvGrpSpPr>
            <p:grpSpPr bwMode="auto">
              <a:xfrm>
                <a:off x="2364" y="2781"/>
                <a:ext cx="461" cy="230"/>
                <a:chOff x="3775" y="2037"/>
                <a:chExt cx="461" cy="230"/>
              </a:xfrm>
            </p:grpSpPr>
            <p:sp>
              <p:nvSpPr>
                <p:cNvPr id="23" name="Text Box 33"/>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24" name="Text Box 34"/>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5</a:t>
                  </a:r>
                </a:p>
              </p:txBody>
            </p:sp>
          </p:grpSp>
        </p:grpSp>
        <p:grpSp>
          <p:nvGrpSpPr>
            <p:cNvPr id="12" name="Group 35"/>
            <p:cNvGrpSpPr>
              <a:grpSpLocks/>
            </p:cNvGrpSpPr>
            <p:nvPr/>
          </p:nvGrpSpPr>
          <p:grpSpPr bwMode="auto">
            <a:xfrm>
              <a:off x="683" y="3321"/>
              <a:ext cx="1021" cy="291"/>
              <a:chOff x="1843" y="2745"/>
              <a:chExt cx="1021" cy="291"/>
            </a:xfrm>
          </p:grpSpPr>
          <p:sp>
            <p:nvSpPr>
              <p:cNvPr id="13" name="Text Box 36"/>
              <p:cNvSpPr txBox="1">
                <a:spLocks noChangeArrowheads="1"/>
              </p:cNvSpPr>
              <p:nvPr/>
            </p:nvSpPr>
            <p:spPr bwMode="auto">
              <a:xfrm>
                <a:off x="1843" y="2745"/>
                <a:ext cx="102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14" name="Group 37"/>
              <p:cNvGrpSpPr>
                <a:grpSpLocks/>
              </p:cNvGrpSpPr>
              <p:nvPr/>
            </p:nvGrpSpPr>
            <p:grpSpPr bwMode="auto">
              <a:xfrm>
                <a:off x="1879" y="2781"/>
                <a:ext cx="461" cy="230"/>
                <a:chOff x="3775" y="2037"/>
                <a:chExt cx="461" cy="230"/>
              </a:xfrm>
            </p:grpSpPr>
            <p:sp>
              <p:nvSpPr>
                <p:cNvPr id="18" name="Text Box 38"/>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19" name="Text Box 39"/>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6</a:t>
                  </a:r>
                </a:p>
              </p:txBody>
            </p:sp>
          </p:grpSp>
          <p:grpSp>
            <p:nvGrpSpPr>
              <p:cNvPr id="15" name="Group 40"/>
              <p:cNvGrpSpPr>
                <a:grpSpLocks/>
              </p:cNvGrpSpPr>
              <p:nvPr/>
            </p:nvGrpSpPr>
            <p:grpSpPr bwMode="auto">
              <a:xfrm>
                <a:off x="2364" y="2781"/>
                <a:ext cx="461" cy="230"/>
                <a:chOff x="3775" y="2037"/>
                <a:chExt cx="461" cy="230"/>
              </a:xfrm>
            </p:grpSpPr>
            <p:sp>
              <p:nvSpPr>
                <p:cNvPr id="16" name="Text Box 41"/>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17" name="Text Box 42"/>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7</a:t>
                  </a:r>
                </a:p>
              </p:txBody>
            </p:sp>
          </p:grpSp>
        </p:grpSp>
      </p:grpSp>
      <p:grpSp>
        <p:nvGrpSpPr>
          <p:cNvPr id="44" name="Group 43"/>
          <p:cNvGrpSpPr>
            <a:grpSpLocks/>
          </p:cNvGrpSpPr>
          <p:nvPr/>
        </p:nvGrpSpPr>
        <p:grpSpPr bwMode="auto">
          <a:xfrm>
            <a:off x="3149476" y="2276872"/>
            <a:ext cx="1471612" cy="1681162"/>
            <a:chOff x="2233" y="1609"/>
            <a:chExt cx="927" cy="1059"/>
          </a:xfrm>
        </p:grpSpPr>
        <p:sp>
          <p:nvSpPr>
            <p:cNvPr id="45" name="Text Box 44"/>
            <p:cNvSpPr txBox="1">
              <a:spLocks noChangeArrowheads="1"/>
            </p:cNvSpPr>
            <p:nvPr/>
          </p:nvSpPr>
          <p:spPr bwMode="auto">
            <a:xfrm>
              <a:off x="2233" y="1609"/>
              <a:ext cx="927" cy="1059"/>
            </a:xfrm>
            <a:prstGeom prst="rect">
              <a:avLst/>
            </a:prstGeom>
            <a:solidFill>
              <a:srgbClr val="99FF66"/>
            </a:solidFill>
            <a:ln w="9525">
              <a:solidFill>
                <a:srgbClr val="969696"/>
              </a:solidFill>
              <a:miter lim="800000"/>
              <a:headEnd/>
              <a:tailEnd/>
            </a:ln>
          </p:spPr>
          <p:txBody>
            <a:bodyPr>
              <a:prstTxWarp prst="textNoShape">
                <a:avLst/>
              </a:prstTxWarp>
            </a:bodyPr>
            <a:lstStyle/>
            <a:p>
              <a:r>
                <a:rPr lang="en-US" altLang="zh-TW" sz="1200" b="1">
                  <a:solidFill>
                    <a:schemeClr val="bg1"/>
                  </a:solidFill>
                  <a:latin typeface="Arial" pitchFamily="-111" charset="0"/>
                  <a:ea typeface="新細明體" pitchFamily="16" charset="-128"/>
                  <a:cs typeface="新細明體" pitchFamily="16" charset="-128"/>
                </a:rPr>
                <a:t>Kernel grid</a:t>
              </a:r>
            </a:p>
          </p:txBody>
        </p:sp>
        <p:grpSp>
          <p:nvGrpSpPr>
            <p:cNvPr id="46" name="Group 45"/>
            <p:cNvGrpSpPr>
              <a:grpSpLocks/>
            </p:cNvGrpSpPr>
            <p:nvPr/>
          </p:nvGrpSpPr>
          <p:grpSpPr bwMode="auto">
            <a:xfrm>
              <a:off x="2279" y="1809"/>
              <a:ext cx="835" cy="805"/>
              <a:chOff x="2353" y="1809"/>
              <a:chExt cx="835" cy="805"/>
            </a:xfrm>
          </p:grpSpPr>
          <p:grpSp>
            <p:nvGrpSpPr>
              <p:cNvPr id="47" name="Group 46"/>
              <p:cNvGrpSpPr>
                <a:grpSpLocks/>
              </p:cNvGrpSpPr>
              <p:nvPr/>
            </p:nvGrpSpPr>
            <p:grpSpPr bwMode="auto">
              <a:xfrm>
                <a:off x="2353" y="1809"/>
                <a:ext cx="835" cy="173"/>
                <a:chOff x="2257" y="1809"/>
                <a:chExt cx="835" cy="173"/>
              </a:xfrm>
            </p:grpSpPr>
            <p:sp>
              <p:nvSpPr>
                <p:cNvPr id="57" name="Text Box 47"/>
                <p:cNvSpPr txBox="1">
                  <a:spLocks noChangeArrowheads="1"/>
                </p:cNvSpPr>
                <p:nvPr/>
              </p:nvSpPr>
              <p:spPr bwMode="auto">
                <a:xfrm>
                  <a:off x="2257"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0</a:t>
                  </a:r>
                </a:p>
              </p:txBody>
            </p:sp>
            <p:sp>
              <p:nvSpPr>
                <p:cNvPr id="58" name="Text Box 48"/>
                <p:cNvSpPr txBox="1">
                  <a:spLocks noChangeArrowheads="1"/>
                </p:cNvSpPr>
                <p:nvPr/>
              </p:nvSpPr>
              <p:spPr bwMode="auto">
                <a:xfrm>
                  <a:off x="2689"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1</a:t>
                  </a:r>
                </a:p>
              </p:txBody>
            </p:sp>
          </p:grpSp>
          <p:grpSp>
            <p:nvGrpSpPr>
              <p:cNvPr id="48" name="Group 49"/>
              <p:cNvGrpSpPr>
                <a:grpSpLocks/>
              </p:cNvGrpSpPr>
              <p:nvPr/>
            </p:nvGrpSpPr>
            <p:grpSpPr bwMode="auto">
              <a:xfrm>
                <a:off x="2353" y="2019"/>
                <a:ext cx="835" cy="173"/>
                <a:chOff x="2257" y="1809"/>
                <a:chExt cx="835" cy="173"/>
              </a:xfrm>
            </p:grpSpPr>
            <p:sp>
              <p:nvSpPr>
                <p:cNvPr id="55" name="Text Box 50"/>
                <p:cNvSpPr txBox="1">
                  <a:spLocks noChangeArrowheads="1"/>
                </p:cNvSpPr>
                <p:nvPr/>
              </p:nvSpPr>
              <p:spPr bwMode="auto">
                <a:xfrm>
                  <a:off x="2257"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2</a:t>
                  </a:r>
                </a:p>
              </p:txBody>
            </p:sp>
            <p:sp>
              <p:nvSpPr>
                <p:cNvPr id="56" name="Text Box 51"/>
                <p:cNvSpPr txBox="1">
                  <a:spLocks noChangeArrowheads="1"/>
                </p:cNvSpPr>
                <p:nvPr/>
              </p:nvSpPr>
              <p:spPr bwMode="auto">
                <a:xfrm>
                  <a:off x="2689"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3</a:t>
                  </a:r>
                </a:p>
              </p:txBody>
            </p:sp>
          </p:grpSp>
          <p:grpSp>
            <p:nvGrpSpPr>
              <p:cNvPr id="49" name="Group 52"/>
              <p:cNvGrpSpPr>
                <a:grpSpLocks/>
              </p:cNvGrpSpPr>
              <p:nvPr/>
            </p:nvGrpSpPr>
            <p:grpSpPr bwMode="auto">
              <a:xfrm>
                <a:off x="2353" y="2230"/>
                <a:ext cx="835" cy="173"/>
                <a:chOff x="2257" y="1809"/>
                <a:chExt cx="835" cy="173"/>
              </a:xfrm>
            </p:grpSpPr>
            <p:sp>
              <p:nvSpPr>
                <p:cNvPr id="53" name="Text Box 53"/>
                <p:cNvSpPr txBox="1">
                  <a:spLocks noChangeArrowheads="1"/>
                </p:cNvSpPr>
                <p:nvPr/>
              </p:nvSpPr>
              <p:spPr bwMode="auto">
                <a:xfrm>
                  <a:off x="2257"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4</a:t>
                  </a:r>
                </a:p>
              </p:txBody>
            </p:sp>
            <p:sp>
              <p:nvSpPr>
                <p:cNvPr id="54" name="Text Box 54"/>
                <p:cNvSpPr txBox="1">
                  <a:spLocks noChangeArrowheads="1"/>
                </p:cNvSpPr>
                <p:nvPr/>
              </p:nvSpPr>
              <p:spPr bwMode="auto">
                <a:xfrm>
                  <a:off x="2689"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5</a:t>
                  </a:r>
                </a:p>
              </p:txBody>
            </p:sp>
          </p:grpSp>
          <p:grpSp>
            <p:nvGrpSpPr>
              <p:cNvPr id="50" name="Group 55"/>
              <p:cNvGrpSpPr>
                <a:grpSpLocks/>
              </p:cNvGrpSpPr>
              <p:nvPr/>
            </p:nvGrpSpPr>
            <p:grpSpPr bwMode="auto">
              <a:xfrm>
                <a:off x="2353" y="2441"/>
                <a:ext cx="835" cy="173"/>
                <a:chOff x="2257" y="1809"/>
                <a:chExt cx="835" cy="173"/>
              </a:xfrm>
            </p:grpSpPr>
            <p:sp>
              <p:nvSpPr>
                <p:cNvPr id="51" name="Text Box 56"/>
                <p:cNvSpPr txBox="1">
                  <a:spLocks noChangeArrowheads="1"/>
                </p:cNvSpPr>
                <p:nvPr/>
              </p:nvSpPr>
              <p:spPr bwMode="auto">
                <a:xfrm>
                  <a:off x="2257"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6</a:t>
                  </a:r>
                </a:p>
              </p:txBody>
            </p:sp>
            <p:sp>
              <p:nvSpPr>
                <p:cNvPr id="52" name="Text Box 57"/>
                <p:cNvSpPr txBox="1">
                  <a:spLocks noChangeArrowheads="1"/>
                </p:cNvSpPr>
                <p:nvPr/>
              </p:nvSpPr>
              <p:spPr bwMode="auto">
                <a:xfrm>
                  <a:off x="2689"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7</a:t>
                  </a:r>
                </a:p>
              </p:txBody>
            </p:sp>
          </p:grpSp>
        </p:grpSp>
      </p:grpSp>
      <p:grpSp>
        <p:nvGrpSpPr>
          <p:cNvPr id="59" name="Group 59"/>
          <p:cNvGrpSpPr>
            <a:grpSpLocks/>
          </p:cNvGrpSpPr>
          <p:nvPr/>
        </p:nvGrpSpPr>
        <p:grpSpPr bwMode="auto">
          <a:xfrm>
            <a:off x="5530726" y="2467372"/>
            <a:ext cx="3144837" cy="665162"/>
            <a:chOff x="3643" y="1817"/>
            <a:chExt cx="1981" cy="419"/>
          </a:xfrm>
        </p:grpSpPr>
        <p:sp>
          <p:nvSpPr>
            <p:cNvPr id="60" name="Text Box 60"/>
            <p:cNvSpPr txBox="1">
              <a:spLocks noChangeArrowheads="1"/>
            </p:cNvSpPr>
            <p:nvPr/>
          </p:nvSpPr>
          <p:spPr bwMode="auto">
            <a:xfrm>
              <a:off x="3643" y="1817"/>
              <a:ext cx="1981" cy="419"/>
            </a:xfrm>
            <a:prstGeom prst="rect">
              <a:avLst/>
            </a:prstGeom>
            <a:solidFill>
              <a:srgbClr val="99CCFF"/>
            </a:solidFill>
            <a:ln w="9525">
              <a:solidFill>
                <a:srgbClr val="969696"/>
              </a:solidFill>
              <a:miter lim="800000"/>
              <a:headEnd/>
              <a:tailEnd/>
            </a:ln>
          </p:spPr>
          <p:txBody>
            <a:bodyPr>
              <a:prstTxWarp prst="textNoShape">
                <a:avLst/>
              </a:prstTxWarp>
            </a:bodyPr>
            <a:lstStyle/>
            <a:p>
              <a:r>
                <a:rPr lang="en-US" altLang="zh-TW" sz="1200" b="1">
                  <a:solidFill>
                    <a:schemeClr val="bg1"/>
                  </a:solidFill>
                  <a:latin typeface="Arial" pitchFamily="-111" charset="0"/>
                  <a:ea typeface="新細明體" pitchFamily="16" charset="-128"/>
                  <a:cs typeface="新細明體" pitchFamily="16" charset="-128"/>
                </a:rPr>
                <a:t>Device</a:t>
              </a:r>
            </a:p>
          </p:txBody>
        </p:sp>
        <p:sp>
          <p:nvSpPr>
            <p:cNvPr id="61" name="Text Box 61"/>
            <p:cNvSpPr txBox="1">
              <a:spLocks noChangeArrowheads="1"/>
            </p:cNvSpPr>
            <p:nvPr/>
          </p:nvSpPr>
          <p:spPr bwMode="auto">
            <a:xfrm>
              <a:off x="3679" y="198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62" name="Text Box 62"/>
            <p:cNvSpPr txBox="1">
              <a:spLocks noChangeArrowheads="1"/>
            </p:cNvSpPr>
            <p:nvPr/>
          </p:nvSpPr>
          <p:spPr bwMode="auto">
            <a:xfrm>
              <a:off x="4164" y="198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63" name="Text Box 63"/>
            <p:cNvSpPr txBox="1">
              <a:spLocks noChangeArrowheads="1"/>
            </p:cNvSpPr>
            <p:nvPr/>
          </p:nvSpPr>
          <p:spPr bwMode="auto">
            <a:xfrm>
              <a:off x="4649" y="198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64" name="Text Box 64"/>
            <p:cNvSpPr txBox="1">
              <a:spLocks noChangeArrowheads="1"/>
            </p:cNvSpPr>
            <p:nvPr/>
          </p:nvSpPr>
          <p:spPr bwMode="auto">
            <a:xfrm>
              <a:off x="5135" y="198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grpSp>
      <p:grpSp>
        <p:nvGrpSpPr>
          <p:cNvPr id="65" name="Group 65"/>
          <p:cNvGrpSpPr>
            <a:grpSpLocks/>
          </p:cNvGrpSpPr>
          <p:nvPr/>
        </p:nvGrpSpPr>
        <p:grpSpPr bwMode="auto">
          <a:xfrm>
            <a:off x="5530726" y="3407172"/>
            <a:ext cx="3144837" cy="461962"/>
            <a:chOff x="3659" y="2649"/>
            <a:chExt cx="1981" cy="291"/>
          </a:xfrm>
        </p:grpSpPr>
        <p:sp>
          <p:nvSpPr>
            <p:cNvPr id="66" name="Text Box 66"/>
            <p:cNvSpPr txBox="1">
              <a:spLocks noChangeArrowheads="1"/>
            </p:cNvSpPr>
            <p:nvPr/>
          </p:nvSpPr>
          <p:spPr bwMode="auto">
            <a:xfrm>
              <a:off x="3659" y="2649"/>
              <a:ext cx="198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67" name="Group 67"/>
            <p:cNvGrpSpPr>
              <a:grpSpLocks/>
            </p:cNvGrpSpPr>
            <p:nvPr/>
          </p:nvGrpSpPr>
          <p:grpSpPr bwMode="auto">
            <a:xfrm>
              <a:off x="3695" y="2685"/>
              <a:ext cx="461" cy="230"/>
              <a:chOff x="3775" y="2037"/>
              <a:chExt cx="461" cy="230"/>
            </a:xfrm>
          </p:grpSpPr>
          <p:sp>
            <p:nvSpPr>
              <p:cNvPr id="77" name="Text Box 68"/>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78" name="Text Box 69"/>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0</a:t>
                </a:r>
              </a:p>
            </p:txBody>
          </p:sp>
        </p:grpSp>
        <p:grpSp>
          <p:nvGrpSpPr>
            <p:cNvPr id="68" name="Group 70"/>
            <p:cNvGrpSpPr>
              <a:grpSpLocks/>
            </p:cNvGrpSpPr>
            <p:nvPr/>
          </p:nvGrpSpPr>
          <p:grpSpPr bwMode="auto">
            <a:xfrm>
              <a:off x="4180" y="2685"/>
              <a:ext cx="461" cy="230"/>
              <a:chOff x="3775" y="2037"/>
              <a:chExt cx="461" cy="230"/>
            </a:xfrm>
          </p:grpSpPr>
          <p:sp>
            <p:nvSpPr>
              <p:cNvPr id="75" name="Text Box 71"/>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76" name="Text Box 72"/>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1</a:t>
                </a:r>
              </a:p>
            </p:txBody>
          </p:sp>
        </p:grpSp>
        <p:grpSp>
          <p:nvGrpSpPr>
            <p:cNvPr id="69" name="Group 73"/>
            <p:cNvGrpSpPr>
              <a:grpSpLocks/>
            </p:cNvGrpSpPr>
            <p:nvPr/>
          </p:nvGrpSpPr>
          <p:grpSpPr bwMode="auto">
            <a:xfrm>
              <a:off x="4665" y="2685"/>
              <a:ext cx="461" cy="230"/>
              <a:chOff x="3775" y="2037"/>
              <a:chExt cx="461" cy="230"/>
            </a:xfrm>
          </p:grpSpPr>
          <p:sp>
            <p:nvSpPr>
              <p:cNvPr id="73" name="Text Box 74"/>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74" name="Text Box 75"/>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2</a:t>
                </a:r>
              </a:p>
            </p:txBody>
          </p:sp>
        </p:grpSp>
        <p:grpSp>
          <p:nvGrpSpPr>
            <p:cNvPr id="70" name="Group 76"/>
            <p:cNvGrpSpPr>
              <a:grpSpLocks/>
            </p:cNvGrpSpPr>
            <p:nvPr/>
          </p:nvGrpSpPr>
          <p:grpSpPr bwMode="auto">
            <a:xfrm>
              <a:off x="5151" y="2685"/>
              <a:ext cx="461" cy="230"/>
              <a:chOff x="3775" y="2037"/>
              <a:chExt cx="461" cy="230"/>
            </a:xfrm>
          </p:grpSpPr>
          <p:sp>
            <p:nvSpPr>
              <p:cNvPr id="71" name="Text Box 77"/>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72" name="Text Box 78"/>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3</a:t>
                </a:r>
              </a:p>
            </p:txBody>
          </p:sp>
        </p:grpSp>
      </p:grpSp>
      <p:grpSp>
        <p:nvGrpSpPr>
          <p:cNvPr id="79" name="Group 79"/>
          <p:cNvGrpSpPr>
            <a:grpSpLocks/>
          </p:cNvGrpSpPr>
          <p:nvPr/>
        </p:nvGrpSpPr>
        <p:grpSpPr bwMode="auto">
          <a:xfrm>
            <a:off x="5530726" y="3927872"/>
            <a:ext cx="3144837" cy="461962"/>
            <a:chOff x="3603" y="3225"/>
            <a:chExt cx="1981" cy="291"/>
          </a:xfrm>
        </p:grpSpPr>
        <p:sp>
          <p:nvSpPr>
            <p:cNvPr id="80" name="Text Box 80"/>
            <p:cNvSpPr txBox="1">
              <a:spLocks noChangeArrowheads="1"/>
            </p:cNvSpPr>
            <p:nvPr/>
          </p:nvSpPr>
          <p:spPr bwMode="auto">
            <a:xfrm>
              <a:off x="3603" y="3225"/>
              <a:ext cx="198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81" name="Group 81"/>
            <p:cNvGrpSpPr>
              <a:grpSpLocks/>
            </p:cNvGrpSpPr>
            <p:nvPr/>
          </p:nvGrpSpPr>
          <p:grpSpPr bwMode="auto">
            <a:xfrm>
              <a:off x="3639" y="3261"/>
              <a:ext cx="461" cy="230"/>
              <a:chOff x="3775" y="2037"/>
              <a:chExt cx="461" cy="230"/>
            </a:xfrm>
          </p:grpSpPr>
          <p:sp>
            <p:nvSpPr>
              <p:cNvPr id="91" name="Text Box 82"/>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92" name="Text Box 83"/>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4</a:t>
                </a:r>
              </a:p>
            </p:txBody>
          </p:sp>
        </p:grpSp>
        <p:grpSp>
          <p:nvGrpSpPr>
            <p:cNvPr id="82" name="Group 84"/>
            <p:cNvGrpSpPr>
              <a:grpSpLocks/>
            </p:cNvGrpSpPr>
            <p:nvPr/>
          </p:nvGrpSpPr>
          <p:grpSpPr bwMode="auto">
            <a:xfrm>
              <a:off x="4124" y="3261"/>
              <a:ext cx="461" cy="230"/>
              <a:chOff x="3775" y="2037"/>
              <a:chExt cx="461" cy="230"/>
            </a:xfrm>
          </p:grpSpPr>
          <p:sp>
            <p:nvSpPr>
              <p:cNvPr id="89" name="Text Box 85"/>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90" name="Text Box 86"/>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5</a:t>
                </a:r>
              </a:p>
            </p:txBody>
          </p:sp>
        </p:grpSp>
        <p:grpSp>
          <p:nvGrpSpPr>
            <p:cNvPr id="83" name="Group 87"/>
            <p:cNvGrpSpPr>
              <a:grpSpLocks/>
            </p:cNvGrpSpPr>
            <p:nvPr/>
          </p:nvGrpSpPr>
          <p:grpSpPr bwMode="auto">
            <a:xfrm>
              <a:off x="4609" y="3261"/>
              <a:ext cx="461" cy="230"/>
              <a:chOff x="3775" y="2037"/>
              <a:chExt cx="461" cy="230"/>
            </a:xfrm>
          </p:grpSpPr>
          <p:sp>
            <p:nvSpPr>
              <p:cNvPr id="87" name="Text Box 88"/>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88" name="Text Box 89"/>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6</a:t>
                </a:r>
              </a:p>
            </p:txBody>
          </p:sp>
        </p:grpSp>
        <p:grpSp>
          <p:nvGrpSpPr>
            <p:cNvPr id="84" name="Group 90"/>
            <p:cNvGrpSpPr>
              <a:grpSpLocks/>
            </p:cNvGrpSpPr>
            <p:nvPr/>
          </p:nvGrpSpPr>
          <p:grpSpPr bwMode="auto">
            <a:xfrm>
              <a:off x="5095" y="3261"/>
              <a:ext cx="461" cy="230"/>
              <a:chOff x="3775" y="2037"/>
              <a:chExt cx="461" cy="230"/>
            </a:xfrm>
          </p:grpSpPr>
          <p:sp>
            <p:nvSpPr>
              <p:cNvPr id="85" name="Text Box 91"/>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86" name="Text Box 92"/>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7</a:t>
                </a:r>
              </a:p>
            </p:txBody>
          </p:sp>
        </p:grpSp>
      </p:grpSp>
      <p:sp>
        <p:nvSpPr>
          <p:cNvPr id="93" name="Line 93"/>
          <p:cNvSpPr>
            <a:spLocks noChangeShapeType="1"/>
          </p:cNvSpPr>
          <p:nvPr/>
        </p:nvSpPr>
        <p:spPr bwMode="auto">
          <a:xfrm>
            <a:off x="5306888" y="3583384"/>
            <a:ext cx="0" cy="982663"/>
          </a:xfrm>
          <a:prstGeom prst="line">
            <a:avLst/>
          </a:prstGeom>
          <a:noFill/>
          <a:ln w="25400">
            <a:solidFill>
              <a:schemeClr val="tx1"/>
            </a:solidFill>
            <a:round/>
            <a:headEnd/>
            <a:tailEnd type="triangle" w="lg" len="lg"/>
          </a:ln>
        </p:spPr>
        <p:txBody>
          <a:bodyPr>
            <a:prstTxWarp prst="textNoShape">
              <a:avLst/>
            </a:prstTxWarp>
          </a:bodyPr>
          <a:lstStyle/>
          <a:p>
            <a:endParaRPr lang="es-ES_tradnl"/>
          </a:p>
        </p:txBody>
      </p:sp>
      <p:sp>
        <p:nvSpPr>
          <p:cNvPr id="94" name="Line 94"/>
          <p:cNvSpPr>
            <a:spLocks noChangeShapeType="1"/>
          </p:cNvSpPr>
          <p:nvPr/>
        </p:nvSpPr>
        <p:spPr bwMode="auto">
          <a:xfrm flipH="1">
            <a:off x="2300163" y="2935684"/>
            <a:ext cx="825500" cy="457200"/>
          </a:xfrm>
          <a:prstGeom prst="line">
            <a:avLst/>
          </a:prstGeom>
          <a:noFill/>
          <a:ln w="63500">
            <a:solidFill>
              <a:schemeClr val="accent2"/>
            </a:solidFill>
            <a:round/>
            <a:headEnd/>
            <a:tailEnd type="triangle" w="lg" len="med"/>
          </a:ln>
          <a:effectLst/>
        </p:spPr>
        <p:txBody>
          <a:bodyPr>
            <a:prstTxWarp prst="textNoShape">
              <a:avLst/>
            </a:prstTxWarp>
          </a:bodyPr>
          <a:lstStyle/>
          <a:p>
            <a:endParaRPr lang="es-ES_tradnl"/>
          </a:p>
        </p:txBody>
      </p:sp>
      <p:sp>
        <p:nvSpPr>
          <p:cNvPr id="95" name="Line 95"/>
          <p:cNvSpPr>
            <a:spLocks noChangeShapeType="1"/>
          </p:cNvSpPr>
          <p:nvPr/>
        </p:nvSpPr>
        <p:spPr bwMode="auto">
          <a:xfrm>
            <a:off x="4668713" y="2935684"/>
            <a:ext cx="825500" cy="457200"/>
          </a:xfrm>
          <a:prstGeom prst="line">
            <a:avLst/>
          </a:prstGeom>
          <a:noFill/>
          <a:ln w="63500">
            <a:solidFill>
              <a:schemeClr val="accent2"/>
            </a:solidFill>
            <a:round/>
            <a:headEnd/>
            <a:tailEnd type="triangle" w="lg" len="med"/>
          </a:ln>
          <a:effectLst/>
        </p:spPr>
        <p:txBody>
          <a:bodyPr>
            <a:prstTxWarp prst="textNoShape">
              <a:avLst/>
            </a:prstTxWarp>
          </a:bodyPr>
          <a:lstStyle/>
          <a:p>
            <a:endParaRPr lang="es-ES_tradnl"/>
          </a:p>
        </p:txBody>
      </p:sp>
      <p:sp>
        <p:nvSpPr>
          <p:cNvPr id="96" name="Text Box 96"/>
          <p:cNvSpPr txBox="1">
            <a:spLocks noChangeArrowheads="1"/>
          </p:cNvSpPr>
          <p:nvPr/>
        </p:nvSpPr>
        <p:spPr bwMode="auto">
          <a:xfrm>
            <a:off x="2624013" y="4650740"/>
            <a:ext cx="6340475" cy="369332"/>
          </a:xfrm>
          <a:prstGeom prst="rect">
            <a:avLst/>
          </a:prstGeom>
          <a:noFill/>
          <a:ln w="9525">
            <a:noFill/>
            <a:miter lim="800000"/>
            <a:headEnd/>
            <a:tailEnd/>
          </a:ln>
          <a:effectLst/>
        </p:spPr>
        <p:txBody>
          <a:bodyPr wrap="square">
            <a:prstTxWarp prst="textNoShape">
              <a:avLst/>
            </a:prstTxWarp>
            <a:spAutoFit/>
          </a:bodyPr>
          <a:lstStyle/>
          <a:p>
            <a:r>
              <a:rPr lang="en-US" altLang="zh-TW" dirty="0">
                <a:ea typeface="新細明體" pitchFamily="16" charset="-128"/>
                <a:cs typeface="新細明體" pitchFamily="16" charset="-128"/>
              </a:rPr>
              <a:t>Each block can execute in any order relative to other blocks. </a:t>
            </a:r>
          </a:p>
        </p:txBody>
      </p:sp>
      <p:sp>
        <p:nvSpPr>
          <p:cNvPr id="97" name="Text Box 97"/>
          <p:cNvSpPr txBox="1">
            <a:spLocks noChangeArrowheads="1"/>
          </p:cNvSpPr>
          <p:nvPr/>
        </p:nvSpPr>
        <p:spPr bwMode="auto">
          <a:xfrm rot="16200000">
            <a:off x="4799484" y="3626247"/>
            <a:ext cx="722313"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新細明體" pitchFamily="16" charset="-128"/>
              </a:rPr>
              <a:t>time</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74</a:t>
            </a:fld>
            <a:endParaRPr lang="en-US" altLang="en-US"/>
          </a:p>
        </p:txBody>
      </p:sp>
      <p:sp>
        <p:nvSpPr>
          <p:cNvPr id="98" name="CuadroTexto 97"/>
          <p:cNvSpPr txBox="1"/>
          <p:nvPr/>
        </p:nvSpPr>
        <p:spPr>
          <a:xfrm>
            <a:off x="7545764" y="6165304"/>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
        <p:nvSpPr>
          <p:cNvPr id="99" name="Text Box 97"/>
          <p:cNvSpPr txBox="1">
            <a:spLocks noChangeArrowheads="1"/>
          </p:cNvSpPr>
          <p:nvPr/>
        </p:nvSpPr>
        <p:spPr bwMode="auto">
          <a:xfrm rot="16200000">
            <a:off x="-77911" y="3333749"/>
            <a:ext cx="722313" cy="457200"/>
          </a:xfrm>
          <a:prstGeom prst="rect">
            <a:avLst/>
          </a:prstGeom>
          <a:noFill/>
          <a:ln w="9525">
            <a:noFill/>
            <a:miter lim="800000"/>
            <a:headEnd/>
            <a:tailEnd/>
          </a:ln>
          <a:effectLst/>
        </p:spPr>
        <p:txBody>
          <a:bodyPr wrap="none">
            <a:prstTxWarp prst="textNoShape">
              <a:avLst/>
            </a:prstTxWarp>
            <a:spAutoFit/>
          </a:bodyPr>
          <a:lstStyle/>
          <a:p>
            <a:r>
              <a:rPr lang="en-US" altLang="zh-TW" dirty="0">
                <a:ea typeface="新細明體" pitchFamily="16" charset="-128"/>
                <a:cs typeface="新細明體" pitchFamily="16" charset="-128"/>
              </a:rPr>
              <a:t>time</a:t>
            </a:r>
          </a:p>
        </p:txBody>
      </p:sp>
      <p:sp>
        <p:nvSpPr>
          <p:cNvPr id="5" name="Rectangle 4">
            <a:extLst>
              <a:ext uri="{FF2B5EF4-FFF2-40B4-BE49-F238E27FC236}">
                <a16:creationId xmlns:a16="http://schemas.microsoft.com/office/drawing/2014/main" id="{E537DCA2-9DE0-FC40-8E72-8B7E460ABC08}"/>
              </a:ext>
            </a:extLst>
          </p:cNvPr>
          <p:cNvSpPr/>
          <p:nvPr/>
        </p:nvSpPr>
        <p:spPr>
          <a:xfrm>
            <a:off x="1029248" y="1811595"/>
            <a:ext cx="825867" cy="369332"/>
          </a:xfrm>
          <a:prstGeom prst="rect">
            <a:avLst/>
          </a:prstGeom>
        </p:spPr>
        <p:txBody>
          <a:bodyPr wrap="none">
            <a:spAutoFit/>
          </a:bodyPr>
          <a:lstStyle/>
          <a:p>
            <a:r>
              <a:rPr lang="en-US" b="1" dirty="0"/>
              <a:t>Gen 1</a:t>
            </a:r>
            <a:endParaRPr lang="en-CN" b="1" dirty="0"/>
          </a:p>
        </p:txBody>
      </p:sp>
      <p:sp>
        <p:nvSpPr>
          <p:cNvPr id="100" name="Rectangle 99">
            <a:extLst>
              <a:ext uri="{FF2B5EF4-FFF2-40B4-BE49-F238E27FC236}">
                <a16:creationId xmlns:a16="http://schemas.microsoft.com/office/drawing/2014/main" id="{66898B1D-E630-2042-A992-D52CDD4FDA9E}"/>
              </a:ext>
            </a:extLst>
          </p:cNvPr>
          <p:cNvSpPr/>
          <p:nvPr/>
        </p:nvSpPr>
        <p:spPr>
          <a:xfrm>
            <a:off x="6690210" y="1963949"/>
            <a:ext cx="825867" cy="369332"/>
          </a:xfrm>
          <a:prstGeom prst="rect">
            <a:avLst/>
          </a:prstGeom>
        </p:spPr>
        <p:txBody>
          <a:bodyPr wrap="none">
            <a:spAutoFit/>
          </a:bodyPr>
          <a:lstStyle/>
          <a:p>
            <a:r>
              <a:rPr lang="en-US" b="1" dirty="0"/>
              <a:t>Gen 2</a:t>
            </a:r>
            <a:endParaRPr lang="en-CN" b="1" dirty="0"/>
          </a:p>
        </p:txBody>
      </p:sp>
      <p:sp>
        <p:nvSpPr>
          <p:cNvPr id="101" name="Text Box 96">
            <a:extLst>
              <a:ext uri="{FF2B5EF4-FFF2-40B4-BE49-F238E27FC236}">
                <a16:creationId xmlns:a16="http://schemas.microsoft.com/office/drawing/2014/main" id="{7C44D933-A45C-B64E-9801-7477DD8ED4C0}"/>
              </a:ext>
            </a:extLst>
          </p:cNvPr>
          <p:cNvSpPr txBox="1">
            <a:spLocks noChangeArrowheads="1"/>
          </p:cNvSpPr>
          <p:nvPr/>
        </p:nvSpPr>
        <p:spPr bwMode="auto">
          <a:xfrm>
            <a:off x="1503025" y="5460557"/>
            <a:ext cx="6090075" cy="646331"/>
          </a:xfrm>
          <a:prstGeom prst="rect">
            <a:avLst/>
          </a:prstGeom>
          <a:noFill/>
          <a:ln w="12700">
            <a:solidFill>
              <a:srgbClr val="0432FF"/>
            </a:solidFill>
            <a:miter lim="800000"/>
            <a:headEnd/>
            <a:tailEnd/>
          </a:ln>
          <a:effectLst/>
        </p:spPr>
        <p:txBody>
          <a:bodyPr wrap="square">
            <a:prstTxWarp prst="textNoShape">
              <a:avLst/>
            </a:prstTxWarp>
            <a:spAutoFit/>
          </a:bodyPr>
          <a:lstStyle/>
          <a:p>
            <a:r>
              <a:rPr lang="en-CN" dirty="0">
                <a:solidFill>
                  <a:srgbClr val="0432FF"/>
                </a:solidFill>
              </a:rPr>
              <a:t>T</a:t>
            </a:r>
            <a:r>
              <a:rPr lang="en-US" dirty="0">
                <a:solidFill>
                  <a:srgbClr val="0432FF"/>
                </a:solidFill>
              </a:rPr>
              <a:t>h</a:t>
            </a:r>
            <a:r>
              <a:rPr lang="en-CN" dirty="0">
                <a:solidFill>
                  <a:srgbClr val="0432FF"/>
                </a:solidFill>
              </a:rPr>
              <a:t>e CUDA code stays the same and enjoys performance improvement while GPU hardware evolves. </a:t>
            </a:r>
          </a:p>
        </p:txBody>
      </p:sp>
    </p:spTree>
    <p:extLst>
      <p:ext uri="{BB962C8B-B14F-4D97-AF65-F5344CB8AC3E}">
        <p14:creationId xmlns:p14="http://schemas.microsoft.com/office/powerpoint/2010/main" val="21277159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4" grpId="0" animBg="1"/>
      <p:bldP spid="95" grpId="0" animBg="1"/>
      <p:bldP spid="96" grpId="0"/>
      <p:bldP spid="97" grpId="0"/>
      <p:bldP spid="98" grpId="0"/>
      <p:bldP spid="99" grpId="0"/>
      <p:bldP spid="5" grpId="0"/>
      <p:bldP spid="100" grpId="0"/>
      <p:bldP spid="10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4">
            <a:extLst>
              <a:ext uri="{FF2B5EF4-FFF2-40B4-BE49-F238E27FC236}">
                <a16:creationId xmlns:a16="http://schemas.microsoft.com/office/drawing/2014/main" id="{8C36A614-39B8-6B4D-8A39-97269A06153E}"/>
              </a:ext>
            </a:extLst>
          </p:cNvPr>
          <p:cNvSpPr>
            <a:spLocks noGrp="1" noChangeArrowheads="1"/>
          </p:cNvSpPr>
          <p:nvPr>
            <p:ph type="ctrTitle"/>
          </p:nvPr>
        </p:nvSpPr>
        <p:spPr>
          <a:xfrm>
            <a:off x="366713" y="1708150"/>
            <a:ext cx="8428037" cy="1720850"/>
          </a:xfrm>
        </p:spPr>
        <p:txBody>
          <a:bodyPr/>
          <a:lstStyle/>
          <a:p>
            <a:pPr algn="ctr" eaLnBrk="1" hangingPunct="1"/>
            <a:r>
              <a:rPr lang="en-US" altLang="en-US" sz="4400" dirty="0">
                <a:ea typeface="ＭＳ Ｐゴシック" panose="020B0600070205080204" pitchFamily="34" charset="-128"/>
              </a:rPr>
              <a:t>Memory Is Very Important</a:t>
            </a:r>
          </a:p>
        </p:txBody>
      </p:sp>
      <p:sp>
        <p:nvSpPr>
          <p:cNvPr id="167938" name="Rectangle 5">
            <a:extLst>
              <a:ext uri="{FF2B5EF4-FFF2-40B4-BE49-F238E27FC236}">
                <a16:creationId xmlns:a16="http://schemas.microsoft.com/office/drawing/2014/main" id="{996433C2-E4D4-5A4C-B317-5092809101A1}"/>
              </a:ext>
            </a:extLst>
          </p:cNvPr>
          <p:cNvSpPr>
            <a:spLocks noGrp="1" noChangeArrowheads="1"/>
          </p:cNvSpPr>
          <p:nvPr>
            <p:ph type="subTitle" idx="1"/>
          </p:nvPr>
        </p:nvSpPr>
        <p:spPr>
          <a:xfrm>
            <a:off x="685800" y="3581400"/>
            <a:ext cx="78486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1309676065"/>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1">
            <a:extLst>
              <a:ext uri="{FF2B5EF4-FFF2-40B4-BE49-F238E27FC236}">
                <a16:creationId xmlns:a16="http://schemas.microsoft.com/office/drawing/2014/main" id="{EA960F7A-CD89-D34B-9BBF-6DED980D8D08}"/>
              </a:ext>
            </a:extLst>
          </p:cNvPr>
          <p:cNvSpPr>
            <a:spLocks noGrp="1"/>
          </p:cNvSpPr>
          <p:nvPr>
            <p:ph type="title"/>
          </p:nvPr>
        </p:nvSpPr>
        <p:spPr/>
        <p:txBody>
          <a:bodyPr/>
          <a:lstStyle/>
          <a:p>
            <a:r>
              <a:rPr lang="en-US" altLang="en-US" sz="3400">
                <a:ea typeface="ＭＳ Ｐゴシック" panose="020B0600070205080204" pitchFamily="34" charset="-128"/>
              </a:rPr>
              <a:t>Idealism</a:t>
            </a:r>
          </a:p>
        </p:txBody>
      </p:sp>
      <p:sp>
        <p:nvSpPr>
          <p:cNvPr id="166914" name="Slide Number Placeholder 3">
            <a:extLst>
              <a:ext uri="{FF2B5EF4-FFF2-40B4-BE49-F238E27FC236}">
                <a16:creationId xmlns:a16="http://schemas.microsoft.com/office/drawing/2014/main" id="{7CE45B7C-1924-4C43-ACB0-DA7FE1CA4F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449B2B2D-54CC-D54D-BA21-B6B29323038D}" type="slidenum">
              <a:rPr lang="en-US" altLang="en-US" sz="1600" i="1">
                <a:solidFill>
                  <a:srgbClr val="000000"/>
                </a:solidFill>
                <a:latin typeface="Garamond" panose="02020404030301010803" pitchFamily="18" charset="0"/>
              </a:rPr>
              <a:pPr eaLnBrk="1" hangingPunct="1">
                <a:spcBef>
                  <a:spcPct val="0"/>
                </a:spcBef>
                <a:buClrTx/>
                <a:buSzTx/>
                <a:buFontTx/>
                <a:buNone/>
              </a:pPr>
              <a:t>76</a:t>
            </a:fld>
            <a:endParaRPr lang="en-US" altLang="en-US" sz="1600" i="1">
              <a:solidFill>
                <a:srgbClr val="000000"/>
              </a:solidFill>
              <a:latin typeface="Garamond" panose="02020404030301010803" pitchFamily="18" charset="0"/>
            </a:endParaRPr>
          </a:p>
        </p:txBody>
      </p:sp>
      <p:sp>
        <p:nvSpPr>
          <p:cNvPr id="166915" name="Rectangle 4">
            <a:extLst>
              <a:ext uri="{FF2B5EF4-FFF2-40B4-BE49-F238E27FC236}">
                <a16:creationId xmlns:a16="http://schemas.microsoft.com/office/drawing/2014/main" id="{5BC49316-AAFE-4F45-A24B-000F513B483E}"/>
              </a:ext>
            </a:extLst>
          </p:cNvPr>
          <p:cNvSpPr>
            <a:spLocks noChangeArrowheads="1"/>
          </p:cNvSpPr>
          <p:nvPr/>
        </p:nvSpPr>
        <p:spPr bwMode="auto">
          <a:xfrm>
            <a:off x="315913" y="1219200"/>
            <a:ext cx="1604962" cy="20415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66916" name="TextBox 5">
            <a:extLst>
              <a:ext uri="{FF2B5EF4-FFF2-40B4-BE49-F238E27FC236}">
                <a16:creationId xmlns:a16="http://schemas.microsoft.com/office/drawing/2014/main" id="{F48500D1-6364-D24E-AA74-A33B4493E7D6}"/>
              </a:ext>
            </a:extLst>
          </p:cNvPr>
          <p:cNvSpPr txBox="1">
            <a:spLocks noChangeArrowheads="1"/>
          </p:cNvSpPr>
          <p:nvPr/>
        </p:nvSpPr>
        <p:spPr bwMode="auto">
          <a:xfrm>
            <a:off x="484188" y="1930400"/>
            <a:ext cx="12493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Instruction</a:t>
            </a:r>
          </a:p>
          <a:p>
            <a:pPr eaLnBrk="1" hangingPunct="1">
              <a:spcBef>
                <a:spcPct val="0"/>
              </a:spcBef>
              <a:buClrTx/>
              <a:buSzTx/>
              <a:buFontTx/>
              <a:buNone/>
            </a:pPr>
            <a:r>
              <a:rPr lang="en-US" altLang="en-US" sz="1800">
                <a:solidFill>
                  <a:srgbClr val="000000"/>
                </a:solidFill>
                <a:latin typeface="Arial" panose="020B0604020202020204" pitchFamily="34" charset="0"/>
              </a:rPr>
              <a:t>Supply</a:t>
            </a:r>
          </a:p>
        </p:txBody>
      </p:sp>
      <p:sp>
        <p:nvSpPr>
          <p:cNvPr id="166917" name="Rectangle 6">
            <a:extLst>
              <a:ext uri="{FF2B5EF4-FFF2-40B4-BE49-F238E27FC236}">
                <a16:creationId xmlns:a16="http://schemas.microsoft.com/office/drawing/2014/main" id="{C30A0C7D-E40B-C443-BA0A-1523BC3348E9}"/>
              </a:ext>
            </a:extLst>
          </p:cNvPr>
          <p:cNvSpPr>
            <a:spLocks noChangeArrowheads="1"/>
          </p:cNvSpPr>
          <p:nvPr/>
        </p:nvSpPr>
        <p:spPr bwMode="auto">
          <a:xfrm>
            <a:off x="3659188" y="1219200"/>
            <a:ext cx="1604962" cy="20415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66918" name="TextBox 7">
            <a:extLst>
              <a:ext uri="{FF2B5EF4-FFF2-40B4-BE49-F238E27FC236}">
                <a16:creationId xmlns:a16="http://schemas.microsoft.com/office/drawing/2014/main" id="{52237D38-CB6A-8C43-BC8A-3138118DB131}"/>
              </a:ext>
            </a:extLst>
          </p:cNvPr>
          <p:cNvSpPr txBox="1">
            <a:spLocks noChangeArrowheads="1"/>
          </p:cNvSpPr>
          <p:nvPr/>
        </p:nvSpPr>
        <p:spPr bwMode="auto">
          <a:xfrm>
            <a:off x="3886200" y="1771650"/>
            <a:ext cx="13271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Pipeline</a:t>
            </a:r>
          </a:p>
          <a:p>
            <a:pPr eaLnBrk="1" hangingPunct="1">
              <a:spcBef>
                <a:spcPct val="0"/>
              </a:spcBef>
              <a:buClrTx/>
              <a:buSzTx/>
              <a:buFontTx/>
              <a:buNone/>
            </a:pPr>
            <a:r>
              <a:rPr lang="en-US" altLang="en-US" sz="1800">
                <a:solidFill>
                  <a:srgbClr val="000000"/>
                </a:solidFill>
                <a:latin typeface="Arial" panose="020B0604020202020204" pitchFamily="34" charset="0"/>
              </a:rPr>
              <a:t>(Instruction</a:t>
            </a:r>
          </a:p>
          <a:p>
            <a:pPr eaLnBrk="1" hangingPunct="1">
              <a:spcBef>
                <a:spcPct val="0"/>
              </a:spcBef>
              <a:buClrTx/>
              <a:buSzTx/>
              <a:buFontTx/>
              <a:buNone/>
            </a:pPr>
            <a:r>
              <a:rPr lang="en-US" altLang="en-US" sz="1800">
                <a:solidFill>
                  <a:srgbClr val="000000"/>
                </a:solidFill>
                <a:latin typeface="Arial" panose="020B0604020202020204" pitchFamily="34" charset="0"/>
              </a:rPr>
              <a:t>execution)</a:t>
            </a:r>
          </a:p>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66919" name="Rectangle 8">
            <a:extLst>
              <a:ext uri="{FF2B5EF4-FFF2-40B4-BE49-F238E27FC236}">
                <a16:creationId xmlns:a16="http://schemas.microsoft.com/office/drawing/2014/main" id="{56FCB21B-9A92-7947-8197-3EC606DE3187}"/>
              </a:ext>
            </a:extLst>
          </p:cNvPr>
          <p:cNvSpPr>
            <a:spLocks noChangeArrowheads="1"/>
          </p:cNvSpPr>
          <p:nvPr/>
        </p:nvSpPr>
        <p:spPr bwMode="auto">
          <a:xfrm>
            <a:off x="7037388" y="1219200"/>
            <a:ext cx="1604962" cy="20415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66920" name="TextBox 9">
            <a:extLst>
              <a:ext uri="{FF2B5EF4-FFF2-40B4-BE49-F238E27FC236}">
                <a16:creationId xmlns:a16="http://schemas.microsoft.com/office/drawing/2014/main" id="{A408D6D6-EF8C-D745-B2D6-CC528D074BAA}"/>
              </a:ext>
            </a:extLst>
          </p:cNvPr>
          <p:cNvSpPr txBox="1">
            <a:spLocks noChangeArrowheads="1"/>
          </p:cNvSpPr>
          <p:nvPr/>
        </p:nvSpPr>
        <p:spPr bwMode="auto">
          <a:xfrm>
            <a:off x="7372350" y="1930400"/>
            <a:ext cx="8905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a:t>
            </a:r>
          </a:p>
          <a:p>
            <a:pPr eaLnBrk="1" hangingPunct="1">
              <a:spcBef>
                <a:spcPct val="0"/>
              </a:spcBef>
              <a:buClrTx/>
              <a:buSzTx/>
              <a:buFontTx/>
              <a:buNone/>
            </a:pPr>
            <a:r>
              <a:rPr lang="en-US" altLang="en-US" sz="1800">
                <a:solidFill>
                  <a:srgbClr val="000000"/>
                </a:solidFill>
                <a:latin typeface="Arial" panose="020B0604020202020204" pitchFamily="34" charset="0"/>
              </a:rPr>
              <a:t>Supply</a:t>
            </a:r>
          </a:p>
        </p:txBody>
      </p:sp>
      <p:cxnSp>
        <p:nvCxnSpPr>
          <p:cNvPr id="166921" name="Straight Arrow Connector 11">
            <a:extLst>
              <a:ext uri="{FF2B5EF4-FFF2-40B4-BE49-F238E27FC236}">
                <a16:creationId xmlns:a16="http://schemas.microsoft.com/office/drawing/2014/main" id="{34C2C79C-0001-A643-8E44-9CA3A689C8C7}"/>
              </a:ext>
            </a:extLst>
          </p:cNvPr>
          <p:cNvCxnSpPr>
            <a:cxnSpLocks noChangeShapeType="1"/>
            <a:stCxn id="166915" idx="3"/>
            <a:endCxn id="166917" idx="1"/>
          </p:cNvCxnSpPr>
          <p:nvPr/>
        </p:nvCxnSpPr>
        <p:spPr bwMode="auto">
          <a:xfrm>
            <a:off x="1920875" y="2239963"/>
            <a:ext cx="1738313" cy="1587"/>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6922" name="Straight Arrow Connector 13">
            <a:extLst>
              <a:ext uri="{FF2B5EF4-FFF2-40B4-BE49-F238E27FC236}">
                <a16:creationId xmlns:a16="http://schemas.microsoft.com/office/drawing/2014/main" id="{DE1F8FD5-955C-D14A-A5D0-5D338AA517D9}"/>
              </a:ext>
            </a:extLst>
          </p:cNvPr>
          <p:cNvCxnSpPr>
            <a:cxnSpLocks noChangeShapeType="1"/>
            <a:stCxn id="166919" idx="1"/>
            <a:endCxn id="166917" idx="3"/>
          </p:cNvCxnSpPr>
          <p:nvPr/>
        </p:nvCxnSpPr>
        <p:spPr bwMode="auto">
          <a:xfrm rot="10800000">
            <a:off x="5264150" y="2239963"/>
            <a:ext cx="1773238" cy="1587"/>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31756" name="TextBox 15">
            <a:extLst>
              <a:ext uri="{FF2B5EF4-FFF2-40B4-BE49-F238E27FC236}">
                <a16:creationId xmlns:a16="http://schemas.microsoft.com/office/drawing/2014/main" id="{62F631DD-D67F-0041-B8D3-86E7E1FEA147}"/>
              </a:ext>
            </a:extLst>
          </p:cNvPr>
          <p:cNvSpPr txBox="1">
            <a:spLocks noChangeArrowheads="1"/>
          </p:cNvSpPr>
          <p:nvPr/>
        </p:nvSpPr>
        <p:spPr bwMode="auto">
          <a:xfrm>
            <a:off x="315913" y="3417888"/>
            <a:ext cx="23780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 Zero latency access</a:t>
            </a:r>
          </a:p>
          <a:p>
            <a:pPr eaLnBrk="1" hangingPunct="1">
              <a:spcBef>
                <a:spcPct val="0"/>
              </a:spcBef>
              <a:buClrTx/>
              <a:buSzTx/>
              <a:buFontTx/>
              <a:buNone/>
            </a:pPr>
            <a:r>
              <a:rPr lang="en-US" altLang="en-US" sz="1800">
                <a:solidFill>
                  <a:srgbClr val="000000"/>
                </a:solidFill>
                <a:latin typeface="Arial" panose="020B0604020202020204" pitchFamily="34" charset="0"/>
              </a:rPr>
              <a:t> </a:t>
            </a:r>
          </a:p>
          <a:p>
            <a:pPr eaLnBrk="1" hangingPunct="1">
              <a:spcBef>
                <a:spcPct val="0"/>
              </a:spcBef>
              <a:buClrTx/>
              <a:buSzTx/>
              <a:buFontTx/>
              <a:buNone/>
            </a:pPr>
            <a:r>
              <a:rPr lang="en-US" altLang="en-US" sz="1800">
                <a:solidFill>
                  <a:srgbClr val="000000"/>
                </a:solidFill>
                <a:latin typeface="Arial" panose="020B0604020202020204" pitchFamily="34" charset="0"/>
              </a:rPr>
              <a:t>- Infinite capacity</a:t>
            </a:r>
          </a:p>
          <a:p>
            <a:pPr eaLnBrk="1" hangingPunct="1">
              <a:spcBef>
                <a:spcPct val="0"/>
              </a:spcBef>
              <a:buClrTx/>
              <a:buSzTx/>
              <a:buFontTx/>
              <a:buNone/>
            </a:pPr>
            <a:r>
              <a:rPr lang="en-US" altLang="en-US" sz="1800">
                <a:solidFill>
                  <a:srgbClr val="000000"/>
                </a:solidFill>
                <a:latin typeface="Arial" panose="020B0604020202020204" pitchFamily="34" charset="0"/>
              </a:rPr>
              <a:t> </a:t>
            </a:r>
          </a:p>
          <a:p>
            <a:pPr eaLnBrk="1" hangingPunct="1">
              <a:spcBef>
                <a:spcPct val="0"/>
              </a:spcBef>
              <a:buClrTx/>
              <a:buSzTx/>
              <a:buFontTx/>
              <a:buNone/>
            </a:pPr>
            <a:r>
              <a:rPr lang="en-US" altLang="en-US" sz="1800">
                <a:solidFill>
                  <a:srgbClr val="000000"/>
                </a:solidFill>
                <a:latin typeface="Arial" panose="020B0604020202020204" pitchFamily="34" charset="0"/>
              </a:rPr>
              <a:t>- Zero cost</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None/>
            </a:pPr>
            <a:r>
              <a:rPr lang="en-US" altLang="en-US" sz="1800">
                <a:solidFill>
                  <a:srgbClr val="000000"/>
                </a:solidFill>
                <a:latin typeface="Arial" panose="020B0604020202020204" pitchFamily="34" charset="0"/>
              </a:rPr>
              <a:t>- Perfect control flow</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endParaRPr lang="en-US" altLang="en-US" sz="1800">
              <a:solidFill>
                <a:srgbClr val="000000"/>
              </a:solidFill>
              <a:latin typeface="Arial" panose="020B0604020202020204" pitchFamily="34" charset="0"/>
            </a:endParaRPr>
          </a:p>
        </p:txBody>
      </p:sp>
      <p:sp>
        <p:nvSpPr>
          <p:cNvPr id="31757" name="TextBox 16">
            <a:extLst>
              <a:ext uri="{FF2B5EF4-FFF2-40B4-BE49-F238E27FC236}">
                <a16:creationId xmlns:a16="http://schemas.microsoft.com/office/drawing/2014/main" id="{0C573E54-B620-9646-8E3A-E0A977BD64D0}"/>
              </a:ext>
            </a:extLst>
          </p:cNvPr>
          <p:cNvSpPr txBox="1">
            <a:spLocks noChangeArrowheads="1"/>
          </p:cNvSpPr>
          <p:nvPr/>
        </p:nvSpPr>
        <p:spPr bwMode="auto">
          <a:xfrm>
            <a:off x="3271838" y="3352800"/>
            <a:ext cx="320040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Char char="-"/>
            </a:pPr>
            <a:r>
              <a:rPr lang="en-US" altLang="en-US" sz="1800">
                <a:solidFill>
                  <a:srgbClr val="000000"/>
                </a:solidFill>
                <a:latin typeface="Arial" panose="020B0604020202020204" pitchFamily="34" charset="0"/>
              </a:rPr>
              <a:t> No pipeline stalls </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Perfect data flow </a:t>
            </a:r>
          </a:p>
          <a:p>
            <a:pPr eaLnBrk="1" hangingPunct="1">
              <a:spcBef>
                <a:spcPct val="0"/>
              </a:spcBef>
              <a:buClrTx/>
              <a:buSzTx/>
              <a:buFontTx/>
              <a:buNone/>
            </a:pPr>
            <a:r>
              <a:rPr lang="en-US" altLang="en-US" sz="1800">
                <a:solidFill>
                  <a:srgbClr val="000000"/>
                </a:solidFill>
                <a:latin typeface="Arial" panose="020B0604020202020204" pitchFamily="34" charset="0"/>
              </a:rPr>
              <a:t>  (reg/memory dependencies)</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Zero-cycle interconnect</a:t>
            </a:r>
          </a:p>
          <a:p>
            <a:pPr eaLnBrk="1" hangingPunct="1">
              <a:spcBef>
                <a:spcPct val="0"/>
              </a:spcBef>
              <a:buClrTx/>
              <a:buSzTx/>
              <a:buFontTx/>
              <a:buNone/>
            </a:pPr>
            <a:r>
              <a:rPr lang="en-US" altLang="en-US" sz="1800">
                <a:solidFill>
                  <a:srgbClr val="000000"/>
                </a:solidFill>
                <a:latin typeface="Arial" panose="020B0604020202020204" pitchFamily="34" charset="0"/>
              </a:rPr>
              <a:t>  (operand communication)</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Enough functional units</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Zero latency compute</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endParaRPr lang="en-US" altLang="en-US" sz="1800">
              <a:solidFill>
                <a:srgbClr val="000000"/>
              </a:solidFill>
              <a:latin typeface="Arial" panose="020B0604020202020204" pitchFamily="34" charset="0"/>
            </a:endParaRPr>
          </a:p>
        </p:txBody>
      </p:sp>
      <p:sp>
        <p:nvSpPr>
          <p:cNvPr id="31758" name="TextBox 17">
            <a:extLst>
              <a:ext uri="{FF2B5EF4-FFF2-40B4-BE49-F238E27FC236}">
                <a16:creationId xmlns:a16="http://schemas.microsoft.com/office/drawing/2014/main" id="{55AC0C03-616E-844A-B7C3-B3DB406E67B0}"/>
              </a:ext>
            </a:extLst>
          </p:cNvPr>
          <p:cNvSpPr txBox="1">
            <a:spLocks noChangeArrowheads="1"/>
          </p:cNvSpPr>
          <p:nvPr/>
        </p:nvSpPr>
        <p:spPr bwMode="auto">
          <a:xfrm>
            <a:off x="6651625" y="3440113"/>
            <a:ext cx="23780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Char char="-"/>
            </a:pPr>
            <a:r>
              <a:rPr lang="en-US" altLang="en-US" sz="1800">
                <a:solidFill>
                  <a:srgbClr val="000000"/>
                </a:solidFill>
                <a:latin typeface="Arial" panose="020B0604020202020204" pitchFamily="34" charset="0"/>
              </a:rPr>
              <a:t> Zero latency access</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Infinite capacity</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None/>
            </a:pPr>
            <a:r>
              <a:rPr lang="en-US" altLang="en-US" sz="1800">
                <a:solidFill>
                  <a:srgbClr val="000000"/>
                </a:solidFill>
                <a:latin typeface="Arial" panose="020B0604020202020204" pitchFamily="34" charset="0"/>
              </a:rPr>
              <a:t>- Infinite bandwidth </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Zero cost</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endParaRPr lang="en-US" altLang="en-US" sz="1800">
              <a:solidFill>
                <a:srgbClr val="0000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6" grpId="0"/>
      <p:bldP spid="31757" grpId="0"/>
      <p:bldP spid="3175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hart 14"/>
          <p:cNvGraphicFramePr>
            <a:graphicFrameLocks/>
          </p:cNvGraphicFramePr>
          <p:nvPr/>
        </p:nvGraphicFramePr>
        <p:xfrm>
          <a:off x="74706" y="1204631"/>
          <a:ext cx="8994588" cy="4647529"/>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normAutofit/>
          </a:bodyPr>
          <a:lstStyle/>
          <a:p>
            <a:r>
              <a:rPr lang="en-US" dirty="0"/>
              <a:t>DRAM Capacity, Bandwidth &amp; Latency</a:t>
            </a:r>
          </a:p>
        </p:txBody>
      </p:sp>
      <p:sp>
        <p:nvSpPr>
          <p:cNvPr id="9" name="TextBox 8"/>
          <p:cNvSpPr txBox="1"/>
          <p:nvPr/>
        </p:nvSpPr>
        <p:spPr>
          <a:xfrm>
            <a:off x="7744727" y="1230673"/>
            <a:ext cx="100540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D3B62"/>
                </a:solidFill>
                <a:effectLst/>
                <a:uLnTx/>
                <a:uFillTx/>
                <a:latin typeface="Tahoma"/>
                <a:ea typeface="+mn-ea"/>
                <a:cs typeface="+mn-cs"/>
              </a:rPr>
              <a:t>128x</a:t>
            </a:r>
          </a:p>
        </p:txBody>
      </p:sp>
      <p:sp>
        <p:nvSpPr>
          <p:cNvPr id="10" name="TextBox 9"/>
          <p:cNvSpPr txBox="1"/>
          <p:nvPr/>
        </p:nvSpPr>
        <p:spPr>
          <a:xfrm>
            <a:off x="7949911" y="2556978"/>
            <a:ext cx="80021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35742A"/>
                </a:solidFill>
                <a:effectLst/>
                <a:uLnTx/>
                <a:uFillTx/>
                <a:latin typeface="Tahoma"/>
                <a:ea typeface="+mn-ea"/>
                <a:cs typeface="+mn-cs"/>
              </a:rPr>
              <a:t>20x</a:t>
            </a:r>
          </a:p>
        </p:txBody>
      </p:sp>
      <p:sp>
        <p:nvSpPr>
          <p:cNvPr id="11" name="TextBox 10"/>
          <p:cNvSpPr txBox="1"/>
          <p:nvPr/>
        </p:nvSpPr>
        <p:spPr>
          <a:xfrm>
            <a:off x="7860143" y="4202002"/>
            <a:ext cx="88998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4136"/>
                </a:solidFill>
                <a:effectLst/>
                <a:uLnTx/>
                <a:uFillTx/>
                <a:latin typeface="Tahoma"/>
                <a:ea typeface="+mn-ea"/>
                <a:cs typeface="+mn-cs"/>
              </a:rPr>
              <a:t>1.3x</a:t>
            </a:r>
            <a:endParaRPr kumimoji="0" lang="en-US" sz="3200" b="0" i="0" u="none" strike="noStrike" kern="1200" cap="none" spc="0" normalizeH="0" baseline="0" noProof="0" dirty="0">
              <a:ln>
                <a:noFill/>
              </a:ln>
              <a:solidFill>
                <a:srgbClr val="FF4136"/>
              </a:solidFill>
              <a:effectLst/>
              <a:uLnTx/>
              <a:uFillTx/>
              <a:latin typeface="Tahoma"/>
              <a:ea typeface="+mn-ea"/>
              <a:cs typeface="+mn-cs"/>
            </a:endParaRPr>
          </a:p>
        </p:txBody>
      </p:sp>
    </p:spTree>
    <p:extLst>
      <p:ext uri="{BB962C8B-B14F-4D97-AF65-F5344CB8AC3E}">
        <p14:creationId xmlns:p14="http://schemas.microsoft.com/office/powerpoint/2010/main" val="29723704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graphicEl>
                                              <a:chart seriesIdx="-3" categoryIdx="-3" bldStep="gridLegen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graphicEl>
                                              <a:chart seriesIdx="0" categoryIdx="-4" bldStep="series"/>
                                            </p:graphicEl>
                                          </p:spTgt>
                                        </p:tgtEl>
                                        <p:attrNameLst>
                                          <p:attrName>style.visibility</p:attrName>
                                        </p:attrNameLst>
                                      </p:cBhvr>
                                      <p:to>
                                        <p:strVal val="visible"/>
                                      </p:to>
                                    </p:set>
                                  </p:childTnLst>
                                </p:cTn>
                              </p:par>
                            </p:childTnLst>
                          </p:cTn>
                        </p:par>
                        <p:par>
                          <p:cTn id="11" fill="hold">
                            <p:stCondLst>
                              <p:cond delay="0"/>
                            </p:stCondLst>
                            <p:childTnLst>
                              <p:par>
                                <p:cTn id="12" presetID="5" presetClass="entr" presetSubtype="1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heckerboard(across)">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5">
                                            <p:graphicEl>
                                              <a:chart seriesIdx="1" categoryIdx="-4" bldStep="series"/>
                                            </p:graphicEl>
                                          </p:spTgt>
                                        </p:tgtEl>
                                        <p:attrNameLst>
                                          <p:attrName>style.visibility</p:attrName>
                                        </p:attrNameLst>
                                      </p:cBhvr>
                                      <p:to>
                                        <p:strVal val="visible"/>
                                      </p:to>
                                    </p:set>
                                    <p:animEffect transition="in" filter="wipe(left)">
                                      <p:cBhvr>
                                        <p:cTn id="19" dur="500"/>
                                        <p:tgtEl>
                                          <p:spTgt spid="15">
                                            <p:graphicEl>
                                              <a:chart seriesIdx="1" categoryIdx="-4" bldStep="series"/>
                                            </p:graphicEl>
                                          </p:spTgt>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graphicEl>
                                              <a:chart seriesIdx="2" categoryIdx="-4" bldStep="series"/>
                                            </p:graphicEl>
                                          </p:spTgt>
                                        </p:tgtEl>
                                        <p:attrNameLst>
                                          <p:attrName>style.visibility</p:attrName>
                                        </p:attrNameLst>
                                      </p:cBhvr>
                                      <p:to>
                                        <p:strVal val="visible"/>
                                      </p:to>
                                    </p:set>
                                    <p:animEffect transition="in" filter="wipe(left)">
                                      <p:cBhvr>
                                        <p:cTn id="28" dur="2000"/>
                                        <p:tgtEl>
                                          <p:spTgt spid="15">
                                            <p:graphicEl>
                                              <a:chart seriesIdx="2" categoryIdx="-4" bldStep="series"/>
                                            </p:graphicEl>
                                          </p:spTgt>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Chart bld="series"/>
        </p:bldSub>
      </p:bldGraphic>
      <p:bldP spid="9" grpId="0"/>
      <p:bldP spid="10" grpId="0"/>
      <p:bldP spid="1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custDataLst>
              <p:tags r:id="rId1"/>
            </p:custDataLst>
          </p:nvPr>
        </p:nvSpPr>
        <p:spPr/>
        <p:txBody>
          <a:bodyPr/>
          <a:lstStyle/>
          <a:p>
            <a:r>
              <a:rPr lang="en-US" dirty="0"/>
              <a:t>FF vs. SRAM vs. DRAM vs. </a:t>
            </a:r>
            <a:r>
              <a:rPr lang="en-US"/>
              <a:t>Others</a:t>
            </a:r>
            <a:endParaRPr lang="en-GB" dirty="0"/>
          </a:p>
        </p:txBody>
      </p:sp>
      <p:sp>
        <p:nvSpPr>
          <p:cNvPr id="40965" name="Content Placeholder 17"/>
          <p:cNvSpPr>
            <a:spLocks noGrp="1"/>
          </p:cNvSpPr>
          <p:nvPr>
            <p:ph idx="1"/>
          </p:nvPr>
        </p:nvSpPr>
        <p:spPr>
          <a:xfrm>
            <a:off x="396874" y="1066800"/>
            <a:ext cx="8518525" cy="5457095"/>
          </a:xfrm>
        </p:spPr>
        <p:txBody>
          <a:bodyPr/>
          <a:lstStyle/>
          <a:p>
            <a:r>
              <a:rPr lang="en-US" sz="2215" dirty="0"/>
              <a:t>Flip-Flops </a:t>
            </a:r>
          </a:p>
          <a:p>
            <a:pPr lvl="1"/>
            <a:r>
              <a:rPr lang="en-US" sz="1846" dirty="0">
                <a:solidFill>
                  <a:srgbClr val="008000"/>
                </a:solidFill>
              </a:rPr>
              <a:t>Very fast, parallel access</a:t>
            </a:r>
          </a:p>
          <a:p>
            <a:pPr lvl="1"/>
            <a:r>
              <a:rPr lang="en-US" sz="1846" dirty="0">
                <a:solidFill>
                  <a:srgbClr val="C00000"/>
                </a:solidFill>
              </a:rPr>
              <a:t>Very expensive</a:t>
            </a:r>
            <a:r>
              <a:rPr lang="en-US" sz="1846" dirty="0">
                <a:solidFill>
                  <a:schemeClr val="accent2"/>
                </a:solidFill>
              </a:rPr>
              <a:t> </a:t>
            </a:r>
            <a:r>
              <a:rPr lang="en-US" sz="1846" dirty="0"/>
              <a:t>(one bit costs tens of transistors)</a:t>
            </a:r>
          </a:p>
          <a:p>
            <a:pPr lvl="1"/>
            <a:endParaRPr lang="en-US" sz="1000" dirty="0"/>
          </a:p>
          <a:p>
            <a:pPr>
              <a:spcBef>
                <a:spcPts val="1108"/>
              </a:spcBef>
            </a:pPr>
            <a:r>
              <a:rPr lang="en-US" sz="2215" dirty="0"/>
              <a:t>Static RAM</a:t>
            </a:r>
          </a:p>
          <a:p>
            <a:pPr lvl="1"/>
            <a:r>
              <a:rPr lang="en-US" sz="1846" dirty="0">
                <a:solidFill>
                  <a:srgbClr val="008000"/>
                </a:solidFill>
              </a:rPr>
              <a:t>Relatively fast</a:t>
            </a:r>
            <a:r>
              <a:rPr lang="en-US" sz="1846" dirty="0"/>
              <a:t>, </a:t>
            </a:r>
            <a:r>
              <a:rPr lang="en-US" sz="1846" dirty="0">
                <a:solidFill>
                  <a:srgbClr val="CC0000"/>
                </a:solidFill>
              </a:rPr>
              <a:t>only one data word at a time</a:t>
            </a:r>
          </a:p>
          <a:p>
            <a:pPr lvl="1"/>
            <a:r>
              <a:rPr lang="en-US" sz="1846" dirty="0">
                <a:solidFill>
                  <a:srgbClr val="C00000"/>
                </a:solidFill>
              </a:rPr>
              <a:t>Expensive</a:t>
            </a:r>
            <a:r>
              <a:rPr lang="en-US" sz="1846" dirty="0">
                <a:solidFill>
                  <a:srgbClr val="008000"/>
                </a:solidFill>
              </a:rPr>
              <a:t> </a:t>
            </a:r>
            <a:r>
              <a:rPr lang="en-US" sz="1846" dirty="0"/>
              <a:t>(one bit costs 6+ transistors)</a:t>
            </a:r>
          </a:p>
          <a:p>
            <a:pPr lvl="1"/>
            <a:endParaRPr lang="en-US" sz="1000" dirty="0"/>
          </a:p>
          <a:p>
            <a:pPr>
              <a:spcBef>
                <a:spcPts val="1108"/>
              </a:spcBef>
            </a:pPr>
            <a:r>
              <a:rPr lang="en-US" sz="2215" dirty="0"/>
              <a:t>Dynamic RAM </a:t>
            </a:r>
          </a:p>
          <a:p>
            <a:pPr lvl="1"/>
            <a:r>
              <a:rPr lang="en-US" sz="1846" dirty="0">
                <a:solidFill>
                  <a:srgbClr val="CC0000"/>
                </a:solidFill>
              </a:rPr>
              <a:t>Slower</a:t>
            </a:r>
            <a:r>
              <a:rPr lang="en-US" sz="1846" dirty="0"/>
              <a:t>, </a:t>
            </a:r>
            <a:r>
              <a:rPr lang="en-US" sz="1846" dirty="0">
                <a:solidFill>
                  <a:srgbClr val="CC0000"/>
                </a:solidFill>
              </a:rPr>
              <a:t>one data word at a time</a:t>
            </a:r>
            <a:r>
              <a:rPr lang="en-US" sz="1846" dirty="0"/>
              <a:t>, </a:t>
            </a:r>
            <a:r>
              <a:rPr lang="en-US" sz="1846" dirty="0">
                <a:solidFill>
                  <a:srgbClr val="CC0000"/>
                </a:solidFill>
              </a:rPr>
              <a:t>reading destroys content </a:t>
            </a:r>
            <a:r>
              <a:rPr lang="en-US" sz="1846" dirty="0"/>
              <a:t>(refresh), </a:t>
            </a:r>
            <a:r>
              <a:rPr lang="en-US" sz="1846" dirty="0">
                <a:solidFill>
                  <a:srgbClr val="CC0000"/>
                </a:solidFill>
              </a:rPr>
              <a:t>needs special process for manufacturing</a:t>
            </a:r>
          </a:p>
          <a:p>
            <a:pPr lvl="1"/>
            <a:r>
              <a:rPr lang="en-US" sz="1846" dirty="0">
                <a:solidFill>
                  <a:srgbClr val="008000"/>
                </a:solidFill>
              </a:rPr>
              <a:t>Cheap</a:t>
            </a:r>
            <a:r>
              <a:rPr lang="en-US" sz="1846" dirty="0"/>
              <a:t> (one bit costs only one transistor plus one capacitor)</a:t>
            </a:r>
          </a:p>
          <a:p>
            <a:pPr lvl="1"/>
            <a:endParaRPr lang="en-US" sz="1000" dirty="0"/>
          </a:p>
          <a:p>
            <a:pPr>
              <a:spcBef>
                <a:spcPts val="1108"/>
              </a:spcBef>
            </a:pPr>
            <a:r>
              <a:rPr lang="en-US" sz="2215" dirty="0"/>
              <a:t>Other storage technology (flash memory, hard disk, tape)</a:t>
            </a:r>
          </a:p>
          <a:p>
            <a:pPr lvl="1"/>
            <a:r>
              <a:rPr lang="en-US" sz="1846" dirty="0">
                <a:solidFill>
                  <a:srgbClr val="CC0000"/>
                </a:solidFill>
              </a:rPr>
              <a:t>Much slower</a:t>
            </a:r>
            <a:r>
              <a:rPr lang="en-US" sz="1846" dirty="0"/>
              <a:t>, </a:t>
            </a:r>
            <a:r>
              <a:rPr lang="en-US" sz="1846" dirty="0">
                <a:solidFill>
                  <a:srgbClr val="CC0000"/>
                </a:solidFill>
              </a:rPr>
              <a:t>access takes a long time</a:t>
            </a:r>
            <a:r>
              <a:rPr lang="en-US" sz="1846" dirty="0"/>
              <a:t>, </a:t>
            </a:r>
            <a:r>
              <a:rPr lang="en-US" sz="1846" dirty="0">
                <a:solidFill>
                  <a:schemeClr val="accent6"/>
                </a:solidFill>
              </a:rPr>
              <a:t>non-volatile</a:t>
            </a:r>
          </a:p>
          <a:p>
            <a:pPr lvl="1"/>
            <a:r>
              <a:rPr lang="en-US" sz="1846" dirty="0">
                <a:solidFill>
                  <a:schemeClr val="accent6"/>
                </a:solidFill>
              </a:rPr>
              <a:t>Very cheap </a:t>
            </a:r>
            <a:r>
              <a:rPr lang="en-US" sz="1846" dirty="0"/>
              <a:t>(one transistor stores </a:t>
            </a:r>
            <a:r>
              <a:rPr lang="en-US" altLang="zh-CN" sz="1846" dirty="0"/>
              <a:t>16</a:t>
            </a:r>
            <a:r>
              <a:rPr lang="en-US" sz="1846" dirty="0"/>
              <a:t> bits or no transistors involved) </a:t>
            </a:r>
          </a:p>
        </p:txBody>
      </p:sp>
      <p:sp>
        <p:nvSpPr>
          <p:cNvPr id="2" name="Slide Number Placeholder 1">
            <a:extLst>
              <a:ext uri="{FF2B5EF4-FFF2-40B4-BE49-F238E27FC236}">
                <a16:creationId xmlns:a16="http://schemas.microsoft.com/office/drawing/2014/main" id="{CF064F6F-7F77-447C-AF3E-9F8612DAA4C8}"/>
              </a:ext>
            </a:extLst>
          </p:cNvPr>
          <p:cNvSpPr>
            <a:spLocks noGrp="1"/>
          </p:cNvSpPr>
          <p:nvPr>
            <p:ph type="sldNum" sz="quarter" idx="11"/>
          </p:nvPr>
        </p:nvSpPr>
        <p:spPr/>
        <p:txBody>
          <a:bodyPr/>
          <a:lstStyle/>
          <a:p>
            <a:pPr>
              <a:defRPr/>
            </a:pPr>
            <a:fld id="{EDED06B6-2C69-284D-99A3-4B74281122AB}" type="slidenum">
              <a:rPr lang="en-US" altLang="en-US" smtClean="0"/>
              <a:pPr>
                <a:defRPr/>
              </a:pPr>
              <a:t>78</a:t>
            </a:fld>
            <a:endParaRPr lang="en-US" altLang="en-US"/>
          </a:p>
        </p:txBody>
      </p:sp>
    </p:spTree>
    <p:extLst>
      <p:ext uri="{BB962C8B-B14F-4D97-AF65-F5344CB8AC3E}">
        <p14:creationId xmlns:p14="http://schemas.microsoft.com/office/powerpoint/2010/main" val="3804510466"/>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p:txBody>
          <a:bodyPr/>
          <a:lstStyle/>
          <a:p>
            <a:r>
              <a:rPr lang="en-US" dirty="0">
                <a:latin typeface="Calibri" charset="0"/>
              </a:rPr>
              <a:t>The DRAM Subsystem</a:t>
            </a:r>
          </a:p>
        </p:txBody>
      </p:sp>
      <p:pic>
        <p:nvPicPr>
          <p:cNvPr id="108546" name="Picture 4"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2004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47" name="Picture 5" descr="nehalem.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76650" y="4656138"/>
            <a:ext cx="1352550" cy="1352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48" name="Picture 8"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49" name="Picture 9"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211513"/>
            <a:ext cx="2590800" cy="598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50" name="Picture 10"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21336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cxnSp>
        <p:nvCxnSpPr>
          <p:cNvPr id="13" name="Shape 12"/>
          <p:cNvCxnSpPr>
            <a:cxnSpLocks noChangeShapeType="1"/>
            <a:stCxn id="108547" idx="3"/>
            <a:endCxn id="108549" idx="2"/>
          </p:cNvCxnSpPr>
          <p:nvPr/>
        </p:nvCxnSpPr>
        <p:spPr bwMode="auto">
          <a:xfrm flipV="1">
            <a:off x="5029200" y="3810000"/>
            <a:ext cx="1219200" cy="1522413"/>
          </a:xfrm>
          <a:prstGeom prst="bentConnector2">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14" name="Shape 13"/>
          <p:cNvCxnSpPr>
            <a:cxnSpLocks noChangeShapeType="1"/>
            <a:stCxn id="108547" idx="1"/>
            <a:endCxn id="108546" idx="2"/>
          </p:cNvCxnSpPr>
          <p:nvPr/>
        </p:nvCxnSpPr>
        <p:spPr bwMode="auto">
          <a:xfrm rot="10800000">
            <a:off x="2667000" y="3798888"/>
            <a:ext cx="1009650" cy="1533525"/>
          </a:xfrm>
          <a:prstGeom prst="bentConnector2">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17" name="Shape 16"/>
          <p:cNvCxnSpPr>
            <a:cxnSpLocks noChangeShapeType="1"/>
            <a:stCxn id="108549" idx="0"/>
            <a:endCxn id="108550" idx="2"/>
          </p:cNvCxnSpPr>
          <p:nvPr/>
        </p:nvCxnSpPr>
        <p:spPr bwMode="auto">
          <a:xfrm rot="5400000" flipH="1" flipV="1">
            <a:off x="6007895" y="2971006"/>
            <a:ext cx="481012" cy="3175"/>
          </a:xfrm>
          <a:prstGeom prst="bentConnector3">
            <a:avLst>
              <a:gd name="adj1" fmla="val 50000"/>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20" name="Shape 16"/>
          <p:cNvCxnSpPr>
            <a:cxnSpLocks noChangeShapeType="1"/>
            <a:stCxn id="108546" idx="0"/>
            <a:endCxn id="108548" idx="2"/>
          </p:cNvCxnSpPr>
          <p:nvPr/>
        </p:nvCxnSpPr>
        <p:spPr bwMode="auto">
          <a:xfrm rot="5400000" flipH="1" flipV="1">
            <a:off x="2432844" y="2966244"/>
            <a:ext cx="469900" cy="1588"/>
          </a:xfrm>
          <a:prstGeom prst="bentConnector3">
            <a:avLst>
              <a:gd name="adj1" fmla="val 50000"/>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08555" name="TextBox 22"/>
          <p:cNvSpPr txBox="1">
            <a:spLocks noChangeArrowheads="1"/>
          </p:cNvSpPr>
          <p:nvPr/>
        </p:nvSpPr>
        <p:spPr bwMode="auto">
          <a:xfrm>
            <a:off x="1524000" y="5497513"/>
            <a:ext cx="19050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Memory channel</a:t>
            </a:r>
          </a:p>
        </p:txBody>
      </p:sp>
      <p:sp>
        <p:nvSpPr>
          <p:cNvPr id="108556" name="TextBox 23"/>
          <p:cNvSpPr txBox="1">
            <a:spLocks noChangeArrowheads="1"/>
          </p:cNvSpPr>
          <p:nvPr/>
        </p:nvSpPr>
        <p:spPr bwMode="auto">
          <a:xfrm>
            <a:off x="5334000" y="5497513"/>
            <a:ext cx="19050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Memory channel</a:t>
            </a:r>
          </a:p>
        </p:txBody>
      </p:sp>
      <p:sp>
        <p:nvSpPr>
          <p:cNvPr id="108557" name="TextBox 24"/>
          <p:cNvSpPr txBox="1">
            <a:spLocks noChangeArrowheads="1"/>
          </p:cNvSpPr>
          <p:nvPr/>
        </p:nvSpPr>
        <p:spPr bwMode="auto">
          <a:xfrm>
            <a:off x="4648200" y="1524000"/>
            <a:ext cx="3276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B050"/>
                </a:solidFill>
                <a:effectLst/>
                <a:uLnTx/>
                <a:uFillTx/>
                <a:latin typeface="Calibri" charset="0"/>
                <a:ea typeface="ＭＳ Ｐゴシック" charset="0"/>
                <a:cs typeface="Arial" charset="0"/>
              </a:rPr>
              <a:t>DIMM </a:t>
            </a:r>
            <a:r>
              <a:rPr kumimoji="0" lang="en-US" sz="1400" b="1" i="0" u="none" strike="noStrike" kern="1200" cap="none" spc="0" normalizeH="0" baseline="0" noProof="0">
                <a:ln>
                  <a:noFill/>
                </a:ln>
                <a:solidFill>
                  <a:srgbClr val="00B050"/>
                </a:solidFill>
                <a:effectLst/>
                <a:uLnTx/>
                <a:uFillTx/>
                <a:latin typeface="Calibri" charset="0"/>
                <a:ea typeface="ＭＳ Ｐゴシック" charset="0"/>
                <a:cs typeface="Arial" charset="0"/>
              </a:rPr>
              <a:t>(Dual in-line memory module)</a:t>
            </a:r>
          </a:p>
        </p:txBody>
      </p:sp>
      <p:sp>
        <p:nvSpPr>
          <p:cNvPr id="26" name="Rectangle 25"/>
          <p:cNvSpPr/>
          <p:nvPr/>
        </p:nvSpPr>
        <p:spPr>
          <a:xfrm>
            <a:off x="4876800" y="2057400"/>
            <a:ext cx="2743200" cy="762000"/>
          </a:xfrm>
          <a:prstGeom prst="rect">
            <a:avLst/>
          </a:prstGeom>
          <a:noFill/>
          <a:ln w="508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8559" name="TextBox 26"/>
          <p:cNvSpPr txBox="1">
            <a:spLocks noChangeArrowheads="1"/>
          </p:cNvSpPr>
          <p:nvPr/>
        </p:nvSpPr>
        <p:spPr bwMode="auto">
          <a:xfrm>
            <a:off x="3657600" y="4191000"/>
            <a:ext cx="1371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Processor</a:t>
            </a:r>
          </a:p>
        </p:txBody>
      </p:sp>
      <p:cxnSp>
        <p:nvCxnSpPr>
          <p:cNvPr id="30" name="Straight Connector 29"/>
          <p:cNvCxnSpPr/>
          <p:nvPr/>
        </p:nvCxnSpPr>
        <p:spPr>
          <a:xfrm flipV="1">
            <a:off x="6019800" y="42672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2438400" y="42672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219200" y="1981200"/>
            <a:ext cx="2895600" cy="1905000"/>
          </a:xfrm>
          <a:prstGeom prst="rect">
            <a:avLst/>
          </a:prstGeom>
          <a:noFill/>
          <a:ln w="508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8563" name="TextBox 34"/>
          <p:cNvSpPr txBox="1">
            <a:spLocks noChangeArrowheads="1"/>
          </p:cNvSpPr>
          <p:nvPr/>
        </p:nvSpPr>
        <p:spPr bwMode="auto">
          <a:xfrm>
            <a:off x="1676400" y="1524000"/>
            <a:ext cx="1905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a:t>
            </a:r>
            <a:r>
              <a:rPr kumimoji="0" lang="en-US" altLang="ja-JP"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Channel</a:t>
            </a:r>
            <a:r>
              <a:rPr kumimoji="0" lang="ja-JP" alt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a:t>
            </a:r>
            <a:endPar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endParaRPr>
          </a:p>
        </p:txBody>
      </p:sp>
      <p:sp>
        <p:nvSpPr>
          <p:cNvPr id="2" name="Slide Number Placeholder 1">
            <a:extLst>
              <a:ext uri="{FF2B5EF4-FFF2-40B4-BE49-F238E27FC236}">
                <a16:creationId xmlns:a16="http://schemas.microsoft.com/office/drawing/2014/main" id="{F0F64BBC-AE65-4778-98EA-A787B43BAA59}"/>
              </a:ext>
            </a:extLst>
          </p:cNvPr>
          <p:cNvSpPr>
            <a:spLocks noGrp="1"/>
          </p:cNvSpPr>
          <p:nvPr>
            <p:ph type="sldNum" sz="quarter" idx="11"/>
          </p:nvPr>
        </p:nvSpPr>
        <p:spPr/>
        <p:txBody>
          <a:bodyPr/>
          <a:lstStyle/>
          <a:p>
            <a:pPr>
              <a:defRPr/>
            </a:pPr>
            <a:fld id="{FC5B7879-3FBA-B54E-968A-FC666650947C}" type="slidenum">
              <a:rPr lang="en-US" smtClean="0"/>
              <a:pPr>
                <a:defRPr/>
              </a:pPr>
              <a:t>79</a:t>
            </a:fld>
            <a:endParaRPr lang="en-US"/>
          </a:p>
        </p:txBody>
      </p:sp>
    </p:spTree>
    <p:extLst>
      <p:ext uri="{BB962C8B-B14F-4D97-AF65-F5344CB8AC3E}">
        <p14:creationId xmlns:p14="http://schemas.microsoft.com/office/powerpoint/2010/main" val="2321610430"/>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p:cNvSpPr>
            <a:spLocks noGrp="1"/>
          </p:cNvSpPr>
          <p:nvPr>
            <p:ph type="title"/>
          </p:nvPr>
        </p:nvSpPr>
        <p:spPr/>
        <p:txBody>
          <a:bodyPr/>
          <a:lstStyle/>
          <a:p>
            <a:r>
              <a:rPr lang="en-US" dirty="0">
                <a:latin typeface="Calibri" charset="0"/>
              </a:rPr>
              <a:t>Breaking down a DIMM (module)</a:t>
            </a:r>
          </a:p>
        </p:txBody>
      </p:sp>
      <p:pic>
        <p:nvPicPr>
          <p:cNvPr id="109570" name="Picture 3"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812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9571" name="TextBox 4"/>
          <p:cNvSpPr txBox="1">
            <a:spLocks noChangeArrowheads="1"/>
          </p:cNvSpPr>
          <p:nvPr/>
        </p:nvSpPr>
        <p:spPr bwMode="auto">
          <a:xfrm>
            <a:off x="609600" y="1524000"/>
            <a:ext cx="3276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B050"/>
                </a:solidFill>
                <a:effectLst/>
                <a:uLnTx/>
                <a:uFillTx/>
                <a:latin typeface="Calibri" charset="0"/>
                <a:ea typeface="ＭＳ Ｐゴシック" charset="0"/>
                <a:cs typeface="Arial" charset="0"/>
              </a:rPr>
              <a:t>DIMM </a:t>
            </a:r>
            <a:r>
              <a:rPr kumimoji="0" lang="en-US" sz="1400" b="1" i="0" u="none" strike="noStrike" kern="1200" cap="none" spc="0" normalizeH="0" baseline="0" noProof="0">
                <a:ln>
                  <a:noFill/>
                </a:ln>
                <a:solidFill>
                  <a:srgbClr val="00B050"/>
                </a:solidFill>
                <a:effectLst/>
                <a:uLnTx/>
                <a:uFillTx/>
                <a:latin typeface="Calibri" charset="0"/>
                <a:ea typeface="ＭＳ Ｐゴシック" charset="0"/>
                <a:cs typeface="Arial" charset="0"/>
              </a:rPr>
              <a:t>(Dual in-line memory module)</a:t>
            </a:r>
          </a:p>
        </p:txBody>
      </p:sp>
      <p:sp>
        <p:nvSpPr>
          <p:cNvPr id="7" name="Right Arrow 6"/>
          <p:cNvSpPr/>
          <p:nvPr/>
        </p:nvSpPr>
        <p:spPr>
          <a:xfrm>
            <a:off x="4038600" y="1828800"/>
            <a:ext cx="1752600" cy="7620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Side view</a:t>
            </a:r>
          </a:p>
        </p:txBody>
      </p:sp>
      <p:pic>
        <p:nvPicPr>
          <p:cNvPr id="109573" name="Picture 7" descr="DIMM_sid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19200"/>
            <a:ext cx="1524000" cy="2246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9574" name="Picture 8" descr="DIMM_front.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487863"/>
            <a:ext cx="3844925" cy="6937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9575" name="Picture 9" descr="DIMM_back.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4479925"/>
            <a:ext cx="3844925"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9576" name="TextBox 10"/>
          <p:cNvSpPr txBox="1">
            <a:spLocks noChangeArrowheads="1"/>
          </p:cNvSpPr>
          <p:nvPr/>
        </p:nvSpPr>
        <p:spPr bwMode="auto">
          <a:xfrm>
            <a:off x="2514600" y="4038600"/>
            <a:ext cx="1828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Front of DIMM</a:t>
            </a:r>
          </a:p>
        </p:txBody>
      </p:sp>
      <p:sp>
        <p:nvSpPr>
          <p:cNvPr id="109577" name="TextBox 11"/>
          <p:cNvSpPr txBox="1">
            <a:spLocks noChangeArrowheads="1"/>
          </p:cNvSpPr>
          <p:nvPr/>
        </p:nvSpPr>
        <p:spPr bwMode="auto">
          <a:xfrm>
            <a:off x="6781800" y="4038600"/>
            <a:ext cx="1828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Back of DIMM</a:t>
            </a:r>
          </a:p>
        </p:txBody>
      </p:sp>
      <p:cxnSp>
        <p:nvCxnSpPr>
          <p:cNvPr id="14" name="Straight Arrow Connector 13"/>
          <p:cNvCxnSpPr>
            <a:endCxn id="109576" idx="0"/>
          </p:cNvCxnSpPr>
          <p:nvPr/>
        </p:nvCxnSpPr>
        <p:spPr>
          <a:xfrm rot="10800000" flipV="1">
            <a:off x="3429000" y="2514600"/>
            <a:ext cx="3505200" cy="1524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09577" idx="0"/>
          </p:cNvCxnSpPr>
          <p:nvPr/>
        </p:nvCxnSpPr>
        <p:spPr>
          <a:xfrm rot="16200000" flipH="1">
            <a:off x="6743700" y="3086100"/>
            <a:ext cx="1524000" cy="381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50B9B3D-F7D3-435D-81CE-ECE84F2D48B1}"/>
              </a:ext>
            </a:extLst>
          </p:cNvPr>
          <p:cNvSpPr>
            <a:spLocks noGrp="1"/>
          </p:cNvSpPr>
          <p:nvPr>
            <p:ph type="sldNum" sz="quarter" idx="11"/>
          </p:nvPr>
        </p:nvSpPr>
        <p:spPr/>
        <p:txBody>
          <a:bodyPr/>
          <a:lstStyle/>
          <a:p>
            <a:pPr>
              <a:defRPr/>
            </a:pPr>
            <a:fld id="{FC5B7879-3FBA-B54E-968A-FC666650947C}" type="slidenum">
              <a:rPr lang="en-US" smtClean="0"/>
              <a:pPr>
                <a:defRPr/>
              </a:pPr>
              <a:t>80</a:t>
            </a:fld>
            <a:endParaRPr lang="en-US"/>
          </a:p>
        </p:txBody>
      </p:sp>
    </p:spTree>
    <p:extLst>
      <p:ext uri="{BB962C8B-B14F-4D97-AF65-F5344CB8AC3E}">
        <p14:creationId xmlns:p14="http://schemas.microsoft.com/office/powerpoint/2010/main" val="2322490382"/>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p:txBody>
          <a:bodyPr/>
          <a:lstStyle/>
          <a:p>
            <a:r>
              <a:rPr lang="en-US" dirty="0">
                <a:latin typeface="Calibri" charset="0"/>
              </a:rPr>
              <a:t>Breaking down a DIMM (module)</a:t>
            </a:r>
          </a:p>
        </p:txBody>
      </p:sp>
      <p:pic>
        <p:nvPicPr>
          <p:cNvPr id="110594" name="Picture 3"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812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0595" name="TextBox 4"/>
          <p:cNvSpPr txBox="1">
            <a:spLocks noChangeArrowheads="1"/>
          </p:cNvSpPr>
          <p:nvPr/>
        </p:nvSpPr>
        <p:spPr bwMode="auto">
          <a:xfrm>
            <a:off x="609600" y="1524000"/>
            <a:ext cx="3276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B050"/>
                </a:solidFill>
                <a:effectLst/>
                <a:uLnTx/>
                <a:uFillTx/>
                <a:latin typeface="Calibri" charset="0"/>
                <a:ea typeface="ＭＳ Ｐゴシック" charset="0"/>
                <a:cs typeface="Arial" charset="0"/>
              </a:rPr>
              <a:t>DIMM </a:t>
            </a:r>
            <a:r>
              <a:rPr kumimoji="0" lang="en-US" sz="1400" b="1" i="0" u="none" strike="noStrike" kern="1200" cap="none" spc="0" normalizeH="0" baseline="0" noProof="0">
                <a:ln>
                  <a:noFill/>
                </a:ln>
                <a:solidFill>
                  <a:srgbClr val="00B050"/>
                </a:solidFill>
                <a:effectLst/>
                <a:uLnTx/>
                <a:uFillTx/>
                <a:latin typeface="Calibri" charset="0"/>
                <a:ea typeface="ＭＳ Ｐゴシック" charset="0"/>
                <a:cs typeface="Arial" charset="0"/>
              </a:rPr>
              <a:t>(Dual in-line memory module)</a:t>
            </a:r>
          </a:p>
        </p:txBody>
      </p:sp>
      <p:sp>
        <p:nvSpPr>
          <p:cNvPr id="7" name="Right Arrow 6"/>
          <p:cNvSpPr/>
          <p:nvPr/>
        </p:nvSpPr>
        <p:spPr>
          <a:xfrm>
            <a:off x="4038600" y="1828800"/>
            <a:ext cx="1752600" cy="7620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Side view</a:t>
            </a:r>
          </a:p>
        </p:txBody>
      </p:sp>
      <p:pic>
        <p:nvPicPr>
          <p:cNvPr id="110597" name="Picture 7" descr="DIMM_sid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19200"/>
            <a:ext cx="1524000" cy="2246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0598" name="Picture 8" descr="DIMM_front.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487863"/>
            <a:ext cx="3844925" cy="6937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0599" name="Picture 9" descr="DIMM_back.png"/>
          <p:cNvPicPr>
            <a:picLocks noChangeAspect="1"/>
          </p:cNvPicPr>
          <p:nvPr/>
        </p:nvPicPr>
        <p:blipFill>
          <a:blip r:embed="rId5">
            <a:alphaModFix amt="40000"/>
            <a:extLst>
              <a:ext uri="{28A0092B-C50C-407E-A947-70E740481C1C}">
                <a14:useLocalDpi xmlns:a14="http://schemas.microsoft.com/office/drawing/2010/main" val="0"/>
              </a:ext>
            </a:extLst>
          </a:blip>
          <a:srcRect/>
          <a:stretch>
            <a:fillRect/>
          </a:stretch>
        </p:blipFill>
        <p:spPr bwMode="auto">
          <a:xfrm>
            <a:off x="4800600" y="4479925"/>
            <a:ext cx="3844925" cy="701675"/>
          </a:xfrm>
          <a:prstGeom prst="rect">
            <a:avLst/>
          </a:prstGeom>
          <a:solidFill>
            <a:schemeClr val="accent2">
              <a:alpha val="39999"/>
            </a:schemeClr>
          </a:solidFill>
          <a:ln>
            <a:noFill/>
          </a:ln>
          <a:extLst>
            <a:ext uri="{91240B29-F687-4f45-9708-019B960494DF}">
              <a14:hiddenLine xmlns="" xmlns:a14="http://schemas.microsoft.com/office/drawing/2010/main" w="9525">
                <a:solidFill>
                  <a:srgbClr val="000000"/>
                </a:solidFill>
                <a:miter lim="800000"/>
                <a:headEnd/>
                <a:tailEnd/>
              </a14:hiddenLine>
            </a:ext>
          </a:extLst>
        </p:spPr>
      </p:pic>
      <p:sp>
        <p:nvSpPr>
          <p:cNvPr id="110600" name="TextBox 10"/>
          <p:cNvSpPr txBox="1">
            <a:spLocks noChangeArrowheads="1"/>
          </p:cNvSpPr>
          <p:nvPr/>
        </p:nvSpPr>
        <p:spPr bwMode="auto">
          <a:xfrm>
            <a:off x="2514600" y="4038600"/>
            <a:ext cx="1828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Front of DIMM</a:t>
            </a:r>
          </a:p>
        </p:txBody>
      </p:sp>
      <p:sp>
        <p:nvSpPr>
          <p:cNvPr id="110601" name="TextBox 11"/>
          <p:cNvSpPr txBox="1">
            <a:spLocks noChangeArrowheads="1"/>
          </p:cNvSpPr>
          <p:nvPr/>
        </p:nvSpPr>
        <p:spPr bwMode="auto">
          <a:xfrm>
            <a:off x="6781800" y="4038600"/>
            <a:ext cx="1828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Back of DIMM</a:t>
            </a:r>
          </a:p>
        </p:txBody>
      </p:sp>
      <p:cxnSp>
        <p:nvCxnSpPr>
          <p:cNvPr id="14" name="Straight Arrow Connector 13"/>
          <p:cNvCxnSpPr>
            <a:endCxn id="110600" idx="0"/>
          </p:cNvCxnSpPr>
          <p:nvPr/>
        </p:nvCxnSpPr>
        <p:spPr>
          <a:xfrm rot="10800000" flipV="1">
            <a:off x="3429000" y="2514600"/>
            <a:ext cx="3505200" cy="1524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10601" idx="0"/>
          </p:cNvCxnSpPr>
          <p:nvPr/>
        </p:nvCxnSpPr>
        <p:spPr>
          <a:xfrm rot="16200000" flipH="1">
            <a:off x="6743700" y="3086100"/>
            <a:ext cx="1524000" cy="381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685800" y="4495800"/>
            <a:ext cx="3581400" cy="533400"/>
          </a:xfrm>
          <a:prstGeom prst="rect">
            <a:avLst/>
          </a:prstGeom>
          <a:solidFill>
            <a:srgbClr val="FFC000">
              <a:alpha val="40000"/>
            </a:srgbClr>
          </a:solidFill>
          <a:ln w="50800">
            <a:solidFill>
              <a:schemeClr val="accent6"/>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Rectangle 37"/>
          <p:cNvSpPr/>
          <p:nvPr/>
        </p:nvSpPr>
        <p:spPr>
          <a:xfrm>
            <a:off x="4953000" y="4495800"/>
            <a:ext cx="3581400" cy="533400"/>
          </a:xfrm>
          <a:prstGeom prst="rect">
            <a:avLst/>
          </a:prstGeom>
          <a:solidFill>
            <a:srgbClr val="FFC000">
              <a:alpha val="40000"/>
            </a:srgbClr>
          </a:solidFill>
          <a:ln w="508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0606" name="TextBox 38"/>
          <p:cNvSpPr txBox="1">
            <a:spLocks noChangeArrowheads="1"/>
          </p:cNvSpPr>
          <p:nvPr/>
        </p:nvSpPr>
        <p:spPr bwMode="auto">
          <a:xfrm>
            <a:off x="1295400" y="5638800"/>
            <a:ext cx="31242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79646"/>
                </a:solidFill>
                <a:effectLst/>
                <a:uLnTx/>
                <a:uFillTx/>
                <a:latin typeface="Calibri" charset="0"/>
                <a:ea typeface="ＭＳ Ｐゴシック" charset="0"/>
                <a:cs typeface="Arial" charset="0"/>
              </a:rPr>
              <a:t>Rank 0: </a:t>
            </a:r>
            <a:r>
              <a:rPr kumimoji="0" lang="en-US" sz="1800" b="0" i="0" u="none" strike="noStrike" kern="1200" cap="none" spc="0" normalizeH="0" baseline="0" noProof="0">
                <a:ln>
                  <a:noFill/>
                </a:ln>
                <a:solidFill>
                  <a:srgbClr val="F79646"/>
                </a:solidFill>
                <a:effectLst/>
                <a:uLnTx/>
                <a:uFillTx/>
                <a:latin typeface="Calibri" charset="0"/>
                <a:ea typeface="ＭＳ Ｐゴシック" charset="0"/>
                <a:cs typeface="Arial" charset="0"/>
              </a:rPr>
              <a:t>collection of 8 chips</a:t>
            </a:r>
          </a:p>
        </p:txBody>
      </p:sp>
      <p:sp>
        <p:nvSpPr>
          <p:cNvPr id="110607" name="TextBox 39"/>
          <p:cNvSpPr txBox="1">
            <a:spLocks noChangeArrowheads="1"/>
          </p:cNvSpPr>
          <p:nvPr/>
        </p:nvSpPr>
        <p:spPr bwMode="auto">
          <a:xfrm>
            <a:off x="6705600" y="5649913"/>
            <a:ext cx="9906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79646"/>
                </a:solidFill>
                <a:effectLst/>
                <a:uLnTx/>
                <a:uFillTx/>
                <a:latin typeface="Calibri" charset="0"/>
                <a:ea typeface="ＭＳ Ｐゴシック" charset="0"/>
                <a:cs typeface="Arial" charset="0"/>
              </a:rPr>
              <a:t>Rank 1</a:t>
            </a:r>
          </a:p>
        </p:txBody>
      </p:sp>
      <p:cxnSp>
        <p:nvCxnSpPr>
          <p:cNvPr id="43" name="Straight Arrow Connector 42"/>
          <p:cNvCxnSpPr>
            <a:stCxn id="37" idx="2"/>
            <a:endCxn id="110606" idx="0"/>
          </p:cNvCxnSpPr>
          <p:nvPr/>
        </p:nvCxnSpPr>
        <p:spPr>
          <a:xfrm rot="16200000" flipH="1">
            <a:off x="2362200" y="5143500"/>
            <a:ext cx="609600" cy="381000"/>
          </a:xfrm>
          <a:prstGeom prst="straightConnector1">
            <a:avLst/>
          </a:prstGeom>
          <a:ln w="508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8" idx="2"/>
            <a:endCxn id="110607" idx="0"/>
          </p:cNvCxnSpPr>
          <p:nvPr/>
        </p:nvCxnSpPr>
        <p:spPr>
          <a:xfrm rot="16200000" flipH="1">
            <a:off x="6661943" y="5110957"/>
            <a:ext cx="620713" cy="457200"/>
          </a:xfrm>
          <a:prstGeom prst="straightConnector1">
            <a:avLst/>
          </a:prstGeom>
          <a:ln w="5080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E9FA2FF7-B92D-4E4D-ACE5-F80CD63010CC}"/>
              </a:ext>
            </a:extLst>
          </p:cNvPr>
          <p:cNvSpPr>
            <a:spLocks noGrp="1"/>
          </p:cNvSpPr>
          <p:nvPr>
            <p:ph type="sldNum" sz="quarter" idx="11"/>
          </p:nvPr>
        </p:nvSpPr>
        <p:spPr/>
        <p:txBody>
          <a:bodyPr/>
          <a:lstStyle/>
          <a:p>
            <a:pPr>
              <a:defRPr/>
            </a:pPr>
            <a:fld id="{FC5B7879-3FBA-B54E-968A-FC666650947C}" type="slidenum">
              <a:rPr lang="en-US" smtClean="0"/>
              <a:pPr>
                <a:defRPr/>
              </a:pPr>
              <a:t>81</a:t>
            </a:fld>
            <a:endParaRPr lang="en-US"/>
          </a:p>
        </p:txBody>
      </p:sp>
    </p:spTree>
    <p:extLst>
      <p:ext uri="{BB962C8B-B14F-4D97-AF65-F5344CB8AC3E}">
        <p14:creationId xmlns:p14="http://schemas.microsoft.com/office/powerpoint/2010/main" val="1679240048"/>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
          <p:cNvSpPr>
            <a:spLocks noGrp="1"/>
          </p:cNvSpPr>
          <p:nvPr>
            <p:ph type="title"/>
          </p:nvPr>
        </p:nvSpPr>
        <p:spPr/>
        <p:txBody>
          <a:bodyPr/>
          <a:lstStyle/>
          <a:p>
            <a:r>
              <a:rPr lang="en-US">
                <a:latin typeface="Calibri" charset="0"/>
              </a:rPr>
              <a:t>Rank</a:t>
            </a:r>
          </a:p>
        </p:txBody>
      </p:sp>
      <p:sp>
        <p:nvSpPr>
          <p:cNvPr id="4" name="Rectangle 3"/>
          <p:cNvSpPr/>
          <p:nvPr/>
        </p:nvSpPr>
        <p:spPr>
          <a:xfrm>
            <a:off x="3200400" y="2438400"/>
            <a:ext cx="2209800" cy="5334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Rank 0 (Front)</a:t>
            </a:r>
          </a:p>
        </p:txBody>
      </p:sp>
      <p:sp>
        <p:nvSpPr>
          <p:cNvPr id="5" name="Rectangle 4"/>
          <p:cNvSpPr/>
          <p:nvPr/>
        </p:nvSpPr>
        <p:spPr>
          <a:xfrm>
            <a:off x="6019800" y="2438400"/>
            <a:ext cx="2209800" cy="5334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Rank 1 (Back)</a:t>
            </a:r>
          </a:p>
        </p:txBody>
      </p:sp>
      <p:cxnSp>
        <p:nvCxnSpPr>
          <p:cNvPr id="8" name="Straight Connector 7"/>
          <p:cNvCxnSpPr/>
          <p:nvPr/>
        </p:nvCxnSpPr>
        <p:spPr>
          <a:xfrm flipV="1">
            <a:off x="5511800" y="46482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hape 9"/>
          <p:cNvCxnSpPr>
            <a:cxnSpLocks noChangeShapeType="1"/>
          </p:cNvCxnSpPr>
          <p:nvPr/>
        </p:nvCxnSpPr>
        <p:spPr bwMode="auto">
          <a:xfrm rot="5400000" flipH="1" flipV="1">
            <a:off x="5190332" y="4877594"/>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32" name="Shape 31"/>
          <p:cNvCxnSpPr>
            <a:stCxn id="4" idx="1"/>
          </p:cNvCxnSpPr>
          <p:nvPr/>
        </p:nvCxnSpPr>
        <p:spPr>
          <a:xfrm rot="10800000" flipV="1">
            <a:off x="2895600" y="2705100"/>
            <a:ext cx="304800" cy="2705100"/>
          </a:xfrm>
          <a:prstGeom prst="bentConnector2">
            <a:avLst/>
          </a:prstGeom>
          <a:ln w="25400">
            <a:solidFill>
              <a:schemeClr val="tx1"/>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33" name="Shape 32"/>
          <p:cNvCxnSpPr>
            <a:stCxn id="5" idx="1"/>
          </p:cNvCxnSpPr>
          <p:nvPr/>
        </p:nvCxnSpPr>
        <p:spPr>
          <a:xfrm rot="10800000">
            <a:off x="2643188" y="2057400"/>
            <a:ext cx="3376612" cy="647700"/>
          </a:xfrm>
          <a:prstGeom prst="bentConnector3">
            <a:avLst>
              <a:gd name="adj1" fmla="val 7977"/>
            </a:avLst>
          </a:prstGeom>
          <a:ln w="25400">
            <a:solidFill>
              <a:schemeClr val="tx1"/>
            </a:solidFill>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37" name="Shape 36"/>
          <p:cNvCxnSpPr/>
          <p:nvPr/>
        </p:nvCxnSpPr>
        <p:spPr>
          <a:xfrm rot="5400000">
            <a:off x="982663" y="3733800"/>
            <a:ext cx="3352800" cy="0"/>
          </a:xfrm>
          <a:prstGeom prst="bentConnector3">
            <a:avLst>
              <a:gd name="adj1"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1625" name="TextBox 40"/>
          <p:cNvSpPr txBox="1">
            <a:spLocks noChangeArrowheads="1"/>
          </p:cNvSpPr>
          <p:nvPr/>
        </p:nvSpPr>
        <p:spPr bwMode="auto">
          <a:xfrm>
            <a:off x="4953000" y="5410200"/>
            <a:ext cx="1524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Data &lt;0:63&gt;</a:t>
            </a:r>
          </a:p>
        </p:txBody>
      </p:sp>
      <p:sp>
        <p:nvSpPr>
          <p:cNvPr id="111626" name="TextBox 41"/>
          <p:cNvSpPr txBox="1">
            <a:spLocks noChangeArrowheads="1"/>
          </p:cNvSpPr>
          <p:nvPr/>
        </p:nvSpPr>
        <p:spPr bwMode="auto">
          <a:xfrm>
            <a:off x="1952625" y="5410200"/>
            <a:ext cx="1524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CS &lt;0:1&gt;</a:t>
            </a:r>
          </a:p>
        </p:txBody>
      </p:sp>
      <p:cxnSp>
        <p:nvCxnSpPr>
          <p:cNvPr id="45" name="Shape 44"/>
          <p:cNvCxnSpPr>
            <a:stCxn id="4" idx="0"/>
          </p:cNvCxnSpPr>
          <p:nvPr/>
        </p:nvCxnSpPr>
        <p:spPr>
          <a:xfrm rot="16200000" flipH="1" flipV="1">
            <a:off x="1428750" y="2533650"/>
            <a:ext cx="2971800" cy="2781300"/>
          </a:xfrm>
          <a:prstGeom prst="bentConnector3">
            <a:avLst>
              <a:gd name="adj1" fmla="val -28116"/>
            </a:avLst>
          </a:prstGeom>
          <a:ln w="50800">
            <a:solidFill>
              <a:srgbClr val="0070C0"/>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49" name="Shape 44"/>
          <p:cNvCxnSpPr>
            <a:stCxn id="5" idx="0"/>
          </p:cNvCxnSpPr>
          <p:nvPr/>
        </p:nvCxnSpPr>
        <p:spPr>
          <a:xfrm rot="16200000" flipV="1">
            <a:off x="5276850" y="590550"/>
            <a:ext cx="838200" cy="2857500"/>
          </a:xfrm>
          <a:prstGeom prst="bentConnector2">
            <a:avLst/>
          </a:prstGeom>
          <a:ln w="50800">
            <a:solidFill>
              <a:srgbClr val="0070C0"/>
            </a:solidFill>
            <a:headEnd type="triangle" w="lg" len="lg"/>
          </a:ln>
        </p:spPr>
        <p:style>
          <a:lnRef idx="1">
            <a:schemeClr val="accent1"/>
          </a:lnRef>
          <a:fillRef idx="0">
            <a:schemeClr val="accent1"/>
          </a:fillRef>
          <a:effectRef idx="0">
            <a:schemeClr val="accent1"/>
          </a:effectRef>
          <a:fontRef idx="minor">
            <a:schemeClr val="tx1"/>
          </a:fontRef>
        </p:style>
      </p:cxnSp>
      <p:sp>
        <p:nvSpPr>
          <p:cNvPr id="111629" name="TextBox 54"/>
          <p:cNvSpPr txBox="1">
            <a:spLocks noChangeArrowheads="1"/>
          </p:cNvSpPr>
          <p:nvPr/>
        </p:nvSpPr>
        <p:spPr bwMode="auto">
          <a:xfrm>
            <a:off x="762000" y="5410200"/>
            <a:ext cx="1524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70C0"/>
                </a:solidFill>
                <a:effectLst/>
                <a:uLnTx/>
                <a:uFillTx/>
                <a:latin typeface="Calibri" charset="0"/>
                <a:ea typeface="ＭＳ Ｐゴシック" charset="0"/>
                <a:cs typeface="Arial" charset="0"/>
              </a:rPr>
              <a:t>Addr/Cmd</a:t>
            </a:r>
          </a:p>
        </p:txBody>
      </p:sp>
      <p:cxnSp>
        <p:nvCxnSpPr>
          <p:cNvPr id="58" name="Shape 9"/>
          <p:cNvCxnSpPr>
            <a:cxnSpLocks noChangeShapeType="1"/>
            <a:endCxn id="4" idx="2"/>
          </p:cNvCxnSpPr>
          <p:nvPr/>
        </p:nvCxnSpPr>
        <p:spPr bwMode="auto">
          <a:xfrm rot="16200000" flipV="1">
            <a:off x="4286250" y="2990850"/>
            <a:ext cx="1066800" cy="1028700"/>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63" name="Shape 9"/>
          <p:cNvCxnSpPr>
            <a:cxnSpLocks noChangeShapeType="1"/>
            <a:endCxn id="5" idx="2"/>
          </p:cNvCxnSpPr>
          <p:nvPr/>
        </p:nvCxnSpPr>
        <p:spPr bwMode="auto">
          <a:xfrm rot="5400000" flipH="1" flipV="1">
            <a:off x="6076950" y="2990850"/>
            <a:ext cx="1066800" cy="1028700"/>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7" name="Diagonal Stripe 6"/>
          <p:cNvSpPr/>
          <p:nvPr/>
        </p:nvSpPr>
        <p:spPr>
          <a:xfrm rot="13500000">
            <a:off x="5270500" y="3544888"/>
            <a:ext cx="914400" cy="914400"/>
          </a:xfrm>
          <a:prstGeom prst="diagStripe">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73" name="Straight Connector 72"/>
          <p:cNvCxnSpPr/>
          <p:nvPr/>
        </p:nvCxnSpPr>
        <p:spPr>
          <a:xfrm flipV="1">
            <a:off x="4572000" y="33528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V="1">
            <a:off x="6400800" y="33528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1635" name="TextBox 74"/>
          <p:cNvSpPr txBox="1">
            <a:spLocks noChangeArrowheads="1"/>
          </p:cNvSpPr>
          <p:nvPr/>
        </p:nvSpPr>
        <p:spPr bwMode="auto">
          <a:xfrm>
            <a:off x="6477000" y="3581400"/>
            <a:ext cx="914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&lt;0:63&gt;</a:t>
            </a:r>
          </a:p>
        </p:txBody>
      </p:sp>
      <p:sp>
        <p:nvSpPr>
          <p:cNvPr id="111636" name="TextBox 75"/>
          <p:cNvSpPr txBox="1">
            <a:spLocks noChangeArrowheads="1"/>
          </p:cNvSpPr>
          <p:nvPr/>
        </p:nvSpPr>
        <p:spPr bwMode="auto">
          <a:xfrm>
            <a:off x="3733800" y="3581400"/>
            <a:ext cx="914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&lt;0:63&gt;</a:t>
            </a:r>
          </a:p>
        </p:txBody>
      </p:sp>
      <p:sp>
        <p:nvSpPr>
          <p:cNvPr id="79" name="Right Brace 78"/>
          <p:cNvSpPr/>
          <p:nvPr/>
        </p:nvSpPr>
        <p:spPr>
          <a:xfrm rot="5400000">
            <a:off x="3390900" y="3009900"/>
            <a:ext cx="533400" cy="5791200"/>
          </a:xfrm>
          <a:prstGeom prst="rightBrace">
            <a:avLst/>
          </a:prstGeom>
          <a:ln w="508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1638" name="TextBox 87"/>
          <p:cNvSpPr txBox="1">
            <a:spLocks noChangeArrowheads="1"/>
          </p:cNvSpPr>
          <p:nvPr/>
        </p:nvSpPr>
        <p:spPr bwMode="auto">
          <a:xfrm>
            <a:off x="2667000" y="6172200"/>
            <a:ext cx="19812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Memory channel</a:t>
            </a:r>
          </a:p>
        </p:txBody>
      </p:sp>
      <p:sp>
        <p:nvSpPr>
          <p:cNvPr id="2" name="Slide Number Placeholder 1">
            <a:extLst>
              <a:ext uri="{FF2B5EF4-FFF2-40B4-BE49-F238E27FC236}">
                <a16:creationId xmlns:a16="http://schemas.microsoft.com/office/drawing/2014/main" id="{484CAF69-BEA1-496E-86B5-22544F833BAC}"/>
              </a:ext>
            </a:extLst>
          </p:cNvPr>
          <p:cNvSpPr>
            <a:spLocks noGrp="1"/>
          </p:cNvSpPr>
          <p:nvPr>
            <p:ph type="sldNum" sz="quarter" idx="11"/>
          </p:nvPr>
        </p:nvSpPr>
        <p:spPr/>
        <p:txBody>
          <a:bodyPr/>
          <a:lstStyle/>
          <a:p>
            <a:pPr>
              <a:defRPr/>
            </a:pPr>
            <a:fld id="{FC5B7879-3FBA-B54E-968A-FC666650947C}" type="slidenum">
              <a:rPr lang="en-US" smtClean="0"/>
              <a:pPr>
                <a:defRPr/>
              </a:pPr>
              <a:t>82</a:t>
            </a:fld>
            <a:endParaRPr lang="en-US"/>
          </a:p>
        </p:txBody>
      </p:sp>
    </p:spTree>
    <p:extLst>
      <p:ext uri="{BB962C8B-B14F-4D97-AF65-F5344CB8AC3E}">
        <p14:creationId xmlns:p14="http://schemas.microsoft.com/office/powerpoint/2010/main" val="2884496426"/>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p:cNvSpPr>
            <a:spLocks noGrp="1"/>
          </p:cNvSpPr>
          <p:nvPr>
            <p:ph type="title"/>
          </p:nvPr>
        </p:nvSpPr>
        <p:spPr/>
        <p:txBody>
          <a:bodyPr/>
          <a:lstStyle/>
          <a:p>
            <a:r>
              <a:rPr lang="en-US">
                <a:latin typeface="Calibri" charset="0"/>
              </a:rPr>
              <a:t>Breaking down a Rank</a:t>
            </a:r>
          </a:p>
        </p:txBody>
      </p:sp>
      <p:sp>
        <p:nvSpPr>
          <p:cNvPr id="4" name="Rectangle 3"/>
          <p:cNvSpPr/>
          <p:nvPr/>
        </p:nvSpPr>
        <p:spPr>
          <a:xfrm>
            <a:off x="609600" y="2895600"/>
            <a:ext cx="1295400" cy="3810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Rank 0</a:t>
            </a:r>
          </a:p>
        </p:txBody>
      </p:sp>
      <p:cxnSp>
        <p:nvCxnSpPr>
          <p:cNvPr id="6" name="Straight Connector 5"/>
          <p:cNvCxnSpPr/>
          <p:nvPr/>
        </p:nvCxnSpPr>
        <p:spPr>
          <a:xfrm flipV="1">
            <a:off x="1066800" y="3579813"/>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hape 9"/>
          <p:cNvCxnSpPr>
            <a:cxnSpLocks noChangeShapeType="1"/>
          </p:cNvCxnSpPr>
          <p:nvPr/>
        </p:nvCxnSpPr>
        <p:spPr bwMode="auto">
          <a:xfrm rot="5400000" flipH="1" flipV="1">
            <a:off x="745332" y="3809206"/>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45" name="TextBox 7"/>
          <p:cNvSpPr txBox="1">
            <a:spLocks noChangeArrowheads="1"/>
          </p:cNvSpPr>
          <p:nvPr/>
        </p:nvSpPr>
        <p:spPr bwMode="auto">
          <a:xfrm>
            <a:off x="1295400" y="3592513"/>
            <a:ext cx="9906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&lt;0:63&gt;</a:t>
            </a:r>
          </a:p>
        </p:txBody>
      </p:sp>
      <p:cxnSp>
        <p:nvCxnSpPr>
          <p:cNvPr id="11" name="Straight Connector 10"/>
          <p:cNvCxnSpPr>
            <a:stCxn id="23" idx="0"/>
            <a:endCxn id="43" idx="1"/>
          </p:cNvCxnSpPr>
          <p:nvPr/>
        </p:nvCxnSpPr>
        <p:spPr>
          <a:xfrm rot="5400000" flipH="1" flipV="1">
            <a:off x="2353469" y="1048544"/>
            <a:ext cx="331787" cy="2447925"/>
          </a:xfrm>
          <a:prstGeom prst="line">
            <a:avLst/>
          </a:prstGeom>
          <a:ln w="6350"/>
        </p:spPr>
        <p:style>
          <a:lnRef idx="1">
            <a:schemeClr val="dk1"/>
          </a:lnRef>
          <a:fillRef idx="0">
            <a:schemeClr val="dk1"/>
          </a:fillRef>
          <a:effectRef idx="0">
            <a:schemeClr val="dk1"/>
          </a:effectRef>
          <a:fontRef idx="minor">
            <a:schemeClr val="tx1"/>
          </a:fontRef>
        </p:style>
      </p:cxnSp>
      <p:cxnSp>
        <p:nvCxnSpPr>
          <p:cNvPr id="13" name="Straight Connector 12"/>
          <p:cNvCxnSpPr>
            <a:stCxn id="23" idx="4"/>
            <a:endCxn id="43" idx="3"/>
          </p:cNvCxnSpPr>
          <p:nvPr/>
        </p:nvCxnSpPr>
        <p:spPr>
          <a:xfrm rot="16200000" flipH="1">
            <a:off x="2162969" y="3704431"/>
            <a:ext cx="712788" cy="2447925"/>
          </a:xfrm>
          <a:prstGeom prst="line">
            <a:avLst/>
          </a:prstGeom>
          <a:ln w="6350"/>
        </p:spPr>
        <p:style>
          <a:lnRef idx="1">
            <a:schemeClr val="dk1"/>
          </a:lnRef>
          <a:fillRef idx="0">
            <a:schemeClr val="dk1"/>
          </a:fillRef>
          <a:effectRef idx="0">
            <a:schemeClr val="dk1"/>
          </a:effectRef>
          <a:fontRef idx="minor">
            <a:schemeClr val="tx1"/>
          </a:fontRef>
        </p:style>
      </p:cxnSp>
      <p:sp>
        <p:nvSpPr>
          <p:cNvPr id="17" name="Rectangle 16"/>
          <p:cNvSpPr/>
          <p:nvPr/>
        </p:nvSpPr>
        <p:spPr>
          <a:xfrm>
            <a:off x="40386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Chip 0</a:t>
            </a:r>
          </a:p>
        </p:txBody>
      </p:sp>
      <p:sp>
        <p:nvSpPr>
          <p:cNvPr id="18" name="Rectangle 17"/>
          <p:cNvSpPr/>
          <p:nvPr/>
        </p:nvSpPr>
        <p:spPr>
          <a:xfrm>
            <a:off x="48768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Chip 1</a:t>
            </a:r>
          </a:p>
        </p:txBody>
      </p:sp>
      <p:sp>
        <p:nvSpPr>
          <p:cNvPr id="20" name="Rectangle 19"/>
          <p:cNvSpPr/>
          <p:nvPr/>
        </p:nvSpPr>
        <p:spPr>
          <a:xfrm>
            <a:off x="70866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Chip 7</a:t>
            </a:r>
          </a:p>
        </p:txBody>
      </p:sp>
      <p:sp>
        <p:nvSpPr>
          <p:cNvPr id="23" name="Oval 22"/>
          <p:cNvSpPr/>
          <p:nvPr/>
        </p:nvSpPr>
        <p:spPr>
          <a:xfrm>
            <a:off x="228600" y="2438400"/>
            <a:ext cx="2133600" cy="21336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652" name="TextBox 29"/>
          <p:cNvSpPr txBox="1">
            <a:spLocks noChangeArrowheads="1"/>
          </p:cNvSpPr>
          <p:nvPr/>
        </p:nvSpPr>
        <p:spPr bwMode="auto">
          <a:xfrm>
            <a:off x="5638800" y="2209800"/>
            <a:ext cx="1219200" cy="954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5600" b="1" i="0" u="none" strike="noStrike" kern="1200" cap="none" spc="0" normalizeH="0" baseline="0" noProof="0">
                <a:ln>
                  <a:noFill/>
                </a:ln>
                <a:solidFill>
                  <a:srgbClr val="000000"/>
                </a:solidFill>
                <a:effectLst/>
                <a:uLnTx/>
                <a:uFillTx/>
                <a:latin typeface="Calibri" charset="0"/>
                <a:ea typeface="ＭＳ Ｐゴシック" charset="0"/>
                <a:cs typeface="Arial" charset="0"/>
              </a:rPr>
              <a:t>. . .</a:t>
            </a:r>
          </a:p>
        </p:txBody>
      </p:sp>
      <p:cxnSp>
        <p:nvCxnSpPr>
          <p:cNvPr id="31" name="Shape 9"/>
          <p:cNvCxnSpPr>
            <a:cxnSpLocks noChangeShapeType="1"/>
          </p:cNvCxnSpPr>
          <p:nvPr/>
        </p:nvCxnSpPr>
        <p:spPr bwMode="auto">
          <a:xfrm rot="5400000" flipH="1" flipV="1">
            <a:off x="3810794" y="3885406"/>
            <a:ext cx="1066800" cy="1588"/>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54" name="TextBox 31"/>
          <p:cNvSpPr txBox="1">
            <a:spLocks noChangeArrowheads="1"/>
          </p:cNvSpPr>
          <p:nvPr/>
        </p:nvSpPr>
        <p:spPr bwMode="auto">
          <a:xfrm rot="-5400000">
            <a:off x="3663157" y="3663156"/>
            <a:ext cx="9906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cxnSp>
        <p:nvCxnSpPr>
          <p:cNvPr id="34" name="Shape 9"/>
          <p:cNvCxnSpPr>
            <a:cxnSpLocks noChangeShapeType="1"/>
          </p:cNvCxnSpPr>
          <p:nvPr/>
        </p:nvCxnSpPr>
        <p:spPr bwMode="auto">
          <a:xfrm rot="5400000" flipH="1" flipV="1">
            <a:off x="4647407" y="38854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56" name="TextBox 34"/>
          <p:cNvSpPr txBox="1">
            <a:spLocks noChangeArrowheads="1"/>
          </p:cNvSpPr>
          <p:nvPr/>
        </p:nvSpPr>
        <p:spPr bwMode="auto">
          <a:xfrm rot="-5400000">
            <a:off x="4499769" y="36631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&lt;8:15&gt;</a:t>
            </a:r>
          </a:p>
        </p:txBody>
      </p:sp>
      <p:cxnSp>
        <p:nvCxnSpPr>
          <p:cNvPr id="36" name="Shape 9"/>
          <p:cNvCxnSpPr>
            <a:cxnSpLocks noChangeShapeType="1"/>
          </p:cNvCxnSpPr>
          <p:nvPr/>
        </p:nvCxnSpPr>
        <p:spPr bwMode="auto">
          <a:xfrm rot="5400000" flipH="1" flipV="1">
            <a:off x="6857207" y="38854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58" name="TextBox 36"/>
          <p:cNvSpPr txBox="1">
            <a:spLocks noChangeArrowheads="1"/>
          </p:cNvSpPr>
          <p:nvPr/>
        </p:nvSpPr>
        <p:spPr bwMode="auto">
          <a:xfrm rot="-5400000">
            <a:off x="6709569" y="36631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&lt;56:63&gt;</a:t>
            </a:r>
          </a:p>
        </p:txBody>
      </p:sp>
      <p:cxnSp>
        <p:nvCxnSpPr>
          <p:cNvPr id="38" name="Shape 9"/>
          <p:cNvCxnSpPr>
            <a:cxnSpLocks noChangeShapeType="1"/>
          </p:cNvCxnSpPr>
          <p:nvPr/>
        </p:nvCxnSpPr>
        <p:spPr bwMode="auto">
          <a:xfrm>
            <a:off x="4343400" y="4419600"/>
            <a:ext cx="30480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41" name="Shape 9"/>
          <p:cNvCxnSpPr>
            <a:cxnSpLocks noChangeShapeType="1"/>
          </p:cNvCxnSpPr>
          <p:nvPr/>
        </p:nvCxnSpPr>
        <p:spPr bwMode="auto">
          <a:xfrm rot="5400000" flipH="1" flipV="1">
            <a:off x="5317332" y="4952206"/>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61" name="TextBox 41"/>
          <p:cNvSpPr txBox="1">
            <a:spLocks noChangeArrowheads="1"/>
          </p:cNvSpPr>
          <p:nvPr/>
        </p:nvSpPr>
        <p:spPr bwMode="auto">
          <a:xfrm>
            <a:off x="5867400" y="4800600"/>
            <a:ext cx="1524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Data &lt;0:63&gt;</a:t>
            </a:r>
          </a:p>
        </p:txBody>
      </p:sp>
      <p:sp>
        <p:nvSpPr>
          <p:cNvPr id="43" name="Oval 42"/>
          <p:cNvSpPr/>
          <p:nvPr/>
        </p:nvSpPr>
        <p:spPr>
          <a:xfrm>
            <a:off x="2895600" y="1447800"/>
            <a:ext cx="5791200" cy="44958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Slide Number Placeholder 1">
            <a:extLst>
              <a:ext uri="{FF2B5EF4-FFF2-40B4-BE49-F238E27FC236}">
                <a16:creationId xmlns:a16="http://schemas.microsoft.com/office/drawing/2014/main" id="{D7C8A0EE-8CB7-44DA-B85D-069F85BB8D4C}"/>
              </a:ext>
            </a:extLst>
          </p:cNvPr>
          <p:cNvSpPr>
            <a:spLocks noGrp="1"/>
          </p:cNvSpPr>
          <p:nvPr>
            <p:ph type="sldNum" sz="quarter" idx="11"/>
          </p:nvPr>
        </p:nvSpPr>
        <p:spPr/>
        <p:txBody>
          <a:bodyPr/>
          <a:lstStyle/>
          <a:p>
            <a:pPr>
              <a:defRPr/>
            </a:pPr>
            <a:fld id="{FC5B7879-3FBA-B54E-968A-FC666650947C}" type="slidenum">
              <a:rPr lang="en-US" smtClean="0"/>
              <a:pPr>
                <a:defRPr/>
              </a:pPr>
              <a:t>83</a:t>
            </a:fld>
            <a:endParaRPr lang="en-US"/>
          </a:p>
        </p:txBody>
      </p:sp>
    </p:spTree>
    <p:extLst>
      <p:ext uri="{BB962C8B-B14F-4D97-AF65-F5344CB8AC3E}">
        <p14:creationId xmlns:p14="http://schemas.microsoft.com/office/powerpoint/2010/main" val="3114393086"/>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hape 9"/>
          <p:cNvCxnSpPr>
            <a:cxnSpLocks noChangeShapeType="1"/>
          </p:cNvCxnSpPr>
          <p:nvPr/>
        </p:nvCxnSpPr>
        <p:spPr bwMode="auto">
          <a:xfrm rot="16200000" flipV="1">
            <a:off x="5143500" y="4152900"/>
            <a:ext cx="914400" cy="381000"/>
          </a:xfrm>
          <a:prstGeom prst="bentConnector3">
            <a:avLst>
              <a:gd name="adj1" fmla="val 5813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38" name="Shape 9"/>
          <p:cNvCxnSpPr>
            <a:cxnSpLocks noChangeShapeType="1"/>
          </p:cNvCxnSpPr>
          <p:nvPr/>
        </p:nvCxnSpPr>
        <p:spPr bwMode="auto">
          <a:xfrm rot="16200000" flipV="1">
            <a:off x="5562600" y="3810000"/>
            <a:ext cx="1752600" cy="228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3667" name="Title 1"/>
          <p:cNvSpPr>
            <a:spLocks noGrp="1"/>
          </p:cNvSpPr>
          <p:nvPr>
            <p:ph type="title"/>
          </p:nvPr>
        </p:nvSpPr>
        <p:spPr/>
        <p:txBody>
          <a:bodyPr/>
          <a:lstStyle/>
          <a:p>
            <a:r>
              <a:rPr lang="en-US">
                <a:latin typeface="Calibri" charset="0"/>
              </a:rPr>
              <a:t>Breaking down a Chip</a:t>
            </a:r>
          </a:p>
        </p:txBody>
      </p:sp>
      <p:sp>
        <p:nvSpPr>
          <p:cNvPr id="4" name="Rectangle 3"/>
          <p:cNvSpPr/>
          <p:nvPr/>
        </p:nvSpPr>
        <p:spPr>
          <a:xfrm>
            <a:off x="1295400" y="25908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Chip 0</a:t>
            </a:r>
          </a:p>
        </p:txBody>
      </p:sp>
      <p:cxnSp>
        <p:nvCxnSpPr>
          <p:cNvPr id="6" name="Shape 9"/>
          <p:cNvCxnSpPr>
            <a:cxnSpLocks noChangeShapeType="1"/>
          </p:cNvCxnSpPr>
          <p:nvPr/>
        </p:nvCxnSpPr>
        <p:spPr bwMode="auto">
          <a:xfrm rot="5400000" flipH="1" flipV="1">
            <a:off x="1056482" y="41140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3670" name="TextBox 6"/>
          <p:cNvSpPr txBox="1">
            <a:spLocks noChangeArrowheads="1"/>
          </p:cNvSpPr>
          <p:nvPr/>
        </p:nvSpPr>
        <p:spPr bwMode="auto">
          <a:xfrm rot="-5400000">
            <a:off x="908844" y="38917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graphicFrame>
        <p:nvGraphicFramePr>
          <p:cNvPr id="5" name="Table 4"/>
          <p:cNvGraphicFramePr>
            <a:graphicFrameLocks noGrp="1"/>
          </p:cNvGraphicFramePr>
          <p:nvPr/>
        </p:nvGraphicFramePr>
        <p:xfrm>
          <a:off x="5638800" y="1720850"/>
          <a:ext cx="1249368" cy="1193802"/>
        </p:xfrm>
        <a:graphic>
          <a:graphicData uri="http://schemas.openxmlformats.org/drawingml/2006/table">
            <a:tbl>
              <a:tblPr>
                <a:tableStyleId>{616DA210-FB5B-4158-B5E0-FEB733F419BA}</a:tableStyleId>
              </a:tblPr>
              <a:tblGrid>
                <a:gridCol w="208228">
                  <a:extLst>
                    <a:ext uri="{9D8B030D-6E8A-4147-A177-3AD203B41FA5}">
                      <a16:colId xmlns:a16="http://schemas.microsoft.com/office/drawing/2014/main" val="20000"/>
                    </a:ext>
                  </a:extLst>
                </a:gridCol>
                <a:gridCol w="208228">
                  <a:extLst>
                    <a:ext uri="{9D8B030D-6E8A-4147-A177-3AD203B41FA5}">
                      <a16:colId xmlns:a16="http://schemas.microsoft.com/office/drawing/2014/main" val="20001"/>
                    </a:ext>
                  </a:extLst>
                </a:gridCol>
                <a:gridCol w="208228">
                  <a:extLst>
                    <a:ext uri="{9D8B030D-6E8A-4147-A177-3AD203B41FA5}">
                      <a16:colId xmlns:a16="http://schemas.microsoft.com/office/drawing/2014/main" val="20002"/>
                    </a:ext>
                  </a:extLst>
                </a:gridCol>
                <a:gridCol w="208228">
                  <a:extLst>
                    <a:ext uri="{9D8B030D-6E8A-4147-A177-3AD203B41FA5}">
                      <a16:colId xmlns:a16="http://schemas.microsoft.com/office/drawing/2014/main" val="20003"/>
                    </a:ext>
                  </a:extLst>
                </a:gridCol>
                <a:gridCol w="208228">
                  <a:extLst>
                    <a:ext uri="{9D8B030D-6E8A-4147-A177-3AD203B41FA5}">
                      <a16:colId xmlns:a16="http://schemas.microsoft.com/office/drawing/2014/main" val="20004"/>
                    </a:ext>
                  </a:extLst>
                </a:gridCol>
                <a:gridCol w="208228">
                  <a:extLst>
                    <a:ext uri="{9D8B030D-6E8A-4147-A177-3AD203B41FA5}">
                      <a16:colId xmlns:a16="http://schemas.microsoft.com/office/drawing/2014/main" val="20005"/>
                    </a:ext>
                  </a:extLst>
                </a:gridCol>
              </a:tblGrid>
              <a:tr h="198967">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0"/>
                  </a:ext>
                </a:extLst>
              </a:tr>
              <a:tr h="198967">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1"/>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2"/>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3"/>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4"/>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5638800" y="17208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5486400" y="18732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334000" y="20256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5181600" y="21780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18" name="Table 17"/>
          <p:cNvGraphicFramePr>
            <a:graphicFrameLocks noGrp="1"/>
          </p:cNvGraphicFramePr>
          <p:nvPr/>
        </p:nvGraphicFramePr>
        <p:xfrm>
          <a:off x="5029200" y="2330450"/>
          <a:ext cx="1249368" cy="1193802"/>
        </p:xfrm>
        <a:graphic>
          <a:graphicData uri="http://schemas.openxmlformats.org/drawingml/2006/table">
            <a:tbl>
              <a:tblPr>
                <a:tableStyleId>{616DA210-FB5B-4158-B5E0-FEB733F419BA}</a:tableStyleId>
              </a:tblPr>
              <a:tblGrid>
                <a:gridCol w="208228">
                  <a:extLst>
                    <a:ext uri="{9D8B030D-6E8A-4147-A177-3AD203B41FA5}">
                      <a16:colId xmlns:a16="http://schemas.microsoft.com/office/drawing/2014/main" val="20000"/>
                    </a:ext>
                  </a:extLst>
                </a:gridCol>
                <a:gridCol w="208228">
                  <a:extLst>
                    <a:ext uri="{9D8B030D-6E8A-4147-A177-3AD203B41FA5}">
                      <a16:colId xmlns:a16="http://schemas.microsoft.com/office/drawing/2014/main" val="20001"/>
                    </a:ext>
                  </a:extLst>
                </a:gridCol>
                <a:gridCol w="208228">
                  <a:extLst>
                    <a:ext uri="{9D8B030D-6E8A-4147-A177-3AD203B41FA5}">
                      <a16:colId xmlns:a16="http://schemas.microsoft.com/office/drawing/2014/main" val="20002"/>
                    </a:ext>
                  </a:extLst>
                </a:gridCol>
                <a:gridCol w="208228">
                  <a:extLst>
                    <a:ext uri="{9D8B030D-6E8A-4147-A177-3AD203B41FA5}">
                      <a16:colId xmlns:a16="http://schemas.microsoft.com/office/drawing/2014/main" val="20003"/>
                    </a:ext>
                  </a:extLst>
                </a:gridCol>
                <a:gridCol w="208228">
                  <a:extLst>
                    <a:ext uri="{9D8B030D-6E8A-4147-A177-3AD203B41FA5}">
                      <a16:colId xmlns:a16="http://schemas.microsoft.com/office/drawing/2014/main" val="20004"/>
                    </a:ext>
                  </a:extLst>
                </a:gridCol>
                <a:gridCol w="208228">
                  <a:extLst>
                    <a:ext uri="{9D8B030D-6E8A-4147-A177-3AD203B41FA5}">
                      <a16:colId xmlns:a16="http://schemas.microsoft.com/office/drawing/2014/main" val="20005"/>
                    </a:ext>
                  </a:extLst>
                </a:gridCol>
              </a:tblGrid>
              <a:tr h="198967">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0"/>
                  </a:ext>
                </a:extLst>
              </a:tr>
              <a:tr h="198967">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1"/>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2"/>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3"/>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4"/>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5"/>
                  </a:ext>
                </a:extLst>
              </a:tr>
            </a:tbl>
          </a:graphicData>
        </a:graphic>
      </p:graphicFrame>
      <p:sp>
        <p:nvSpPr>
          <p:cNvPr id="19" name="Rectangle 18"/>
          <p:cNvSpPr/>
          <p:nvPr/>
        </p:nvSpPr>
        <p:spPr>
          <a:xfrm>
            <a:off x="5029200" y="23304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angle 19"/>
          <p:cNvSpPr/>
          <p:nvPr/>
        </p:nvSpPr>
        <p:spPr>
          <a:xfrm>
            <a:off x="4876800" y="24828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4724400" y="26352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6" name="Straight Arrow Connector 25"/>
          <p:cNvCxnSpPr/>
          <p:nvPr/>
        </p:nvCxnSpPr>
        <p:spPr>
          <a:xfrm rot="5400000" flipH="1" flipV="1">
            <a:off x="4457700" y="1758950"/>
            <a:ext cx="990600" cy="91440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13781" name="TextBox 30"/>
          <p:cNvSpPr txBox="1">
            <a:spLocks noChangeArrowheads="1"/>
          </p:cNvSpPr>
          <p:nvPr/>
        </p:nvSpPr>
        <p:spPr bwMode="auto">
          <a:xfrm rot="-2834338">
            <a:off x="4279106" y="1861344"/>
            <a:ext cx="1081088"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charset="0"/>
                <a:ea typeface="ＭＳ Ｐゴシック" charset="0"/>
                <a:cs typeface="Arial" charset="0"/>
              </a:rPr>
              <a:t>8 banks</a:t>
            </a:r>
          </a:p>
        </p:txBody>
      </p:sp>
      <p:cxnSp>
        <p:nvCxnSpPr>
          <p:cNvPr id="34" name="Shape 9"/>
          <p:cNvCxnSpPr>
            <a:cxnSpLocks noChangeShapeType="1"/>
            <a:endCxn id="22" idx="2"/>
          </p:cNvCxnSpPr>
          <p:nvPr/>
        </p:nvCxnSpPr>
        <p:spPr bwMode="auto">
          <a:xfrm rot="16200000" flipV="1">
            <a:off x="5032375" y="4194175"/>
            <a:ext cx="793750" cy="419100"/>
          </a:xfrm>
          <a:prstGeom prst="bentConnector3">
            <a:avLst>
              <a:gd name="adj1" fmla="val 5187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22" name="Rectangle 21"/>
          <p:cNvSpPr/>
          <p:nvPr/>
        </p:nvSpPr>
        <p:spPr>
          <a:xfrm>
            <a:off x="4572000" y="27876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Bank 0</a:t>
            </a:r>
          </a:p>
        </p:txBody>
      </p:sp>
      <p:sp>
        <p:nvSpPr>
          <p:cNvPr id="32" name="Diagonal Stripe 31"/>
          <p:cNvSpPr/>
          <p:nvPr/>
        </p:nvSpPr>
        <p:spPr>
          <a:xfrm rot="13500000">
            <a:off x="5675313" y="4303713"/>
            <a:ext cx="914400" cy="914400"/>
          </a:xfrm>
          <a:prstGeom prst="diagStripe">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3785" name="TextBox 55"/>
          <p:cNvSpPr txBox="1">
            <a:spLocks noChangeArrowheads="1"/>
          </p:cNvSpPr>
          <p:nvPr/>
        </p:nvSpPr>
        <p:spPr bwMode="auto">
          <a:xfrm>
            <a:off x="5410200" y="3990975"/>
            <a:ext cx="53340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113786" name="TextBox 56"/>
          <p:cNvSpPr txBox="1">
            <a:spLocks noChangeArrowheads="1"/>
          </p:cNvSpPr>
          <p:nvPr/>
        </p:nvSpPr>
        <p:spPr bwMode="auto">
          <a:xfrm>
            <a:off x="5105400" y="4419600"/>
            <a:ext cx="53340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113787" name="TextBox 57"/>
          <p:cNvSpPr txBox="1">
            <a:spLocks noChangeArrowheads="1"/>
          </p:cNvSpPr>
          <p:nvPr/>
        </p:nvSpPr>
        <p:spPr bwMode="auto">
          <a:xfrm>
            <a:off x="6324600" y="3686175"/>
            <a:ext cx="53340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113788" name="TextBox 59"/>
          <p:cNvSpPr txBox="1">
            <a:spLocks noChangeArrowheads="1"/>
          </p:cNvSpPr>
          <p:nvPr/>
        </p:nvSpPr>
        <p:spPr bwMode="auto">
          <a:xfrm>
            <a:off x="5791200" y="4038600"/>
            <a:ext cx="7620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rgbClr val="C0504D"/>
                </a:solidFill>
                <a:effectLst/>
                <a:uLnTx/>
                <a:uFillTx/>
                <a:latin typeface="Calibri" charset="0"/>
                <a:ea typeface="ＭＳ Ｐゴシック" charset="0"/>
                <a:cs typeface="Arial" charset="0"/>
              </a:rPr>
              <a:t>...</a:t>
            </a:r>
          </a:p>
        </p:txBody>
      </p:sp>
      <p:cxnSp>
        <p:nvCxnSpPr>
          <p:cNvPr id="61" name="Shape 9"/>
          <p:cNvCxnSpPr>
            <a:cxnSpLocks noChangeShapeType="1"/>
          </p:cNvCxnSpPr>
          <p:nvPr/>
        </p:nvCxnSpPr>
        <p:spPr bwMode="auto">
          <a:xfrm rot="5400000" flipH="1" flipV="1">
            <a:off x="5628482" y="56380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3790" name="TextBox 61"/>
          <p:cNvSpPr txBox="1">
            <a:spLocks noChangeArrowheads="1"/>
          </p:cNvSpPr>
          <p:nvPr/>
        </p:nvSpPr>
        <p:spPr bwMode="auto">
          <a:xfrm rot="-5400000">
            <a:off x="5480844" y="54157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64" name="Oval 63"/>
          <p:cNvSpPr/>
          <p:nvPr/>
        </p:nvSpPr>
        <p:spPr>
          <a:xfrm>
            <a:off x="533400" y="2286000"/>
            <a:ext cx="2133600" cy="25146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Oval 64"/>
          <p:cNvSpPr/>
          <p:nvPr/>
        </p:nvSpPr>
        <p:spPr>
          <a:xfrm>
            <a:off x="3429000" y="1295400"/>
            <a:ext cx="5257800" cy="50292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 name="Straight Connector 65"/>
          <p:cNvCxnSpPr>
            <a:stCxn id="64" idx="0"/>
            <a:endCxn id="65" idx="1"/>
          </p:cNvCxnSpPr>
          <p:nvPr/>
        </p:nvCxnSpPr>
        <p:spPr>
          <a:xfrm rot="5400000" flipH="1" flipV="1">
            <a:off x="2772569" y="859631"/>
            <a:ext cx="254000" cy="2598738"/>
          </a:xfrm>
          <a:prstGeom prst="line">
            <a:avLst/>
          </a:prstGeom>
          <a:ln w="6350"/>
        </p:spPr>
        <p:style>
          <a:lnRef idx="1">
            <a:schemeClr val="dk1"/>
          </a:lnRef>
          <a:fillRef idx="0">
            <a:schemeClr val="dk1"/>
          </a:fillRef>
          <a:effectRef idx="0">
            <a:schemeClr val="dk1"/>
          </a:effectRef>
          <a:fontRef idx="minor">
            <a:schemeClr val="tx1"/>
          </a:fontRef>
        </p:style>
      </p:cxnSp>
      <p:cxnSp>
        <p:nvCxnSpPr>
          <p:cNvPr id="69" name="Straight Connector 68"/>
          <p:cNvCxnSpPr>
            <a:stCxn id="64" idx="4"/>
            <a:endCxn id="65" idx="3"/>
          </p:cNvCxnSpPr>
          <p:nvPr/>
        </p:nvCxnSpPr>
        <p:spPr>
          <a:xfrm rot="16200000" flipH="1">
            <a:off x="2505869" y="3894931"/>
            <a:ext cx="787400" cy="2598738"/>
          </a:xfrm>
          <a:prstGeom prst="line">
            <a:avLst/>
          </a:prstGeom>
          <a:ln w="6350"/>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9229EDB4-E106-481F-87A9-3883BAE0AC86}"/>
              </a:ext>
            </a:extLst>
          </p:cNvPr>
          <p:cNvSpPr>
            <a:spLocks noGrp="1"/>
          </p:cNvSpPr>
          <p:nvPr>
            <p:ph type="sldNum" sz="quarter" idx="11"/>
          </p:nvPr>
        </p:nvSpPr>
        <p:spPr/>
        <p:txBody>
          <a:bodyPr/>
          <a:lstStyle/>
          <a:p>
            <a:pPr>
              <a:defRPr/>
            </a:pPr>
            <a:fld id="{FC5B7879-3FBA-B54E-968A-FC666650947C}" type="slidenum">
              <a:rPr lang="en-US" smtClean="0"/>
              <a:pPr>
                <a:defRPr/>
              </a:pPr>
              <a:t>84</a:t>
            </a:fld>
            <a:endParaRPr lang="en-US"/>
          </a:p>
        </p:txBody>
      </p:sp>
    </p:spTree>
    <p:extLst>
      <p:ext uri="{BB962C8B-B14F-4D97-AF65-F5344CB8AC3E}">
        <p14:creationId xmlns:p14="http://schemas.microsoft.com/office/powerpoint/2010/main" val="1766762991"/>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hape 9"/>
          <p:cNvCxnSpPr>
            <a:cxnSpLocks noChangeShapeType="1"/>
          </p:cNvCxnSpPr>
          <p:nvPr/>
        </p:nvCxnSpPr>
        <p:spPr bwMode="auto">
          <a:xfrm rot="5400000" flipH="1" flipV="1">
            <a:off x="6172200" y="4497388"/>
            <a:ext cx="990600" cy="990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4690" name="Title 1"/>
          <p:cNvSpPr>
            <a:spLocks noGrp="1"/>
          </p:cNvSpPr>
          <p:nvPr>
            <p:ph type="title"/>
          </p:nvPr>
        </p:nvSpPr>
        <p:spPr/>
        <p:txBody>
          <a:bodyPr/>
          <a:lstStyle/>
          <a:p>
            <a:r>
              <a:rPr lang="en-US">
                <a:latin typeface="Calibri" charset="0"/>
              </a:rPr>
              <a:t>Breaking down a Bank</a:t>
            </a:r>
          </a:p>
        </p:txBody>
      </p:sp>
      <p:sp>
        <p:nvSpPr>
          <p:cNvPr id="8" name="Rectangle 7"/>
          <p:cNvSpPr/>
          <p:nvPr/>
        </p:nvSpPr>
        <p:spPr>
          <a:xfrm>
            <a:off x="762000" y="251460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Bank 0</a:t>
            </a:r>
          </a:p>
        </p:txBody>
      </p:sp>
      <p:cxnSp>
        <p:nvCxnSpPr>
          <p:cNvPr id="10" name="Shape 9"/>
          <p:cNvCxnSpPr>
            <a:cxnSpLocks noChangeShapeType="1"/>
          </p:cNvCxnSpPr>
          <p:nvPr/>
        </p:nvCxnSpPr>
        <p:spPr bwMode="auto">
          <a:xfrm rot="5400000" flipH="1" flipV="1">
            <a:off x="904082" y="42664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4693" name="TextBox 10"/>
          <p:cNvSpPr txBox="1">
            <a:spLocks noChangeArrowheads="1"/>
          </p:cNvSpPr>
          <p:nvPr/>
        </p:nvSpPr>
        <p:spPr bwMode="auto">
          <a:xfrm rot="-5400000">
            <a:off x="756444" y="40441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114694" name="TextBox 11"/>
          <p:cNvSpPr txBox="1">
            <a:spLocks noChangeArrowheads="1"/>
          </p:cNvSpPr>
          <p:nvPr/>
        </p:nvSpPr>
        <p:spPr bwMode="auto">
          <a:xfrm>
            <a:off x="7467600" y="3659188"/>
            <a:ext cx="685800" cy="3381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4F81BD"/>
                </a:solidFill>
                <a:effectLst/>
                <a:uLnTx/>
                <a:uFillTx/>
                <a:latin typeface="Calibri" charset="0"/>
                <a:ea typeface="ＭＳ Ｐゴシック" charset="0"/>
                <a:cs typeface="Arial" charset="0"/>
              </a:rPr>
              <a:t>row 0</a:t>
            </a:r>
          </a:p>
        </p:txBody>
      </p:sp>
      <p:sp>
        <p:nvSpPr>
          <p:cNvPr id="114695" name="TextBox 13"/>
          <p:cNvSpPr txBox="1">
            <a:spLocks noChangeArrowheads="1"/>
          </p:cNvSpPr>
          <p:nvPr/>
        </p:nvSpPr>
        <p:spPr bwMode="auto">
          <a:xfrm>
            <a:off x="7467600" y="2133600"/>
            <a:ext cx="914400" cy="338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4F81BD"/>
                </a:solidFill>
                <a:effectLst/>
                <a:uLnTx/>
                <a:uFillTx/>
                <a:latin typeface="Calibri" charset="0"/>
                <a:ea typeface="ＭＳ Ｐゴシック" charset="0"/>
                <a:cs typeface="Arial" charset="0"/>
              </a:rPr>
              <a:t>row </a:t>
            </a:r>
            <a:r>
              <a:rPr lang="en-US" sz="1600" dirty="0">
                <a:solidFill>
                  <a:srgbClr val="4F81BD"/>
                </a:solidFill>
                <a:latin typeface="Calibri" charset="0"/>
                <a:cs typeface="Arial" charset="0"/>
              </a:rPr>
              <a:t>32</a:t>
            </a:r>
            <a:r>
              <a:rPr kumimoji="0" lang="en-US" sz="1600" b="0" i="0" u="none" strike="noStrike" kern="1200" cap="none" spc="0" normalizeH="0" baseline="0" noProof="0" dirty="0">
                <a:ln>
                  <a:noFill/>
                </a:ln>
                <a:solidFill>
                  <a:srgbClr val="4F81BD"/>
                </a:solidFill>
                <a:effectLst/>
                <a:uLnTx/>
                <a:uFillTx/>
                <a:latin typeface="Calibri" charset="0"/>
                <a:ea typeface="ＭＳ Ｐゴシック" charset="0"/>
                <a:cs typeface="Arial" charset="0"/>
              </a:rPr>
              <a:t>k-1</a:t>
            </a:r>
          </a:p>
        </p:txBody>
      </p:sp>
      <p:sp>
        <p:nvSpPr>
          <p:cNvPr id="114696" name="TextBox 17"/>
          <p:cNvSpPr txBox="1">
            <a:spLocks noChangeArrowheads="1"/>
          </p:cNvSpPr>
          <p:nvPr/>
        </p:nvSpPr>
        <p:spPr bwMode="auto">
          <a:xfrm rot="5400000">
            <a:off x="7378700" y="2757488"/>
            <a:ext cx="7620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rgbClr val="4F81BD"/>
                </a:solidFill>
                <a:effectLst/>
                <a:uLnTx/>
                <a:uFillTx/>
                <a:latin typeface="Calibri" charset="0"/>
                <a:ea typeface="ＭＳ Ｐゴシック" charset="0"/>
                <a:cs typeface="Arial" charset="0"/>
              </a:rPr>
              <a:t>...</a:t>
            </a:r>
          </a:p>
        </p:txBody>
      </p:sp>
      <p:cxnSp>
        <p:nvCxnSpPr>
          <p:cNvPr id="20" name="Straight Arrow Connector 19"/>
          <p:cNvCxnSpPr/>
          <p:nvPr/>
        </p:nvCxnSpPr>
        <p:spPr>
          <a:xfrm>
            <a:off x="4038600" y="1557338"/>
            <a:ext cx="3276600" cy="1587"/>
          </a:xfrm>
          <a:prstGeom prst="straightConnector1">
            <a:avLst/>
          </a:prstGeom>
          <a:ln w="31750">
            <a:headEnd type="arrow"/>
            <a:tailEnd type="arrow"/>
          </a:ln>
        </p:spPr>
        <p:style>
          <a:lnRef idx="1">
            <a:schemeClr val="accent1"/>
          </a:lnRef>
          <a:fillRef idx="0">
            <a:schemeClr val="accent1"/>
          </a:fillRef>
          <a:effectRef idx="0">
            <a:schemeClr val="accent1"/>
          </a:effectRef>
          <a:fontRef idx="minor">
            <a:schemeClr val="tx1"/>
          </a:fontRef>
        </p:style>
      </p:cxnSp>
      <p:sp>
        <p:nvSpPr>
          <p:cNvPr id="114698" name="TextBox 20"/>
          <p:cNvSpPr txBox="1">
            <a:spLocks noChangeArrowheads="1"/>
          </p:cNvSpPr>
          <p:nvPr/>
        </p:nvSpPr>
        <p:spPr bwMode="auto">
          <a:xfrm>
            <a:off x="5181600" y="1219200"/>
            <a:ext cx="914400" cy="338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4F81BD"/>
                </a:solidFill>
                <a:effectLst/>
                <a:uLnTx/>
                <a:uFillTx/>
                <a:latin typeface="Calibri" charset="0"/>
                <a:ea typeface="ＭＳ Ｐゴシック" charset="0"/>
                <a:cs typeface="Arial" charset="0"/>
              </a:rPr>
              <a:t>2kB</a:t>
            </a:r>
          </a:p>
        </p:txBody>
      </p:sp>
      <p:cxnSp>
        <p:nvCxnSpPr>
          <p:cNvPr id="22" name="Shape 9"/>
          <p:cNvCxnSpPr>
            <a:cxnSpLocks noChangeShapeType="1"/>
          </p:cNvCxnSpPr>
          <p:nvPr/>
        </p:nvCxnSpPr>
        <p:spPr bwMode="auto">
          <a:xfrm rot="16200000" flipV="1">
            <a:off x="4267200" y="4497388"/>
            <a:ext cx="990600" cy="990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4700" name="TextBox 22"/>
          <p:cNvSpPr txBox="1">
            <a:spLocks noChangeArrowheads="1"/>
          </p:cNvSpPr>
          <p:nvPr/>
        </p:nvSpPr>
        <p:spPr bwMode="auto">
          <a:xfrm>
            <a:off x="3810000" y="4584700"/>
            <a:ext cx="4572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1B</a:t>
            </a:r>
          </a:p>
        </p:txBody>
      </p:sp>
      <p:cxnSp>
        <p:nvCxnSpPr>
          <p:cNvPr id="24" name="Straight Arrow Connector 23"/>
          <p:cNvCxnSpPr/>
          <p:nvPr/>
        </p:nvCxnSpPr>
        <p:spPr>
          <a:xfrm>
            <a:off x="4060825" y="1968500"/>
            <a:ext cx="381000" cy="1588"/>
          </a:xfrm>
          <a:prstGeom prst="straightConnector1">
            <a:avLst/>
          </a:prstGeom>
          <a:ln w="31750">
            <a:headEnd type="arrow"/>
            <a:tailEnd type="arrow"/>
          </a:ln>
        </p:spPr>
        <p:style>
          <a:lnRef idx="1">
            <a:schemeClr val="accent1"/>
          </a:lnRef>
          <a:fillRef idx="0">
            <a:schemeClr val="accent1"/>
          </a:fillRef>
          <a:effectRef idx="0">
            <a:schemeClr val="accent1"/>
          </a:effectRef>
          <a:fontRef idx="minor">
            <a:schemeClr val="tx1"/>
          </a:fontRef>
        </p:style>
      </p:cxnSp>
      <p:sp>
        <p:nvSpPr>
          <p:cNvPr id="114702" name="TextBox 26"/>
          <p:cNvSpPr txBox="1">
            <a:spLocks noChangeArrowheads="1"/>
          </p:cNvSpPr>
          <p:nvPr/>
        </p:nvSpPr>
        <p:spPr bwMode="auto">
          <a:xfrm>
            <a:off x="3679825" y="1601788"/>
            <a:ext cx="1106488" cy="339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4F81BD"/>
                </a:solidFill>
                <a:effectLst/>
                <a:uLnTx/>
                <a:uFillTx/>
                <a:latin typeface="Calibri" charset="0"/>
                <a:ea typeface="ＭＳ Ｐゴシック" charset="0"/>
                <a:cs typeface="Arial" charset="0"/>
              </a:rPr>
              <a:t>1B (column)</a:t>
            </a:r>
          </a:p>
        </p:txBody>
      </p:sp>
      <p:cxnSp>
        <p:nvCxnSpPr>
          <p:cNvPr id="35" name="Shape 9"/>
          <p:cNvCxnSpPr>
            <a:cxnSpLocks noChangeShapeType="1"/>
          </p:cNvCxnSpPr>
          <p:nvPr/>
        </p:nvCxnSpPr>
        <p:spPr bwMode="auto">
          <a:xfrm rot="16200000" flipV="1">
            <a:off x="4533900" y="4611688"/>
            <a:ext cx="990600" cy="762000"/>
          </a:xfrm>
          <a:prstGeom prst="bentConnector3">
            <a:avLst>
              <a:gd name="adj1" fmla="val 65759"/>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graphicFrame>
        <p:nvGraphicFramePr>
          <p:cNvPr id="9" name="Table 8"/>
          <p:cNvGraphicFramePr>
            <a:graphicFrameLocks noGrp="1"/>
          </p:cNvGraphicFramePr>
          <p:nvPr/>
        </p:nvGraphicFramePr>
        <p:xfrm>
          <a:off x="4038600" y="2090738"/>
          <a:ext cx="3332160" cy="2449510"/>
        </p:xfrm>
        <a:graphic>
          <a:graphicData uri="http://schemas.openxmlformats.org/drawingml/2006/table">
            <a:tbl>
              <a:tblPr>
                <a:tableStyleId>{616DA210-FB5B-4158-B5E0-FEB733F419BA}</a:tableStyleId>
              </a:tblPr>
              <a:tblGrid>
                <a:gridCol w="416520">
                  <a:extLst>
                    <a:ext uri="{9D8B030D-6E8A-4147-A177-3AD203B41FA5}">
                      <a16:colId xmlns:a16="http://schemas.microsoft.com/office/drawing/2014/main" val="20000"/>
                    </a:ext>
                  </a:extLst>
                </a:gridCol>
                <a:gridCol w="416520">
                  <a:extLst>
                    <a:ext uri="{9D8B030D-6E8A-4147-A177-3AD203B41FA5}">
                      <a16:colId xmlns:a16="http://schemas.microsoft.com/office/drawing/2014/main" val="20001"/>
                    </a:ext>
                  </a:extLst>
                </a:gridCol>
                <a:gridCol w="416520">
                  <a:extLst>
                    <a:ext uri="{9D8B030D-6E8A-4147-A177-3AD203B41FA5}">
                      <a16:colId xmlns:a16="http://schemas.microsoft.com/office/drawing/2014/main" val="20002"/>
                    </a:ext>
                  </a:extLst>
                </a:gridCol>
                <a:gridCol w="416520">
                  <a:extLst>
                    <a:ext uri="{9D8B030D-6E8A-4147-A177-3AD203B41FA5}">
                      <a16:colId xmlns:a16="http://schemas.microsoft.com/office/drawing/2014/main" val="20003"/>
                    </a:ext>
                  </a:extLst>
                </a:gridCol>
                <a:gridCol w="416520">
                  <a:extLst>
                    <a:ext uri="{9D8B030D-6E8A-4147-A177-3AD203B41FA5}">
                      <a16:colId xmlns:a16="http://schemas.microsoft.com/office/drawing/2014/main" val="20004"/>
                    </a:ext>
                  </a:extLst>
                </a:gridCol>
                <a:gridCol w="416520">
                  <a:extLst>
                    <a:ext uri="{9D8B030D-6E8A-4147-A177-3AD203B41FA5}">
                      <a16:colId xmlns:a16="http://schemas.microsoft.com/office/drawing/2014/main" val="20005"/>
                    </a:ext>
                  </a:extLst>
                </a:gridCol>
                <a:gridCol w="416520">
                  <a:extLst>
                    <a:ext uri="{9D8B030D-6E8A-4147-A177-3AD203B41FA5}">
                      <a16:colId xmlns:a16="http://schemas.microsoft.com/office/drawing/2014/main" val="20006"/>
                    </a:ext>
                  </a:extLst>
                </a:gridCol>
                <a:gridCol w="416520">
                  <a:extLst>
                    <a:ext uri="{9D8B030D-6E8A-4147-A177-3AD203B41FA5}">
                      <a16:colId xmlns:a16="http://schemas.microsoft.com/office/drawing/2014/main" val="20007"/>
                    </a:ext>
                  </a:extLst>
                </a:gridCol>
              </a:tblGrid>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0"/>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1"/>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2"/>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3"/>
                  </a:ext>
                </a:extLst>
              </a:tr>
              <a:tr h="489902">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extLst>
                  <a:ext uri="{0D108BD9-81ED-4DB2-BD59-A6C34878D82A}">
                    <a16:rowId xmlns:a16="http://schemas.microsoft.com/office/drawing/2014/main" val="10004"/>
                  </a:ext>
                </a:extLst>
              </a:tr>
            </a:tbl>
          </a:graphicData>
        </a:graphic>
      </p:graphicFrame>
      <p:sp>
        <p:nvSpPr>
          <p:cNvPr id="114760" name="TextBox 40"/>
          <p:cNvSpPr txBox="1">
            <a:spLocks noChangeArrowheads="1"/>
          </p:cNvSpPr>
          <p:nvPr/>
        </p:nvSpPr>
        <p:spPr bwMode="auto">
          <a:xfrm>
            <a:off x="4800600" y="4497388"/>
            <a:ext cx="45720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1B</a:t>
            </a:r>
          </a:p>
        </p:txBody>
      </p:sp>
      <p:sp>
        <p:nvSpPr>
          <p:cNvPr id="114761" name="Rectangle 43"/>
          <p:cNvSpPr>
            <a:spLocks noChangeArrowheads="1"/>
          </p:cNvSpPr>
          <p:nvPr/>
        </p:nvSpPr>
        <p:spPr bwMode="auto">
          <a:xfrm>
            <a:off x="4953000" y="4065588"/>
            <a:ext cx="1506538" cy="431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a:ln>
                  <a:noFill/>
                </a:ln>
                <a:solidFill>
                  <a:srgbClr val="000000"/>
                </a:solidFill>
                <a:effectLst/>
                <a:uLnTx/>
                <a:uFillTx/>
                <a:latin typeface="Calibri" charset="0"/>
                <a:ea typeface="ＭＳ Ｐゴシック" charset="0"/>
                <a:cs typeface="Arial" charset="0"/>
              </a:rPr>
              <a:t>Row-buffer</a:t>
            </a:r>
          </a:p>
        </p:txBody>
      </p:sp>
      <p:sp>
        <p:nvSpPr>
          <p:cNvPr id="114762" name="TextBox 46"/>
          <p:cNvSpPr txBox="1">
            <a:spLocks noChangeArrowheads="1"/>
          </p:cNvSpPr>
          <p:nvPr/>
        </p:nvSpPr>
        <p:spPr bwMode="auto">
          <a:xfrm>
            <a:off x="7162800" y="4573588"/>
            <a:ext cx="45720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1B</a:t>
            </a:r>
          </a:p>
        </p:txBody>
      </p:sp>
      <p:sp>
        <p:nvSpPr>
          <p:cNvPr id="114763" name="TextBox 48"/>
          <p:cNvSpPr txBox="1">
            <a:spLocks noChangeArrowheads="1"/>
          </p:cNvSpPr>
          <p:nvPr/>
        </p:nvSpPr>
        <p:spPr bwMode="auto">
          <a:xfrm>
            <a:off x="5410200" y="4802188"/>
            <a:ext cx="7620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rgbClr val="C0504D"/>
                </a:solidFill>
                <a:effectLst/>
                <a:uLnTx/>
                <a:uFillTx/>
                <a:latin typeface="Calibri" charset="0"/>
                <a:ea typeface="ＭＳ Ｐゴシック" charset="0"/>
                <a:cs typeface="Arial" charset="0"/>
              </a:rPr>
              <a:t>...</a:t>
            </a:r>
          </a:p>
        </p:txBody>
      </p:sp>
      <p:cxnSp>
        <p:nvCxnSpPr>
          <p:cNvPr id="50" name="Shape 9"/>
          <p:cNvCxnSpPr>
            <a:cxnSpLocks noChangeShapeType="1"/>
          </p:cNvCxnSpPr>
          <p:nvPr/>
        </p:nvCxnSpPr>
        <p:spPr bwMode="auto">
          <a:xfrm rot="5400000" flipH="1" flipV="1">
            <a:off x="5318919" y="6134894"/>
            <a:ext cx="838200" cy="1588"/>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4765" name="TextBox 50"/>
          <p:cNvSpPr txBox="1">
            <a:spLocks noChangeArrowheads="1"/>
          </p:cNvSpPr>
          <p:nvPr/>
        </p:nvSpPr>
        <p:spPr bwMode="auto">
          <a:xfrm rot="-5400000">
            <a:off x="5110957" y="5950744"/>
            <a:ext cx="8382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28" name="Diagonal Stripe 27"/>
          <p:cNvSpPr/>
          <p:nvPr/>
        </p:nvSpPr>
        <p:spPr>
          <a:xfrm rot="13500000">
            <a:off x="5294313" y="4991100"/>
            <a:ext cx="914400" cy="914400"/>
          </a:xfrm>
          <a:prstGeom prst="diagStripe">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6" name="Oval 55"/>
          <p:cNvSpPr/>
          <p:nvPr/>
        </p:nvSpPr>
        <p:spPr>
          <a:xfrm>
            <a:off x="304800" y="2057400"/>
            <a:ext cx="2286000" cy="28956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Rounded Rectangle 56"/>
          <p:cNvSpPr/>
          <p:nvPr/>
        </p:nvSpPr>
        <p:spPr>
          <a:xfrm>
            <a:off x="3124200" y="1219200"/>
            <a:ext cx="5410200" cy="5410200"/>
          </a:xfrm>
          <a:prstGeom prst="round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8" name="Straight Connector 57"/>
          <p:cNvCxnSpPr>
            <a:stCxn id="56" idx="0"/>
          </p:cNvCxnSpPr>
          <p:nvPr/>
        </p:nvCxnSpPr>
        <p:spPr>
          <a:xfrm rot="5400000" flipH="1" flipV="1">
            <a:off x="2133600" y="762000"/>
            <a:ext cx="609600" cy="1981200"/>
          </a:xfrm>
          <a:prstGeom prst="line">
            <a:avLst/>
          </a:prstGeom>
          <a:ln w="6350"/>
        </p:spPr>
        <p:style>
          <a:lnRef idx="1">
            <a:schemeClr val="dk1"/>
          </a:lnRef>
          <a:fillRef idx="0">
            <a:schemeClr val="dk1"/>
          </a:fillRef>
          <a:effectRef idx="0">
            <a:schemeClr val="dk1"/>
          </a:effectRef>
          <a:fontRef idx="minor">
            <a:schemeClr val="tx1"/>
          </a:fontRef>
        </p:style>
      </p:cxnSp>
      <p:cxnSp>
        <p:nvCxnSpPr>
          <p:cNvPr id="61" name="Straight Connector 60"/>
          <p:cNvCxnSpPr>
            <a:stCxn id="56" idx="4"/>
          </p:cNvCxnSpPr>
          <p:nvPr/>
        </p:nvCxnSpPr>
        <p:spPr>
          <a:xfrm rot="16200000" flipH="1">
            <a:off x="1714500" y="4686300"/>
            <a:ext cx="1295400" cy="1828800"/>
          </a:xfrm>
          <a:prstGeom prst="line">
            <a:avLst/>
          </a:prstGeom>
          <a:ln w="6350"/>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64F6DA0C-11DF-4B9F-B3C4-2BC008507B71}"/>
              </a:ext>
            </a:extLst>
          </p:cNvPr>
          <p:cNvSpPr>
            <a:spLocks noGrp="1"/>
          </p:cNvSpPr>
          <p:nvPr>
            <p:ph type="sldNum" sz="quarter" idx="11"/>
          </p:nvPr>
        </p:nvSpPr>
        <p:spPr/>
        <p:txBody>
          <a:bodyPr/>
          <a:lstStyle/>
          <a:p>
            <a:pPr>
              <a:defRPr/>
            </a:pPr>
            <a:fld id="{FC5B7879-3FBA-B54E-968A-FC666650947C}" type="slidenum">
              <a:rPr lang="en-US" smtClean="0"/>
              <a:pPr>
                <a:defRPr/>
              </a:pPr>
              <a:t>85</a:t>
            </a:fld>
            <a:endParaRPr lang="en-US"/>
          </a:p>
        </p:txBody>
      </p:sp>
    </p:spTree>
    <p:extLst>
      <p:ext uri="{BB962C8B-B14F-4D97-AF65-F5344CB8AC3E}">
        <p14:creationId xmlns:p14="http://schemas.microsoft.com/office/powerpoint/2010/main" val="2767156407"/>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Title 1">
            <a:extLst>
              <a:ext uri="{FF2B5EF4-FFF2-40B4-BE49-F238E27FC236}">
                <a16:creationId xmlns:a16="http://schemas.microsoft.com/office/drawing/2014/main" id="{281F7101-ACA7-594F-8CD6-871F34F9D3E6}"/>
              </a:ext>
            </a:extLst>
          </p:cNvPr>
          <p:cNvSpPr>
            <a:spLocks noGrp="1"/>
          </p:cNvSpPr>
          <p:nvPr>
            <p:ph type="title"/>
          </p:nvPr>
        </p:nvSpPr>
        <p:spPr>
          <a:xfrm>
            <a:off x="228600" y="152400"/>
            <a:ext cx="8915400" cy="1066800"/>
          </a:xfrm>
        </p:spPr>
        <p:txBody>
          <a:bodyPr/>
          <a:lstStyle/>
          <a:p>
            <a:r>
              <a:rPr lang="en-US" altLang="en-US" sz="3800" dirty="0">
                <a:ea typeface="ＭＳ Ｐゴシック" panose="020B0600070205080204" pitchFamily="34" charset="-128"/>
              </a:rPr>
              <a:t>Three DRAM Access States</a:t>
            </a:r>
          </a:p>
        </p:txBody>
      </p:sp>
      <p:sp>
        <p:nvSpPr>
          <p:cNvPr id="178179" name="Slide Number Placeholder 3">
            <a:extLst>
              <a:ext uri="{FF2B5EF4-FFF2-40B4-BE49-F238E27FC236}">
                <a16:creationId xmlns:a16="http://schemas.microsoft.com/office/drawing/2014/main" id="{4495462F-DB11-FF45-927B-A37B1FE820F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A3B8C6F-A032-E949-845E-F017A46BBE32}"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43" name="Rectangle 42">
            <a:extLst>
              <a:ext uri="{FF2B5EF4-FFF2-40B4-BE49-F238E27FC236}">
                <a16:creationId xmlns:a16="http://schemas.microsoft.com/office/drawing/2014/main" id="{B2AFF982-67DC-504A-A4F3-CDCBC2640FFA}"/>
              </a:ext>
            </a:extLst>
          </p:cNvPr>
          <p:cNvSpPr/>
          <p:nvPr/>
        </p:nvSpPr>
        <p:spPr>
          <a:xfrm>
            <a:off x="76200" y="990600"/>
            <a:ext cx="8458200" cy="5576911"/>
          </a:xfrm>
          <a:prstGeom prst="rect">
            <a:avLst/>
          </a:prstGeom>
        </p:spPr>
        <p:txBody>
          <a:bodyPr wrap="square">
            <a:spAutoFit/>
          </a:bodyPr>
          <a:lstStyle/>
          <a:p>
            <a:pPr marL="342900" lvl="0" indent="-342900">
              <a:spcBef>
                <a:spcPct val="20000"/>
              </a:spcBef>
              <a:buClr>
                <a:srgbClr val="CC9900"/>
              </a:buClr>
              <a:buSzPct val="65000"/>
              <a:buFont typeface="Wingdings" pitchFamily="2" charset="2"/>
              <a:buChar char="n"/>
            </a:pPr>
            <a:r>
              <a:rPr lang="en-US" altLang="en-US" sz="2200" kern="0" dirty="0">
                <a:solidFill>
                  <a:srgbClr val="0432FF"/>
                </a:solidFill>
                <a:latin typeface="Tahoma"/>
              </a:rPr>
              <a:t>Page Hit: </a:t>
            </a:r>
          </a:p>
          <a:p>
            <a:pPr marL="800100" lvl="1" indent="-342900">
              <a:spcBef>
                <a:spcPct val="20000"/>
              </a:spcBef>
              <a:buClr>
                <a:srgbClr val="CC9900"/>
              </a:buClr>
              <a:buSzPct val="65000"/>
              <a:buFont typeface="Wingdings" pitchFamily="2" charset="2"/>
              <a:buChar char="n"/>
            </a:pPr>
            <a:r>
              <a:rPr lang="en-US" altLang="en-US" sz="2200" kern="0" dirty="0">
                <a:latin typeface="Tahoma"/>
              </a:rPr>
              <a:t>Occurs when a memory transaction accesses a row that is open in its bank, so no </a:t>
            </a:r>
            <a:r>
              <a:rPr lang="en-US" altLang="en-US" sz="2200" kern="0" dirty="0" err="1">
                <a:latin typeface="Tahoma"/>
              </a:rPr>
              <a:t>Precharge</a:t>
            </a:r>
            <a:r>
              <a:rPr lang="en-US" altLang="en-US" sz="2200" kern="0" dirty="0">
                <a:latin typeface="Tahoma"/>
              </a:rPr>
              <a:t> and Activate commands are required before the column access, resulting in minimum latency. </a:t>
            </a:r>
          </a:p>
          <a:p>
            <a:pPr marL="342900" indent="-342900">
              <a:spcBef>
                <a:spcPct val="20000"/>
              </a:spcBef>
              <a:buClr>
                <a:srgbClr val="CC9900"/>
              </a:buClr>
              <a:buSzPct val="65000"/>
              <a:buFont typeface="Wingdings" pitchFamily="2" charset="2"/>
              <a:buChar char="n"/>
            </a:pPr>
            <a:r>
              <a:rPr lang="en-US" altLang="en-US" sz="2200" kern="0" dirty="0">
                <a:solidFill>
                  <a:srgbClr val="0432FF"/>
                </a:solidFill>
                <a:latin typeface="Tahoma"/>
              </a:rPr>
              <a:t>Page Closed: </a:t>
            </a:r>
          </a:p>
          <a:p>
            <a:pPr marL="800100" lvl="1" indent="-342900">
              <a:spcBef>
                <a:spcPct val="20000"/>
              </a:spcBef>
              <a:buClr>
                <a:srgbClr val="CC9900"/>
              </a:buClr>
              <a:buSzPct val="65000"/>
              <a:buFont typeface="Wingdings" pitchFamily="2" charset="2"/>
              <a:buChar char="n"/>
            </a:pPr>
            <a:r>
              <a:rPr lang="en-US" altLang="en-US" sz="2200" kern="0" dirty="0">
                <a:latin typeface="Tahoma"/>
              </a:rPr>
              <a:t>Occurs when a memory transaction accesses a row whose corresponding bank is closed, so the row Activate command is required before the column access. </a:t>
            </a:r>
            <a:endParaRPr lang="en-US" altLang="en-US" sz="2200" kern="0" dirty="0">
              <a:solidFill>
                <a:srgbClr val="0432FF"/>
              </a:solidFill>
              <a:latin typeface="Tahoma"/>
            </a:endParaRPr>
          </a:p>
          <a:p>
            <a:pPr marL="342900" indent="-342900">
              <a:spcBef>
                <a:spcPct val="20000"/>
              </a:spcBef>
              <a:buClr>
                <a:srgbClr val="CC9900"/>
              </a:buClr>
              <a:buSzPct val="65000"/>
              <a:buFont typeface="Wingdings" pitchFamily="2" charset="2"/>
              <a:buChar char="n"/>
            </a:pPr>
            <a:r>
              <a:rPr lang="en-US" altLang="en-US" sz="2200" kern="0" dirty="0">
                <a:solidFill>
                  <a:srgbClr val="0432FF"/>
                </a:solidFill>
                <a:latin typeface="Tahoma"/>
              </a:rPr>
              <a:t>Page Miss:</a:t>
            </a:r>
          </a:p>
          <a:p>
            <a:pPr marL="800100" lvl="1" indent="-342900">
              <a:spcBef>
                <a:spcPct val="20000"/>
              </a:spcBef>
              <a:buClr>
                <a:srgbClr val="CC9900"/>
              </a:buClr>
              <a:buSzPct val="65000"/>
              <a:buFont typeface="Wingdings" pitchFamily="2" charset="2"/>
              <a:buChar char="n"/>
            </a:pPr>
            <a:r>
              <a:rPr lang="en-US" altLang="en-US" sz="2200" kern="0" dirty="0">
                <a:latin typeface="Tahoma"/>
              </a:rPr>
              <a:t>Occurs when a memory transaction accesses a row that does not match the active row in the bank, so one </a:t>
            </a:r>
            <a:r>
              <a:rPr lang="en-US" altLang="en-US" sz="2200" kern="0" dirty="0" err="1">
                <a:latin typeface="Tahoma"/>
              </a:rPr>
              <a:t>Precharge</a:t>
            </a:r>
            <a:r>
              <a:rPr lang="en-US" altLang="en-US" sz="2200" kern="0" dirty="0">
                <a:latin typeface="Tahoma"/>
              </a:rPr>
              <a:t> command and one Activate command are issued before the column access, resulting in maximum latency. </a:t>
            </a:r>
          </a:p>
          <a:p>
            <a:pPr lvl="0">
              <a:spcBef>
                <a:spcPct val="20000"/>
              </a:spcBef>
              <a:buClr>
                <a:srgbClr val="CC9900"/>
              </a:buClr>
              <a:buSzPct val="65000"/>
            </a:pPr>
            <a:endParaRPr lang="en-US" altLang="en-US" sz="2200" kern="0" dirty="0">
              <a:solidFill>
                <a:srgbClr val="0432FF"/>
              </a:solidFill>
              <a:latin typeface="Tahoma"/>
            </a:endParaRPr>
          </a:p>
        </p:txBody>
      </p:sp>
    </p:spTree>
    <p:extLst>
      <p:ext uri="{BB962C8B-B14F-4D97-AF65-F5344CB8AC3E}">
        <p14:creationId xmlns:p14="http://schemas.microsoft.com/office/powerpoint/2010/main" val="1948079831"/>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Title 1">
            <a:extLst>
              <a:ext uri="{FF2B5EF4-FFF2-40B4-BE49-F238E27FC236}">
                <a16:creationId xmlns:a16="http://schemas.microsoft.com/office/drawing/2014/main" id="{C7CFABB0-E72E-D44A-9E88-9B2DE238F463}"/>
              </a:ext>
            </a:extLst>
          </p:cNvPr>
          <p:cNvSpPr>
            <a:spLocks noGrp="1" noChangeArrowheads="1"/>
          </p:cNvSpPr>
          <p:nvPr>
            <p:ph type="title"/>
          </p:nvPr>
        </p:nvSpPr>
        <p:spPr/>
        <p:txBody>
          <a:bodyPr/>
          <a:lstStyle/>
          <a:p>
            <a:r>
              <a:rPr lang="en-US" altLang="en-US">
                <a:ea typeface="ＭＳ Ｐゴシック" panose="020B0600070205080204" pitchFamily="34" charset="-128"/>
              </a:rPr>
              <a:t>DRAM Refresh</a:t>
            </a:r>
          </a:p>
        </p:txBody>
      </p:sp>
      <p:sp>
        <p:nvSpPr>
          <p:cNvPr id="3" name="Content Placeholder 2">
            <a:extLst>
              <a:ext uri="{FF2B5EF4-FFF2-40B4-BE49-F238E27FC236}">
                <a16:creationId xmlns:a16="http://schemas.microsoft.com/office/drawing/2014/main" id="{CC99B3A2-D99B-4145-A454-DFE5077BD595}"/>
              </a:ext>
            </a:extLst>
          </p:cNvPr>
          <p:cNvSpPr>
            <a:spLocks noGrp="1"/>
          </p:cNvSpPr>
          <p:nvPr>
            <p:ph idx="1"/>
          </p:nvPr>
        </p:nvSpPr>
        <p:spPr>
          <a:xfrm>
            <a:off x="158750" y="914400"/>
            <a:ext cx="8985250" cy="5194300"/>
          </a:xfrm>
        </p:spPr>
        <p:txBody>
          <a:bodyPr/>
          <a:lstStyle/>
          <a:p>
            <a:pPr>
              <a:buFont typeface="Wingdings" charset="0"/>
              <a:buChar char="n"/>
              <a:defRPr/>
            </a:pPr>
            <a:r>
              <a:rPr lang="en-US" dirty="0"/>
              <a:t>DRAM capacitor charge leaks over time</a:t>
            </a:r>
          </a:p>
          <a:p>
            <a:pPr>
              <a:buFont typeface="Wingdings" charset="0"/>
              <a:buChar char="n"/>
              <a:defRPr/>
            </a:pPr>
            <a:endParaRPr lang="en-US" dirty="0"/>
          </a:p>
          <a:p>
            <a:pPr>
              <a:buFont typeface="Wingdings" charset="0"/>
              <a:buChar char="n"/>
              <a:defRPr/>
            </a:pPr>
            <a:r>
              <a:rPr lang="en-US" dirty="0"/>
              <a:t>The memory controller needs to refresh each row periodically to restore charge</a:t>
            </a:r>
          </a:p>
          <a:p>
            <a:pPr lvl="1">
              <a:buFont typeface="Wingdings" charset="0"/>
              <a:buChar char="q"/>
              <a:defRPr/>
            </a:pPr>
            <a:r>
              <a:rPr lang="en-US" dirty="0">
                <a:ea typeface="ＭＳ Ｐゴシック" charset="0"/>
              </a:rPr>
              <a:t>Activate each row every N </a:t>
            </a:r>
            <a:r>
              <a:rPr lang="en-US" dirty="0" err="1">
                <a:ea typeface="ＭＳ Ｐゴシック" charset="0"/>
              </a:rPr>
              <a:t>ms</a:t>
            </a:r>
            <a:endParaRPr lang="en-US" dirty="0">
              <a:ea typeface="ＭＳ Ｐゴシック" charset="0"/>
            </a:endParaRPr>
          </a:p>
          <a:p>
            <a:pPr lvl="1">
              <a:buFont typeface="Wingdings" charset="0"/>
              <a:buChar char="q"/>
              <a:defRPr/>
            </a:pPr>
            <a:r>
              <a:rPr lang="en-US" dirty="0">
                <a:ea typeface="ＭＳ Ｐゴシック" charset="0"/>
              </a:rPr>
              <a:t>Typical N = 64 </a:t>
            </a:r>
            <a:r>
              <a:rPr lang="en-US" dirty="0" err="1">
                <a:ea typeface="ＭＳ Ｐゴシック" charset="0"/>
              </a:rPr>
              <a:t>ms</a:t>
            </a: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r>
              <a:rPr lang="en-US" dirty="0">
                <a:solidFill>
                  <a:srgbClr val="FF0000"/>
                </a:solidFill>
              </a:rPr>
              <a:t>Downsides of refresh:</a:t>
            </a:r>
          </a:p>
          <a:p>
            <a:pPr marL="0" indent="0">
              <a:buFont typeface="Wingdings" charset="0"/>
              <a:buNone/>
              <a:defRPr/>
            </a:pPr>
            <a:r>
              <a:rPr lang="en-US" sz="2200" dirty="0"/>
              <a:t>    -- </a:t>
            </a:r>
            <a:r>
              <a:rPr lang="en-US" sz="2200" b="1" dirty="0"/>
              <a:t>Energy consumption</a:t>
            </a:r>
            <a:r>
              <a:rPr lang="en-US" sz="2200" dirty="0"/>
              <a:t>: Each refresh consumes energy</a:t>
            </a:r>
          </a:p>
          <a:p>
            <a:pPr lvl="1">
              <a:buFont typeface="Wingdings" charset="0"/>
              <a:buNone/>
              <a:defRPr/>
            </a:pPr>
            <a:r>
              <a:rPr lang="en-US" dirty="0">
                <a:ea typeface="ＭＳ Ｐゴシック" charset="0"/>
              </a:rPr>
              <a:t>-- </a:t>
            </a:r>
            <a:r>
              <a:rPr lang="en-US" b="1" dirty="0">
                <a:ea typeface="ＭＳ Ｐゴシック" charset="0"/>
              </a:rPr>
              <a:t>Performance degradation</a:t>
            </a:r>
            <a:r>
              <a:rPr lang="en-US" dirty="0">
                <a:ea typeface="ＭＳ Ｐゴシック" charset="0"/>
              </a:rPr>
              <a:t>: DRAM rank/bank unavailable while refreshed</a:t>
            </a:r>
          </a:p>
          <a:p>
            <a:pPr lvl="1">
              <a:buFont typeface="Wingdings" charset="0"/>
              <a:buNone/>
              <a:defRPr/>
            </a:pPr>
            <a:r>
              <a:rPr lang="en-US" dirty="0">
                <a:ea typeface="ＭＳ Ｐゴシック" charset="0"/>
              </a:rPr>
              <a:t>-- </a:t>
            </a:r>
            <a:r>
              <a:rPr lang="en-US" b="1" dirty="0">
                <a:ea typeface="ＭＳ Ｐゴシック" charset="0"/>
              </a:rPr>
              <a:t>QoS/predictability impact</a:t>
            </a:r>
            <a:r>
              <a:rPr lang="en-US" dirty="0">
                <a:ea typeface="ＭＳ Ｐゴシック" charset="0"/>
              </a:rPr>
              <a:t>: (Long) pause times during refresh</a:t>
            </a:r>
          </a:p>
          <a:p>
            <a:pPr lvl="1">
              <a:buFont typeface="Wingdings" charset="0"/>
              <a:buNone/>
              <a:defRPr/>
            </a:pPr>
            <a:r>
              <a:rPr lang="en-US" dirty="0">
                <a:ea typeface="ＭＳ Ｐゴシック" charset="0"/>
              </a:rPr>
              <a:t>-- </a:t>
            </a:r>
            <a:r>
              <a:rPr lang="en-US" dirty="0"/>
              <a:t>Refresh rate limits DRAM capacity scaling </a:t>
            </a:r>
          </a:p>
          <a:p>
            <a:pPr lvl="1">
              <a:buFont typeface="Wingdings" charset="0"/>
              <a:buNone/>
              <a:defRPr/>
            </a:pPr>
            <a:endParaRPr lang="en-US" dirty="0"/>
          </a:p>
          <a:p>
            <a:pPr>
              <a:buFont typeface="Wingdings" charset="0"/>
              <a:buChar char="n"/>
              <a:defRPr/>
            </a:pPr>
            <a:endParaRPr lang="en-US" dirty="0"/>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217091" name="Slide Number Placeholder 3">
            <a:extLst>
              <a:ext uri="{FF2B5EF4-FFF2-40B4-BE49-F238E27FC236}">
                <a16:creationId xmlns:a16="http://schemas.microsoft.com/office/drawing/2014/main" id="{F6CA491D-8675-DD43-A23C-EAB8DF8919E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181CCB-5D6B-2B4D-BA4C-5D24C726792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380463854"/>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59D1C46C-8FC8-4C61-9B38-3154CA881BB9}"/>
              </a:ext>
            </a:extLst>
          </p:cNvPr>
          <p:cNvPicPr>
            <a:picLocks noChangeAspect="1"/>
          </p:cNvPicPr>
          <p:nvPr/>
        </p:nvPicPr>
        <p:blipFill>
          <a:blip r:embed="rId2"/>
          <a:stretch>
            <a:fillRect/>
          </a:stretch>
        </p:blipFill>
        <p:spPr>
          <a:xfrm>
            <a:off x="-42333" y="914400"/>
            <a:ext cx="9144000" cy="5237544"/>
          </a:xfrm>
          <a:prstGeom prst="rect">
            <a:avLst/>
          </a:prstGeom>
        </p:spPr>
      </p:pic>
      <p:sp>
        <p:nvSpPr>
          <p:cNvPr id="114690" name="Title 1"/>
          <p:cNvSpPr>
            <a:spLocks noGrp="1"/>
          </p:cNvSpPr>
          <p:nvPr>
            <p:ph type="title"/>
          </p:nvPr>
        </p:nvSpPr>
        <p:spPr>
          <a:xfrm>
            <a:off x="266700" y="160338"/>
            <a:ext cx="8610600" cy="1066800"/>
          </a:xfrm>
        </p:spPr>
        <p:txBody>
          <a:bodyPr/>
          <a:lstStyle/>
          <a:p>
            <a:r>
              <a:rPr lang="en-US" altLang="en-US" b="1" dirty="0">
                <a:ea typeface="ＭＳ Ｐゴシック" panose="020B0600070205080204" pitchFamily="34" charset="-128"/>
              </a:rPr>
              <a:t>Where Are We?</a:t>
            </a:r>
            <a:endParaRPr lang="en-US" dirty="0">
              <a:latin typeface="Calibri" charset="0"/>
            </a:endParaRPr>
          </a:p>
        </p:txBody>
      </p:sp>
      <p:sp>
        <p:nvSpPr>
          <p:cNvPr id="25" name="Rectangle 36">
            <a:extLst>
              <a:ext uri="{FF2B5EF4-FFF2-40B4-BE49-F238E27FC236}">
                <a16:creationId xmlns:a16="http://schemas.microsoft.com/office/drawing/2014/main" id="{D52CF9DD-1D75-45C2-B78B-BAA6C1EA56E9}"/>
              </a:ext>
            </a:extLst>
          </p:cNvPr>
          <p:cNvSpPr/>
          <p:nvPr/>
        </p:nvSpPr>
        <p:spPr>
          <a:xfrm flipV="1">
            <a:off x="1143000" y="2743200"/>
            <a:ext cx="1219200" cy="11430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30277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E5A495FE-B8B1-EA4D-B5F4-9E1BDFE165DB}"/>
              </a:ext>
            </a:extLst>
          </p:cNvPr>
          <p:cNvSpPr>
            <a:spLocks noGrp="1" noChangeArrowheads="1"/>
          </p:cNvSpPr>
          <p:nvPr>
            <p:ph type="title"/>
          </p:nvPr>
        </p:nvSpPr>
        <p:spPr/>
        <p:txBody>
          <a:bodyPr/>
          <a:lstStyle/>
          <a:p>
            <a:r>
              <a:rPr lang="en-US" altLang="en-US" dirty="0">
                <a:ea typeface="ＭＳ Ｐゴシック" panose="020B0600070205080204" pitchFamily="34" charset="-128"/>
              </a:rPr>
              <a:t>The Problem of Ideal Memory</a:t>
            </a:r>
          </a:p>
        </p:txBody>
      </p:sp>
      <p:sp>
        <p:nvSpPr>
          <p:cNvPr id="3" name="Content Placeholder 2">
            <a:extLst>
              <a:ext uri="{FF2B5EF4-FFF2-40B4-BE49-F238E27FC236}">
                <a16:creationId xmlns:a16="http://schemas.microsoft.com/office/drawing/2014/main" id="{4712EF7D-602D-DE44-AA6B-112BF28F08B3}"/>
              </a:ext>
            </a:extLst>
          </p:cNvPr>
          <p:cNvSpPr>
            <a:spLocks noGrp="1" noChangeArrowheads="1"/>
          </p:cNvSpPr>
          <p:nvPr>
            <p:ph idx="1"/>
          </p:nvPr>
        </p:nvSpPr>
        <p:spPr>
          <a:xfrm>
            <a:off x="228600" y="901700"/>
            <a:ext cx="8915400" cy="5194300"/>
          </a:xfrm>
        </p:spPr>
        <p:txBody>
          <a:bodyPr/>
          <a:lstStyle/>
          <a:p>
            <a:r>
              <a:rPr lang="en-US" altLang="en-US" sz="2200" dirty="0">
                <a:solidFill>
                  <a:srgbClr val="0000FF"/>
                </a:solidFill>
                <a:ea typeface="ＭＳ Ｐゴシック" panose="020B0600070205080204" pitchFamily="34" charset="-128"/>
              </a:rPr>
              <a:t>Bigger is slower</a:t>
            </a:r>
          </a:p>
          <a:p>
            <a:pPr lvl="1"/>
            <a:r>
              <a:rPr lang="en-US" altLang="en-US" sz="1600" dirty="0">
                <a:ea typeface="ＭＳ Ｐゴシック" panose="020B0600070205080204" pitchFamily="34" charset="-128"/>
              </a:rPr>
              <a:t>SRAM, 512 Bytes, sub-</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SRAM,  </a:t>
            </a:r>
            <a:r>
              <a:rPr lang="en-US" altLang="en-US" sz="1600" dirty="0" err="1">
                <a:ea typeface="ＭＳ Ｐゴシック" panose="020B0600070205080204" pitchFamily="34" charset="-128"/>
              </a:rPr>
              <a:t>KByte~MByte</a:t>
            </a:r>
            <a:r>
              <a:rPr lang="en-US" altLang="en-US" sz="1600" dirty="0">
                <a:ea typeface="ＭＳ Ｐゴシック" panose="020B0600070205080204" pitchFamily="34" charset="-128"/>
              </a:rPr>
              <a:t>,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DRAM, Gigabyte, ~50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PCM-DIMM (Intel Optane DC DIMM), Gigabyte, ~200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PCM-SSD (Intel Optane SSD), Gigabyte, ~10 </a:t>
            </a:r>
            <a:r>
              <a:rPr lang="en-US" sz="1600" dirty="0">
                <a:latin typeface="intel-clear"/>
              </a:rPr>
              <a:t>µs</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Flash memory, </a:t>
            </a:r>
            <a:r>
              <a:rPr lang="en-US" altLang="en-US" sz="1600" dirty="0" err="1">
                <a:ea typeface="ＭＳ Ｐゴシック" panose="020B0600070205080204" pitchFamily="34" charset="-128"/>
              </a:rPr>
              <a:t>Gigabyte~Terabyte</a:t>
            </a:r>
            <a:r>
              <a:rPr lang="en-US" altLang="en-US" sz="1600" dirty="0">
                <a:ea typeface="ＭＳ Ｐゴシック" panose="020B0600070205080204" pitchFamily="34" charset="-128"/>
              </a:rPr>
              <a:t>, ~100 </a:t>
            </a:r>
            <a:r>
              <a:rPr lang="en-US" sz="1600" dirty="0">
                <a:latin typeface="intel-clear"/>
              </a:rPr>
              <a:t>µs</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Hard Disk, Terabyte, ~10 </a:t>
            </a:r>
            <a:r>
              <a:rPr lang="en-US" altLang="en-US" sz="1600" dirty="0" err="1">
                <a:ea typeface="ＭＳ Ｐゴシック" panose="020B0600070205080204" pitchFamily="34" charset="-128"/>
              </a:rPr>
              <a:t>millisec</a:t>
            </a:r>
            <a:endParaRPr lang="en-US" altLang="en-US" sz="1600" dirty="0">
              <a:ea typeface="ＭＳ Ｐゴシック" panose="020B0600070205080204" pitchFamily="34" charset="-128"/>
            </a:endParaRPr>
          </a:p>
          <a:p>
            <a:r>
              <a:rPr lang="en-US" altLang="en-US" sz="2200" dirty="0">
                <a:solidFill>
                  <a:srgbClr val="0000FF"/>
                </a:solidFill>
                <a:ea typeface="ＭＳ Ｐゴシック" panose="020B0600070205080204" pitchFamily="34" charset="-128"/>
              </a:rPr>
              <a:t>Faster is more expensive (dollars and chip area)</a:t>
            </a:r>
          </a:p>
          <a:p>
            <a:pPr lvl="1"/>
            <a:r>
              <a:rPr lang="en-US" altLang="en-US" sz="1600" dirty="0">
                <a:ea typeface="ＭＳ Ｐゴシック" panose="020B0600070205080204" pitchFamily="34" charset="-128"/>
                <a:cs typeface="Arial" panose="020B0604020202020204" pitchFamily="34" charset="0"/>
              </a:rPr>
              <a:t>SRAM, &lt; 0.3$ per Megabyte</a:t>
            </a:r>
          </a:p>
          <a:p>
            <a:pPr lvl="1"/>
            <a:r>
              <a:rPr lang="en-US" altLang="en-US" sz="1600" dirty="0">
                <a:ea typeface="ＭＳ Ｐゴシック" panose="020B0600070205080204" pitchFamily="34" charset="-128"/>
                <a:cs typeface="Arial" panose="020B0604020202020204" pitchFamily="34" charset="0"/>
              </a:rPr>
              <a:t>DRAM,  &lt; 0.03$ per Megabyte </a:t>
            </a:r>
          </a:p>
          <a:p>
            <a:pPr lvl="1"/>
            <a:r>
              <a:rPr lang="en-US" altLang="en-US" sz="1600" dirty="0">
                <a:ea typeface="ＭＳ Ｐゴシック" panose="020B0600070205080204" pitchFamily="34" charset="-128"/>
                <a:cs typeface="Arial" panose="020B0604020202020204" pitchFamily="34" charset="0"/>
              </a:rPr>
              <a:t>PCM-DIMM (Intel Optane DC DIMM), &lt; </a:t>
            </a:r>
            <a:r>
              <a:rPr lang="en-US" sz="1600" dirty="0">
                <a:cs typeface="Arial" panose="020B0604020202020204" pitchFamily="34" charset="0"/>
              </a:rPr>
              <a:t>0.004$ per Megabyte </a:t>
            </a:r>
            <a:endParaRPr lang="en-US" altLang="en-US" sz="1600" dirty="0">
              <a:ea typeface="ＭＳ Ｐゴシック" panose="020B0600070205080204" pitchFamily="34" charset="-128"/>
              <a:cs typeface="Arial" panose="020B0604020202020204" pitchFamily="34" charset="0"/>
            </a:endParaRPr>
          </a:p>
          <a:p>
            <a:pPr lvl="1"/>
            <a:r>
              <a:rPr lang="en-US" altLang="en-US" sz="1600" dirty="0">
                <a:ea typeface="ＭＳ Ｐゴシック" panose="020B0600070205080204" pitchFamily="34" charset="-128"/>
                <a:cs typeface="Arial" panose="020B0604020202020204" pitchFamily="34" charset="0"/>
              </a:rPr>
              <a:t>PCM-SSD, &lt; 0.001$ per Megabyte </a:t>
            </a:r>
          </a:p>
          <a:p>
            <a:pPr lvl="1"/>
            <a:r>
              <a:rPr lang="en-US" altLang="en-US" sz="1600" dirty="0">
                <a:ea typeface="ＭＳ Ｐゴシック" panose="020B0600070205080204" pitchFamily="34" charset="-128"/>
                <a:cs typeface="Arial" panose="020B0604020202020204" pitchFamily="34" charset="0"/>
              </a:rPr>
              <a:t>Flash memory, &lt; </a:t>
            </a:r>
            <a:r>
              <a:rPr lang="en-US" sz="1600" dirty="0">
                <a:cs typeface="Arial" panose="020B0604020202020204" pitchFamily="34" charset="0"/>
              </a:rPr>
              <a:t>0.00008$</a:t>
            </a:r>
            <a:r>
              <a:rPr lang="en-US" sz="1600" dirty="0">
                <a:ea typeface="ＭＳ Ｐゴシック" panose="020B0600070205080204" pitchFamily="34" charset="-128"/>
                <a:cs typeface="Arial" panose="020B0604020202020204" pitchFamily="34" charset="0"/>
              </a:rPr>
              <a:t> per Megabyte</a:t>
            </a:r>
            <a:endParaRPr lang="en-US" altLang="en-US" sz="1600" dirty="0">
              <a:ea typeface="ＭＳ Ｐゴシック" panose="020B0600070205080204" pitchFamily="34" charset="-128"/>
              <a:cs typeface="Arial" panose="020B0604020202020204" pitchFamily="34" charset="0"/>
            </a:endParaRPr>
          </a:p>
          <a:p>
            <a:pPr lvl="1"/>
            <a:r>
              <a:rPr lang="en-US" altLang="en-US" sz="1600" dirty="0">
                <a:ea typeface="ＭＳ Ｐゴシック" panose="020B0600070205080204" pitchFamily="34" charset="-128"/>
                <a:cs typeface="Arial" panose="020B0604020202020204" pitchFamily="34" charset="0"/>
              </a:rPr>
              <a:t>Hard Disk, &lt; 0.00003$ per Megabyte</a:t>
            </a:r>
          </a:p>
        </p:txBody>
      </p:sp>
      <p:sp>
        <p:nvSpPr>
          <p:cNvPr id="99331" name="Slide Number Placeholder 3">
            <a:extLst>
              <a:ext uri="{FF2B5EF4-FFF2-40B4-BE49-F238E27FC236}">
                <a16:creationId xmlns:a16="http://schemas.microsoft.com/office/drawing/2014/main" id="{48DEB986-BA47-764F-B035-375C339C3B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78AF1C8-AC10-B14C-A2C3-A062EA54F20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a:extLst>
              <a:ext uri="{FF2B5EF4-FFF2-40B4-BE49-F238E27FC236}">
                <a16:creationId xmlns:a16="http://schemas.microsoft.com/office/drawing/2014/main" id="{74892F0C-AD0F-C74A-80EC-95AD71DAA340}"/>
              </a:ext>
            </a:extLst>
          </p:cNvPr>
          <p:cNvSpPr>
            <a:spLocks noGrp="1" noChangeArrowheads="1"/>
          </p:cNvSpPr>
          <p:nvPr>
            <p:ph type="title"/>
          </p:nvPr>
        </p:nvSpPr>
        <p:spPr/>
        <p:txBody>
          <a:bodyPr/>
          <a:lstStyle/>
          <a:p>
            <a:r>
              <a:rPr lang="en-US" altLang="en-US" dirty="0">
                <a:ea typeface="ＭＳ Ｐゴシック" panose="020B0600070205080204" pitchFamily="34" charset="-128"/>
              </a:rPr>
              <a:t>Memory Hierarchy</a:t>
            </a:r>
          </a:p>
        </p:txBody>
      </p:sp>
      <p:sp>
        <p:nvSpPr>
          <p:cNvPr id="102402" name="Content Placeholder 2">
            <a:extLst>
              <a:ext uri="{FF2B5EF4-FFF2-40B4-BE49-F238E27FC236}">
                <a16:creationId xmlns:a16="http://schemas.microsoft.com/office/drawing/2014/main" id="{840ECC85-E615-0449-B482-8BFDD2B178C4}"/>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Fundamental tradeoff</a:t>
            </a:r>
          </a:p>
          <a:p>
            <a:pPr lvl="1"/>
            <a:r>
              <a:rPr lang="en-US" altLang="en-US" dirty="0">
                <a:ea typeface="ＭＳ Ｐゴシック" panose="020B0600070205080204" pitchFamily="34" charset="-128"/>
              </a:rPr>
              <a:t>Fast memory: small</a:t>
            </a:r>
          </a:p>
          <a:p>
            <a:pPr lvl="1"/>
            <a:r>
              <a:rPr lang="en-US" altLang="en-US" dirty="0">
                <a:ea typeface="ＭＳ Ｐゴシック" panose="020B0600070205080204" pitchFamily="34" charset="-128"/>
              </a:rPr>
              <a:t>Large memory: slow</a:t>
            </a:r>
          </a:p>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Memory hierarchy.</a:t>
            </a: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Latency, cost, size, </a:t>
            </a:r>
          </a:p>
          <a:p>
            <a:pPr>
              <a:buFont typeface="Wingdings" pitchFamily="2" charset="2"/>
              <a:buNone/>
            </a:pPr>
            <a:r>
              <a:rPr lang="en-US" altLang="en-US" dirty="0">
                <a:ea typeface="ＭＳ Ｐゴシック" panose="020B0600070205080204" pitchFamily="34" charset="-128"/>
              </a:rPr>
              <a:t>    bandwidth</a:t>
            </a:r>
          </a:p>
        </p:txBody>
      </p:sp>
      <p:sp>
        <p:nvSpPr>
          <p:cNvPr id="102403" name="Slide Number Placeholder 3">
            <a:extLst>
              <a:ext uri="{FF2B5EF4-FFF2-40B4-BE49-F238E27FC236}">
                <a16:creationId xmlns:a16="http://schemas.microsoft.com/office/drawing/2014/main" id="{D5FE59F5-974C-2C4D-B279-B2B9F28ED25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1CE1DD80-F417-884C-9348-7C263E802CDA}" type="slidenum">
              <a:rPr lang="en-US" altLang="en-US" sz="1600" smtClean="0">
                <a:solidFill>
                  <a:srgbClr val="000000"/>
                </a:solidFill>
                <a:latin typeface="Garamond" panose="02020404030301010803" pitchFamily="18" charset="0"/>
              </a:rPr>
              <a:pPr eaLnBrk="1" hangingPunct="1">
                <a:spcBef>
                  <a:spcPct val="0"/>
                </a:spcBef>
                <a:buClrTx/>
                <a:buSzTx/>
                <a:buFontTx/>
                <a:buNone/>
              </a:pPr>
              <a:t>90</a:t>
            </a:fld>
            <a:endParaRPr lang="en-US" altLang="en-US" sz="1600">
              <a:solidFill>
                <a:srgbClr val="000000"/>
              </a:solidFill>
              <a:latin typeface="Garamond" panose="02020404030301010803" pitchFamily="18" charset="0"/>
            </a:endParaRPr>
          </a:p>
        </p:txBody>
      </p:sp>
      <p:sp>
        <p:nvSpPr>
          <p:cNvPr id="102404" name="Rectangle 5">
            <a:extLst>
              <a:ext uri="{FF2B5EF4-FFF2-40B4-BE49-F238E27FC236}">
                <a16:creationId xmlns:a16="http://schemas.microsoft.com/office/drawing/2014/main" id="{23ED62AA-A1C7-B04D-A611-344C731431AE}"/>
              </a:ext>
            </a:extLst>
          </p:cNvPr>
          <p:cNvSpPr>
            <a:spLocks noChangeArrowheads="1"/>
          </p:cNvSpPr>
          <p:nvPr/>
        </p:nvSpPr>
        <p:spPr bwMode="auto">
          <a:xfrm>
            <a:off x="390525" y="3398838"/>
            <a:ext cx="887413" cy="127476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05" name="Rectangle 6">
            <a:extLst>
              <a:ext uri="{FF2B5EF4-FFF2-40B4-BE49-F238E27FC236}">
                <a16:creationId xmlns:a16="http://schemas.microsoft.com/office/drawing/2014/main" id="{D0ED5107-37DD-3C4E-9C97-96C4C8475C34}"/>
              </a:ext>
            </a:extLst>
          </p:cNvPr>
          <p:cNvSpPr>
            <a:spLocks noChangeArrowheads="1"/>
          </p:cNvSpPr>
          <p:nvPr/>
        </p:nvSpPr>
        <p:spPr bwMode="auto">
          <a:xfrm>
            <a:off x="4164013" y="2035175"/>
            <a:ext cx="2489200" cy="41560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06" name="TextBox 7">
            <a:extLst>
              <a:ext uri="{FF2B5EF4-FFF2-40B4-BE49-F238E27FC236}">
                <a16:creationId xmlns:a16="http://schemas.microsoft.com/office/drawing/2014/main" id="{DE5BA5D8-CF1B-3D49-BE56-2D23632686FB}"/>
              </a:ext>
            </a:extLst>
          </p:cNvPr>
          <p:cNvSpPr txBox="1">
            <a:spLocks noChangeArrowheads="1"/>
          </p:cNvSpPr>
          <p:nvPr/>
        </p:nvSpPr>
        <p:spPr bwMode="auto">
          <a:xfrm>
            <a:off x="492125" y="3833813"/>
            <a:ext cx="673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CPU</a:t>
            </a:r>
          </a:p>
        </p:txBody>
      </p:sp>
      <p:sp>
        <p:nvSpPr>
          <p:cNvPr id="102407" name="TextBox 8">
            <a:extLst>
              <a:ext uri="{FF2B5EF4-FFF2-40B4-BE49-F238E27FC236}">
                <a16:creationId xmlns:a16="http://schemas.microsoft.com/office/drawing/2014/main" id="{D505680F-A01F-7F49-B137-B3514B7D9B1B}"/>
              </a:ext>
            </a:extLst>
          </p:cNvPr>
          <p:cNvSpPr txBox="1">
            <a:spLocks noChangeArrowheads="1"/>
          </p:cNvSpPr>
          <p:nvPr/>
        </p:nvSpPr>
        <p:spPr bwMode="auto">
          <a:xfrm>
            <a:off x="4860925" y="3559175"/>
            <a:ext cx="10175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rgbClr val="000000"/>
                </a:solidFill>
                <a:latin typeface="Arial" panose="020B0604020202020204" pitchFamily="34" charset="0"/>
              </a:rPr>
              <a:t>Main</a:t>
            </a:r>
          </a:p>
          <a:p>
            <a:pPr algn="ctr" eaLnBrk="1" hangingPunct="1">
              <a:spcBef>
                <a:spcPct val="0"/>
              </a:spcBef>
              <a:buClrTx/>
              <a:buSzTx/>
              <a:buFontTx/>
              <a:buNone/>
            </a:pPr>
            <a:r>
              <a:rPr lang="en-US" altLang="en-US" sz="1800">
                <a:solidFill>
                  <a:srgbClr val="000000"/>
                </a:solidFill>
                <a:latin typeface="Arial" panose="020B0604020202020204" pitchFamily="34" charset="0"/>
              </a:rPr>
              <a:t>Memory</a:t>
            </a:r>
          </a:p>
          <a:p>
            <a:pPr algn="ctr" eaLnBrk="1" hangingPunct="1">
              <a:spcBef>
                <a:spcPct val="0"/>
              </a:spcBef>
              <a:buClrTx/>
              <a:buSzTx/>
              <a:buFontTx/>
              <a:buNone/>
            </a:pPr>
            <a:r>
              <a:rPr lang="en-US" altLang="en-US" sz="1800">
                <a:solidFill>
                  <a:srgbClr val="000000"/>
                </a:solidFill>
                <a:latin typeface="Arial" panose="020B0604020202020204" pitchFamily="34" charset="0"/>
              </a:rPr>
              <a:t>(DRAM)</a:t>
            </a:r>
          </a:p>
          <a:p>
            <a:pPr algn="ct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08" name="TextBox 9">
            <a:extLst>
              <a:ext uri="{FF2B5EF4-FFF2-40B4-BE49-F238E27FC236}">
                <a16:creationId xmlns:a16="http://schemas.microsoft.com/office/drawing/2014/main" id="{8F3AB7EC-7FE5-3D46-A590-914406417050}"/>
              </a:ext>
            </a:extLst>
          </p:cNvPr>
          <p:cNvSpPr txBox="1">
            <a:spLocks noChangeArrowheads="1"/>
          </p:cNvSpPr>
          <p:nvPr/>
        </p:nvSpPr>
        <p:spPr bwMode="auto">
          <a:xfrm>
            <a:off x="588963" y="4202113"/>
            <a:ext cx="492125"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RF</a:t>
            </a:r>
          </a:p>
        </p:txBody>
      </p:sp>
      <p:sp>
        <p:nvSpPr>
          <p:cNvPr id="102409" name="Rectangle 10">
            <a:extLst>
              <a:ext uri="{FF2B5EF4-FFF2-40B4-BE49-F238E27FC236}">
                <a16:creationId xmlns:a16="http://schemas.microsoft.com/office/drawing/2014/main" id="{DDF01213-4BAF-214D-B77C-AA186EB9AC49}"/>
              </a:ext>
            </a:extLst>
          </p:cNvPr>
          <p:cNvSpPr>
            <a:spLocks noChangeArrowheads="1"/>
          </p:cNvSpPr>
          <p:nvPr/>
        </p:nvSpPr>
        <p:spPr bwMode="auto">
          <a:xfrm>
            <a:off x="1430338" y="3398838"/>
            <a:ext cx="885825" cy="127476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10" name="TextBox 11">
            <a:extLst>
              <a:ext uri="{FF2B5EF4-FFF2-40B4-BE49-F238E27FC236}">
                <a16:creationId xmlns:a16="http://schemas.microsoft.com/office/drawing/2014/main" id="{D940F9DB-E46D-BA44-A214-B3AD1675060E}"/>
              </a:ext>
            </a:extLst>
          </p:cNvPr>
          <p:cNvSpPr txBox="1">
            <a:spLocks noChangeArrowheads="1"/>
          </p:cNvSpPr>
          <p:nvPr/>
        </p:nvSpPr>
        <p:spPr bwMode="auto">
          <a:xfrm>
            <a:off x="1430338" y="3833813"/>
            <a:ext cx="885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rgbClr val="000000"/>
                </a:solidFill>
                <a:latin typeface="Arial" panose="020B0604020202020204" pitchFamily="34" charset="0"/>
              </a:rPr>
              <a:t>Cache</a:t>
            </a:r>
          </a:p>
        </p:txBody>
      </p:sp>
      <p:cxnSp>
        <p:nvCxnSpPr>
          <p:cNvPr id="102411" name="Straight Arrow Connector 12">
            <a:extLst>
              <a:ext uri="{FF2B5EF4-FFF2-40B4-BE49-F238E27FC236}">
                <a16:creationId xmlns:a16="http://schemas.microsoft.com/office/drawing/2014/main" id="{D41BD836-0D7A-5347-9DA0-F6D58CB9154C}"/>
              </a:ext>
            </a:extLst>
          </p:cNvPr>
          <p:cNvCxnSpPr>
            <a:cxnSpLocks noChangeShapeType="1"/>
            <a:endCxn id="102409" idx="3"/>
          </p:cNvCxnSpPr>
          <p:nvPr/>
        </p:nvCxnSpPr>
        <p:spPr bwMode="auto">
          <a:xfrm rot="10800000">
            <a:off x="2316163" y="4037013"/>
            <a:ext cx="1847850" cy="9525"/>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102412" name="Rectangle 13">
            <a:extLst>
              <a:ext uri="{FF2B5EF4-FFF2-40B4-BE49-F238E27FC236}">
                <a16:creationId xmlns:a16="http://schemas.microsoft.com/office/drawing/2014/main" id="{FEFDEC79-7933-C248-863D-3A6773BD3E78}"/>
              </a:ext>
            </a:extLst>
          </p:cNvPr>
          <p:cNvSpPr>
            <a:spLocks noChangeArrowheads="1"/>
          </p:cNvSpPr>
          <p:nvPr/>
        </p:nvSpPr>
        <p:spPr bwMode="auto">
          <a:xfrm>
            <a:off x="6778625" y="996950"/>
            <a:ext cx="2160588" cy="51943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13" name="TextBox 14">
            <a:extLst>
              <a:ext uri="{FF2B5EF4-FFF2-40B4-BE49-F238E27FC236}">
                <a16:creationId xmlns:a16="http://schemas.microsoft.com/office/drawing/2014/main" id="{B1944A9A-804D-E94E-957C-3C43AEA6D710}"/>
              </a:ext>
            </a:extLst>
          </p:cNvPr>
          <p:cNvSpPr txBox="1">
            <a:spLocks noChangeArrowheads="1"/>
          </p:cNvSpPr>
          <p:nvPr/>
        </p:nvSpPr>
        <p:spPr bwMode="auto">
          <a:xfrm>
            <a:off x="7377113" y="3235325"/>
            <a:ext cx="11969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rgbClr val="000000"/>
                </a:solidFill>
                <a:latin typeface="Arial" panose="020B0604020202020204" pitchFamily="34" charset="0"/>
              </a:rPr>
              <a:t>Hard Disk</a:t>
            </a:r>
          </a:p>
          <a:p>
            <a:pPr algn="ctr" eaLnBrk="1" hangingPunct="1">
              <a:spcBef>
                <a:spcPct val="0"/>
              </a:spcBef>
              <a:buClrTx/>
              <a:buSzTx/>
              <a:buFontTx/>
              <a:buNone/>
            </a:pPr>
            <a:endParaRPr lang="en-US" altLang="en-US" sz="1800">
              <a:solidFill>
                <a:srgbClr val="000000"/>
              </a:solidFill>
              <a:latin typeface="Arial" panose="020B0604020202020204" pitchFamily="34" charset="0"/>
            </a:endParaRPr>
          </a:p>
        </p:txBody>
      </p:sp>
      <p:cxnSp>
        <p:nvCxnSpPr>
          <p:cNvPr id="102414" name="Straight Arrow Connector 15">
            <a:extLst>
              <a:ext uri="{FF2B5EF4-FFF2-40B4-BE49-F238E27FC236}">
                <a16:creationId xmlns:a16="http://schemas.microsoft.com/office/drawing/2014/main" id="{81CCBB92-84FE-CB46-B065-BCEA4FD4BAFF}"/>
              </a:ext>
            </a:extLst>
          </p:cNvPr>
          <p:cNvCxnSpPr>
            <a:cxnSpLocks noChangeShapeType="1"/>
            <a:stCxn id="102410" idx="1"/>
          </p:cNvCxnSpPr>
          <p:nvPr/>
        </p:nvCxnSpPr>
        <p:spPr bwMode="auto">
          <a:xfrm rot="10800000" flipV="1">
            <a:off x="1277938" y="4017963"/>
            <a:ext cx="152400" cy="7937"/>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a:extLst>
              <a:ext uri="{FF2B5EF4-FFF2-40B4-BE49-F238E27FC236}">
                <a16:creationId xmlns:a16="http://schemas.microsoft.com/office/drawing/2014/main" id="{24EF860C-C9B3-E346-B775-D2056A52FCB3}"/>
              </a:ext>
            </a:extLst>
          </p:cNvPr>
          <p:cNvSpPr>
            <a:spLocks noGrp="1" noChangeArrowheads="1"/>
          </p:cNvSpPr>
          <p:nvPr>
            <p:ph type="title"/>
          </p:nvPr>
        </p:nvSpPr>
        <p:spPr/>
        <p:txBody>
          <a:bodyPr/>
          <a:lstStyle/>
          <a:p>
            <a:r>
              <a:rPr lang="en-US" altLang="en-US">
                <a:ea typeface="ＭＳ Ｐゴシック" panose="020B0600070205080204" pitchFamily="34" charset="-128"/>
              </a:rPr>
              <a:t>The Memory Hierarchy</a:t>
            </a:r>
          </a:p>
        </p:txBody>
      </p:sp>
      <p:sp>
        <p:nvSpPr>
          <p:cNvPr id="101379" name="Slide Number Placeholder 3">
            <a:extLst>
              <a:ext uri="{FF2B5EF4-FFF2-40B4-BE49-F238E27FC236}">
                <a16:creationId xmlns:a16="http://schemas.microsoft.com/office/drawing/2014/main" id="{B76FDCDE-F600-074F-A6EC-DDA2A356767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9501E5BD-A618-3847-A17A-235D000E0A80}" type="slidenum">
              <a:rPr lang="en-US" altLang="en-US" sz="1600" smtClean="0">
                <a:solidFill>
                  <a:srgbClr val="000000"/>
                </a:solidFill>
                <a:latin typeface="Garamond" panose="02020404030301010803" pitchFamily="18" charset="0"/>
              </a:rPr>
              <a:pPr eaLnBrk="1" hangingPunct="1">
                <a:spcBef>
                  <a:spcPct val="0"/>
                </a:spcBef>
                <a:buClrTx/>
                <a:buSzTx/>
                <a:buFontTx/>
                <a:buNone/>
              </a:pPr>
              <a:t>91</a:t>
            </a:fld>
            <a:endParaRPr lang="en-US" altLang="en-US" sz="1600">
              <a:solidFill>
                <a:srgbClr val="000000"/>
              </a:solidFill>
              <a:latin typeface="Garamond" panose="02020404030301010803" pitchFamily="18" charset="0"/>
            </a:endParaRPr>
          </a:p>
        </p:txBody>
      </p:sp>
      <p:sp>
        <p:nvSpPr>
          <p:cNvPr id="101380" name="Rectangle 3">
            <a:extLst>
              <a:ext uri="{FF2B5EF4-FFF2-40B4-BE49-F238E27FC236}">
                <a16:creationId xmlns:a16="http://schemas.microsoft.com/office/drawing/2014/main" id="{EEA30AAB-C798-B74E-A09D-FB164702689E}"/>
              </a:ext>
            </a:extLst>
          </p:cNvPr>
          <p:cNvSpPr>
            <a:spLocks noChangeArrowheads="1"/>
          </p:cNvSpPr>
          <p:nvPr/>
        </p:nvSpPr>
        <p:spPr bwMode="auto">
          <a:xfrm>
            <a:off x="5861050" y="1447800"/>
            <a:ext cx="8509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a:solidFill>
                  <a:srgbClr val="000000"/>
                </a:solidFill>
                <a:latin typeface="Calibri" panose="020F0502020204030204" pitchFamily="34" charset="0"/>
              </a:rPr>
              <a:t>fast</a:t>
            </a:r>
          </a:p>
          <a:p>
            <a:pPr eaLnBrk="1" hangingPunct="1">
              <a:spcBef>
                <a:spcPct val="0"/>
              </a:spcBef>
              <a:buClrTx/>
              <a:buSzTx/>
              <a:buFontTx/>
              <a:buNone/>
            </a:pPr>
            <a:r>
              <a:rPr lang="en-US" altLang="en-US" sz="2800">
                <a:solidFill>
                  <a:srgbClr val="000000"/>
                </a:solidFill>
                <a:latin typeface="Calibri" panose="020F0502020204030204" pitchFamily="34" charset="0"/>
              </a:rPr>
              <a:t>small</a:t>
            </a:r>
          </a:p>
        </p:txBody>
      </p:sp>
      <p:sp>
        <p:nvSpPr>
          <p:cNvPr id="101381" name="Rectangle 4">
            <a:extLst>
              <a:ext uri="{FF2B5EF4-FFF2-40B4-BE49-F238E27FC236}">
                <a16:creationId xmlns:a16="http://schemas.microsoft.com/office/drawing/2014/main" id="{FCD3A02B-CA3C-8748-AC8E-350EC6970677}"/>
              </a:ext>
            </a:extLst>
          </p:cNvPr>
          <p:cNvSpPr>
            <a:spLocks noChangeArrowheads="1"/>
          </p:cNvSpPr>
          <p:nvPr/>
        </p:nvSpPr>
        <p:spPr bwMode="auto">
          <a:xfrm>
            <a:off x="3733800" y="5257800"/>
            <a:ext cx="5105400" cy="11430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000000"/>
                </a:solidFill>
                <a:latin typeface="Calibri" panose="020F0502020204030204" pitchFamily="34" charset="0"/>
              </a:rPr>
              <a:t>large but slow</a:t>
            </a:r>
          </a:p>
        </p:txBody>
      </p:sp>
      <p:sp>
        <p:nvSpPr>
          <p:cNvPr id="101382" name="Text Box 5">
            <a:extLst>
              <a:ext uri="{FF2B5EF4-FFF2-40B4-BE49-F238E27FC236}">
                <a16:creationId xmlns:a16="http://schemas.microsoft.com/office/drawing/2014/main" id="{5AEDE471-890E-904C-9E04-FC60E75EEB41}"/>
              </a:ext>
            </a:extLst>
          </p:cNvPr>
          <p:cNvSpPr txBox="1">
            <a:spLocks noChangeArrowheads="1"/>
          </p:cNvSpPr>
          <p:nvPr/>
        </p:nvSpPr>
        <p:spPr bwMode="auto">
          <a:xfrm>
            <a:off x="682625" y="1455738"/>
            <a:ext cx="3767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5F5F5F"/>
                </a:solidFill>
                <a:latin typeface="Calibri" panose="020F0502020204030204" pitchFamily="34" charset="0"/>
              </a:rPr>
              <a:t>move what you use here</a:t>
            </a:r>
          </a:p>
        </p:txBody>
      </p:sp>
      <p:sp>
        <p:nvSpPr>
          <p:cNvPr id="101383" name="Freeform 6">
            <a:extLst>
              <a:ext uri="{FF2B5EF4-FFF2-40B4-BE49-F238E27FC236}">
                <a16:creationId xmlns:a16="http://schemas.microsoft.com/office/drawing/2014/main" id="{EAADD83C-3DEC-D64E-B4CE-DDDB98A9E576}"/>
              </a:ext>
            </a:extLst>
          </p:cNvPr>
          <p:cNvSpPr>
            <a:spLocks/>
          </p:cNvSpPr>
          <p:nvPr/>
        </p:nvSpPr>
        <p:spPr bwMode="auto">
          <a:xfrm flipH="1" flipV="1">
            <a:off x="4648200" y="1533525"/>
            <a:ext cx="1219200" cy="446088"/>
          </a:xfrm>
          <a:custGeom>
            <a:avLst/>
            <a:gdLst>
              <a:gd name="T0" fmla="*/ 2147483646 w 768"/>
              <a:gd name="T1" fmla="*/ 2147483646 h 281"/>
              <a:gd name="T2" fmla="*/ 2147483646 w 768"/>
              <a:gd name="T3" fmla="*/ 2147483646 h 281"/>
              <a:gd name="T4" fmla="*/ 2147483646 w 768"/>
              <a:gd name="T5" fmla="*/ 2147483646 h 281"/>
              <a:gd name="T6" fmla="*/ 0 w 768"/>
              <a:gd name="T7" fmla="*/ 2147483646 h 281"/>
              <a:gd name="T8" fmla="*/ 0 60000 65536"/>
              <a:gd name="T9" fmla="*/ 0 60000 65536"/>
              <a:gd name="T10" fmla="*/ 0 60000 65536"/>
              <a:gd name="T11" fmla="*/ 0 60000 65536"/>
              <a:gd name="T12" fmla="*/ 0 w 768"/>
              <a:gd name="T13" fmla="*/ 0 h 281"/>
              <a:gd name="T14" fmla="*/ 768 w 768"/>
              <a:gd name="T15" fmla="*/ 281 h 281"/>
            </a:gdLst>
            <a:ahLst/>
            <a:cxnLst>
              <a:cxn ang="T8">
                <a:pos x="T0" y="T1"/>
              </a:cxn>
              <a:cxn ang="T9">
                <a:pos x="T2" y="T3"/>
              </a:cxn>
              <a:cxn ang="T10">
                <a:pos x="T4" y="T5"/>
              </a:cxn>
              <a:cxn ang="T11">
                <a:pos x="T6" y="T7"/>
              </a:cxn>
            </a:cxnLst>
            <a:rect l="T12" t="T13" r="T14" b="T15"/>
            <a:pathLst>
              <a:path w="768" h="281">
                <a:moveTo>
                  <a:pt x="768" y="138"/>
                </a:moveTo>
                <a:cubicBezTo>
                  <a:pt x="692" y="118"/>
                  <a:pt x="355" y="0"/>
                  <a:pt x="313" y="19"/>
                </a:cubicBezTo>
                <a:cubicBezTo>
                  <a:pt x="271" y="38"/>
                  <a:pt x="565" y="225"/>
                  <a:pt x="513" y="253"/>
                </a:cubicBezTo>
                <a:cubicBezTo>
                  <a:pt x="461" y="281"/>
                  <a:pt x="107" y="200"/>
                  <a:pt x="0" y="186"/>
                </a:cubicBezTo>
              </a:path>
            </a:pathLst>
          </a:custGeom>
          <a:noFill/>
          <a:ln w="19050"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384" name="Text Box 7">
            <a:extLst>
              <a:ext uri="{FF2B5EF4-FFF2-40B4-BE49-F238E27FC236}">
                <a16:creationId xmlns:a16="http://schemas.microsoft.com/office/drawing/2014/main" id="{14947269-24D1-9E4C-A817-F869A18C29D5}"/>
              </a:ext>
            </a:extLst>
          </p:cNvPr>
          <p:cNvSpPr txBox="1">
            <a:spLocks noChangeArrowheads="1"/>
          </p:cNvSpPr>
          <p:nvPr/>
        </p:nvSpPr>
        <p:spPr bwMode="auto">
          <a:xfrm>
            <a:off x="797718" y="5068093"/>
            <a:ext cx="17367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5F5F5F"/>
                </a:solidFill>
                <a:latin typeface="Calibri" panose="020F0502020204030204" pitchFamily="34" charset="0"/>
              </a:rPr>
              <a:t>backup</a:t>
            </a:r>
          </a:p>
          <a:p>
            <a:pPr eaLnBrk="1" hangingPunct="1">
              <a:spcBef>
                <a:spcPct val="0"/>
              </a:spcBef>
              <a:buClrTx/>
              <a:buSzTx/>
              <a:buFontTx/>
              <a:buNone/>
            </a:pPr>
            <a:r>
              <a:rPr lang="en-US" altLang="en-US" sz="2800" dirty="0">
                <a:solidFill>
                  <a:srgbClr val="5F5F5F"/>
                </a:solidFill>
                <a:latin typeface="Calibri" panose="020F0502020204030204" pitchFamily="34" charset="0"/>
              </a:rPr>
              <a:t>everything</a:t>
            </a:r>
          </a:p>
          <a:p>
            <a:pPr eaLnBrk="1" hangingPunct="1">
              <a:spcBef>
                <a:spcPct val="0"/>
              </a:spcBef>
              <a:buClrTx/>
              <a:buSzTx/>
              <a:buFontTx/>
              <a:buNone/>
            </a:pPr>
            <a:r>
              <a:rPr lang="en-US" altLang="en-US" sz="2800" dirty="0">
                <a:solidFill>
                  <a:srgbClr val="5F5F5F"/>
                </a:solidFill>
                <a:latin typeface="Calibri" panose="020F0502020204030204" pitchFamily="34" charset="0"/>
              </a:rPr>
              <a:t>here</a:t>
            </a:r>
          </a:p>
        </p:txBody>
      </p:sp>
      <p:sp>
        <p:nvSpPr>
          <p:cNvPr id="101385" name="Freeform 8">
            <a:extLst>
              <a:ext uri="{FF2B5EF4-FFF2-40B4-BE49-F238E27FC236}">
                <a16:creationId xmlns:a16="http://schemas.microsoft.com/office/drawing/2014/main" id="{BFA0E430-4762-844F-AD59-818AC35B67CB}"/>
              </a:ext>
            </a:extLst>
          </p:cNvPr>
          <p:cNvSpPr>
            <a:spLocks/>
          </p:cNvSpPr>
          <p:nvPr/>
        </p:nvSpPr>
        <p:spPr bwMode="auto">
          <a:xfrm flipH="1">
            <a:off x="2590800" y="5562600"/>
            <a:ext cx="1143000" cy="446088"/>
          </a:xfrm>
          <a:custGeom>
            <a:avLst/>
            <a:gdLst>
              <a:gd name="T0" fmla="*/ 2147483646 w 768"/>
              <a:gd name="T1" fmla="*/ 2147483646 h 281"/>
              <a:gd name="T2" fmla="*/ 2147483646 w 768"/>
              <a:gd name="T3" fmla="*/ 2147483646 h 281"/>
              <a:gd name="T4" fmla="*/ 2147483646 w 768"/>
              <a:gd name="T5" fmla="*/ 2147483646 h 281"/>
              <a:gd name="T6" fmla="*/ 0 w 768"/>
              <a:gd name="T7" fmla="*/ 2147483646 h 281"/>
              <a:gd name="T8" fmla="*/ 0 60000 65536"/>
              <a:gd name="T9" fmla="*/ 0 60000 65536"/>
              <a:gd name="T10" fmla="*/ 0 60000 65536"/>
              <a:gd name="T11" fmla="*/ 0 60000 65536"/>
              <a:gd name="T12" fmla="*/ 0 w 768"/>
              <a:gd name="T13" fmla="*/ 0 h 281"/>
              <a:gd name="T14" fmla="*/ 768 w 768"/>
              <a:gd name="T15" fmla="*/ 281 h 281"/>
            </a:gdLst>
            <a:ahLst/>
            <a:cxnLst>
              <a:cxn ang="T8">
                <a:pos x="T0" y="T1"/>
              </a:cxn>
              <a:cxn ang="T9">
                <a:pos x="T2" y="T3"/>
              </a:cxn>
              <a:cxn ang="T10">
                <a:pos x="T4" y="T5"/>
              </a:cxn>
              <a:cxn ang="T11">
                <a:pos x="T6" y="T7"/>
              </a:cxn>
            </a:cxnLst>
            <a:rect l="T12" t="T13" r="T14" b="T15"/>
            <a:pathLst>
              <a:path w="768" h="281">
                <a:moveTo>
                  <a:pt x="768" y="138"/>
                </a:moveTo>
                <a:cubicBezTo>
                  <a:pt x="692" y="118"/>
                  <a:pt x="355" y="0"/>
                  <a:pt x="313" y="19"/>
                </a:cubicBezTo>
                <a:cubicBezTo>
                  <a:pt x="271" y="38"/>
                  <a:pt x="565" y="225"/>
                  <a:pt x="513" y="253"/>
                </a:cubicBezTo>
                <a:cubicBezTo>
                  <a:pt x="461" y="281"/>
                  <a:pt x="107" y="200"/>
                  <a:pt x="0" y="186"/>
                </a:cubicBezTo>
              </a:path>
            </a:pathLst>
          </a:custGeom>
          <a:noFill/>
          <a:ln w="19050"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386" name="Text Box 9">
            <a:extLst>
              <a:ext uri="{FF2B5EF4-FFF2-40B4-BE49-F238E27FC236}">
                <a16:creationId xmlns:a16="http://schemas.microsoft.com/office/drawing/2014/main" id="{B2C5ECFC-3750-5948-B3B8-77C63F1E2E38}"/>
              </a:ext>
            </a:extLst>
          </p:cNvPr>
          <p:cNvSpPr txBox="1">
            <a:spLocks noChangeArrowheads="1"/>
          </p:cNvSpPr>
          <p:nvPr/>
        </p:nvSpPr>
        <p:spPr bwMode="auto">
          <a:xfrm>
            <a:off x="457200" y="2743200"/>
            <a:ext cx="33877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0432FF"/>
                </a:solidFill>
                <a:latin typeface="Calibri" panose="020F0502020204030204" pitchFamily="34" charset="0"/>
              </a:rPr>
              <a:t>With good locality of reference, memory appears </a:t>
            </a:r>
            <a:r>
              <a:rPr lang="en-US" altLang="en-US" sz="2800" b="1" dirty="0">
                <a:solidFill>
                  <a:srgbClr val="0432FF"/>
                </a:solidFill>
                <a:latin typeface="Calibri" panose="020F0502020204030204" pitchFamily="34" charset="0"/>
              </a:rPr>
              <a:t>as fast as</a:t>
            </a:r>
          </a:p>
          <a:p>
            <a:pPr eaLnBrk="1" hangingPunct="1">
              <a:spcBef>
                <a:spcPct val="0"/>
              </a:spcBef>
              <a:buClrTx/>
              <a:buSzTx/>
              <a:buFontTx/>
              <a:buNone/>
            </a:pPr>
            <a:r>
              <a:rPr lang="en-US" altLang="en-US" sz="2800" dirty="0">
                <a:solidFill>
                  <a:srgbClr val="0432FF"/>
                </a:solidFill>
                <a:latin typeface="Calibri" panose="020F0502020204030204" pitchFamily="34" charset="0"/>
              </a:rPr>
              <a:t>and </a:t>
            </a:r>
            <a:r>
              <a:rPr lang="en-US" altLang="en-US" sz="2800" b="1" dirty="0">
                <a:solidFill>
                  <a:srgbClr val="0432FF"/>
                </a:solidFill>
                <a:latin typeface="Calibri" panose="020F0502020204030204" pitchFamily="34" charset="0"/>
              </a:rPr>
              <a:t>as large as</a:t>
            </a:r>
            <a:r>
              <a:rPr lang="en-US" altLang="en-US" sz="2800" dirty="0">
                <a:solidFill>
                  <a:srgbClr val="0432FF"/>
                </a:solidFill>
                <a:latin typeface="Calibri" panose="020F0502020204030204" pitchFamily="34" charset="0"/>
              </a:rPr>
              <a:t>  </a:t>
            </a:r>
          </a:p>
        </p:txBody>
      </p:sp>
      <p:sp>
        <p:nvSpPr>
          <p:cNvPr id="101387" name="Line 10">
            <a:extLst>
              <a:ext uri="{FF2B5EF4-FFF2-40B4-BE49-F238E27FC236}">
                <a16:creationId xmlns:a16="http://schemas.microsoft.com/office/drawing/2014/main" id="{0364EDF0-1D20-684B-9735-9675C79090F0}"/>
              </a:ext>
            </a:extLst>
          </p:cNvPr>
          <p:cNvSpPr>
            <a:spLocks noChangeShapeType="1"/>
          </p:cNvSpPr>
          <p:nvPr/>
        </p:nvSpPr>
        <p:spPr bwMode="auto">
          <a:xfrm flipV="1">
            <a:off x="3200400" y="1966913"/>
            <a:ext cx="2667000" cy="1919287"/>
          </a:xfrm>
          <a:prstGeom prst="line">
            <a:avLst/>
          </a:prstGeom>
          <a:noFill/>
          <a:ln w="19050">
            <a:solidFill>
              <a:schemeClr val="tx1"/>
            </a:solidFill>
            <a:round/>
            <a:headEnd type="oval" w="lg" len="lg"/>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1388" name="Line 11">
            <a:extLst>
              <a:ext uri="{FF2B5EF4-FFF2-40B4-BE49-F238E27FC236}">
                <a16:creationId xmlns:a16="http://schemas.microsoft.com/office/drawing/2014/main" id="{68E7B3FD-C5A1-9746-A385-4FD8A8840941}"/>
              </a:ext>
            </a:extLst>
          </p:cNvPr>
          <p:cNvSpPr>
            <a:spLocks noChangeShapeType="1"/>
          </p:cNvSpPr>
          <p:nvPr/>
        </p:nvSpPr>
        <p:spPr bwMode="auto">
          <a:xfrm>
            <a:off x="2743200" y="4343400"/>
            <a:ext cx="1522413" cy="925513"/>
          </a:xfrm>
          <a:prstGeom prst="line">
            <a:avLst/>
          </a:prstGeom>
          <a:noFill/>
          <a:ln w="19050">
            <a:solidFill>
              <a:schemeClr val="tx1"/>
            </a:solidFill>
            <a:round/>
            <a:headEnd type="oval" w="lg" len="lg"/>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1389" name="Line 12">
            <a:extLst>
              <a:ext uri="{FF2B5EF4-FFF2-40B4-BE49-F238E27FC236}">
                <a16:creationId xmlns:a16="http://schemas.microsoft.com/office/drawing/2014/main" id="{F0BA3927-9780-0D43-89CE-0122560F259D}"/>
              </a:ext>
            </a:extLst>
          </p:cNvPr>
          <p:cNvSpPr>
            <a:spLocks noChangeShapeType="1"/>
          </p:cNvSpPr>
          <p:nvPr/>
        </p:nvSpPr>
        <p:spPr bwMode="auto">
          <a:xfrm>
            <a:off x="6284913" y="2286000"/>
            <a:ext cx="0" cy="2971800"/>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5" name="Group 13">
            <a:extLst>
              <a:ext uri="{FF2B5EF4-FFF2-40B4-BE49-F238E27FC236}">
                <a16:creationId xmlns:a16="http://schemas.microsoft.com/office/drawing/2014/main" id="{2AAA05A8-2066-1044-91AD-8DF89396F943}"/>
              </a:ext>
            </a:extLst>
          </p:cNvPr>
          <p:cNvGrpSpPr>
            <a:grpSpLocks/>
          </p:cNvGrpSpPr>
          <p:nvPr/>
        </p:nvGrpSpPr>
        <p:grpSpPr bwMode="auto">
          <a:xfrm>
            <a:off x="4648200" y="2286000"/>
            <a:ext cx="3276600" cy="2971800"/>
            <a:chOff x="2928" y="1440"/>
            <a:chExt cx="2064" cy="1872"/>
          </a:xfrm>
        </p:grpSpPr>
        <p:sp>
          <p:nvSpPr>
            <p:cNvPr id="101394" name="Rectangle 14">
              <a:extLst>
                <a:ext uri="{FF2B5EF4-FFF2-40B4-BE49-F238E27FC236}">
                  <a16:creationId xmlns:a16="http://schemas.microsoft.com/office/drawing/2014/main" id="{ADF5BD47-6CD6-9C4E-A5E3-463D7785FD96}"/>
                </a:ext>
              </a:extLst>
            </p:cNvPr>
            <p:cNvSpPr>
              <a:spLocks noChangeArrowheads="1"/>
            </p:cNvSpPr>
            <p:nvPr/>
          </p:nvSpPr>
          <p:spPr bwMode="auto">
            <a:xfrm>
              <a:off x="2928" y="2480"/>
              <a:ext cx="2064" cy="6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101395" name="Rectangle 15">
              <a:extLst>
                <a:ext uri="{FF2B5EF4-FFF2-40B4-BE49-F238E27FC236}">
                  <a16:creationId xmlns:a16="http://schemas.microsoft.com/office/drawing/2014/main" id="{E4C0A9EB-B5EB-2E4F-B718-339DB16043E4}"/>
                </a:ext>
              </a:extLst>
            </p:cNvPr>
            <p:cNvSpPr>
              <a:spLocks noChangeArrowheads="1"/>
            </p:cNvSpPr>
            <p:nvPr/>
          </p:nvSpPr>
          <p:spPr bwMode="auto">
            <a:xfrm>
              <a:off x="3384" y="1648"/>
              <a:ext cx="1152" cy="6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101396" name="Line 16">
              <a:extLst>
                <a:ext uri="{FF2B5EF4-FFF2-40B4-BE49-F238E27FC236}">
                  <a16:creationId xmlns:a16="http://schemas.microsoft.com/office/drawing/2014/main" id="{DC86610F-D206-0246-933D-4CBF3EA77C0C}"/>
                </a:ext>
              </a:extLst>
            </p:cNvPr>
            <p:cNvSpPr>
              <a:spLocks noChangeShapeType="1"/>
            </p:cNvSpPr>
            <p:nvPr/>
          </p:nvSpPr>
          <p:spPr bwMode="auto">
            <a:xfrm>
              <a:off x="3960" y="1440"/>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sp>
          <p:nvSpPr>
            <p:cNvPr id="101397" name="Line 17">
              <a:extLst>
                <a:ext uri="{FF2B5EF4-FFF2-40B4-BE49-F238E27FC236}">
                  <a16:creationId xmlns:a16="http://schemas.microsoft.com/office/drawing/2014/main" id="{DB536305-03C9-FC41-A785-6339B75733CB}"/>
                </a:ext>
              </a:extLst>
            </p:cNvPr>
            <p:cNvSpPr>
              <a:spLocks noChangeShapeType="1"/>
            </p:cNvSpPr>
            <p:nvPr/>
          </p:nvSpPr>
          <p:spPr bwMode="auto">
            <a:xfrm>
              <a:off x="3960" y="2272"/>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sp>
          <p:nvSpPr>
            <p:cNvPr id="101398" name="Line 18">
              <a:extLst>
                <a:ext uri="{FF2B5EF4-FFF2-40B4-BE49-F238E27FC236}">
                  <a16:creationId xmlns:a16="http://schemas.microsoft.com/office/drawing/2014/main" id="{783BEDAB-1EDC-5F4C-922B-AB24774C4698}"/>
                </a:ext>
              </a:extLst>
            </p:cNvPr>
            <p:cNvSpPr>
              <a:spLocks noChangeShapeType="1"/>
            </p:cNvSpPr>
            <p:nvPr/>
          </p:nvSpPr>
          <p:spPr bwMode="auto">
            <a:xfrm>
              <a:off x="3960" y="3104"/>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1391" name="Group 19">
            <a:extLst>
              <a:ext uri="{FF2B5EF4-FFF2-40B4-BE49-F238E27FC236}">
                <a16:creationId xmlns:a16="http://schemas.microsoft.com/office/drawing/2014/main" id="{CAB8BB10-AF6E-4B4D-9905-0F3EC135FB5E}"/>
              </a:ext>
            </a:extLst>
          </p:cNvPr>
          <p:cNvGrpSpPr>
            <a:grpSpLocks/>
          </p:cNvGrpSpPr>
          <p:nvPr/>
        </p:nvGrpSpPr>
        <p:grpSpPr bwMode="auto">
          <a:xfrm rot="-5400000">
            <a:off x="6477000" y="3124200"/>
            <a:ext cx="3810000" cy="1066800"/>
            <a:chOff x="2976" y="336"/>
            <a:chExt cx="2400" cy="816"/>
          </a:xfrm>
        </p:grpSpPr>
        <p:sp>
          <p:nvSpPr>
            <p:cNvPr id="101392" name="AutoShape 20">
              <a:extLst>
                <a:ext uri="{FF2B5EF4-FFF2-40B4-BE49-F238E27FC236}">
                  <a16:creationId xmlns:a16="http://schemas.microsoft.com/office/drawing/2014/main" id="{F78D363E-FE3E-6346-BFFE-948443240984}"/>
                </a:ext>
              </a:extLst>
            </p:cNvPr>
            <p:cNvSpPr>
              <a:spLocks noChangeArrowheads="1"/>
            </p:cNvSpPr>
            <p:nvPr/>
          </p:nvSpPr>
          <p:spPr bwMode="auto">
            <a:xfrm>
              <a:off x="2976" y="336"/>
              <a:ext cx="2304" cy="480"/>
            </a:xfrm>
            <a:prstGeom prst="rightArrow">
              <a:avLst>
                <a:gd name="adj1" fmla="val 59583"/>
                <a:gd name="adj2" fmla="val 51467"/>
              </a:avLst>
            </a:prstGeom>
            <a:solidFill>
              <a:schemeClr val="accent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FFFFF"/>
                  </a:solidFill>
                  <a:latin typeface="Calibri" panose="020F0502020204030204" pitchFamily="34" charset="0"/>
                </a:rPr>
                <a:t>faster per byte</a:t>
              </a:r>
            </a:p>
          </p:txBody>
        </p:sp>
        <p:sp>
          <p:nvSpPr>
            <p:cNvPr id="101393" name="AutoShape 21">
              <a:extLst>
                <a:ext uri="{FF2B5EF4-FFF2-40B4-BE49-F238E27FC236}">
                  <a16:creationId xmlns:a16="http://schemas.microsoft.com/office/drawing/2014/main" id="{A7466DDE-E447-4347-961A-A034815743D8}"/>
                </a:ext>
              </a:extLst>
            </p:cNvPr>
            <p:cNvSpPr>
              <a:spLocks noChangeArrowheads="1"/>
            </p:cNvSpPr>
            <p:nvPr/>
          </p:nvSpPr>
          <p:spPr bwMode="auto">
            <a:xfrm flipH="1">
              <a:off x="3072" y="672"/>
              <a:ext cx="2304" cy="480"/>
            </a:xfrm>
            <a:prstGeom prst="rightArrow">
              <a:avLst>
                <a:gd name="adj1" fmla="val 59583"/>
                <a:gd name="adj2" fmla="val 56467"/>
              </a:avLst>
            </a:prstGeom>
            <a:solidFill>
              <a:schemeClr val="accent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FFFFF"/>
                  </a:solidFill>
                  <a:latin typeface="Calibri" panose="020F0502020204030204" pitchFamily="34" charset="0"/>
                </a:rPr>
                <a:t>cheaper per byte</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a:extLst>
              <a:ext uri="{FF2B5EF4-FFF2-40B4-BE49-F238E27FC236}">
                <a16:creationId xmlns:a16="http://schemas.microsoft.com/office/drawing/2014/main" id="{3F5E6B19-C142-EE4B-B2EB-C26ADC6DBA46}"/>
              </a:ext>
            </a:extLst>
          </p:cNvPr>
          <p:cNvSpPr>
            <a:spLocks noGrp="1" noChangeArrowheads="1"/>
          </p:cNvSpPr>
          <p:nvPr>
            <p:ph type="title"/>
          </p:nvPr>
        </p:nvSpPr>
        <p:spPr/>
        <p:txBody>
          <a:bodyPr/>
          <a:lstStyle/>
          <a:p>
            <a:r>
              <a:rPr lang="en-US" altLang="en-US" dirty="0">
                <a:ea typeface="ＭＳ Ｐゴシック" panose="020B0600070205080204" pitchFamily="34" charset="-128"/>
              </a:rPr>
              <a:t>Why Cache Works?</a:t>
            </a:r>
            <a:r>
              <a:rPr lang="zh-CN" altLang="en-US" dirty="0">
                <a:ea typeface="ＭＳ Ｐゴシック" panose="020B0600070205080204" pitchFamily="34" charset="-128"/>
              </a:rPr>
              <a:t> </a:t>
            </a:r>
            <a:r>
              <a:rPr lang="en-US" altLang="en-US" dirty="0">
                <a:ea typeface="ＭＳ Ｐゴシック" panose="020B0600070205080204" pitchFamily="34" charset="-128"/>
              </a:rPr>
              <a:t>Locality</a:t>
            </a:r>
          </a:p>
        </p:txBody>
      </p:sp>
      <p:sp>
        <p:nvSpPr>
          <p:cNvPr id="66562" name="Content Placeholder 2">
            <a:extLst>
              <a:ext uri="{FF2B5EF4-FFF2-40B4-BE49-F238E27FC236}">
                <a16:creationId xmlns:a16="http://schemas.microsoft.com/office/drawing/2014/main" id="{6649533D-18F1-944C-9C7A-34239CD4BDE6}"/>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Locality</a:t>
            </a:r>
            <a:r>
              <a:rPr lang="en-US" altLang="en-US" dirty="0">
                <a:ea typeface="ＭＳ Ｐゴシック" panose="020B0600070205080204" pitchFamily="34" charset="-128"/>
              </a:rPr>
              <a:t>: One’s recent past is a very good predictor of his/her near future.</a:t>
            </a:r>
          </a:p>
          <a:p>
            <a:endParaRPr lang="en-US" altLang="en-US" dirty="0">
              <a:ea typeface="ＭＳ Ｐゴシック" panose="020B0600070205080204" pitchFamily="34" charset="-128"/>
            </a:endParaRPr>
          </a:p>
          <a:p>
            <a:pPr lvl="1"/>
            <a:r>
              <a:rPr lang="en-US" altLang="en-US" dirty="0">
                <a:solidFill>
                  <a:srgbClr val="0000FF"/>
                </a:solidFill>
                <a:ea typeface="ＭＳ Ｐゴシック" panose="020B0600070205080204" pitchFamily="34" charset="-128"/>
              </a:rPr>
              <a:t>Temporal Locality</a:t>
            </a:r>
            <a:r>
              <a:rPr lang="en-US" altLang="en-US" dirty="0">
                <a:ea typeface="ＭＳ Ｐゴシック" panose="020B0600070205080204" pitchFamily="34" charset="-128"/>
              </a:rPr>
              <a:t>:  If you just did something, it is very likely that you will do the same thing again soon</a:t>
            </a:r>
          </a:p>
          <a:p>
            <a:pPr lvl="2"/>
            <a:r>
              <a:rPr lang="en-US" altLang="en-US" dirty="0">
                <a:ea typeface="ＭＳ Ｐゴシック" panose="020B0600070205080204" pitchFamily="34" charset="-128"/>
              </a:rPr>
              <a:t>since you are here today, there is a good chance you will be here again and again regularly	</a:t>
            </a:r>
          </a:p>
          <a:p>
            <a:pPr lvl="1"/>
            <a:endParaRPr lang="en-US" altLang="en-US" dirty="0">
              <a:ea typeface="ＭＳ Ｐゴシック" panose="020B0600070205080204" pitchFamily="34" charset="-128"/>
            </a:endParaRPr>
          </a:p>
          <a:p>
            <a:pPr lvl="1"/>
            <a:r>
              <a:rPr lang="en-US" altLang="en-US" dirty="0">
                <a:solidFill>
                  <a:srgbClr val="0000FF"/>
                </a:solidFill>
                <a:ea typeface="ＭＳ Ｐゴシック" panose="020B0600070205080204" pitchFamily="34" charset="-128"/>
              </a:rPr>
              <a:t>Spatial Locality</a:t>
            </a:r>
            <a:r>
              <a:rPr lang="en-US" altLang="en-US" dirty="0">
                <a:ea typeface="ＭＳ Ｐゴシック" panose="020B0600070205080204" pitchFamily="34" charset="-128"/>
              </a:rPr>
              <a:t>:  If you did something, it is very likely you will do something similar/related (in space)</a:t>
            </a:r>
          </a:p>
          <a:p>
            <a:pPr lvl="2"/>
            <a:r>
              <a:rPr lang="en-US" altLang="en-US" dirty="0">
                <a:ea typeface="ＭＳ Ｐゴシック" panose="020B0600070205080204" pitchFamily="34" charset="-128"/>
              </a:rPr>
              <a:t>every time I find you in this room, you are probably sitting close to the same people</a:t>
            </a:r>
          </a:p>
        </p:txBody>
      </p:sp>
      <p:sp>
        <p:nvSpPr>
          <p:cNvPr id="103427" name="Slide Number Placeholder 3">
            <a:extLst>
              <a:ext uri="{FF2B5EF4-FFF2-40B4-BE49-F238E27FC236}">
                <a16:creationId xmlns:a16="http://schemas.microsoft.com/office/drawing/2014/main" id="{5FF4CA33-841D-4544-943F-7CAF1B44686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EB8F96A3-09AC-9847-BA31-0CEB9ADCD859}" type="slidenum">
              <a:rPr lang="en-US" altLang="en-US" sz="1600" smtClean="0">
                <a:solidFill>
                  <a:srgbClr val="000000"/>
                </a:solidFill>
                <a:latin typeface="Garamond" panose="02020404030301010803" pitchFamily="18" charset="0"/>
              </a:rPr>
              <a:pPr eaLnBrk="1" hangingPunct="1">
                <a:spcBef>
                  <a:spcPct val="0"/>
                </a:spcBef>
                <a:buClrTx/>
                <a:buSzTx/>
                <a:buFontTx/>
                <a:buNone/>
              </a:pPr>
              <a:t>92</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56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656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6562">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65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
            <a:extLst>
              <a:ext uri="{FF2B5EF4-FFF2-40B4-BE49-F238E27FC236}">
                <a16:creationId xmlns:a16="http://schemas.microsoft.com/office/drawing/2014/main" id="{29081176-5AA4-DB4E-A5BE-31BF1AAC2127}"/>
              </a:ext>
            </a:extLst>
          </p:cNvPr>
          <p:cNvSpPr>
            <a:spLocks noGrp="1" noChangeArrowheads="1"/>
          </p:cNvSpPr>
          <p:nvPr>
            <p:ph type="title"/>
          </p:nvPr>
        </p:nvSpPr>
        <p:spPr/>
        <p:txBody>
          <a:bodyPr/>
          <a:lstStyle/>
          <a:p>
            <a:r>
              <a:rPr lang="en-US" altLang="en-US">
                <a:ea typeface="ＭＳ Ｐゴシック" panose="020B0600070205080204" pitchFamily="34" charset="-128"/>
              </a:rPr>
              <a:t>Caching Basics: Exploit Temporal Locality</a:t>
            </a:r>
          </a:p>
        </p:txBody>
      </p:sp>
      <p:sp>
        <p:nvSpPr>
          <p:cNvPr id="68610" name="Content Placeholder 2">
            <a:extLst>
              <a:ext uri="{FF2B5EF4-FFF2-40B4-BE49-F238E27FC236}">
                <a16:creationId xmlns:a16="http://schemas.microsoft.com/office/drawing/2014/main" id="{9B867225-E69B-184F-8721-73A65C6CA1DF}"/>
              </a:ext>
            </a:extLst>
          </p:cNvPr>
          <p:cNvSpPr>
            <a:spLocks noGrp="1" noChangeArrowheads="1"/>
          </p:cNvSpPr>
          <p:nvPr>
            <p:ph idx="1"/>
          </p:nvPr>
        </p:nvSpPr>
        <p:spPr>
          <a:xfrm>
            <a:off x="228600" y="996950"/>
            <a:ext cx="8839200" cy="5194300"/>
          </a:xfrm>
        </p:spPr>
        <p:txBody>
          <a:bodyPr/>
          <a:lstStyle/>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Store recently accessed data in automatically-managed fast memory (called cache)</a:t>
            </a:r>
          </a:p>
          <a:p>
            <a:r>
              <a:rPr lang="en-US" altLang="en-US" b="1" dirty="0">
                <a:ea typeface="ＭＳ Ｐゴシック" panose="020B0600070205080204" pitchFamily="34" charset="-128"/>
              </a:rPr>
              <a:t>Anticipation</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same mem. location will be accessed again soon</a:t>
            </a:r>
          </a:p>
          <a:p>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Temporal locality </a:t>
            </a:r>
            <a:r>
              <a:rPr lang="en-US" altLang="en-US" dirty="0">
                <a:ea typeface="ＭＳ Ｐゴシック" panose="020B0600070205080204" pitchFamily="34" charset="-128"/>
              </a:rPr>
              <a:t>principle</a:t>
            </a:r>
          </a:p>
          <a:p>
            <a:pPr lvl="1"/>
            <a:r>
              <a:rPr lang="en-US" altLang="en-US" dirty="0">
                <a:solidFill>
                  <a:srgbClr val="0432FF"/>
                </a:solidFill>
                <a:ea typeface="ＭＳ Ｐゴシック" panose="020B0600070205080204" pitchFamily="34" charset="-128"/>
              </a:rPr>
              <a:t>Recently accessed data will be again accessed in the near future</a:t>
            </a:r>
          </a:p>
          <a:p>
            <a:pPr lvl="1"/>
            <a:r>
              <a:rPr lang="en-US" altLang="en-US" dirty="0">
                <a:ea typeface="ＭＳ Ｐゴシック" panose="020B0600070205080204" pitchFamily="34" charset="-128"/>
              </a:rPr>
              <a:t>This is what Maurice Wilkes had in mind:</a:t>
            </a:r>
          </a:p>
          <a:p>
            <a:pPr lvl="2"/>
            <a:r>
              <a:rPr lang="ja-JP" altLang="en-US" dirty="0">
                <a:ea typeface="ＭＳ Ｐゴシック" panose="020B0600070205080204" pitchFamily="34" charset="-128"/>
              </a:rPr>
              <a:t>“</a:t>
            </a:r>
            <a:r>
              <a:rPr lang="en-US" altLang="ja-JP" dirty="0">
                <a:ea typeface="ＭＳ Ｐゴシック" panose="020B0600070205080204" pitchFamily="34" charset="-128"/>
              </a:rPr>
              <a:t>The use is discussed of a fast core memory of, say 32000 words as a slave to a slower core memory of, say, one million words in such a way that in practical cases the effective access time is nearer that of the fast memory than that of the slow memory.</a:t>
            </a:r>
            <a:r>
              <a:rPr lang="ja-JP" altLang="en-US" dirty="0">
                <a:ea typeface="ＭＳ Ｐゴシック" panose="020B0600070205080204" pitchFamily="34" charset="-128"/>
              </a:rPr>
              <a:t>”</a:t>
            </a:r>
            <a:endParaRPr lang="en-US" altLang="ja-JP" dirty="0">
              <a:ea typeface="ＭＳ Ｐゴシック" panose="020B0600070205080204" pitchFamily="34" charset="-128"/>
            </a:endParaRPr>
          </a:p>
          <a:p>
            <a:pPr lvl="2"/>
            <a:r>
              <a:rPr lang="en-US" altLang="en-US" dirty="0">
                <a:ea typeface="ＭＳ Ｐゴシック" panose="020B0600070205080204" pitchFamily="34" charset="-128"/>
              </a:rPr>
              <a:t>Wilkes, </a:t>
            </a:r>
            <a:r>
              <a:rPr lang="ja-JP" altLang="en-US" dirty="0">
                <a:ea typeface="ＭＳ Ｐゴシック" panose="020B0600070205080204" pitchFamily="34" charset="-128"/>
              </a:rPr>
              <a:t>“</a:t>
            </a:r>
            <a:r>
              <a:rPr lang="en-US" altLang="ja-JP" dirty="0">
                <a:ea typeface="ＭＳ Ｐゴシック" panose="020B0600070205080204" pitchFamily="34" charset="-128"/>
              </a:rPr>
              <a:t>Slave Memories and Dynamic Storage Allocation,</a:t>
            </a:r>
            <a:r>
              <a:rPr lang="ja-JP" altLang="en-US" dirty="0">
                <a:ea typeface="ＭＳ Ｐゴシック" panose="020B0600070205080204" pitchFamily="34" charset="-128"/>
              </a:rPr>
              <a:t>”</a:t>
            </a:r>
            <a:r>
              <a:rPr lang="en-US" altLang="ja-JP" dirty="0">
                <a:ea typeface="ＭＳ Ｐゴシック" panose="020B0600070205080204" pitchFamily="34" charset="-128"/>
              </a:rPr>
              <a:t> IEEE Trans. On Electronic Computers, 1965.</a:t>
            </a:r>
          </a:p>
          <a:p>
            <a:pPr marL="671512" lvl="2" indent="0">
              <a:buNone/>
            </a:pPr>
            <a:endParaRPr lang="en-US" altLang="ja-JP" dirty="0">
              <a:ea typeface="ＭＳ Ｐゴシック" panose="020B0600070205080204" pitchFamily="34" charset="-128"/>
            </a:endParaRPr>
          </a:p>
          <a:p>
            <a:pPr lvl="1"/>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05475" name="Slide Number Placeholder 3">
            <a:extLst>
              <a:ext uri="{FF2B5EF4-FFF2-40B4-BE49-F238E27FC236}">
                <a16:creationId xmlns:a16="http://schemas.microsoft.com/office/drawing/2014/main" id="{70B35C51-8B8B-FD46-BCE0-3237DEB087C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40F52359-0CD8-EF4F-9413-05465D4CCC14}" type="slidenum">
              <a:rPr lang="en-US" altLang="en-US" sz="1600" smtClean="0">
                <a:solidFill>
                  <a:srgbClr val="000000"/>
                </a:solidFill>
                <a:latin typeface="Garamond" panose="02020404030301010803" pitchFamily="18" charset="0"/>
              </a:rPr>
              <a:pPr eaLnBrk="1" hangingPunct="1">
                <a:spcBef>
                  <a:spcPct val="0"/>
                </a:spcBef>
                <a:buClrTx/>
                <a:buSzTx/>
                <a:buFontTx/>
                <a:buNone/>
              </a:pPr>
              <a:t>93</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61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861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610">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861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86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86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a:extLst>
              <a:ext uri="{FF2B5EF4-FFF2-40B4-BE49-F238E27FC236}">
                <a16:creationId xmlns:a16="http://schemas.microsoft.com/office/drawing/2014/main" id="{AB7A91E1-D206-2949-8191-A1BF01B09E8A}"/>
              </a:ext>
            </a:extLst>
          </p:cNvPr>
          <p:cNvSpPr>
            <a:spLocks noGrp="1" noChangeArrowheads="1"/>
          </p:cNvSpPr>
          <p:nvPr>
            <p:ph type="title"/>
          </p:nvPr>
        </p:nvSpPr>
        <p:spPr/>
        <p:txBody>
          <a:bodyPr/>
          <a:lstStyle/>
          <a:p>
            <a:r>
              <a:rPr lang="en-US" altLang="en-US">
                <a:ea typeface="ＭＳ Ｐゴシック" panose="020B0600070205080204" pitchFamily="34" charset="-128"/>
              </a:rPr>
              <a:t>Caching Basics: Exploit Spatial Locality</a:t>
            </a:r>
          </a:p>
        </p:txBody>
      </p:sp>
      <p:sp>
        <p:nvSpPr>
          <p:cNvPr id="69634" name="Content Placeholder 2">
            <a:extLst>
              <a:ext uri="{FF2B5EF4-FFF2-40B4-BE49-F238E27FC236}">
                <a16:creationId xmlns:a16="http://schemas.microsoft.com/office/drawing/2014/main" id="{F30E5359-ACBB-E34B-8C1F-1CFD2DCAA5AE}"/>
              </a:ext>
            </a:extLst>
          </p:cNvPr>
          <p:cNvSpPr>
            <a:spLocks noGrp="1" noChangeArrowheads="1"/>
          </p:cNvSpPr>
          <p:nvPr>
            <p:ph idx="1"/>
          </p:nvPr>
        </p:nvSpPr>
        <p:spPr>
          <a:xfrm>
            <a:off x="152400" y="996950"/>
            <a:ext cx="8991600" cy="5194300"/>
          </a:xfrm>
        </p:spPr>
        <p:txBody>
          <a:bodyPr/>
          <a:lstStyle/>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Store data in addresses adjacent to the recently accessed one in automatically-managed fast memory</a:t>
            </a:r>
          </a:p>
          <a:p>
            <a:pPr lvl="1"/>
            <a:r>
              <a:rPr lang="en-US" altLang="en-US" dirty="0">
                <a:ea typeface="ＭＳ Ｐゴシック" panose="020B0600070205080204" pitchFamily="34" charset="-128"/>
              </a:rPr>
              <a:t>Logically divide memory into equal-size blocks</a:t>
            </a:r>
          </a:p>
          <a:p>
            <a:pPr lvl="1"/>
            <a:r>
              <a:rPr lang="en-US" altLang="en-US" dirty="0">
                <a:ea typeface="ＭＳ Ｐゴシック" panose="020B0600070205080204" pitchFamily="34" charset="-128"/>
              </a:rPr>
              <a:t>Fetch to cache the accessed block in its entirety</a:t>
            </a:r>
          </a:p>
          <a:p>
            <a:r>
              <a:rPr lang="en-US" altLang="en-US" b="1" dirty="0">
                <a:ea typeface="ＭＳ Ｐゴシック" panose="020B0600070205080204" pitchFamily="34" charset="-128"/>
              </a:rPr>
              <a:t>Anticipation</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nearby memory locations will be accessed soon</a:t>
            </a:r>
          </a:p>
          <a:p>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Spatial locality </a:t>
            </a:r>
            <a:r>
              <a:rPr lang="en-US" altLang="en-US" dirty="0">
                <a:ea typeface="ＭＳ Ｐゴシック" panose="020B0600070205080204" pitchFamily="34" charset="-128"/>
              </a:rPr>
              <a:t>principle</a:t>
            </a:r>
          </a:p>
          <a:p>
            <a:pPr lvl="1"/>
            <a:r>
              <a:rPr lang="en-US" altLang="en-US" dirty="0">
                <a:solidFill>
                  <a:srgbClr val="0432FF"/>
                </a:solidFill>
                <a:ea typeface="ＭＳ Ｐゴシック" panose="020B0600070205080204" pitchFamily="34" charset="-128"/>
              </a:rPr>
              <a:t>Nearby data in memory will be accessed in the near future</a:t>
            </a:r>
          </a:p>
          <a:p>
            <a:pPr lvl="2"/>
            <a:r>
              <a:rPr lang="en-US" altLang="en-US" dirty="0">
                <a:ea typeface="ＭＳ Ｐゴシック" panose="020B0600070205080204" pitchFamily="34" charset="-128"/>
              </a:rPr>
              <a:t>E.g., sequential instruction access, array traversal</a:t>
            </a:r>
          </a:p>
          <a:p>
            <a:pPr lvl="1"/>
            <a:r>
              <a:rPr lang="en-US" altLang="en-US" dirty="0">
                <a:ea typeface="ＭＳ Ｐゴシック" panose="020B0600070205080204" pitchFamily="34" charset="-128"/>
              </a:rPr>
              <a:t>This is what IBM 360/85 implemented</a:t>
            </a:r>
          </a:p>
          <a:p>
            <a:pPr lvl="2"/>
            <a:r>
              <a:rPr lang="en-US" altLang="en-US" dirty="0">
                <a:ea typeface="ＭＳ Ｐゴシック" panose="020B0600070205080204" pitchFamily="34" charset="-128"/>
              </a:rPr>
              <a:t>16 Kbyte cache with 64 byte blocks</a:t>
            </a:r>
          </a:p>
          <a:p>
            <a:pPr lvl="2"/>
            <a:r>
              <a:rPr lang="en-US" altLang="en-US" dirty="0" err="1">
                <a:ea typeface="ＭＳ Ｐゴシック" panose="020B0600070205080204" pitchFamily="34" charset="-128"/>
              </a:rPr>
              <a:t>Liptay</a:t>
            </a:r>
            <a:r>
              <a:rPr lang="en-US" altLang="en-US" dirty="0">
                <a:ea typeface="ＭＳ Ｐゴシック" panose="020B0600070205080204" pitchFamily="34" charset="-128"/>
              </a:rPr>
              <a:t>, </a:t>
            </a:r>
            <a:r>
              <a:rPr lang="ja-JP" altLang="en-US" dirty="0">
                <a:ea typeface="ＭＳ Ｐゴシック" panose="020B0600070205080204" pitchFamily="34" charset="-128"/>
              </a:rPr>
              <a:t>“</a:t>
            </a:r>
            <a:r>
              <a:rPr lang="en-US" altLang="ja-JP" dirty="0">
                <a:ea typeface="ＭＳ Ｐゴシック" panose="020B0600070205080204" pitchFamily="34" charset="-128"/>
              </a:rPr>
              <a:t>Structural aspects of the System/360 Model 85 II: the cache,</a:t>
            </a:r>
            <a:r>
              <a:rPr lang="ja-JP" altLang="en-US" dirty="0">
                <a:ea typeface="ＭＳ Ｐゴシック" panose="020B0600070205080204" pitchFamily="34" charset="-128"/>
              </a:rPr>
              <a:t>”</a:t>
            </a:r>
            <a:r>
              <a:rPr lang="en-US" altLang="ja-JP" dirty="0">
                <a:ea typeface="ＭＳ Ｐゴシック" panose="020B0600070205080204" pitchFamily="34" charset="-128"/>
              </a:rPr>
              <a:t> IBM Systems Journal, 1968.</a:t>
            </a:r>
          </a:p>
          <a:p>
            <a:endParaRPr lang="en-US" altLang="en-US" dirty="0">
              <a:ea typeface="ＭＳ Ｐゴシック" panose="020B0600070205080204" pitchFamily="34" charset="-128"/>
            </a:endParaRPr>
          </a:p>
        </p:txBody>
      </p:sp>
      <p:sp>
        <p:nvSpPr>
          <p:cNvPr id="106499" name="Slide Number Placeholder 3">
            <a:extLst>
              <a:ext uri="{FF2B5EF4-FFF2-40B4-BE49-F238E27FC236}">
                <a16:creationId xmlns:a16="http://schemas.microsoft.com/office/drawing/2014/main" id="{AC088D18-8AE8-FE49-9308-06A81B33AC0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00FDBC5F-DEC2-F648-B526-0E9E0E78C35F}" type="slidenum">
              <a:rPr lang="en-US" altLang="en-US" sz="1600" smtClean="0">
                <a:solidFill>
                  <a:srgbClr val="000000"/>
                </a:solidFill>
                <a:latin typeface="Garamond" panose="02020404030301010803" pitchFamily="18" charset="0"/>
              </a:rPr>
              <a:pPr eaLnBrk="1" hangingPunct="1">
                <a:spcBef>
                  <a:spcPct val="0"/>
                </a:spcBef>
                <a:buClrTx/>
                <a:buSzTx/>
                <a:buFontTx/>
                <a:buNone/>
              </a:pPr>
              <a:t>94</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963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63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634">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9634">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963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63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7A910356-E702-7141-84CA-35688C4EC64F}"/>
              </a:ext>
            </a:extLst>
          </p:cNvPr>
          <p:cNvSpPr>
            <a:spLocks noGrp="1" noChangeArrowheads="1"/>
          </p:cNvSpPr>
          <p:nvPr>
            <p:ph type="title"/>
          </p:nvPr>
        </p:nvSpPr>
        <p:spPr/>
        <p:txBody>
          <a:bodyPr/>
          <a:lstStyle/>
          <a:p>
            <a:r>
              <a:rPr lang="en-US" altLang="en-US" dirty="0">
                <a:ea typeface="ＭＳ Ｐゴシック" panose="020B0600070205080204" pitchFamily="34" charset="-128"/>
              </a:rPr>
              <a:t>Caching Basics</a:t>
            </a:r>
          </a:p>
        </p:txBody>
      </p:sp>
      <p:sp>
        <p:nvSpPr>
          <p:cNvPr id="59394" name="Content Placeholder 2">
            <a:extLst>
              <a:ext uri="{FF2B5EF4-FFF2-40B4-BE49-F238E27FC236}">
                <a16:creationId xmlns:a16="http://schemas.microsoft.com/office/drawing/2014/main" id="{D8906BF3-D470-C44E-94AE-16409CD4FEFF}"/>
              </a:ext>
            </a:extLst>
          </p:cNvPr>
          <p:cNvSpPr>
            <a:spLocks noGrp="1"/>
          </p:cNvSpPr>
          <p:nvPr>
            <p:ph idx="1"/>
          </p:nvPr>
        </p:nvSpPr>
        <p:spPr>
          <a:xfrm>
            <a:off x="228600" y="914400"/>
            <a:ext cx="8794750" cy="5194300"/>
          </a:xfrm>
        </p:spPr>
        <p:txBody>
          <a:bodyPr/>
          <a:lstStyle/>
          <a:p>
            <a:pPr>
              <a:buFont typeface="Wingdings" charset="0"/>
              <a:buChar char="n"/>
              <a:defRPr/>
            </a:pPr>
            <a:r>
              <a:rPr lang="en-US" dirty="0">
                <a:solidFill>
                  <a:srgbClr val="0000FF"/>
                </a:solidFill>
              </a:rPr>
              <a:t>Cache Block (line): </a:t>
            </a:r>
            <a:r>
              <a:rPr lang="en-US" dirty="0"/>
              <a:t>Unit of storage in the cache</a:t>
            </a:r>
          </a:p>
          <a:p>
            <a:pPr lvl="1">
              <a:buFont typeface="Wingdings" charset="0"/>
              <a:buChar char="q"/>
              <a:defRPr/>
            </a:pPr>
            <a:r>
              <a:rPr lang="en-US" dirty="0"/>
              <a:t>Memory is logically divided into blocks that map to potential locations in the cache. </a:t>
            </a:r>
          </a:p>
          <a:p>
            <a:pPr>
              <a:buFont typeface="Wingdings" charset="0"/>
              <a:buChar char="n"/>
              <a:defRPr/>
            </a:pPr>
            <a:endParaRPr lang="en-US" sz="1000" dirty="0"/>
          </a:p>
          <a:p>
            <a:pPr>
              <a:buFont typeface="Wingdings" charset="0"/>
              <a:buChar char="n"/>
              <a:defRPr/>
            </a:pPr>
            <a:r>
              <a:rPr lang="en-US" dirty="0"/>
              <a:t>On a reference:</a:t>
            </a:r>
          </a:p>
          <a:p>
            <a:pPr lvl="1">
              <a:buFont typeface="Wingdings" charset="0"/>
              <a:buChar char="q"/>
              <a:defRPr/>
            </a:pPr>
            <a:r>
              <a:rPr lang="en-US" dirty="0">
                <a:solidFill>
                  <a:srgbClr val="0000FF"/>
                </a:solidFill>
                <a:ea typeface="ＭＳ Ｐゴシック" charset="0"/>
              </a:rPr>
              <a:t>HIT</a:t>
            </a:r>
            <a:r>
              <a:rPr lang="en-US" dirty="0">
                <a:ea typeface="ＭＳ Ｐゴシック" charset="0"/>
              </a:rPr>
              <a:t>: If in cache, use cached data instead of accessing memory</a:t>
            </a:r>
          </a:p>
          <a:p>
            <a:pPr lvl="1">
              <a:buFont typeface="Wingdings" charset="0"/>
              <a:buChar char="q"/>
              <a:defRPr/>
            </a:pPr>
            <a:r>
              <a:rPr lang="en-US" dirty="0">
                <a:solidFill>
                  <a:srgbClr val="0000FF"/>
                </a:solidFill>
                <a:ea typeface="ＭＳ Ｐゴシック" charset="0"/>
              </a:rPr>
              <a:t>MISS</a:t>
            </a:r>
            <a:r>
              <a:rPr lang="en-US" dirty="0">
                <a:ea typeface="ＭＳ Ｐゴシック" charset="0"/>
              </a:rPr>
              <a:t>: If not in cache, bring block into cache</a:t>
            </a:r>
          </a:p>
          <a:p>
            <a:pPr lvl="2">
              <a:buFont typeface="Wingdings" charset="0"/>
              <a:buChar char="n"/>
              <a:defRPr/>
            </a:pPr>
            <a:r>
              <a:rPr lang="en-US" dirty="0">
                <a:ea typeface="ＭＳ Ｐゴシック" charset="0"/>
              </a:rPr>
              <a:t>May have to evict some other block</a:t>
            </a:r>
          </a:p>
          <a:p>
            <a:pPr marL="671512" lvl="2" indent="0">
              <a:buFont typeface="Wingdings" charset="0"/>
              <a:buNone/>
              <a:defRPr/>
            </a:pPr>
            <a:endParaRPr lang="en-US" sz="1000" dirty="0">
              <a:ea typeface="ＭＳ Ｐゴシック" charset="0"/>
            </a:endParaRPr>
          </a:p>
          <a:p>
            <a:pPr>
              <a:buFont typeface="Wingdings" charset="0"/>
              <a:buChar char="n"/>
              <a:defRPr/>
            </a:pPr>
            <a:r>
              <a:rPr lang="en-US" dirty="0"/>
              <a:t>For high cache hit rate, important cache design decisions:</a:t>
            </a:r>
          </a:p>
          <a:p>
            <a:pPr lvl="1">
              <a:buFont typeface="Wingdings" charset="0"/>
              <a:buChar char="q"/>
              <a:defRPr/>
            </a:pPr>
            <a:r>
              <a:rPr lang="en-US" dirty="0">
                <a:solidFill>
                  <a:srgbClr val="0000FF"/>
                </a:solidFill>
                <a:ea typeface="ＭＳ Ｐゴシック" charset="0"/>
              </a:rPr>
              <a:t>Placement</a:t>
            </a:r>
            <a:r>
              <a:rPr lang="en-US" dirty="0">
                <a:ea typeface="ＭＳ Ｐゴシック" charset="0"/>
              </a:rPr>
              <a:t>: where and how to place/find a block in cache?</a:t>
            </a:r>
          </a:p>
          <a:p>
            <a:pPr lvl="1">
              <a:buFont typeface="Wingdings" charset="0"/>
              <a:buChar char="q"/>
              <a:defRPr/>
            </a:pPr>
            <a:r>
              <a:rPr lang="en-US" dirty="0">
                <a:solidFill>
                  <a:srgbClr val="0000FF"/>
                </a:solidFill>
                <a:ea typeface="ＭＳ Ｐゴシック" charset="0"/>
              </a:rPr>
              <a:t>Replacement</a:t>
            </a:r>
            <a:r>
              <a:rPr lang="en-US" dirty="0">
                <a:ea typeface="ＭＳ Ｐゴシック" charset="0"/>
              </a:rPr>
              <a:t>: what data to remove to make room in cache?</a:t>
            </a:r>
          </a:p>
          <a:p>
            <a:pPr lvl="1">
              <a:buFont typeface="Wingdings" charset="0"/>
              <a:buChar char="q"/>
              <a:defRPr/>
            </a:pPr>
            <a:r>
              <a:rPr lang="en-US" dirty="0">
                <a:solidFill>
                  <a:srgbClr val="0000FF"/>
                </a:solidFill>
                <a:ea typeface="ＭＳ Ｐゴシック" charset="0"/>
              </a:rPr>
              <a:t>Granularity of management</a:t>
            </a:r>
            <a:r>
              <a:rPr lang="en-US" dirty="0">
                <a:ea typeface="ＭＳ Ｐゴシック" charset="0"/>
              </a:rPr>
              <a:t>: large or small blocks? </a:t>
            </a:r>
            <a:r>
              <a:rPr lang="en-US" dirty="0" err="1">
                <a:ea typeface="ＭＳ Ｐゴシック" charset="0"/>
              </a:rPr>
              <a:t>Subblocks</a:t>
            </a:r>
            <a:r>
              <a:rPr lang="en-US" dirty="0">
                <a:ea typeface="ＭＳ Ｐゴシック" charset="0"/>
              </a:rPr>
              <a:t>?</a:t>
            </a:r>
          </a:p>
          <a:p>
            <a:pPr lvl="1">
              <a:buFont typeface="Wingdings" charset="0"/>
              <a:buChar char="q"/>
              <a:defRPr/>
            </a:pPr>
            <a:r>
              <a:rPr lang="en-US" dirty="0">
                <a:solidFill>
                  <a:srgbClr val="0000FF"/>
                </a:solidFill>
                <a:ea typeface="ＭＳ Ｐゴシック" charset="0"/>
              </a:rPr>
              <a:t>Write policy</a:t>
            </a:r>
            <a:r>
              <a:rPr lang="en-US" dirty="0">
                <a:ea typeface="ＭＳ Ｐゴシック" charset="0"/>
              </a:rPr>
              <a:t>: what do we do about writes?</a:t>
            </a:r>
          </a:p>
          <a:p>
            <a:pPr lvl="1">
              <a:buFont typeface="Wingdings" charset="0"/>
              <a:buChar char="q"/>
              <a:defRPr/>
            </a:pPr>
            <a:r>
              <a:rPr lang="en-US" dirty="0">
                <a:solidFill>
                  <a:srgbClr val="0000FF"/>
                </a:solidFill>
                <a:ea typeface="ＭＳ Ｐゴシック" charset="0"/>
              </a:rPr>
              <a:t>Instructions/data</a:t>
            </a:r>
            <a:r>
              <a:rPr lang="en-US" dirty="0">
                <a:ea typeface="ＭＳ Ｐゴシック" charset="0"/>
              </a:rPr>
              <a:t>: do we treat them separately?</a:t>
            </a:r>
          </a:p>
          <a:p>
            <a:pPr lvl="1">
              <a:buFont typeface="Wingdings" charset="0"/>
              <a:buChar char="q"/>
              <a:defRPr/>
            </a:pP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120835" name="Slide Number Placeholder 3">
            <a:extLst>
              <a:ext uri="{FF2B5EF4-FFF2-40B4-BE49-F238E27FC236}">
                <a16:creationId xmlns:a16="http://schemas.microsoft.com/office/drawing/2014/main" id="{2F95E12C-D42B-B843-930C-EC1F0A2428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622B480-D4B6-2447-8777-76681E2BA131}" type="slidenum">
              <a:rPr lang="en-US" altLang="en-US" sz="1600" smtClean="0">
                <a:solidFill>
                  <a:srgbClr val="000000"/>
                </a:solidFill>
                <a:latin typeface="Garamond" panose="02020404030301010803" pitchFamily="18" charset="0"/>
              </a:rPr>
              <a:pPr eaLnBrk="1" hangingPunct="1">
                <a:spcBef>
                  <a:spcPct val="0"/>
                </a:spcBef>
                <a:buClrTx/>
                <a:buSzTx/>
                <a:buFontTx/>
                <a:buNone/>
              </a:pPr>
              <a:t>95</a:t>
            </a:fld>
            <a:endParaRPr lang="en-US" altLang="en-US" sz="1600">
              <a:solidFill>
                <a:srgbClr val="000000"/>
              </a:solidFill>
              <a:latin typeface="Garamond" panose="02020404030301010803" pitchFamily="18" charset="0"/>
            </a:endParaRPr>
          </a:p>
        </p:txBody>
      </p:sp>
      <p:sp>
        <p:nvSpPr>
          <p:cNvPr id="5" name="Rectangle 5">
            <a:extLst>
              <a:ext uri="{FF2B5EF4-FFF2-40B4-BE49-F238E27FC236}">
                <a16:creationId xmlns:a16="http://schemas.microsoft.com/office/drawing/2014/main" id="{07CFDF5D-AD6A-4151-B3E6-D0BBE98BE281}"/>
              </a:ext>
            </a:extLst>
          </p:cNvPr>
          <p:cNvSpPr/>
          <p:nvPr/>
        </p:nvSpPr>
        <p:spPr>
          <a:xfrm>
            <a:off x="533400" y="4419600"/>
            <a:ext cx="7772400" cy="53340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39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394">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939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39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394">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9394">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9394">
                                            <p:txEl>
                                              <p:pRg st="8" end="8"/>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939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9394">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9394">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9394">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394">
                                            <p:txEl>
                                              <p:pRg st="13" end="1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2C7A1C-2F53-B544-9E19-0DE20512A5D0}"/>
              </a:ext>
            </a:extLst>
          </p:cNvPr>
          <p:cNvPicPr>
            <a:picLocks noChangeAspect="1"/>
          </p:cNvPicPr>
          <p:nvPr/>
        </p:nvPicPr>
        <p:blipFill>
          <a:blip r:embed="rId2"/>
          <a:stretch>
            <a:fillRect/>
          </a:stretch>
        </p:blipFill>
        <p:spPr>
          <a:xfrm>
            <a:off x="1219200" y="2514600"/>
            <a:ext cx="7099300" cy="3934697"/>
          </a:xfrm>
          <a:prstGeom prst="rect">
            <a:avLst/>
          </a:prstGeom>
        </p:spPr>
      </p:pic>
      <p:sp>
        <p:nvSpPr>
          <p:cNvPr id="2" name="Title 1">
            <a:extLst>
              <a:ext uri="{FF2B5EF4-FFF2-40B4-BE49-F238E27FC236}">
                <a16:creationId xmlns:a16="http://schemas.microsoft.com/office/drawing/2014/main" id="{73DF2313-9A23-9945-8E35-F641A91B84E6}"/>
              </a:ext>
            </a:extLst>
          </p:cNvPr>
          <p:cNvSpPr>
            <a:spLocks noGrp="1"/>
          </p:cNvSpPr>
          <p:nvPr>
            <p:ph type="title"/>
          </p:nvPr>
        </p:nvSpPr>
        <p:spPr/>
        <p:txBody>
          <a:bodyPr/>
          <a:lstStyle/>
          <a:p>
            <a:r>
              <a:rPr lang="en-US" altLang="zh-CN" dirty="0"/>
              <a:t>Cache: </a:t>
            </a:r>
            <a:r>
              <a:rPr lang="en-US" dirty="0"/>
              <a:t>Placement</a:t>
            </a:r>
          </a:p>
        </p:txBody>
      </p:sp>
      <p:sp>
        <p:nvSpPr>
          <p:cNvPr id="3" name="Content Placeholder 2">
            <a:extLst>
              <a:ext uri="{FF2B5EF4-FFF2-40B4-BE49-F238E27FC236}">
                <a16:creationId xmlns:a16="http://schemas.microsoft.com/office/drawing/2014/main" id="{D5175C55-BCF6-C648-A20B-5EB014DD65D0}"/>
              </a:ext>
            </a:extLst>
          </p:cNvPr>
          <p:cNvSpPr>
            <a:spLocks noGrp="1"/>
          </p:cNvSpPr>
          <p:nvPr>
            <p:ph idx="1"/>
          </p:nvPr>
        </p:nvSpPr>
        <p:spPr/>
        <p:txBody>
          <a:bodyPr/>
          <a:lstStyle/>
          <a:p>
            <a:r>
              <a:rPr lang="en-US" b="1" dirty="0"/>
              <a:t>A key question</a:t>
            </a:r>
            <a:r>
              <a:rPr lang="en-US" dirty="0"/>
              <a:t>: How to map chunks of the main memory address space to blocks in the cache?</a:t>
            </a:r>
          </a:p>
          <a:p>
            <a:pPr lvl="1"/>
            <a:r>
              <a:rPr lang="en-US" dirty="0"/>
              <a:t>Which location in cache can a given “main memory chunk” be placed in?</a:t>
            </a:r>
          </a:p>
          <a:p>
            <a:pPr lvl="1"/>
            <a:endParaRPr lang="en-US" dirty="0">
              <a:solidFill>
                <a:srgbClr val="0432FF"/>
              </a:solidFill>
            </a:endParaRPr>
          </a:p>
        </p:txBody>
      </p:sp>
      <p:sp>
        <p:nvSpPr>
          <p:cNvPr id="4" name="Slide Number Placeholder 3">
            <a:extLst>
              <a:ext uri="{FF2B5EF4-FFF2-40B4-BE49-F238E27FC236}">
                <a16:creationId xmlns:a16="http://schemas.microsoft.com/office/drawing/2014/main" id="{D55E1C36-3100-E149-BFAA-F75448466FB3}"/>
              </a:ext>
            </a:extLst>
          </p:cNvPr>
          <p:cNvSpPr>
            <a:spLocks noGrp="1"/>
          </p:cNvSpPr>
          <p:nvPr>
            <p:ph type="sldNum" sz="quarter" idx="11"/>
          </p:nvPr>
        </p:nvSpPr>
        <p:spPr/>
        <p:txBody>
          <a:bodyPr/>
          <a:lstStyle/>
          <a:p>
            <a:pPr>
              <a:defRPr/>
            </a:pPr>
            <a:fld id="{9CD3246B-4504-6A44-A3C6-3AD1B220008A}" type="slidenum">
              <a:rPr lang="en-US" altLang="en-US" smtClean="0"/>
              <a:pPr>
                <a:defRPr/>
              </a:pPr>
              <a:t>96</a:t>
            </a:fld>
            <a:endParaRPr lang="en-US" altLang="en-US"/>
          </a:p>
        </p:txBody>
      </p:sp>
    </p:spTree>
    <p:extLst>
      <p:ext uri="{BB962C8B-B14F-4D97-AF65-F5344CB8AC3E}">
        <p14:creationId xmlns:p14="http://schemas.microsoft.com/office/powerpoint/2010/main" val="4159894325"/>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2313-9A23-9945-8E35-F641A91B84E6}"/>
              </a:ext>
            </a:extLst>
          </p:cNvPr>
          <p:cNvSpPr>
            <a:spLocks noGrp="1"/>
          </p:cNvSpPr>
          <p:nvPr>
            <p:ph type="title"/>
          </p:nvPr>
        </p:nvSpPr>
        <p:spPr/>
        <p:txBody>
          <a:bodyPr/>
          <a:lstStyle/>
          <a:p>
            <a:r>
              <a:rPr lang="en-US" dirty="0"/>
              <a:t>Three Cache Organization Methods</a:t>
            </a:r>
          </a:p>
        </p:txBody>
      </p:sp>
      <p:sp>
        <p:nvSpPr>
          <p:cNvPr id="3" name="Content Placeholder 2">
            <a:extLst>
              <a:ext uri="{FF2B5EF4-FFF2-40B4-BE49-F238E27FC236}">
                <a16:creationId xmlns:a16="http://schemas.microsoft.com/office/drawing/2014/main" id="{D5175C55-BCF6-C648-A20B-5EB014DD65D0}"/>
              </a:ext>
            </a:extLst>
          </p:cNvPr>
          <p:cNvSpPr>
            <a:spLocks noGrp="1"/>
          </p:cNvSpPr>
          <p:nvPr>
            <p:ph idx="1"/>
          </p:nvPr>
        </p:nvSpPr>
        <p:spPr>
          <a:xfrm>
            <a:off x="0" y="997529"/>
            <a:ext cx="9296400" cy="5193723"/>
          </a:xfrm>
        </p:spPr>
        <p:txBody>
          <a:bodyPr/>
          <a:lstStyle/>
          <a:p>
            <a:r>
              <a:rPr lang="en-US" dirty="0">
                <a:solidFill>
                  <a:srgbClr val="0432FF"/>
                </a:solidFill>
              </a:rPr>
              <a:t>Direct-mapped</a:t>
            </a:r>
            <a:r>
              <a:rPr lang="en-US" dirty="0"/>
              <a:t>: </a:t>
            </a:r>
          </a:p>
          <a:p>
            <a:pPr lvl="1"/>
            <a:r>
              <a:rPr lang="en-US" altLang="zh-CN" dirty="0"/>
              <a:t>A chunk can go to </a:t>
            </a:r>
            <a:r>
              <a:rPr lang="en-US" altLang="zh-CN" b="1" dirty="0"/>
              <a:t>only one </a:t>
            </a:r>
            <a:r>
              <a:rPr lang="en-US" altLang="zh-CN" dirty="0"/>
              <a:t>cache block in the cache. (</a:t>
            </a:r>
            <a:r>
              <a:rPr lang="en-US" altLang="zh-CN" dirty="0">
                <a:solidFill>
                  <a:srgbClr val="C00000"/>
                </a:solidFill>
              </a:rPr>
              <a:t>Another extreme</a:t>
            </a:r>
            <a:r>
              <a:rPr lang="en-US" altLang="zh-CN" dirty="0"/>
              <a:t>)</a:t>
            </a:r>
            <a:endParaRPr lang="en-US" dirty="0"/>
          </a:p>
          <a:p>
            <a:r>
              <a:rPr lang="en-US" altLang="zh-CN" dirty="0">
                <a:solidFill>
                  <a:srgbClr val="0432FF"/>
                </a:solidFill>
              </a:rPr>
              <a:t>Fully-associative</a:t>
            </a:r>
            <a:r>
              <a:rPr lang="en-US" altLang="zh-CN" dirty="0"/>
              <a:t>:</a:t>
            </a:r>
          </a:p>
          <a:p>
            <a:pPr lvl="1"/>
            <a:r>
              <a:rPr lang="en-US" altLang="zh-CN" dirty="0"/>
              <a:t>A chunk can go to </a:t>
            </a:r>
            <a:r>
              <a:rPr lang="en-US" altLang="zh-CN" b="1" dirty="0"/>
              <a:t>any</a:t>
            </a:r>
            <a:r>
              <a:rPr lang="en-US" altLang="zh-CN" dirty="0"/>
              <a:t> cache block in the cache. (</a:t>
            </a:r>
            <a:r>
              <a:rPr lang="en-US" altLang="zh-CN" dirty="0">
                <a:solidFill>
                  <a:srgbClr val="C00000"/>
                </a:solidFill>
              </a:rPr>
              <a:t>One extreme</a:t>
            </a:r>
            <a:r>
              <a:rPr lang="en-US" altLang="zh-CN" dirty="0"/>
              <a:t>)</a:t>
            </a:r>
          </a:p>
          <a:p>
            <a:r>
              <a:rPr lang="en-US" altLang="zh-CN" dirty="0">
                <a:solidFill>
                  <a:srgbClr val="0432FF"/>
                </a:solidFill>
              </a:rPr>
              <a:t>Set-associative</a:t>
            </a:r>
            <a:r>
              <a:rPr lang="en-US" altLang="zh-CN" dirty="0"/>
              <a:t>: </a:t>
            </a:r>
          </a:p>
          <a:p>
            <a:pPr lvl="1"/>
            <a:r>
              <a:rPr lang="en-US" altLang="zh-CN" dirty="0"/>
              <a:t>A chunk can go to </a:t>
            </a:r>
            <a:r>
              <a:rPr lang="en-US" altLang="zh-CN" b="1" dirty="0"/>
              <a:t>N </a:t>
            </a:r>
            <a:r>
              <a:rPr lang="en-US" altLang="zh-CN" dirty="0"/>
              <a:t>cache blocks in the </a:t>
            </a:r>
            <a:r>
              <a:rPr lang="en-US" altLang="zh-CN" b="1" dirty="0"/>
              <a:t>N</a:t>
            </a:r>
            <a:r>
              <a:rPr lang="en-US" altLang="zh-CN" dirty="0"/>
              <a:t>-way set-associative cache. (</a:t>
            </a:r>
            <a:r>
              <a:rPr lang="en-US" altLang="zh-CN" dirty="0">
                <a:solidFill>
                  <a:srgbClr val="00B0F0"/>
                </a:solidFill>
              </a:rPr>
              <a:t>Best choice</a:t>
            </a:r>
            <a:r>
              <a:rPr lang="en-US" altLang="zh-CN" dirty="0"/>
              <a:t>)</a:t>
            </a:r>
          </a:p>
          <a:p>
            <a:endParaRPr lang="en-US" dirty="0">
              <a:solidFill>
                <a:srgbClr val="0432FF"/>
              </a:solidFill>
            </a:endParaRPr>
          </a:p>
        </p:txBody>
      </p:sp>
      <p:sp>
        <p:nvSpPr>
          <p:cNvPr id="4" name="Slide Number Placeholder 3">
            <a:extLst>
              <a:ext uri="{FF2B5EF4-FFF2-40B4-BE49-F238E27FC236}">
                <a16:creationId xmlns:a16="http://schemas.microsoft.com/office/drawing/2014/main" id="{D55E1C36-3100-E149-BFAA-F75448466FB3}"/>
              </a:ext>
            </a:extLst>
          </p:cNvPr>
          <p:cNvSpPr>
            <a:spLocks noGrp="1"/>
          </p:cNvSpPr>
          <p:nvPr>
            <p:ph type="sldNum" sz="quarter" idx="11"/>
          </p:nvPr>
        </p:nvSpPr>
        <p:spPr/>
        <p:txBody>
          <a:bodyPr/>
          <a:lstStyle/>
          <a:p>
            <a:pPr>
              <a:defRPr/>
            </a:pPr>
            <a:fld id="{9CD3246B-4504-6A44-A3C6-3AD1B220008A}" type="slidenum">
              <a:rPr lang="en-US" altLang="en-US" smtClean="0"/>
              <a:pPr>
                <a:defRPr/>
              </a:pPr>
              <a:t>97</a:t>
            </a:fld>
            <a:endParaRPr lang="en-US" altLang="en-US"/>
          </a:p>
        </p:txBody>
      </p:sp>
      <p:pic>
        <p:nvPicPr>
          <p:cNvPr id="6" name="Picture 5">
            <a:extLst>
              <a:ext uri="{FF2B5EF4-FFF2-40B4-BE49-F238E27FC236}">
                <a16:creationId xmlns:a16="http://schemas.microsoft.com/office/drawing/2014/main" id="{BF1A0D9D-8097-0049-A350-9522347EC714}"/>
              </a:ext>
            </a:extLst>
          </p:cNvPr>
          <p:cNvPicPr>
            <a:picLocks noChangeAspect="1"/>
          </p:cNvPicPr>
          <p:nvPr/>
        </p:nvPicPr>
        <p:blipFill>
          <a:blip r:embed="rId2"/>
          <a:stretch>
            <a:fillRect/>
          </a:stretch>
        </p:blipFill>
        <p:spPr>
          <a:xfrm>
            <a:off x="224158" y="4215142"/>
            <a:ext cx="8724900" cy="2273526"/>
          </a:xfrm>
          <a:prstGeom prst="rect">
            <a:avLst/>
          </a:prstGeom>
        </p:spPr>
      </p:pic>
      <p:sp>
        <p:nvSpPr>
          <p:cNvPr id="7" name="Rectangle 6">
            <a:extLst>
              <a:ext uri="{FF2B5EF4-FFF2-40B4-BE49-F238E27FC236}">
                <a16:creationId xmlns:a16="http://schemas.microsoft.com/office/drawing/2014/main" id="{199F2B89-5F38-EB42-ABCC-69C84AA69BFA}"/>
              </a:ext>
            </a:extLst>
          </p:cNvPr>
          <p:cNvSpPr/>
          <p:nvPr/>
        </p:nvSpPr>
        <p:spPr>
          <a:xfrm>
            <a:off x="609600" y="6488668"/>
            <a:ext cx="7391400" cy="369332"/>
          </a:xfrm>
          <a:prstGeom prst="rect">
            <a:avLst/>
          </a:prstGeom>
        </p:spPr>
        <p:txBody>
          <a:bodyPr wrap="square">
            <a:spAutoFit/>
          </a:bodyPr>
          <a:lstStyle/>
          <a:p>
            <a:pPr lvl="1" algn="ctr"/>
            <a:r>
              <a:rPr lang="en-US" altLang="en-US" dirty="0"/>
              <a:t>Kim &amp; Mutlu, “Memory Systems,” Computing Handbook, 2014</a:t>
            </a:r>
          </a:p>
        </p:txBody>
      </p:sp>
      <p:sp>
        <p:nvSpPr>
          <p:cNvPr id="8" name="Rectangle 5">
            <a:extLst>
              <a:ext uri="{FF2B5EF4-FFF2-40B4-BE49-F238E27FC236}">
                <a16:creationId xmlns:a16="http://schemas.microsoft.com/office/drawing/2014/main" id="{CC72AC6D-9452-472A-ACA5-04CBC08A6916}"/>
              </a:ext>
            </a:extLst>
          </p:cNvPr>
          <p:cNvSpPr/>
          <p:nvPr/>
        </p:nvSpPr>
        <p:spPr>
          <a:xfrm>
            <a:off x="357508" y="3067682"/>
            <a:ext cx="8458200" cy="114746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24607539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14D4EE27-B8D2-B344-9306-834BC416EA8D}"/>
              </a:ext>
            </a:extLst>
          </p:cNvPr>
          <p:cNvSpPr>
            <a:spLocks noGrp="1" noChangeArrowheads="1"/>
          </p:cNvSpPr>
          <p:nvPr>
            <p:ph idx="1"/>
          </p:nvPr>
        </p:nvSpPr>
        <p:spPr>
          <a:xfrm>
            <a:off x="92074" y="996950"/>
            <a:ext cx="9050338" cy="5194300"/>
          </a:xfrm>
        </p:spPr>
        <p:txBody>
          <a:bodyPr/>
          <a:lstStyle/>
          <a:p>
            <a:r>
              <a:rPr lang="en-US" altLang="en-US" sz="2000" b="1" dirty="0">
                <a:ea typeface="ＭＳ Ｐゴシック" panose="020B0600070205080204" pitchFamily="34" charset="-128"/>
              </a:rPr>
              <a:t>Set-Associative Cache</a:t>
            </a:r>
          </a:p>
          <a:p>
            <a:pPr lvl="1"/>
            <a:r>
              <a:rPr lang="en-US" altLang="en-US" sz="2000" dirty="0">
                <a:ea typeface="ＭＳ Ｐゴシック" panose="020B0600070205080204" pitchFamily="34" charset="-128"/>
              </a:rPr>
              <a:t>A block can be placed in any of </a:t>
            </a:r>
            <a:r>
              <a:rPr lang="en-US" altLang="en-US" sz="2000" dirty="0">
                <a:solidFill>
                  <a:srgbClr val="0432FF"/>
                </a:solidFill>
                <a:ea typeface="ＭＳ Ｐゴシック" panose="020B0600070205080204" pitchFamily="34" charset="-128"/>
              </a:rPr>
              <a:t>N</a:t>
            </a:r>
            <a:r>
              <a:rPr lang="en-US" altLang="en-US" sz="2000" dirty="0">
                <a:ea typeface="ＭＳ Ｐゴシック" panose="020B0600070205080204" pitchFamily="34" charset="-128"/>
              </a:rPr>
              <a:t> blocks of </a:t>
            </a:r>
            <a:r>
              <a:rPr lang="en-US" altLang="en-US" sz="2000" dirty="0">
                <a:solidFill>
                  <a:srgbClr val="0432FF"/>
                </a:solidFill>
                <a:ea typeface="ＭＳ Ｐゴシック" panose="020B0600070205080204" pitchFamily="34" charset="-128"/>
              </a:rPr>
              <a:t>N</a:t>
            </a:r>
            <a:r>
              <a:rPr lang="en-US" altLang="en-US" sz="2000" dirty="0">
                <a:ea typeface="ＭＳ Ｐゴシック" panose="020B0600070205080204" pitchFamily="34" charset="-128"/>
              </a:rPr>
              <a:t>-way set-associative cache</a:t>
            </a:r>
          </a:p>
          <a:p>
            <a:pPr lvl="1"/>
            <a:r>
              <a:rPr lang="en-US" altLang="en-US" sz="2000" dirty="0">
                <a:ea typeface="ＭＳ Ｐゴシック" panose="020B0600070205080204" pitchFamily="34" charset="-128"/>
              </a:rPr>
              <a:t>Example of 2-way cache: </a:t>
            </a:r>
          </a:p>
          <a:p>
            <a:pPr lvl="2"/>
            <a:r>
              <a:rPr lang="en-US" altLang="en-US" sz="1800" dirty="0">
                <a:ea typeface="ＭＳ Ｐゴシック" panose="020B0600070205080204" pitchFamily="34" charset="-128"/>
              </a:rPr>
              <a:t>Instead of having one column of 8, have 2 columns of 4 blocks</a:t>
            </a: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endParaRPr lang="en-US" altLang="en-US" sz="2200" dirty="0">
              <a:ea typeface="ＭＳ Ｐゴシック" panose="020B0600070205080204" pitchFamily="34" charset="-128"/>
            </a:endParaRPr>
          </a:p>
          <a:p>
            <a:pPr lvl="4"/>
            <a:endParaRPr lang="en-US" altLang="en-US" sz="1400" dirty="0">
              <a:ea typeface="ＭＳ Ｐゴシック" panose="020B0600070205080204" pitchFamily="34" charset="-128"/>
            </a:endParaRPr>
          </a:p>
        </p:txBody>
      </p:sp>
      <p:sp>
        <p:nvSpPr>
          <p:cNvPr id="126978" name="Title 1">
            <a:extLst>
              <a:ext uri="{FF2B5EF4-FFF2-40B4-BE49-F238E27FC236}">
                <a16:creationId xmlns:a16="http://schemas.microsoft.com/office/drawing/2014/main" id="{219AEB2E-813E-8246-854B-1164DCE8EF21}"/>
              </a:ext>
            </a:extLst>
          </p:cNvPr>
          <p:cNvSpPr>
            <a:spLocks noGrp="1" noChangeArrowheads="1"/>
          </p:cNvSpPr>
          <p:nvPr>
            <p:ph type="title"/>
          </p:nvPr>
        </p:nvSpPr>
        <p:spPr/>
        <p:txBody>
          <a:bodyPr/>
          <a:lstStyle/>
          <a:p>
            <a:r>
              <a:rPr lang="en-US" altLang="en-US" dirty="0">
                <a:ea typeface="ＭＳ Ｐゴシック" panose="020B0600070205080204" pitchFamily="34" charset="-128"/>
              </a:rPr>
              <a:t>2-way Set-Associative Cache: Structure</a:t>
            </a:r>
          </a:p>
        </p:txBody>
      </p:sp>
      <p:sp>
        <p:nvSpPr>
          <p:cNvPr id="126979" name="Slide Number Placeholder 3">
            <a:extLst>
              <a:ext uri="{FF2B5EF4-FFF2-40B4-BE49-F238E27FC236}">
                <a16:creationId xmlns:a16="http://schemas.microsoft.com/office/drawing/2014/main" id="{4DEA535A-D5BA-884C-A283-87C0C900E15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8D00693-415E-EA49-8436-79EC48361603}" type="slidenum">
              <a:rPr lang="en-US" altLang="en-US" sz="1600" smtClean="0">
                <a:solidFill>
                  <a:srgbClr val="000000"/>
                </a:solidFill>
                <a:latin typeface="Garamond" panose="02020404030301010803" pitchFamily="18" charset="0"/>
              </a:rPr>
              <a:pPr eaLnBrk="1" hangingPunct="1">
                <a:spcBef>
                  <a:spcPct val="0"/>
                </a:spcBef>
                <a:buClrTx/>
                <a:buSzTx/>
                <a:buFontTx/>
                <a:buNone/>
              </a:pPr>
              <a:t>98</a:t>
            </a:fld>
            <a:endParaRPr lang="en-US" altLang="en-US" sz="1600">
              <a:solidFill>
                <a:srgbClr val="000000"/>
              </a:solidFill>
              <a:latin typeface="Garamond" panose="02020404030301010803" pitchFamily="18" charset="0"/>
            </a:endParaRPr>
          </a:p>
        </p:txBody>
      </p:sp>
      <p:sp>
        <p:nvSpPr>
          <p:cNvPr id="84996" name="Rectangle 5">
            <a:extLst>
              <a:ext uri="{FF2B5EF4-FFF2-40B4-BE49-F238E27FC236}">
                <a16:creationId xmlns:a16="http://schemas.microsoft.com/office/drawing/2014/main" id="{5D6FF381-9886-FE45-BC91-D90476171820}"/>
              </a:ext>
            </a:extLst>
          </p:cNvPr>
          <p:cNvSpPr>
            <a:spLocks noChangeArrowheads="1"/>
          </p:cNvSpPr>
          <p:nvPr/>
        </p:nvSpPr>
        <p:spPr bwMode="auto">
          <a:xfrm>
            <a:off x="1562020" y="3261757"/>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7" name="Rectangle 6">
            <a:extLst>
              <a:ext uri="{FF2B5EF4-FFF2-40B4-BE49-F238E27FC236}">
                <a16:creationId xmlns:a16="http://schemas.microsoft.com/office/drawing/2014/main" id="{29A5B9EA-4946-F94F-B55D-0C5D912EAD1B}"/>
              </a:ext>
            </a:extLst>
          </p:cNvPr>
          <p:cNvSpPr>
            <a:spLocks noChangeArrowheads="1"/>
          </p:cNvSpPr>
          <p:nvPr/>
        </p:nvSpPr>
        <p:spPr bwMode="auto">
          <a:xfrm>
            <a:off x="1562020" y="3433207"/>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8" name="Rectangle 7">
            <a:extLst>
              <a:ext uri="{FF2B5EF4-FFF2-40B4-BE49-F238E27FC236}">
                <a16:creationId xmlns:a16="http://schemas.microsoft.com/office/drawing/2014/main" id="{E22A95A7-7AB7-7546-90E1-D63DB5BA7F2E}"/>
              </a:ext>
            </a:extLst>
          </p:cNvPr>
          <p:cNvSpPr>
            <a:spLocks noChangeArrowheads="1"/>
          </p:cNvSpPr>
          <p:nvPr/>
        </p:nvSpPr>
        <p:spPr bwMode="auto">
          <a:xfrm>
            <a:off x="1562020" y="3599895"/>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9" name="Rectangle 8">
            <a:extLst>
              <a:ext uri="{FF2B5EF4-FFF2-40B4-BE49-F238E27FC236}">
                <a16:creationId xmlns:a16="http://schemas.microsoft.com/office/drawing/2014/main" id="{1BE2B26D-D588-0140-9EA7-189A83BBE3BF}"/>
              </a:ext>
            </a:extLst>
          </p:cNvPr>
          <p:cNvSpPr>
            <a:spLocks noChangeArrowheads="1"/>
          </p:cNvSpPr>
          <p:nvPr/>
        </p:nvSpPr>
        <p:spPr bwMode="auto">
          <a:xfrm>
            <a:off x="1562020" y="3764995"/>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0" name="Rectangle 9">
            <a:extLst>
              <a:ext uri="{FF2B5EF4-FFF2-40B4-BE49-F238E27FC236}">
                <a16:creationId xmlns:a16="http://schemas.microsoft.com/office/drawing/2014/main" id="{271EE07F-B8D2-1142-904F-988E8A9B9648}"/>
              </a:ext>
            </a:extLst>
          </p:cNvPr>
          <p:cNvSpPr>
            <a:spLocks noChangeArrowheads="1"/>
          </p:cNvSpPr>
          <p:nvPr/>
        </p:nvSpPr>
        <p:spPr bwMode="auto">
          <a:xfrm>
            <a:off x="3187620" y="3266520"/>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1" name="Rectangle 10">
            <a:extLst>
              <a:ext uri="{FF2B5EF4-FFF2-40B4-BE49-F238E27FC236}">
                <a16:creationId xmlns:a16="http://schemas.microsoft.com/office/drawing/2014/main" id="{6D7A58F1-C30B-CF49-8CF0-BCD679F31AD0}"/>
              </a:ext>
            </a:extLst>
          </p:cNvPr>
          <p:cNvSpPr>
            <a:spLocks noChangeArrowheads="1"/>
          </p:cNvSpPr>
          <p:nvPr/>
        </p:nvSpPr>
        <p:spPr bwMode="auto">
          <a:xfrm>
            <a:off x="3187620" y="3433207"/>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2" name="Rectangle 11">
            <a:extLst>
              <a:ext uri="{FF2B5EF4-FFF2-40B4-BE49-F238E27FC236}">
                <a16:creationId xmlns:a16="http://schemas.microsoft.com/office/drawing/2014/main" id="{1F8A444B-1BDF-6D47-858C-1B3D69C3BA4E}"/>
              </a:ext>
            </a:extLst>
          </p:cNvPr>
          <p:cNvSpPr>
            <a:spLocks noChangeArrowheads="1"/>
          </p:cNvSpPr>
          <p:nvPr/>
        </p:nvSpPr>
        <p:spPr bwMode="auto">
          <a:xfrm>
            <a:off x="3187620" y="3599895"/>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3" name="Rectangle 12">
            <a:extLst>
              <a:ext uri="{FF2B5EF4-FFF2-40B4-BE49-F238E27FC236}">
                <a16:creationId xmlns:a16="http://schemas.microsoft.com/office/drawing/2014/main" id="{8CFCB562-7CB0-1E45-A1F0-2D37C67357C8}"/>
              </a:ext>
            </a:extLst>
          </p:cNvPr>
          <p:cNvSpPr>
            <a:spLocks noChangeArrowheads="1"/>
          </p:cNvSpPr>
          <p:nvPr/>
        </p:nvSpPr>
        <p:spPr bwMode="auto">
          <a:xfrm>
            <a:off x="3187620" y="3764995"/>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4" name="TextBox 13">
            <a:extLst>
              <a:ext uri="{FF2B5EF4-FFF2-40B4-BE49-F238E27FC236}">
                <a16:creationId xmlns:a16="http://schemas.microsoft.com/office/drawing/2014/main" id="{27510A09-5CC9-3245-9301-2EECB6913168}"/>
              </a:ext>
            </a:extLst>
          </p:cNvPr>
          <p:cNvSpPr txBox="1">
            <a:spLocks noChangeArrowheads="1"/>
          </p:cNvSpPr>
          <p:nvPr/>
        </p:nvSpPr>
        <p:spPr bwMode="auto">
          <a:xfrm>
            <a:off x="2500232" y="2728357"/>
            <a:ext cx="1133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Tag store</a:t>
            </a:r>
          </a:p>
        </p:txBody>
      </p:sp>
      <p:sp>
        <p:nvSpPr>
          <p:cNvPr id="85005" name="Rectangle 15">
            <a:extLst>
              <a:ext uri="{FF2B5EF4-FFF2-40B4-BE49-F238E27FC236}">
                <a16:creationId xmlns:a16="http://schemas.microsoft.com/office/drawing/2014/main" id="{79EA98C8-E377-AB4F-828C-7F811DB1BFE4}"/>
              </a:ext>
            </a:extLst>
          </p:cNvPr>
          <p:cNvSpPr>
            <a:spLocks noChangeArrowheads="1"/>
          </p:cNvSpPr>
          <p:nvPr/>
        </p:nvSpPr>
        <p:spPr bwMode="auto">
          <a:xfrm>
            <a:off x="5691107" y="3255407"/>
            <a:ext cx="1477963"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6" name="Rectangle 16">
            <a:extLst>
              <a:ext uri="{FF2B5EF4-FFF2-40B4-BE49-F238E27FC236}">
                <a16:creationId xmlns:a16="http://schemas.microsoft.com/office/drawing/2014/main" id="{8EF1A4C4-E4BE-C244-B81F-CAA9CECDDBD2}"/>
              </a:ext>
            </a:extLst>
          </p:cNvPr>
          <p:cNvSpPr>
            <a:spLocks noChangeArrowheads="1"/>
          </p:cNvSpPr>
          <p:nvPr/>
        </p:nvSpPr>
        <p:spPr bwMode="auto">
          <a:xfrm>
            <a:off x="5691107" y="3425270"/>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7" name="Rectangle 17">
            <a:extLst>
              <a:ext uri="{FF2B5EF4-FFF2-40B4-BE49-F238E27FC236}">
                <a16:creationId xmlns:a16="http://schemas.microsoft.com/office/drawing/2014/main" id="{AD432375-8FF4-754B-AC3D-FC3D283AD6EC}"/>
              </a:ext>
            </a:extLst>
          </p:cNvPr>
          <p:cNvSpPr>
            <a:spLocks noChangeArrowheads="1"/>
          </p:cNvSpPr>
          <p:nvPr/>
        </p:nvSpPr>
        <p:spPr bwMode="auto">
          <a:xfrm>
            <a:off x="5691107" y="3591957"/>
            <a:ext cx="1477963"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8" name="Rectangle 18">
            <a:extLst>
              <a:ext uri="{FF2B5EF4-FFF2-40B4-BE49-F238E27FC236}">
                <a16:creationId xmlns:a16="http://schemas.microsoft.com/office/drawing/2014/main" id="{A13DA05C-D41B-4944-9E91-A904089A004B}"/>
              </a:ext>
            </a:extLst>
          </p:cNvPr>
          <p:cNvSpPr>
            <a:spLocks noChangeArrowheads="1"/>
          </p:cNvSpPr>
          <p:nvPr/>
        </p:nvSpPr>
        <p:spPr bwMode="auto">
          <a:xfrm>
            <a:off x="5691107" y="3758645"/>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9" name="Rectangle 19">
            <a:extLst>
              <a:ext uri="{FF2B5EF4-FFF2-40B4-BE49-F238E27FC236}">
                <a16:creationId xmlns:a16="http://schemas.microsoft.com/office/drawing/2014/main" id="{09DCC0D1-BA8A-C54E-9AB3-A836FD713018}"/>
              </a:ext>
            </a:extLst>
          </p:cNvPr>
          <p:cNvSpPr>
            <a:spLocks noChangeArrowheads="1"/>
          </p:cNvSpPr>
          <p:nvPr/>
        </p:nvSpPr>
        <p:spPr bwMode="auto">
          <a:xfrm>
            <a:off x="7397670" y="3266520"/>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0" name="Rectangle 20">
            <a:extLst>
              <a:ext uri="{FF2B5EF4-FFF2-40B4-BE49-F238E27FC236}">
                <a16:creationId xmlns:a16="http://schemas.microsoft.com/office/drawing/2014/main" id="{997F3818-FEAF-8C4B-9EF4-03AC340EB0AD}"/>
              </a:ext>
            </a:extLst>
          </p:cNvPr>
          <p:cNvSpPr>
            <a:spLocks noChangeArrowheads="1"/>
          </p:cNvSpPr>
          <p:nvPr/>
        </p:nvSpPr>
        <p:spPr bwMode="auto">
          <a:xfrm>
            <a:off x="7397670" y="3433207"/>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1" name="Rectangle 21">
            <a:extLst>
              <a:ext uri="{FF2B5EF4-FFF2-40B4-BE49-F238E27FC236}">
                <a16:creationId xmlns:a16="http://schemas.microsoft.com/office/drawing/2014/main" id="{AE060A96-06A1-B94A-A482-F5F91C44A2EF}"/>
              </a:ext>
            </a:extLst>
          </p:cNvPr>
          <p:cNvSpPr>
            <a:spLocks noChangeArrowheads="1"/>
          </p:cNvSpPr>
          <p:nvPr/>
        </p:nvSpPr>
        <p:spPr bwMode="auto">
          <a:xfrm>
            <a:off x="7397670" y="3599895"/>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2" name="Rectangle 22">
            <a:extLst>
              <a:ext uri="{FF2B5EF4-FFF2-40B4-BE49-F238E27FC236}">
                <a16:creationId xmlns:a16="http://schemas.microsoft.com/office/drawing/2014/main" id="{59138812-C99E-1845-B263-41E73B01FF2E}"/>
              </a:ext>
            </a:extLst>
          </p:cNvPr>
          <p:cNvSpPr>
            <a:spLocks noChangeArrowheads="1"/>
          </p:cNvSpPr>
          <p:nvPr/>
        </p:nvSpPr>
        <p:spPr bwMode="auto">
          <a:xfrm>
            <a:off x="7397670" y="3764995"/>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3" name="TextBox 23">
            <a:extLst>
              <a:ext uri="{FF2B5EF4-FFF2-40B4-BE49-F238E27FC236}">
                <a16:creationId xmlns:a16="http://schemas.microsoft.com/office/drawing/2014/main" id="{A77CF628-0004-6343-90A6-CD0D2CB484E3}"/>
              </a:ext>
            </a:extLst>
          </p:cNvPr>
          <p:cNvSpPr txBox="1">
            <a:spLocks noChangeArrowheads="1"/>
          </p:cNvSpPr>
          <p:nvPr/>
        </p:nvSpPr>
        <p:spPr bwMode="auto">
          <a:xfrm>
            <a:off x="6545182" y="2728357"/>
            <a:ext cx="1247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 store</a:t>
            </a:r>
          </a:p>
        </p:txBody>
      </p:sp>
      <p:sp>
        <p:nvSpPr>
          <p:cNvPr id="85014" name="TextBox 24">
            <a:extLst>
              <a:ext uri="{FF2B5EF4-FFF2-40B4-BE49-F238E27FC236}">
                <a16:creationId xmlns:a16="http://schemas.microsoft.com/office/drawing/2014/main" id="{2479C164-286A-D24F-B3D4-FDC33B084285}"/>
              </a:ext>
            </a:extLst>
          </p:cNvPr>
          <p:cNvSpPr txBox="1">
            <a:spLocks noChangeArrowheads="1"/>
          </p:cNvSpPr>
          <p:nvPr/>
        </p:nvSpPr>
        <p:spPr bwMode="auto">
          <a:xfrm>
            <a:off x="3247945" y="3723720"/>
            <a:ext cx="2873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a:solidFill>
                  <a:srgbClr val="000000"/>
                </a:solidFill>
                <a:latin typeface="Arial" panose="020B0604020202020204" pitchFamily="34" charset="0"/>
              </a:rPr>
              <a:t>V</a:t>
            </a:r>
          </a:p>
        </p:txBody>
      </p:sp>
      <p:sp>
        <p:nvSpPr>
          <p:cNvPr id="85015" name="TextBox 25">
            <a:extLst>
              <a:ext uri="{FF2B5EF4-FFF2-40B4-BE49-F238E27FC236}">
                <a16:creationId xmlns:a16="http://schemas.microsoft.com/office/drawing/2014/main" id="{A8422727-0C33-4046-8099-80407CF389BA}"/>
              </a:ext>
            </a:extLst>
          </p:cNvPr>
          <p:cNvSpPr txBox="1">
            <a:spLocks noChangeArrowheads="1"/>
          </p:cNvSpPr>
          <p:nvPr/>
        </p:nvSpPr>
        <p:spPr bwMode="auto">
          <a:xfrm>
            <a:off x="3860720" y="3714195"/>
            <a:ext cx="39846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a:solidFill>
                  <a:srgbClr val="000000"/>
                </a:solidFill>
                <a:latin typeface="Arial" panose="020B0604020202020204" pitchFamily="34" charset="0"/>
              </a:rPr>
              <a:t>tag</a:t>
            </a:r>
          </a:p>
        </p:txBody>
      </p:sp>
      <p:sp>
        <p:nvSpPr>
          <p:cNvPr id="85016" name="Rectangle 26">
            <a:extLst>
              <a:ext uri="{FF2B5EF4-FFF2-40B4-BE49-F238E27FC236}">
                <a16:creationId xmlns:a16="http://schemas.microsoft.com/office/drawing/2014/main" id="{604B6517-FEB9-974B-89CE-2C0FE5ABDBF5}"/>
              </a:ext>
            </a:extLst>
          </p:cNvPr>
          <p:cNvSpPr>
            <a:spLocks noChangeArrowheads="1"/>
          </p:cNvSpPr>
          <p:nvPr/>
        </p:nvSpPr>
        <p:spPr bwMode="auto">
          <a:xfrm>
            <a:off x="3633707" y="4347607"/>
            <a:ext cx="625475" cy="3365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7" name="TextBox 27">
            <a:extLst>
              <a:ext uri="{FF2B5EF4-FFF2-40B4-BE49-F238E27FC236}">
                <a16:creationId xmlns:a16="http://schemas.microsoft.com/office/drawing/2014/main" id="{18F5C11D-0B32-304D-8276-C7D8ED958F01}"/>
              </a:ext>
            </a:extLst>
          </p:cNvPr>
          <p:cNvSpPr txBox="1">
            <a:spLocks noChangeArrowheads="1"/>
          </p:cNvSpPr>
          <p:nvPr/>
        </p:nvSpPr>
        <p:spPr bwMode="auto">
          <a:xfrm>
            <a:off x="3732132" y="4323795"/>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5018" name="Straight Arrow Connector 28">
            <a:extLst>
              <a:ext uri="{FF2B5EF4-FFF2-40B4-BE49-F238E27FC236}">
                <a16:creationId xmlns:a16="http://schemas.microsoft.com/office/drawing/2014/main" id="{278AD076-6C3B-9644-BF94-55BF2334589B}"/>
              </a:ext>
            </a:extLst>
          </p:cNvPr>
          <p:cNvCxnSpPr>
            <a:cxnSpLocks noChangeShapeType="1"/>
          </p:cNvCxnSpPr>
          <p:nvPr/>
        </p:nvCxnSpPr>
        <p:spPr bwMode="auto">
          <a:xfrm rot="5400000">
            <a:off x="3762294" y="4142820"/>
            <a:ext cx="417513"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19" name="Straight Arrow Connector 29">
            <a:extLst>
              <a:ext uri="{FF2B5EF4-FFF2-40B4-BE49-F238E27FC236}">
                <a16:creationId xmlns:a16="http://schemas.microsoft.com/office/drawing/2014/main" id="{7E0E6231-C6EF-0E40-9CC6-5151BD1E5996}"/>
              </a:ext>
            </a:extLst>
          </p:cNvPr>
          <p:cNvCxnSpPr>
            <a:cxnSpLocks noChangeShapeType="1"/>
          </p:cNvCxnSpPr>
          <p:nvPr/>
        </p:nvCxnSpPr>
        <p:spPr bwMode="auto">
          <a:xfrm>
            <a:off x="3390820" y="3926920"/>
            <a:ext cx="469900" cy="4254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0" name="Straight Arrow Connector 30">
            <a:extLst>
              <a:ext uri="{FF2B5EF4-FFF2-40B4-BE49-F238E27FC236}">
                <a16:creationId xmlns:a16="http://schemas.microsoft.com/office/drawing/2014/main" id="{18B16E5D-F64B-484C-835D-A6D71092374D}"/>
              </a:ext>
            </a:extLst>
          </p:cNvPr>
          <p:cNvCxnSpPr>
            <a:cxnSpLocks noChangeShapeType="1"/>
          </p:cNvCxnSpPr>
          <p:nvPr/>
        </p:nvCxnSpPr>
        <p:spPr bwMode="auto">
          <a:xfrm rot="5400000">
            <a:off x="7908051" y="4146788"/>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1" name="Straight Connector 31">
            <a:extLst>
              <a:ext uri="{FF2B5EF4-FFF2-40B4-BE49-F238E27FC236}">
                <a16:creationId xmlns:a16="http://schemas.microsoft.com/office/drawing/2014/main" id="{066D852C-EDF5-6546-BABD-DA7F0530F167}"/>
              </a:ext>
            </a:extLst>
          </p:cNvPr>
          <p:cNvCxnSpPr>
            <a:cxnSpLocks noChangeShapeType="1"/>
          </p:cNvCxnSpPr>
          <p:nvPr/>
        </p:nvCxnSpPr>
        <p:spPr bwMode="auto">
          <a:xfrm rot="5400000">
            <a:off x="3294776" y="3595926"/>
            <a:ext cx="6762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22" name="TextBox 33">
            <a:extLst>
              <a:ext uri="{FF2B5EF4-FFF2-40B4-BE49-F238E27FC236}">
                <a16:creationId xmlns:a16="http://schemas.microsoft.com/office/drawing/2014/main" id="{B6C608DC-E1C9-BA44-9653-312E48197EDF}"/>
              </a:ext>
            </a:extLst>
          </p:cNvPr>
          <p:cNvSpPr txBox="1">
            <a:spLocks noChangeArrowheads="1"/>
          </p:cNvSpPr>
          <p:nvPr/>
        </p:nvSpPr>
        <p:spPr bwMode="auto">
          <a:xfrm>
            <a:off x="1684257" y="3722132"/>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a:solidFill>
                  <a:srgbClr val="000000"/>
                </a:solidFill>
                <a:latin typeface="Arial" panose="020B0604020202020204" pitchFamily="34" charset="0"/>
              </a:rPr>
              <a:t>V</a:t>
            </a:r>
          </a:p>
        </p:txBody>
      </p:sp>
      <p:sp>
        <p:nvSpPr>
          <p:cNvPr id="85023" name="TextBox 34">
            <a:extLst>
              <a:ext uri="{FF2B5EF4-FFF2-40B4-BE49-F238E27FC236}">
                <a16:creationId xmlns:a16="http://schemas.microsoft.com/office/drawing/2014/main" id="{1165EA1D-F4CF-A34F-915D-FCB003B28F46}"/>
              </a:ext>
            </a:extLst>
          </p:cNvPr>
          <p:cNvSpPr txBox="1">
            <a:spLocks noChangeArrowheads="1"/>
          </p:cNvSpPr>
          <p:nvPr/>
        </p:nvSpPr>
        <p:spPr bwMode="auto">
          <a:xfrm>
            <a:off x="2297032" y="3712607"/>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a:solidFill>
                  <a:srgbClr val="000000"/>
                </a:solidFill>
                <a:latin typeface="Arial" panose="020B0604020202020204" pitchFamily="34" charset="0"/>
              </a:rPr>
              <a:t>tag</a:t>
            </a:r>
          </a:p>
        </p:txBody>
      </p:sp>
      <p:sp>
        <p:nvSpPr>
          <p:cNvPr id="85024" name="Rectangle 35">
            <a:extLst>
              <a:ext uri="{FF2B5EF4-FFF2-40B4-BE49-F238E27FC236}">
                <a16:creationId xmlns:a16="http://schemas.microsoft.com/office/drawing/2014/main" id="{CE81705B-712E-6049-BA8A-382EA2253311}"/>
              </a:ext>
            </a:extLst>
          </p:cNvPr>
          <p:cNvSpPr>
            <a:spLocks noChangeArrowheads="1"/>
          </p:cNvSpPr>
          <p:nvPr/>
        </p:nvSpPr>
        <p:spPr bwMode="auto">
          <a:xfrm>
            <a:off x="2070020" y="4344432"/>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25" name="TextBox 36">
            <a:extLst>
              <a:ext uri="{FF2B5EF4-FFF2-40B4-BE49-F238E27FC236}">
                <a16:creationId xmlns:a16="http://schemas.microsoft.com/office/drawing/2014/main" id="{B60A7A8E-0CB6-AA4B-B681-5AF18A910E15}"/>
              </a:ext>
            </a:extLst>
          </p:cNvPr>
          <p:cNvSpPr txBox="1">
            <a:spLocks noChangeArrowheads="1"/>
          </p:cNvSpPr>
          <p:nvPr/>
        </p:nvSpPr>
        <p:spPr bwMode="auto">
          <a:xfrm>
            <a:off x="2168445" y="4322207"/>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5026" name="Straight Arrow Connector 37">
            <a:extLst>
              <a:ext uri="{FF2B5EF4-FFF2-40B4-BE49-F238E27FC236}">
                <a16:creationId xmlns:a16="http://schemas.microsoft.com/office/drawing/2014/main" id="{7B211662-292B-7441-8524-5A7ED899363E}"/>
              </a:ext>
            </a:extLst>
          </p:cNvPr>
          <p:cNvCxnSpPr>
            <a:cxnSpLocks noChangeShapeType="1"/>
          </p:cNvCxnSpPr>
          <p:nvPr/>
        </p:nvCxnSpPr>
        <p:spPr bwMode="auto">
          <a:xfrm rot="5400000">
            <a:off x="2197814" y="4140438"/>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7" name="Straight Arrow Connector 38">
            <a:extLst>
              <a:ext uri="{FF2B5EF4-FFF2-40B4-BE49-F238E27FC236}">
                <a16:creationId xmlns:a16="http://schemas.microsoft.com/office/drawing/2014/main" id="{3135B825-1B06-844A-881B-EEF1A7B4989E}"/>
              </a:ext>
            </a:extLst>
          </p:cNvPr>
          <p:cNvCxnSpPr>
            <a:cxnSpLocks noChangeShapeType="1"/>
          </p:cNvCxnSpPr>
          <p:nvPr/>
        </p:nvCxnSpPr>
        <p:spPr bwMode="auto">
          <a:xfrm>
            <a:off x="1827132" y="3925332"/>
            <a:ext cx="469900" cy="42386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8" name="Straight Connector 39">
            <a:extLst>
              <a:ext uri="{FF2B5EF4-FFF2-40B4-BE49-F238E27FC236}">
                <a16:creationId xmlns:a16="http://schemas.microsoft.com/office/drawing/2014/main" id="{4A2632B6-2D27-9D4A-8674-081BD98A70F3}"/>
              </a:ext>
            </a:extLst>
          </p:cNvPr>
          <p:cNvCxnSpPr>
            <a:cxnSpLocks noChangeShapeType="1"/>
          </p:cNvCxnSpPr>
          <p:nvPr/>
        </p:nvCxnSpPr>
        <p:spPr bwMode="auto">
          <a:xfrm rot="5400000">
            <a:off x="1730294" y="3593545"/>
            <a:ext cx="677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29" name="Rectangle 40">
            <a:extLst>
              <a:ext uri="{FF2B5EF4-FFF2-40B4-BE49-F238E27FC236}">
                <a16:creationId xmlns:a16="http://schemas.microsoft.com/office/drawing/2014/main" id="{D2E90F5C-8214-CE49-8B99-E543BD6C2446}"/>
              </a:ext>
            </a:extLst>
          </p:cNvPr>
          <p:cNvSpPr>
            <a:spLocks noChangeArrowheads="1"/>
          </p:cNvSpPr>
          <p:nvPr/>
        </p:nvSpPr>
        <p:spPr bwMode="auto">
          <a:xfrm>
            <a:off x="265113" y="5776357"/>
            <a:ext cx="1582737"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30" name="TextBox 41">
            <a:extLst>
              <a:ext uri="{FF2B5EF4-FFF2-40B4-BE49-F238E27FC236}">
                <a16:creationId xmlns:a16="http://schemas.microsoft.com/office/drawing/2014/main" id="{307BDD33-5C91-0240-8A3F-A852823F41FC}"/>
              </a:ext>
            </a:extLst>
          </p:cNvPr>
          <p:cNvSpPr txBox="1">
            <a:spLocks noChangeArrowheads="1"/>
          </p:cNvSpPr>
          <p:nvPr/>
        </p:nvSpPr>
        <p:spPr bwMode="auto">
          <a:xfrm>
            <a:off x="596900" y="5055632"/>
            <a:ext cx="1095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Address:</a:t>
            </a:r>
          </a:p>
        </p:txBody>
      </p:sp>
      <p:cxnSp>
        <p:nvCxnSpPr>
          <p:cNvPr id="85031" name="Straight Connector 42">
            <a:extLst>
              <a:ext uri="{FF2B5EF4-FFF2-40B4-BE49-F238E27FC236}">
                <a16:creationId xmlns:a16="http://schemas.microsoft.com/office/drawing/2014/main" id="{8130CD50-EEE8-2847-B00A-556669A1EA4D}"/>
              </a:ext>
            </a:extLst>
          </p:cNvPr>
          <p:cNvCxnSpPr>
            <a:cxnSpLocks noChangeShapeType="1"/>
          </p:cNvCxnSpPr>
          <p:nvPr/>
        </p:nvCxnSpPr>
        <p:spPr bwMode="auto">
          <a:xfrm rot="5400000">
            <a:off x="1141413" y="5943044"/>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5032" name="Straight Connector 43">
            <a:extLst>
              <a:ext uri="{FF2B5EF4-FFF2-40B4-BE49-F238E27FC236}">
                <a16:creationId xmlns:a16="http://schemas.microsoft.com/office/drawing/2014/main" id="{F87F1AA2-1D7B-E042-B34D-81E657324A97}"/>
              </a:ext>
            </a:extLst>
          </p:cNvPr>
          <p:cNvCxnSpPr>
            <a:cxnSpLocks noChangeShapeType="1"/>
          </p:cNvCxnSpPr>
          <p:nvPr/>
        </p:nvCxnSpPr>
        <p:spPr bwMode="auto">
          <a:xfrm rot="5400000">
            <a:off x="604044" y="5942251"/>
            <a:ext cx="3333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33" name="TextBox 44">
            <a:extLst>
              <a:ext uri="{FF2B5EF4-FFF2-40B4-BE49-F238E27FC236}">
                <a16:creationId xmlns:a16="http://schemas.microsoft.com/office/drawing/2014/main" id="{12882D36-E795-414A-84F6-7D03D00DC343}"/>
              </a:ext>
            </a:extLst>
          </p:cNvPr>
          <p:cNvSpPr txBox="1">
            <a:spLocks noChangeArrowheads="1"/>
          </p:cNvSpPr>
          <p:nvPr/>
        </p:nvSpPr>
        <p:spPr bwMode="auto">
          <a:xfrm>
            <a:off x="265113" y="5425519"/>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tag</a:t>
            </a:r>
          </a:p>
        </p:txBody>
      </p:sp>
      <p:sp>
        <p:nvSpPr>
          <p:cNvPr id="85034" name="TextBox 45">
            <a:extLst>
              <a:ext uri="{FF2B5EF4-FFF2-40B4-BE49-F238E27FC236}">
                <a16:creationId xmlns:a16="http://schemas.microsoft.com/office/drawing/2014/main" id="{C8A8AF1F-6EA8-1342-B844-E21D05BB3F63}"/>
              </a:ext>
            </a:extLst>
          </p:cNvPr>
          <p:cNvSpPr txBox="1">
            <a:spLocks noChangeArrowheads="1"/>
          </p:cNvSpPr>
          <p:nvPr/>
        </p:nvSpPr>
        <p:spPr bwMode="auto">
          <a:xfrm>
            <a:off x="725488" y="5439807"/>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index</a:t>
            </a:r>
          </a:p>
        </p:txBody>
      </p:sp>
      <p:sp>
        <p:nvSpPr>
          <p:cNvPr id="85035" name="TextBox 46">
            <a:extLst>
              <a:ext uri="{FF2B5EF4-FFF2-40B4-BE49-F238E27FC236}">
                <a16:creationId xmlns:a16="http://schemas.microsoft.com/office/drawing/2014/main" id="{0D178425-2942-1047-B4B9-C201C44EE4AE}"/>
              </a:ext>
            </a:extLst>
          </p:cNvPr>
          <p:cNvSpPr txBox="1">
            <a:spLocks noChangeArrowheads="1"/>
          </p:cNvSpPr>
          <p:nvPr/>
        </p:nvSpPr>
        <p:spPr bwMode="auto">
          <a:xfrm>
            <a:off x="1338263" y="5439807"/>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byte in block</a:t>
            </a:r>
          </a:p>
        </p:txBody>
      </p:sp>
      <p:sp>
        <p:nvSpPr>
          <p:cNvPr id="85036" name="TextBox 47">
            <a:extLst>
              <a:ext uri="{FF2B5EF4-FFF2-40B4-BE49-F238E27FC236}">
                <a16:creationId xmlns:a16="http://schemas.microsoft.com/office/drawing/2014/main" id="{9F25F9FE-1613-B540-8486-77F5A68E90EE}"/>
              </a:ext>
            </a:extLst>
          </p:cNvPr>
          <p:cNvSpPr txBox="1">
            <a:spLocks noChangeArrowheads="1"/>
          </p:cNvSpPr>
          <p:nvPr/>
        </p:nvSpPr>
        <p:spPr bwMode="auto">
          <a:xfrm>
            <a:off x="1306513" y="5776357"/>
            <a:ext cx="6111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3 bits</a:t>
            </a:r>
          </a:p>
        </p:txBody>
      </p:sp>
      <p:sp>
        <p:nvSpPr>
          <p:cNvPr id="85037" name="TextBox 48">
            <a:extLst>
              <a:ext uri="{FF2B5EF4-FFF2-40B4-BE49-F238E27FC236}">
                <a16:creationId xmlns:a16="http://schemas.microsoft.com/office/drawing/2014/main" id="{009D43BA-666C-B24A-B444-E995E0A96CE3}"/>
              </a:ext>
            </a:extLst>
          </p:cNvPr>
          <p:cNvSpPr txBox="1">
            <a:spLocks noChangeArrowheads="1"/>
          </p:cNvSpPr>
          <p:nvPr/>
        </p:nvSpPr>
        <p:spPr bwMode="auto">
          <a:xfrm>
            <a:off x="771525" y="5774769"/>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2 bits</a:t>
            </a:r>
          </a:p>
        </p:txBody>
      </p:sp>
      <p:sp>
        <p:nvSpPr>
          <p:cNvPr id="85038" name="TextBox 49">
            <a:extLst>
              <a:ext uri="{FF2B5EF4-FFF2-40B4-BE49-F238E27FC236}">
                <a16:creationId xmlns:a16="http://schemas.microsoft.com/office/drawing/2014/main" id="{18522DB8-F339-9E47-9DE7-429F6D9E37D9}"/>
              </a:ext>
            </a:extLst>
          </p:cNvPr>
          <p:cNvSpPr txBox="1">
            <a:spLocks noChangeArrowheads="1"/>
          </p:cNvSpPr>
          <p:nvPr/>
        </p:nvSpPr>
        <p:spPr bwMode="auto">
          <a:xfrm>
            <a:off x="222250" y="5778142"/>
            <a:ext cx="61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3 bits</a:t>
            </a:r>
          </a:p>
        </p:txBody>
      </p:sp>
      <p:sp>
        <p:nvSpPr>
          <p:cNvPr id="85039" name="Rectangle 50">
            <a:extLst>
              <a:ext uri="{FF2B5EF4-FFF2-40B4-BE49-F238E27FC236}">
                <a16:creationId xmlns:a16="http://schemas.microsoft.com/office/drawing/2014/main" id="{039C8259-A1EA-664E-819B-38804C7AB338}"/>
              </a:ext>
            </a:extLst>
          </p:cNvPr>
          <p:cNvSpPr>
            <a:spLocks noChangeArrowheads="1"/>
          </p:cNvSpPr>
          <p:nvPr/>
        </p:nvSpPr>
        <p:spPr bwMode="auto">
          <a:xfrm>
            <a:off x="3419395" y="5036582"/>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40" name="TextBox 51">
            <a:extLst>
              <a:ext uri="{FF2B5EF4-FFF2-40B4-BE49-F238E27FC236}">
                <a16:creationId xmlns:a16="http://schemas.microsoft.com/office/drawing/2014/main" id="{E740C579-04C4-EF43-93E3-BB68ADC2781D}"/>
              </a:ext>
            </a:extLst>
          </p:cNvPr>
          <p:cNvSpPr txBox="1">
            <a:spLocks noChangeArrowheads="1"/>
          </p:cNvSpPr>
          <p:nvPr/>
        </p:nvSpPr>
        <p:spPr bwMode="auto">
          <a:xfrm>
            <a:off x="3430507" y="5036582"/>
            <a:ext cx="6731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600">
                <a:solidFill>
                  <a:srgbClr val="000000"/>
                </a:solidFill>
                <a:latin typeface="Arial" panose="020B0604020202020204" pitchFamily="34" charset="0"/>
              </a:rPr>
              <a:t>Logic</a:t>
            </a:r>
          </a:p>
        </p:txBody>
      </p:sp>
      <p:cxnSp>
        <p:nvCxnSpPr>
          <p:cNvPr id="85041" name="Straight Arrow Connector 53">
            <a:extLst>
              <a:ext uri="{FF2B5EF4-FFF2-40B4-BE49-F238E27FC236}">
                <a16:creationId xmlns:a16="http://schemas.microsoft.com/office/drawing/2014/main" id="{9B1CF68C-C999-D84F-A398-AA829A9BB8F4}"/>
              </a:ext>
            </a:extLst>
          </p:cNvPr>
          <p:cNvCxnSpPr>
            <a:cxnSpLocks noChangeShapeType="1"/>
            <a:endCxn id="85040" idx="1"/>
          </p:cNvCxnSpPr>
          <p:nvPr/>
        </p:nvCxnSpPr>
        <p:spPr bwMode="auto">
          <a:xfrm>
            <a:off x="2695495" y="4682570"/>
            <a:ext cx="735012" cy="5238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2" name="Straight Arrow Connector 55">
            <a:extLst>
              <a:ext uri="{FF2B5EF4-FFF2-40B4-BE49-F238E27FC236}">
                <a16:creationId xmlns:a16="http://schemas.microsoft.com/office/drawing/2014/main" id="{1D390405-7984-3E45-9106-343E0E6D7451}"/>
              </a:ext>
            </a:extLst>
          </p:cNvPr>
          <p:cNvCxnSpPr>
            <a:cxnSpLocks noChangeShapeType="1"/>
            <a:endCxn id="85040" idx="0"/>
          </p:cNvCxnSpPr>
          <p:nvPr/>
        </p:nvCxnSpPr>
        <p:spPr bwMode="auto">
          <a:xfrm rot="10800000" flipV="1">
            <a:off x="3767057" y="4682570"/>
            <a:ext cx="441325" cy="35401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3" name="Straight Arrow Connector 59">
            <a:extLst>
              <a:ext uri="{FF2B5EF4-FFF2-40B4-BE49-F238E27FC236}">
                <a16:creationId xmlns:a16="http://schemas.microsoft.com/office/drawing/2014/main" id="{8708A10A-422E-8D47-A251-30E7F2119E97}"/>
              </a:ext>
            </a:extLst>
          </p:cNvPr>
          <p:cNvCxnSpPr>
            <a:cxnSpLocks noChangeShapeType="1"/>
          </p:cNvCxnSpPr>
          <p:nvPr/>
        </p:nvCxnSpPr>
        <p:spPr bwMode="auto">
          <a:xfrm rot="5400000">
            <a:off x="6334839" y="4137263"/>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44" name="Freeform 48">
            <a:extLst>
              <a:ext uri="{FF2B5EF4-FFF2-40B4-BE49-F238E27FC236}">
                <a16:creationId xmlns:a16="http://schemas.microsoft.com/office/drawing/2014/main" id="{46E0AF9E-60FD-784D-9DAE-EEB4A6380DB5}"/>
              </a:ext>
            </a:extLst>
          </p:cNvPr>
          <p:cNvSpPr>
            <a:spLocks/>
          </p:cNvSpPr>
          <p:nvPr/>
        </p:nvSpPr>
        <p:spPr bwMode="auto">
          <a:xfrm>
            <a:off x="6270545" y="4357132"/>
            <a:ext cx="21272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045" name="Text Box 61">
            <a:extLst>
              <a:ext uri="{FF2B5EF4-FFF2-40B4-BE49-F238E27FC236}">
                <a16:creationId xmlns:a16="http://schemas.microsoft.com/office/drawing/2014/main" id="{CABC6F26-6BE0-884C-AE52-F9F2D513E1C4}"/>
              </a:ext>
            </a:extLst>
          </p:cNvPr>
          <p:cNvSpPr txBox="1">
            <a:spLocks noChangeArrowheads="1"/>
          </p:cNvSpPr>
          <p:nvPr/>
        </p:nvSpPr>
        <p:spPr bwMode="auto">
          <a:xfrm>
            <a:off x="7048420" y="4355545"/>
            <a:ext cx="698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5046" name="Straight Arrow Connector 63">
            <a:extLst>
              <a:ext uri="{FF2B5EF4-FFF2-40B4-BE49-F238E27FC236}">
                <a16:creationId xmlns:a16="http://schemas.microsoft.com/office/drawing/2014/main" id="{25608095-94F8-2D49-B29D-DBEF0D15CF0F}"/>
              </a:ext>
            </a:extLst>
          </p:cNvPr>
          <p:cNvCxnSpPr>
            <a:cxnSpLocks noChangeShapeType="1"/>
            <a:stCxn id="85040" idx="3"/>
          </p:cNvCxnSpPr>
          <p:nvPr/>
        </p:nvCxnSpPr>
        <p:spPr bwMode="auto">
          <a:xfrm flipV="1">
            <a:off x="4103607" y="4533345"/>
            <a:ext cx="2441575" cy="6731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7" name="Straight Arrow Connector 66">
            <a:extLst>
              <a:ext uri="{FF2B5EF4-FFF2-40B4-BE49-F238E27FC236}">
                <a16:creationId xmlns:a16="http://schemas.microsoft.com/office/drawing/2014/main" id="{EA7568F4-4367-3D4E-B56B-BBE3C6291E64}"/>
              </a:ext>
            </a:extLst>
          </p:cNvPr>
          <p:cNvCxnSpPr>
            <a:cxnSpLocks noChangeShapeType="1"/>
          </p:cNvCxnSpPr>
          <p:nvPr/>
        </p:nvCxnSpPr>
        <p:spPr bwMode="auto">
          <a:xfrm rot="5400000">
            <a:off x="7180976" y="4892913"/>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48" name="Freeform 48">
            <a:extLst>
              <a:ext uri="{FF2B5EF4-FFF2-40B4-BE49-F238E27FC236}">
                <a16:creationId xmlns:a16="http://schemas.microsoft.com/office/drawing/2014/main" id="{1BB83BA3-7AA2-A845-9FD8-FBEC2C6F1282}"/>
              </a:ext>
            </a:extLst>
          </p:cNvPr>
          <p:cNvSpPr>
            <a:spLocks/>
          </p:cNvSpPr>
          <p:nvPr/>
        </p:nvSpPr>
        <p:spPr bwMode="auto">
          <a:xfrm>
            <a:off x="6499145" y="5136595"/>
            <a:ext cx="17970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049" name="Text Box 61">
            <a:extLst>
              <a:ext uri="{FF2B5EF4-FFF2-40B4-BE49-F238E27FC236}">
                <a16:creationId xmlns:a16="http://schemas.microsoft.com/office/drawing/2014/main" id="{B6FC53CD-7A2E-584C-BE2B-FBE7FD8A7031}"/>
              </a:ext>
            </a:extLst>
          </p:cNvPr>
          <p:cNvSpPr txBox="1">
            <a:spLocks noChangeArrowheads="1"/>
          </p:cNvSpPr>
          <p:nvPr/>
        </p:nvSpPr>
        <p:spPr bwMode="auto">
          <a:xfrm>
            <a:off x="7046832" y="5111195"/>
            <a:ext cx="696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5050" name="Straight Arrow Connector 69">
            <a:extLst>
              <a:ext uri="{FF2B5EF4-FFF2-40B4-BE49-F238E27FC236}">
                <a16:creationId xmlns:a16="http://schemas.microsoft.com/office/drawing/2014/main" id="{66DE0E4D-5603-9E4A-8633-0EB75716D197}"/>
              </a:ext>
            </a:extLst>
          </p:cNvPr>
          <p:cNvCxnSpPr>
            <a:cxnSpLocks noChangeShapeType="1"/>
          </p:cNvCxnSpPr>
          <p:nvPr/>
        </p:nvCxnSpPr>
        <p:spPr bwMode="auto">
          <a:xfrm rot="10800000">
            <a:off x="8067595" y="5296932"/>
            <a:ext cx="523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51" name="TextBox 70">
            <a:extLst>
              <a:ext uri="{FF2B5EF4-FFF2-40B4-BE49-F238E27FC236}">
                <a16:creationId xmlns:a16="http://schemas.microsoft.com/office/drawing/2014/main" id="{D44A445D-EF21-184D-8C4D-6F931E56ECEC}"/>
              </a:ext>
            </a:extLst>
          </p:cNvPr>
          <p:cNvSpPr txBox="1">
            <a:spLocks noChangeArrowheads="1"/>
          </p:cNvSpPr>
          <p:nvPr/>
        </p:nvSpPr>
        <p:spPr bwMode="auto">
          <a:xfrm>
            <a:off x="7937499" y="5362814"/>
            <a:ext cx="1179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cxnSp>
        <p:nvCxnSpPr>
          <p:cNvPr id="85052" name="Straight Arrow Connector 71">
            <a:extLst>
              <a:ext uri="{FF2B5EF4-FFF2-40B4-BE49-F238E27FC236}">
                <a16:creationId xmlns:a16="http://schemas.microsoft.com/office/drawing/2014/main" id="{771D147E-ED51-C44E-A728-6DA9756A3192}"/>
              </a:ext>
            </a:extLst>
          </p:cNvPr>
          <p:cNvCxnSpPr>
            <a:cxnSpLocks noChangeShapeType="1"/>
          </p:cNvCxnSpPr>
          <p:nvPr/>
        </p:nvCxnSpPr>
        <p:spPr bwMode="auto">
          <a:xfrm rot="5400000">
            <a:off x="7180183" y="5665232"/>
            <a:ext cx="417512"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4" name="Rounded Rectangle 73">
            <a:extLst>
              <a:ext uri="{FF2B5EF4-FFF2-40B4-BE49-F238E27FC236}">
                <a16:creationId xmlns:a16="http://schemas.microsoft.com/office/drawing/2014/main" id="{D150D42C-C2F0-104D-800F-584B70F5135C}"/>
              </a:ext>
            </a:extLst>
          </p:cNvPr>
          <p:cNvSpPr>
            <a:spLocks noChangeArrowheads="1"/>
          </p:cNvSpPr>
          <p:nvPr/>
        </p:nvSpPr>
        <p:spPr bwMode="auto">
          <a:xfrm>
            <a:off x="1425495" y="3255407"/>
            <a:ext cx="3351212" cy="177800"/>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75" name="TextBox 74">
            <a:extLst>
              <a:ext uri="{FF2B5EF4-FFF2-40B4-BE49-F238E27FC236}">
                <a16:creationId xmlns:a16="http://schemas.microsoft.com/office/drawing/2014/main" id="{B4A6951E-8B08-8A4A-B476-A671264A843B}"/>
              </a:ext>
            </a:extLst>
          </p:cNvPr>
          <p:cNvSpPr txBox="1">
            <a:spLocks noChangeArrowheads="1"/>
          </p:cNvSpPr>
          <p:nvPr/>
        </p:nvSpPr>
        <p:spPr bwMode="auto">
          <a:xfrm>
            <a:off x="94933" y="3160435"/>
            <a:ext cx="131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FF0000"/>
                </a:solidFill>
                <a:latin typeface="Arial" panose="020B0604020202020204" pitchFamily="34" charset="0"/>
              </a:rPr>
              <a:t>2-way SET</a:t>
            </a:r>
          </a:p>
        </p:txBody>
      </p:sp>
      <p:sp>
        <p:nvSpPr>
          <p:cNvPr id="76" name="Rounded Rectangle 75">
            <a:extLst>
              <a:ext uri="{FF2B5EF4-FFF2-40B4-BE49-F238E27FC236}">
                <a16:creationId xmlns:a16="http://schemas.microsoft.com/office/drawing/2014/main" id="{987C9F78-D138-4A4F-A035-C8B5DDCFA0B4}"/>
              </a:ext>
            </a:extLst>
          </p:cNvPr>
          <p:cNvSpPr>
            <a:spLocks noChangeArrowheads="1"/>
          </p:cNvSpPr>
          <p:nvPr/>
        </p:nvSpPr>
        <p:spPr bwMode="auto">
          <a:xfrm>
            <a:off x="5606970" y="3255407"/>
            <a:ext cx="3351212" cy="177800"/>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cxnSp>
        <p:nvCxnSpPr>
          <p:cNvPr id="85057" name="Straight Arrow Connector 68">
            <a:extLst>
              <a:ext uri="{FF2B5EF4-FFF2-40B4-BE49-F238E27FC236}">
                <a16:creationId xmlns:a16="http://schemas.microsoft.com/office/drawing/2014/main" id="{82913830-95FF-A34B-AAD7-99433396EA77}"/>
              </a:ext>
            </a:extLst>
          </p:cNvPr>
          <p:cNvCxnSpPr>
            <a:cxnSpLocks noChangeShapeType="1"/>
          </p:cNvCxnSpPr>
          <p:nvPr/>
        </p:nvCxnSpPr>
        <p:spPr bwMode="auto">
          <a:xfrm rot="16200000" flipH="1">
            <a:off x="3600370" y="5506482"/>
            <a:ext cx="265112"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58" name="TextBox 69">
            <a:extLst>
              <a:ext uri="{FF2B5EF4-FFF2-40B4-BE49-F238E27FC236}">
                <a16:creationId xmlns:a16="http://schemas.microsoft.com/office/drawing/2014/main" id="{4B035E75-C530-734D-98FA-234833394A0F}"/>
              </a:ext>
            </a:extLst>
          </p:cNvPr>
          <p:cNvSpPr txBox="1">
            <a:spLocks noChangeArrowheads="1"/>
          </p:cNvSpPr>
          <p:nvPr/>
        </p:nvSpPr>
        <p:spPr bwMode="auto">
          <a:xfrm>
            <a:off x="3851195" y="5509657"/>
            <a:ext cx="593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994">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50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50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50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0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50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50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0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0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0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50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50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503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499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499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49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499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500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500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50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500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501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01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50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50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502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50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5"/>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500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500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500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500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500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501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501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501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501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501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501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501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502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502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8502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85027"/>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8503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85040"/>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85041"/>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8504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8505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5058"/>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0"/>
                                          </p:stCondLst>
                                        </p:cTn>
                                        <p:tgtEl>
                                          <p:spTgt spid="85046"/>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0"/>
                                          </p:stCondLst>
                                        </p:cTn>
                                        <p:tgtEl>
                                          <p:spTgt spid="8502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8504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504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5045"/>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nodeType="clickEffect">
                                  <p:stCondLst>
                                    <p:cond delay="0"/>
                                  </p:stCondLst>
                                  <p:childTnLst>
                                    <p:set>
                                      <p:cBhvr>
                                        <p:cTn id="140" dur="1" fill="hold">
                                          <p:stCondLst>
                                            <p:cond delay="0"/>
                                          </p:stCondLst>
                                        </p:cTn>
                                        <p:tgtEl>
                                          <p:spTgt spid="8504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504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504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8505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5051"/>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85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nimBg="1"/>
      <p:bldP spid="84997" grpId="0" animBg="1"/>
      <p:bldP spid="84998" grpId="0" animBg="1"/>
      <p:bldP spid="84999" grpId="0" animBg="1"/>
      <p:bldP spid="85000" grpId="0" animBg="1"/>
      <p:bldP spid="85001" grpId="0" animBg="1"/>
      <p:bldP spid="85002" grpId="0" animBg="1"/>
      <p:bldP spid="85003" grpId="0" animBg="1"/>
      <p:bldP spid="85004" grpId="0"/>
      <p:bldP spid="85005" grpId="0" animBg="1"/>
      <p:bldP spid="85006" grpId="0" animBg="1"/>
      <p:bldP spid="85007" grpId="0" animBg="1"/>
      <p:bldP spid="85008" grpId="0" animBg="1"/>
      <p:bldP spid="85009" grpId="0" animBg="1"/>
      <p:bldP spid="85010" grpId="0" animBg="1"/>
      <p:bldP spid="85011" grpId="0" animBg="1"/>
      <p:bldP spid="85012" grpId="0" animBg="1"/>
      <p:bldP spid="85013" grpId="0"/>
      <p:bldP spid="85014" grpId="0"/>
      <p:bldP spid="85015" grpId="0"/>
      <p:bldP spid="85016" grpId="0" animBg="1"/>
      <p:bldP spid="85017" grpId="0"/>
      <p:bldP spid="85022" grpId="0"/>
      <p:bldP spid="85023" grpId="0"/>
      <p:bldP spid="85024" grpId="0" animBg="1"/>
      <p:bldP spid="85025" grpId="0"/>
      <p:bldP spid="85029" grpId="0" animBg="1"/>
      <p:bldP spid="85030" grpId="0"/>
      <p:bldP spid="85033" grpId="0"/>
      <p:bldP spid="85034" grpId="0"/>
      <p:bldP spid="85035" grpId="0"/>
      <p:bldP spid="85036" grpId="0"/>
      <p:bldP spid="85037" grpId="0"/>
      <p:bldP spid="85038" grpId="0"/>
      <p:bldP spid="85039" grpId="0" animBg="1"/>
      <p:bldP spid="85040" grpId="0"/>
      <p:bldP spid="85045" grpId="0"/>
      <p:bldP spid="85049" grpId="0"/>
      <p:bldP spid="85051" grpId="0"/>
      <p:bldP spid="74" grpId="0" animBg="1"/>
      <p:bldP spid="75" grpId="0"/>
      <p:bldP spid="76" grpId="0" animBg="1"/>
      <p:bldP spid="8505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
            <a:extLst>
              <a:ext uri="{FF2B5EF4-FFF2-40B4-BE49-F238E27FC236}">
                <a16:creationId xmlns:a16="http://schemas.microsoft.com/office/drawing/2014/main" id="{5E50C75C-6B85-5F49-9E58-66505AAA7636}"/>
              </a:ext>
            </a:extLst>
          </p:cNvPr>
          <p:cNvSpPr>
            <a:spLocks noGrp="1" noChangeArrowheads="1"/>
          </p:cNvSpPr>
          <p:nvPr>
            <p:ph type="title"/>
          </p:nvPr>
        </p:nvSpPr>
        <p:spPr/>
        <p:txBody>
          <a:bodyPr/>
          <a:lstStyle/>
          <a:p>
            <a:r>
              <a:rPr lang="en-US" altLang="en-US" dirty="0">
                <a:ea typeface="ＭＳ Ｐゴシック" panose="020B0600070205080204" pitchFamily="34" charset="-128"/>
              </a:rPr>
              <a:t>4-way Set Associativity</a:t>
            </a:r>
          </a:p>
        </p:txBody>
      </p:sp>
      <p:sp>
        <p:nvSpPr>
          <p:cNvPr id="86018" name="Content Placeholder 2">
            <a:extLst>
              <a:ext uri="{FF2B5EF4-FFF2-40B4-BE49-F238E27FC236}">
                <a16:creationId xmlns:a16="http://schemas.microsoft.com/office/drawing/2014/main" id="{45F1AF05-BC26-F049-8F83-76E089A13753}"/>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4-way</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sz="1200" dirty="0">
              <a:ea typeface="ＭＳ Ｐゴシック" panose="020B0600070205080204" pitchFamily="34" charset="-128"/>
            </a:endParaRPr>
          </a:p>
          <a:p>
            <a:pPr>
              <a:buFont typeface="Wingdings" pitchFamily="2" charset="2"/>
              <a:buNone/>
            </a:pPr>
            <a:r>
              <a:rPr lang="en-US" altLang="en-US" dirty="0">
                <a:ea typeface="ＭＳ Ｐゴシック" panose="020B0600070205080204" pitchFamily="34" charset="-128"/>
              </a:rPr>
              <a:t>+ Likelihood of conflict misses even lower</a:t>
            </a:r>
          </a:p>
          <a:p>
            <a:pPr>
              <a:buFont typeface="Wingdings" pitchFamily="2" charset="2"/>
              <a:buNone/>
            </a:pPr>
            <a:r>
              <a:rPr lang="en-US" altLang="en-US" dirty="0">
                <a:ea typeface="ＭＳ Ｐゴシック" panose="020B0600070205080204" pitchFamily="34" charset="-128"/>
              </a:rPr>
              <a:t>-- More tag comparators and wider data mux; larger tags</a:t>
            </a: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28003" name="Slide Number Placeholder 3">
            <a:extLst>
              <a:ext uri="{FF2B5EF4-FFF2-40B4-BE49-F238E27FC236}">
                <a16:creationId xmlns:a16="http://schemas.microsoft.com/office/drawing/2014/main" id="{8F4889F9-D188-C74F-A57C-95E64BC4455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AB25D0BA-FDD3-1C49-88C6-5C5F7CABAFDC}" type="slidenum">
              <a:rPr lang="en-US" altLang="en-US" sz="1600" smtClean="0">
                <a:solidFill>
                  <a:srgbClr val="000000"/>
                </a:solidFill>
                <a:latin typeface="Garamond" panose="02020404030301010803" pitchFamily="18" charset="0"/>
              </a:rPr>
              <a:pPr eaLnBrk="1" hangingPunct="1">
                <a:spcBef>
                  <a:spcPct val="0"/>
                </a:spcBef>
                <a:buClrTx/>
                <a:buSzTx/>
                <a:buFontTx/>
                <a:buNone/>
              </a:pPr>
              <a:t>99</a:t>
            </a:fld>
            <a:endParaRPr lang="en-US" altLang="en-US" sz="1600">
              <a:solidFill>
                <a:srgbClr val="000000"/>
              </a:solidFill>
              <a:latin typeface="Garamond" panose="02020404030301010803" pitchFamily="18" charset="0"/>
            </a:endParaRPr>
          </a:p>
        </p:txBody>
      </p:sp>
      <p:sp>
        <p:nvSpPr>
          <p:cNvPr id="86020" name="Rectangle 4">
            <a:extLst>
              <a:ext uri="{FF2B5EF4-FFF2-40B4-BE49-F238E27FC236}">
                <a16:creationId xmlns:a16="http://schemas.microsoft.com/office/drawing/2014/main" id="{BF929627-5D73-6241-BEF5-F206AE3E85D4}"/>
              </a:ext>
            </a:extLst>
          </p:cNvPr>
          <p:cNvSpPr>
            <a:spLocks noChangeArrowheads="1"/>
          </p:cNvSpPr>
          <p:nvPr/>
        </p:nvSpPr>
        <p:spPr bwMode="auto">
          <a:xfrm>
            <a:off x="941388" y="1490663"/>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1" name="Rectangle 5">
            <a:extLst>
              <a:ext uri="{FF2B5EF4-FFF2-40B4-BE49-F238E27FC236}">
                <a16:creationId xmlns:a16="http://schemas.microsoft.com/office/drawing/2014/main" id="{823AD59D-B414-2743-9ED2-C99D502BAE11}"/>
              </a:ext>
            </a:extLst>
          </p:cNvPr>
          <p:cNvSpPr>
            <a:spLocks noChangeArrowheads="1"/>
          </p:cNvSpPr>
          <p:nvPr/>
        </p:nvSpPr>
        <p:spPr bwMode="auto">
          <a:xfrm>
            <a:off x="941388" y="1660525"/>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2" name="Rectangle 6">
            <a:extLst>
              <a:ext uri="{FF2B5EF4-FFF2-40B4-BE49-F238E27FC236}">
                <a16:creationId xmlns:a16="http://schemas.microsoft.com/office/drawing/2014/main" id="{9E326FE9-A4A0-4A46-A7D5-BCDD3CD38024}"/>
              </a:ext>
            </a:extLst>
          </p:cNvPr>
          <p:cNvSpPr>
            <a:spLocks noChangeArrowheads="1"/>
          </p:cNvSpPr>
          <p:nvPr/>
        </p:nvSpPr>
        <p:spPr bwMode="auto">
          <a:xfrm>
            <a:off x="2571750" y="1485900"/>
            <a:ext cx="1477963"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3" name="Rectangle 7">
            <a:extLst>
              <a:ext uri="{FF2B5EF4-FFF2-40B4-BE49-F238E27FC236}">
                <a16:creationId xmlns:a16="http://schemas.microsoft.com/office/drawing/2014/main" id="{E0562F75-538E-9A41-B5AD-63625EBCBDC2}"/>
              </a:ext>
            </a:extLst>
          </p:cNvPr>
          <p:cNvSpPr>
            <a:spLocks noChangeArrowheads="1"/>
          </p:cNvSpPr>
          <p:nvPr/>
        </p:nvSpPr>
        <p:spPr bwMode="auto">
          <a:xfrm>
            <a:off x="2571750" y="1655763"/>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4" name="Rectangle 8">
            <a:extLst>
              <a:ext uri="{FF2B5EF4-FFF2-40B4-BE49-F238E27FC236}">
                <a16:creationId xmlns:a16="http://schemas.microsoft.com/office/drawing/2014/main" id="{E6EC613D-3AD2-9D47-99E8-AEE0A8D291A4}"/>
              </a:ext>
            </a:extLst>
          </p:cNvPr>
          <p:cNvSpPr>
            <a:spLocks noChangeArrowheads="1"/>
          </p:cNvSpPr>
          <p:nvPr/>
        </p:nvSpPr>
        <p:spPr bwMode="auto">
          <a:xfrm>
            <a:off x="4202113" y="1471613"/>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5" name="Rectangle 9">
            <a:extLst>
              <a:ext uri="{FF2B5EF4-FFF2-40B4-BE49-F238E27FC236}">
                <a16:creationId xmlns:a16="http://schemas.microsoft.com/office/drawing/2014/main" id="{119BED37-708E-7142-B9A5-139F7E569BF2}"/>
              </a:ext>
            </a:extLst>
          </p:cNvPr>
          <p:cNvSpPr>
            <a:spLocks noChangeArrowheads="1"/>
          </p:cNvSpPr>
          <p:nvPr/>
        </p:nvSpPr>
        <p:spPr bwMode="auto">
          <a:xfrm>
            <a:off x="4202113" y="1643063"/>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6" name="Rectangle 10">
            <a:extLst>
              <a:ext uri="{FF2B5EF4-FFF2-40B4-BE49-F238E27FC236}">
                <a16:creationId xmlns:a16="http://schemas.microsoft.com/office/drawing/2014/main" id="{02B6AE4B-76A5-1B46-BBF2-E2166912404A}"/>
              </a:ext>
            </a:extLst>
          </p:cNvPr>
          <p:cNvSpPr>
            <a:spLocks noChangeArrowheads="1"/>
          </p:cNvSpPr>
          <p:nvPr/>
        </p:nvSpPr>
        <p:spPr bwMode="auto">
          <a:xfrm>
            <a:off x="5832475" y="1452563"/>
            <a:ext cx="1476375"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7" name="Rectangle 11">
            <a:extLst>
              <a:ext uri="{FF2B5EF4-FFF2-40B4-BE49-F238E27FC236}">
                <a16:creationId xmlns:a16="http://schemas.microsoft.com/office/drawing/2014/main" id="{01AC007B-FFA9-A942-8361-FAD8ECD89578}"/>
              </a:ext>
            </a:extLst>
          </p:cNvPr>
          <p:cNvSpPr>
            <a:spLocks noChangeArrowheads="1"/>
          </p:cNvSpPr>
          <p:nvPr/>
        </p:nvSpPr>
        <p:spPr bwMode="auto">
          <a:xfrm>
            <a:off x="5832475" y="1624013"/>
            <a:ext cx="1476375"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8" name="TextBox 12">
            <a:extLst>
              <a:ext uri="{FF2B5EF4-FFF2-40B4-BE49-F238E27FC236}">
                <a16:creationId xmlns:a16="http://schemas.microsoft.com/office/drawing/2014/main" id="{EC25D0F5-9B69-844A-903D-20EFB5CAF7FE}"/>
              </a:ext>
            </a:extLst>
          </p:cNvPr>
          <p:cNvSpPr txBox="1">
            <a:spLocks noChangeArrowheads="1"/>
          </p:cNvSpPr>
          <p:nvPr/>
        </p:nvSpPr>
        <p:spPr bwMode="auto">
          <a:xfrm>
            <a:off x="3482975" y="996950"/>
            <a:ext cx="1133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Tag store</a:t>
            </a:r>
          </a:p>
        </p:txBody>
      </p:sp>
      <p:sp>
        <p:nvSpPr>
          <p:cNvPr id="86029" name="Rectangle 13">
            <a:extLst>
              <a:ext uri="{FF2B5EF4-FFF2-40B4-BE49-F238E27FC236}">
                <a16:creationId xmlns:a16="http://schemas.microsoft.com/office/drawing/2014/main" id="{6249C2F0-BEE4-D849-95FA-A34EE23CA9AC}"/>
              </a:ext>
            </a:extLst>
          </p:cNvPr>
          <p:cNvSpPr>
            <a:spLocks noChangeArrowheads="1"/>
          </p:cNvSpPr>
          <p:nvPr/>
        </p:nvSpPr>
        <p:spPr bwMode="auto">
          <a:xfrm>
            <a:off x="941388" y="375920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0" name="Rectangle 14">
            <a:extLst>
              <a:ext uri="{FF2B5EF4-FFF2-40B4-BE49-F238E27FC236}">
                <a16:creationId xmlns:a16="http://schemas.microsoft.com/office/drawing/2014/main" id="{446E7221-B030-C04B-9B7E-2777382F09EA}"/>
              </a:ext>
            </a:extLst>
          </p:cNvPr>
          <p:cNvSpPr>
            <a:spLocks noChangeArrowheads="1"/>
          </p:cNvSpPr>
          <p:nvPr/>
        </p:nvSpPr>
        <p:spPr bwMode="auto">
          <a:xfrm>
            <a:off x="941388" y="3929063"/>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1" name="Rectangle 15">
            <a:extLst>
              <a:ext uri="{FF2B5EF4-FFF2-40B4-BE49-F238E27FC236}">
                <a16:creationId xmlns:a16="http://schemas.microsoft.com/office/drawing/2014/main" id="{F647AEAA-8C9C-1F47-BF90-DEBC3F58D260}"/>
              </a:ext>
            </a:extLst>
          </p:cNvPr>
          <p:cNvSpPr>
            <a:spLocks noChangeArrowheads="1"/>
          </p:cNvSpPr>
          <p:nvPr/>
        </p:nvSpPr>
        <p:spPr bwMode="auto">
          <a:xfrm>
            <a:off x="2571750" y="3754438"/>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2" name="Rectangle 16">
            <a:extLst>
              <a:ext uri="{FF2B5EF4-FFF2-40B4-BE49-F238E27FC236}">
                <a16:creationId xmlns:a16="http://schemas.microsoft.com/office/drawing/2014/main" id="{F0EB88A5-BC65-6744-A39A-60C73F711AF7}"/>
              </a:ext>
            </a:extLst>
          </p:cNvPr>
          <p:cNvSpPr>
            <a:spLocks noChangeArrowheads="1"/>
          </p:cNvSpPr>
          <p:nvPr/>
        </p:nvSpPr>
        <p:spPr bwMode="auto">
          <a:xfrm>
            <a:off x="2571750" y="3924300"/>
            <a:ext cx="1477963"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3" name="Rectangle 17">
            <a:extLst>
              <a:ext uri="{FF2B5EF4-FFF2-40B4-BE49-F238E27FC236}">
                <a16:creationId xmlns:a16="http://schemas.microsoft.com/office/drawing/2014/main" id="{F04D6D03-7984-A041-BCC8-11A2C1E69538}"/>
              </a:ext>
            </a:extLst>
          </p:cNvPr>
          <p:cNvSpPr>
            <a:spLocks noChangeArrowheads="1"/>
          </p:cNvSpPr>
          <p:nvPr/>
        </p:nvSpPr>
        <p:spPr bwMode="auto">
          <a:xfrm>
            <a:off x="4202113" y="3740150"/>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4" name="Rectangle 18">
            <a:extLst>
              <a:ext uri="{FF2B5EF4-FFF2-40B4-BE49-F238E27FC236}">
                <a16:creationId xmlns:a16="http://schemas.microsoft.com/office/drawing/2014/main" id="{03BD24CB-6DDD-9340-A618-EC726BB69BD4}"/>
              </a:ext>
            </a:extLst>
          </p:cNvPr>
          <p:cNvSpPr>
            <a:spLocks noChangeArrowheads="1"/>
          </p:cNvSpPr>
          <p:nvPr/>
        </p:nvSpPr>
        <p:spPr bwMode="auto">
          <a:xfrm>
            <a:off x="4202113" y="391160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5" name="Rectangle 19">
            <a:extLst>
              <a:ext uri="{FF2B5EF4-FFF2-40B4-BE49-F238E27FC236}">
                <a16:creationId xmlns:a16="http://schemas.microsoft.com/office/drawing/2014/main" id="{BB785A49-2D9A-F946-8C56-9622D1346907}"/>
              </a:ext>
            </a:extLst>
          </p:cNvPr>
          <p:cNvSpPr>
            <a:spLocks noChangeArrowheads="1"/>
          </p:cNvSpPr>
          <p:nvPr/>
        </p:nvSpPr>
        <p:spPr bwMode="auto">
          <a:xfrm>
            <a:off x="5832475" y="3721100"/>
            <a:ext cx="1476375"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6" name="Rectangle 20">
            <a:extLst>
              <a:ext uri="{FF2B5EF4-FFF2-40B4-BE49-F238E27FC236}">
                <a16:creationId xmlns:a16="http://schemas.microsoft.com/office/drawing/2014/main" id="{C6CA2A08-A7CC-5041-A965-4CED899C333D}"/>
              </a:ext>
            </a:extLst>
          </p:cNvPr>
          <p:cNvSpPr>
            <a:spLocks noChangeArrowheads="1"/>
          </p:cNvSpPr>
          <p:nvPr/>
        </p:nvSpPr>
        <p:spPr bwMode="auto">
          <a:xfrm>
            <a:off x="5832475" y="3892550"/>
            <a:ext cx="1476375"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7" name="TextBox 21">
            <a:extLst>
              <a:ext uri="{FF2B5EF4-FFF2-40B4-BE49-F238E27FC236}">
                <a16:creationId xmlns:a16="http://schemas.microsoft.com/office/drawing/2014/main" id="{877189A9-1BF1-DA40-A7FC-DD40A991064E}"/>
              </a:ext>
            </a:extLst>
          </p:cNvPr>
          <p:cNvSpPr txBox="1">
            <a:spLocks noChangeArrowheads="1"/>
          </p:cNvSpPr>
          <p:nvPr/>
        </p:nvSpPr>
        <p:spPr bwMode="auto">
          <a:xfrm>
            <a:off x="3482975" y="3267075"/>
            <a:ext cx="1247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 store</a:t>
            </a:r>
          </a:p>
        </p:txBody>
      </p:sp>
      <p:sp>
        <p:nvSpPr>
          <p:cNvPr id="86038" name="Rectangle 26">
            <a:extLst>
              <a:ext uri="{FF2B5EF4-FFF2-40B4-BE49-F238E27FC236}">
                <a16:creationId xmlns:a16="http://schemas.microsoft.com/office/drawing/2014/main" id="{FBE07903-0DE8-6C4A-AC64-2788AC5BFC3F}"/>
              </a:ext>
            </a:extLst>
          </p:cNvPr>
          <p:cNvSpPr>
            <a:spLocks noChangeArrowheads="1"/>
          </p:cNvSpPr>
          <p:nvPr/>
        </p:nvSpPr>
        <p:spPr bwMode="auto">
          <a:xfrm>
            <a:off x="3013075" y="2105025"/>
            <a:ext cx="625475" cy="3365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9" name="TextBox 27">
            <a:extLst>
              <a:ext uri="{FF2B5EF4-FFF2-40B4-BE49-F238E27FC236}">
                <a16:creationId xmlns:a16="http://schemas.microsoft.com/office/drawing/2014/main" id="{F05064CD-CA59-084A-B904-274E5EA2CE8E}"/>
              </a:ext>
            </a:extLst>
          </p:cNvPr>
          <p:cNvSpPr txBox="1">
            <a:spLocks noChangeArrowheads="1"/>
          </p:cNvSpPr>
          <p:nvPr/>
        </p:nvSpPr>
        <p:spPr bwMode="auto">
          <a:xfrm>
            <a:off x="3111500" y="2081213"/>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sp>
        <p:nvSpPr>
          <p:cNvPr id="86040" name="Rectangle 35">
            <a:extLst>
              <a:ext uri="{FF2B5EF4-FFF2-40B4-BE49-F238E27FC236}">
                <a16:creationId xmlns:a16="http://schemas.microsoft.com/office/drawing/2014/main" id="{02219BF7-2EF0-4647-8214-FE1F64778C28}"/>
              </a:ext>
            </a:extLst>
          </p:cNvPr>
          <p:cNvSpPr>
            <a:spLocks noChangeArrowheads="1"/>
          </p:cNvSpPr>
          <p:nvPr/>
        </p:nvSpPr>
        <p:spPr bwMode="auto">
          <a:xfrm>
            <a:off x="1449388" y="210185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41" name="TextBox 36">
            <a:extLst>
              <a:ext uri="{FF2B5EF4-FFF2-40B4-BE49-F238E27FC236}">
                <a16:creationId xmlns:a16="http://schemas.microsoft.com/office/drawing/2014/main" id="{0FF7BEAB-624A-694F-9863-AF1817F77C41}"/>
              </a:ext>
            </a:extLst>
          </p:cNvPr>
          <p:cNvSpPr txBox="1">
            <a:spLocks noChangeArrowheads="1"/>
          </p:cNvSpPr>
          <p:nvPr/>
        </p:nvSpPr>
        <p:spPr bwMode="auto">
          <a:xfrm>
            <a:off x="1547813" y="2079625"/>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sp>
        <p:nvSpPr>
          <p:cNvPr id="86042" name="Rectangle 26">
            <a:extLst>
              <a:ext uri="{FF2B5EF4-FFF2-40B4-BE49-F238E27FC236}">
                <a16:creationId xmlns:a16="http://schemas.microsoft.com/office/drawing/2014/main" id="{09A11B95-B46F-6A49-B6FA-64E9305D36AC}"/>
              </a:ext>
            </a:extLst>
          </p:cNvPr>
          <p:cNvSpPr>
            <a:spLocks noChangeArrowheads="1"/>
          </p:cNvSpPr>
          <p:nvPr/>
        </p:nvSpPr>
        <p:spPr bwMode="auto">
          <a:xfrm>
            <a:off x="6294438" y="2098675"/>
            <a:ext cx="625475" cy="3365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43" name="TextBox 27">
            <a:extLst>
              <a:ext uri="{FF2B5EF4-FFF2-40B4-BE49-F238E27FC236}">
                <a16:creationId xmlns:a16="http://schemas.microsoft.com/office/drawing/2014/main" id="{A55188B9-19A7-F646-A972-188318B9C42A}"/>
              </a:ext>
            </a:extLst>
          </p:cNvPr>
          <p:cNvSpPr txBox="1">
            <a:spLocks noChangeArrowheads="1"/>
          </p:cNvSpPr>
          <p:nvPr/>
        </p:nvSpPr>
        <p:spPr bwMode="auto">
          <a:xfrm>
            <a:off x="6392863" y="2074863"/>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sp>
        <p:nvSpPr>
          <p:cNvPr id="86044" name="Rectangle 35">
            <a:extLst>
              <a:ext uri="{FF2B5EF4-FFF2-40B4-BE49-F238E27FC236}">
                <a16:creationId xmlns:a16="http://schemas.microsoft.com/office/drawing/2014/main" id="{A1B67EAA-D1D1-1E42-851A-A321A80A6F9E}"/>
              </a:ext>
            </a:extLst>
          </p:cNvPr>
          <p:cNvSpPr>
            <a:spLocks noChangeArrowheads="1"/>
          </p:cNvSpPr>
          <p:nvPr/>
        </p:nvSpPr>
        <p:spPr bwMode="auto">
          <a:xfrm>
            <a:off x="4730750" y="209550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45" name="TextBox 36">
            <a:extLst>
              <a:ext uri="{FF2B5EF4-FFF2-40B4-BE49-F238E27FC236}">
                <a16:creationId xmlns:a16="http://schemas.microsoft.com/office/drawing/2014/main" id="{BF42DC02-09D7-EB49-B5B7-062229A533A1}"/>
              </a:ext>
            </a:extLst>
          </p:cNvPr>
          <p:cNvSpPr txBox="1">
            <a:spLocks noChangeArrowheads="1"/>
          </p:cNvSpPr>
          <p:nvPr/>
        </p:nvSpPr>
        <p:spPr bwMode="auto">
          <a:xfrm>
            <a:off x="4829175" y="2073275"/>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6046" name="Straight Arrow Connector 37">
            <a:extLst>
              <a:ext uri="{FF2B5EF4-FFF2-40B4-BE49-F238E27FC236}">
                <a16:creationId xmlns:a16="http://schemas.microsoft.com/office/drawing/2014/main" id="{3C3223A6-40EE-3449-BBF1-FEDAA1E733BF}"/>
              </a:ext>
            </a:extLst>
          </p:cNvPr>
          <p:cNvCxnSpPr>
            <a:cxnSpLocks noChangeShapeType="1"/>
          </p:cNvCxnSpPr>
          <p:nvPr/>
        </p:nvCxnSpPr>
        <p:spPr bwMode="auto">
          <a:xfrm rot="5400000">
            <a:off x="1651794" y="1970882"/>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47" name="Freeform 48">
            <a:extLst>
              <a:ext uri="{FF2B5EF4-FFF2-40B4-BE49-F238E27FC236}">
                <a16:creationId xmlns:a16="http://schemas.microsoft.com/office/drawing/2014/main" id="{FAF31CBB-B784-FA43-BBE0-EC492BA48C9B}"/>
              </a:ext>
            </a:extLst>
          </p:cNvPr>
          <p:cNvSpPr>
            <a:spLocks/>
          </p:cNvSpPr>
          <p:nvPr/>
        </p:nvSpPr>
        <p:spPr bwMode="auto">
          <a:xfrm>
            <a:off x="941388" y="4371975"/>
            <a:ext cx="6367462"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048" name="Text Box 61">
            <a:extLst>
              <a:ext uri="{FF2B5EF4-FFF2-40B4-BE49-F238E27FC236}">
                <a16:creationId xmlns:a16="http://schemas.microsoft.com/office/drawing/2014/main" id="{944091AF-85E5-6A4E-8ECF-B2501AD16B84}"/>
              </a:ext>
            </a:extLst>
          </p:cNvPr>
          <p:cNvSpPr txBox="1">
            <a:spLocks noChangeArrowheads="1"/>
          </p:cNvSpPr>
          <p:nvPr/>
        </p:nvSpPr>
        <p:spPr bwMode="auto">
          <a:xfrm>
            <a:off x="3846513" y="4351338"/>
            <a:ext cx="711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6049" name="Straight Arrow Connector 59">
            <a:extLst>
              <a:ext uri="{FF2B5EF4-FFF2-40B4-BE49-F238E27FC236}">
                <a16:creationId xmlns:a16="http://schemas.microsoft.com/office/drawing/2014/main" id="{B39DB58B-684B-804B-BC6E-25DE37F7346B}"/>
              </a:ext>
            </a:extLst>
          </p:cNvPr>
          <p:cNvCxnSpPr>
            <a:cxnSpLocks noChangeShapeType="1"/>
          </p:cNvCxnSpPr>
          <p:nvPr/>
        </p:nvCxnSpPr>
        <p:spPr bwMode="auto">
          <a:xfrm rot="16200000" flipH="1">
            <a:off x="1639094" y="4223544"/>
            <a:ext cx="2952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0" name="Straight Arrow Connector 59">
            <a:extLst>
              <a:ext uri="{FF2B5EF4-FFF2-40B4-BE49-F238E27FC236}">
                <a16:creationId xmlns:a16="http://schemas.microsoft.com/office/drawing/2014/main" id="{7C09D677-05B0-B24E-8F90-19CAA46D4773}"/>
              </a:ext>
            </a:extLst>
          </p:cNvPr>
          <p:cNvCxnSpPr>
            <a:cxnSpLocks noChangeShapeType="1"/>
          </p:cNvCxnSpPr>
          <p:nvPr/>
        </p:nvCxnSpPr>
        <p:spPr bwMode="auto">
          <a:xfrm rot="16200000" flipH="1">
            <a:off x="3083719" y="4242594"/>
            <a:ext cx="2952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1" name="Straight Arrow Connector 59">
            <a:extLst>
              <a:ext uri="{FF2B5EF4-FFF2-40B4-BE49-F238E27FC236}">
                <a16:creationId xmlns:a16="http://schemas.microsoft.com/office/drawing/2014/main" id="{CE5E404C-01F5-4F4A-8F45-2A5A479B2E48}"/>
              </a:ext>
            </a:extLst>
          </p:cNvPr>
          <p:cNvCxnSpPr>
            <a:cxnSpLocks noChangeShapeType="1"/>
          </p:cNvCxnSpPr>
          <p:nvPr/>
        </p:nvCxnSpPr>
        <p:spPr bwMode="auto">
          <a:xfrm rot="16200000" flipH="1">
            <a:off x="4872831" y="4223544"/>
            <a:ext cx="2952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2" name="Straight Arrow Connector 59">
            <a:extLst>
              <a:ext uri="{FF2B5EF4-FFF2-40B4-BE49-F238E27FC236}">
                <a16:creationId xmlns:a16="http://schemas.microsoft.com/office/drawing/2014/main" id="{A662706D-9AD3-A740-BBB9-9602921FDDA7}"/>
              </a:ext>
            </a:extLst>
          </p:cNvPr>
          <p:cNvCxnSpPr>
            <a:cxnSpLocks noChangeShapeType="1"/>
          </p:cNvCxnSpPr>
          <p:nvPr/>
        </p:nvCxnSpPr>
        <p:spPr bwMode="auto">
          <a:xfrm rot="16200000" flipH="1">
            <a:off x="6436519" y="4223544"/>
            <a:ext cx="2952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3" name="Straight Arrow Connector 37">
            <a:extLst>
              <a:ext uri="{FF2B5EF4-FFF2-40B4-BE49-F238E27FC236}">
                <a16:creationId xmlns:a16="http://schemas.microsoft.com/office/drawing/2014/main" id="{909E787F-9345-CD48-AC59-034BDC2F9E49}"/>
              </a:ext>
            </a:extLst>
          </p:cNvPr>
          <p:cNvCxnSpPr>
            <a:cxnSpLocks noChangeShapeType="1"/>
          </p:cNvCxnSpPr>
          <p:nvPr/>
        </p:nvCxnSpPr>
        <p:spPr bwMode="auto">
          <a:xfrm rot="5400000">
            <a:off x="3218656" y="1961357"/>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4" name="Straight Arrow Connector 37">
            <a:extLst>
              <a:ext uri="{FF2B5EF4-FFF2-40B4-BE49-F238E27FC236}">
                <a16:creationId xmlns:a16="http://schemas.microsoft.com/office/drawing/2014/main" id="{71911B22-5064-E548-B01C-76A87EB5FFD0}"/>
              </a:ext>
            </a:extLst>
          </p:cNvPr>
          <p:cNvCxnSpPr>
            <a:cxnSpLocks noChangeShapeType="1"/>
          </p:cNvCxnSpPr>
          <p:nvPr/>
        </p:nvCxnSpPr>
        <p:spPr bwMode="auto">
          <a:xfrm rot="5400000">
            <a:off x="4887119" y="1942307"/>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5" name="Straight Arrow Connector 37">
            <a:extLst>
              <a:ext uri="{FF2B5EF4-FFF2-40B4-BE49-F238E27FC236}">
                <a16:creationId xmlns:a16="http://schemas.microsoft.com/office/drawing/2014/main" id="{06E4FC85-5F59-4441-AAED-9200C4D69995}"/>
              </a:ext>
            </a:extLst>
          </p:cNvPr>
          <p:cNvCxnSpPr>
            <a:cxnSpLocks noChangeShapeType="1"/>
          </p:cNvCxnSpPr>
          <p:nvPr/>
        </p:nvCxnSpPr>
        <p:spPr bwMode="auto">
          <a:xfrm rot="5400000">
            <a:off x="6452394" y="1942307"/>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6" name="Straight Arrow Connector 66">
            <a:extLst>
              <a:ext uri="{FF2B5EF4-FFF2-40B4-BE49-F238E27FC236}">
                <a16:creationId xmlns:a16="http://schemas.microsoft.com/office/drawing/2014/main" id="{A02B4FF5-3E79-7A4B-99FE-31B87559972C}"/>
              </a:ext>
            </a:extLst>
          </p:cNvPr>
          <p:cNvCxnSpPr>
            <a:cxnSpLocks noChangeShapeType="1"/>
          </p:cNvCxnSpPr>
          <p:nvPr/>
        </p:nvCxnSpPr>
        <p:spPr bwMode="auto">
          <a:xfrm rot="5400000">
            <a:off x="4114007" y="4785519"/>
            <a:ext cx="18415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57" name="Freeform 48">
            <a:extLst>
              <a:ext uri="{FF2B5EF4-FFF2-40B4-BE49-F238E27FC236}">
                <a16:creationId xmlns:a16="http://schemas.microsoft.com/office/drawing/2014/main" id="{13C87D41-325C-F942-A4B6-8E75BC458A03}"/>
              </a:ext>
            </a:extLst>
          </p:cNvPr>
          <p:cNvSpPr>
            <a:spLocks/>
          </p:cNvSpPr>
          <p:nvPr/>
        </p:nvSpPr>
        <p:spPr bwMode="auto">
          <a:xfrm>
            <a:off x="3313113" y="4876800"/>
            <a:ext cx="17970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058" name="Text Box 61">
            <a:extLst>
              <a:ext uri="{FF2B5EF4-FFF2-40B4-BE49-F238E27FC236}">
                <a16:creationId xmlns:a16="http://schemas.microsoft.com/office/drawing/2014/main" id="{D125F4E2-0B31-B144-A532-86A864790767}"/>
              </a:ext>
            </a:extLst>
          </p:cNvPr>
          <p:cNvSpPr txBox="1">
            <a:spLocks noChangeArrowheads="1"/>
          </p:cNvSpPr>
          <p:nvPr/>
        </p:nvSpPr>
        <p:spPr bwMode="auto">
          <a:xfrm>
            <a:off x="3860800" y="4851400"/>
            <a:ext cx="696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6059" name="Straight Arrow Connector 69">
            <a:extLst>
              <a:ext uri="{FF2B5EF4-FFF2-40B4-BE49-F238E27FC236}">
                <a16:creationId xmlns:a16="http://schemas.microsoft.com/office/drawing/2014/main" id="{F441283D-B4D4-E241-A4EA-0F1CC422BA42}"/>
              </a:ext>
            </a:extLst>
          </p:cNvPr>
          <p:cNvCxnSpPr>
            <a:cxnSpLocks noChangeShapeType="1"/>
          </p:cNvCxnSpPr>
          <p:nvPr/>
        </p:nvCxnSpPr>
        <p:spPr bwMode="auto">
          <a:xfrm rot="10800000">
            <a:off x="4881563" y="5037138"/>
            <a:ext cx="523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60" name="TextBox 70">
            <a:extLst>
              <a:ext uri="{FF2B5EF4-FFF2-40B4-BE49-F238E27FC236}">
                <a16:creationId xmlns:a16="http://schemas.microsoft.com/office/drawing/2014/main" id="{7F04E4B7-7B04-E444-8694-6350726E1147}"/>
              </a:ext>
            </a:extLst>
          </p:cNvPr>
          <p:cNvSpPr txBox="1">
            <a:spLocks noChangeArrowheads="1"/>
          </p:cNvSpPr>
          <p:nvPr/>
        </p:nvSpPr>
        <p:spPr bwMode="auto">
          <a:xfrm>
            <a:off x="5048250" y="4729163"/>
            <a:ext cx="1179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byte in block</a:t>
            </a:r>
          </a:p>
        </p:txBody>
      </p:sp>
      <p:cxnSp>
        <p:nvCxnSpPr>
          <p:cNvPr id="86061" name="Straight Arrow Connector 71">
            <a:extLst>
              <a:ext uri="{FF2B5EF4-FFF2-40B4-BE49-F238E27FC236}">
                <a16:creationId xmlns:a16="http://schemas.microsoft.com/office/drawing/2014/main" id="{00F2E131-0F8C-5443-B9A0-3EC66546882E}"/>
              </a:ext>
            </a:extLst>
          </p:cNvPr>
          <p:cNvCxnSpPr>
            <a:cxnSpLocks noChangeShapeType="1"/>
          </p:cNvCxnSpPr>
          <p:nvPr/>
        </p:nvCxnSpPr>
        <p:spPr bwMode="auto">
          <a:xfrm rot="16200000" flipH="1">
            <a:off x="4121150" y="5280025"/>
            <a:ext cx="168275" cy="3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62" name="TextBox 51">
            <a:extLst>
              <a:ext uri="{FF2B5EF4-FFF2-40B4-BE49-F238E27FC236}">
                <a16:creationId xmlns:a16="http://schemas.microsoft.com/office/drawing/2014/main" id="{F264FF01-3CBD-A94D-AD61-85BE904306E8}"/>
              </a:ext>
            </a:extLst>
          </p:cNvPr>
          <p:cNvSpPr txBox="1">
            <a:spLocks noChangeArrowheads="1"/>
          </p:cNvSpPr>
          <p:nvPr/>
        </p:nvSpPr>
        <p:spPr bwMode="auto">
          <a:xfrm>
            <a:off x="3713163" y="2690813"/>
            <a:ext cx="673100" cy="338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600">
                <a:solidFill>
                  <a:srgbClr val="000000"/>
                </a:solidFill>
                <a:latin typeface="Arial" panose="020B0604020202020204" pitchFamily="34" charset="0"/>
              </a:rPr>
              <a:t>Logic</a:t>
            </a:r>
          </a:p>
        </p:txBody>
      </p:sp>
      <p:cxnSp>
        <p:nvCxnSpPr>
          <p:cNvPr id="86063" name="Straight Arrow Connector 76">
            <a:extLst>
              <a:ext uri="{FF2B5EF4-FFF2-40B4-BE49-F238E27FC236}">
                <a16:creationId xmlns:a16="http://schemas.microsoft.com/office/drawing/2014/main" id="{47669E84-1E96-7C4D-947B-23411796D65F}"/>
              </a:ext>
            </a:extLst>
          </p:cNvPr>
          <p:cNvCxnSpPr>
            <a:cxnSpLocks noChangeShapeType="1"/>
          </p:cNvCxnSpPr>
          <p:nvPr/>
        </p:nvCxnSpPr>
        <p:spPr bwMode="auto">
          <a:xfrm>
            <a:off x="2074863" y="2433638"/>
            <a:ext cx="1638300" cy="257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64" name="Straight Arrow Connector 78">
            <a:extLst>
              <a:ext uri="{FF2B5EF4-FFF2-40B4-BE49-F238E27FC236}">
                <a16:creationId xmlns:a16="http://schemas.microsoft.com/office/drawing/2014/main" id="{CBEDF805-DB70-C44C-BBE2-6E31B0AA05A1}"/>
              </a:ext>
            </a:extLst>
          </p:cNvPr>
          <p:cNvCxnSpPr>
            <a:cxnSpLocks noChangeShapeType="1"/>
          </p:cNvCxnSpPr>
          <p:nvPr/>
        </p:nvCxnSpPr>
        <p:spPr bwMode="auto">
          <a:xfrm rot="16200000" flipH="1">
            <a:off x="3621087" y="2451101"/>
            <a:ext cx="257175" cy="2222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65" name="Straight Arrow Connector 80">
            <a:extLst>
              <a:ext uri="{FF2B5EF4-FFF2-40B4-BE49-F238E27FC236}">
                <a16:creationId xmlns:a16="http://schemas.microsoft.com/office/drawing/2014/main" id="{226E1061-19F8-7348-ACCF-B657090AB26B}"/>
              </a:ext>
            </a:extLst>
          </p:cNvPr>
          <p:cNvCxnSpPr>
            <a:cxnSpLocks noChangeShapeType="1"/>
          </p:cNvCxnSpPr>
          <p:nvPr/>
        </p:nvCxnSpPr>
        <p:spPr bwMode="auto">
          <a:xfrm rot="10800000" flipV="1">
            <a:off x="4202113" y="2433638"/>
            <a:ext cx="528637" cy="257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66" name="Straight Arrow Connector 82">
            <a:extLst>
              <a:ext uri="{FF2B5EF4-FFF2-40B4-BE49-F238E27FC236}">
                <a16:creationId xmlns:a16="http://schemas.microsoft.com/office/drawing/2014/main" id="{3146ADA8-7E91-944D-A8CE-2A53399F8FE1}"/>
              </a:ext>
            </a:extLst>
          </p:cNvPr>
          <p:cNvCxnSpPr>
            <a:cxnSpLocks noChangeShapeType="1"/>
          </p:cNvCxnSpPr>
          <p:nvPr/>
        </p:nvCxnSpPr>
        <p:spPr bwMode="auto">
          <a:xfrm rot="10800000" flipV="1">
            <a:off x="4386263" y="2439988"/>
            <a:ext cx="1908175" cy="2508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67" name="Straight Arrow Connector 84">
            <a:extLst>
              <a:ext uri="{FF2B5EF4-FFF2-40B4-BE49-F238E27FC236}">
                <a16:creationId xmlns:a16="http://schemas.microsoft.com/office/drawing/2014/main" id="{2E9EE9F4-2C82-1849-A9D6-3E73ED1D5055}"/>
              </a:ext>
            </a:extLst>
          </p:cNvPr>
          <p:cNvCxnSpPr>
            <a:cxnSpLocks noChangeShapeType="1"/>
            <a:stCxn id="86062" idx="3"/>
          </p:cNvCxnSpPr>
          <p:nvPr/>
        </p:nvCxnSpPr>
        <p:spPr bwMode="auto">
          <a:xfrm>
            <a:off x="4386263" y="2860675"/>
            <a:ext cx="495300" cy="1111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68" name="TextBox 86">
            <a:extLst>
              <a:ext uri="{FF2B5EF4-FFF2-40B4-BE49-F238E27FC236}">
                <a16:creationId xmlns:a16="http://schemas.microsoft.com/office/drawing/2014/main" id="{7CC4351B-6C0A-AF41-999D-C41FD81931E7}"/>
              </a:ext>
            </a:extLst>
          </p:cNvPr>
          <p:cNvSpPr txBox="1">
            <a:spLocks noChangeArrowheads="1"/>
          </p:cNvSpPr>
          <p:nvPr/>
        </p:nvSpPr>
        <p:spPr bwMode="auto">
          <a:xfrm>
            <a:off x="4881563" y="2687638"/>
            <a:ext cx="595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cxnSp>
        <p:nvCxnSpPr>
          <p:cNvPr id="86069" name="Straight Connector 91">
            <a:extLst>
              <a:ext uri="{FF2B5EF4-FFF2-40B4-BE49-F238E27FC236}">
                <a16:creationId xmlns:a16="http://schemas.microsoft.com/office/drawing/2014/main" id="{A25A0056-6C1E-4542-B3C9-044898CA53F8}"/>
              </a:ext>
            </a:extLst>
          </p:cNvPr>
          <p:cNvCxnSpPr>
            <a:cxnSpLocks noChangeShapeType="1"/>
            <a:stCxn id="86062" idx="1"/>
          </p:cNvCxnSpPr>
          <p:nvPr/>
        </p:nvCxnSpPr>
        <p:spPr bwMode="auto">
          <a:xfrm rot="10800000" flipV="1">
            <a:off x="508000" y="2860675"/>
            <a:ext cx="3205163"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6070" name="Straight Connector 93">
            <a:extLst>
              <a:ext uri="{FF2B5EF4-FFF2-40B4-BE49-F238E27FC236}">
                <a16:creationId xmlns:a16="http://schemas.microsoft.com/office/drawing/2014/main" id="{64B07391-91BF-A34E-88A1-A6D8AB9B05C9}"/>
              </a:ext>
            </a:extLst>
          </p:cNvPr>
          <p:cNvCxnSpPr>
            <a:cxnSpLocks noChangeShapeType="1"/>
          </p:cNvCxnSpPr>
          <p:nvPr/>
        </p:nvCxnSpPr>
        <p:spPr bwMode="auto">
          <a:xfrm rot="5400000">
            <a:off x="-296862" y="4071938"/>
            <a:ext cx="160972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6071" name="Straight Arrow Connector 95">
            <a:extLst>
              <a:ext uri="{FF2B5EF4-FFF2-40B4-BE49-F238E27FC236}">
                <a16:creationId xmlns:a16="http://schemas.microsoft.com/office/drawing/2014/main" id="{0294A7FD-377F-CB48-A010-51E189666562}"/>
              </a:ext>
            </a:extLst>
          </p:cNvPr>
          <p:cNvCxnSpPr>
            <a:cxnSpLocks noChangeShapeType="1"/>
          </p:cNvCxnSpPr>
          <p:nvPr/>
        </p:nvCxnSpPr>
        <p:spPr bwMode="auto">
          <a:xfrm flipV="1">
            <a:off x="508000" y="4525963"/>
            <a:ext cx="1163638" cy="3524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57" name="Rectangle 40">
            <a:extLst>
              <a:ext uri="{FF2B5EF4-FFF2-40B4-BE49-F238E27FC236}">
                <a16:creationId xmlns:a16="http://schemas.microsoft.com/office/drawing/2014/main" id="{872EF0BD-0CD3-794E-A065-BC98134CEAA0}"/>
              </a:ext>
            </a:extLst>
          </p:cNvPr>
          <p:cNvSpPr>
            <a:spLocks noChangeArrowheads="1"/>
          </p:cNvSpPr>
          <p:nvPr/>
        </p:nvSpPr>
        <p:spPr bwMode="auto">
          <a:xfrm>
            <a:off x="6746875" y="5669756"/>
            <a:ext cx="1727200"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58" name="TextBox 41">
            <a:extLst>
              <a:ext uri="{FF2B5EF4-FFF2-40B4-BE49-F238E27FC236}">
                <a16:creationId xmlns:a16="http://schemas.microsoft.com/office/drawing/2014/main" id="{60802874-021F-D047-B00E-904E2812F838}"/>
              </a:ext>
            </a:extLst>
          </p:cNvPr>
          <p:cNvSpPr txBox="1">
            <a:spLocks noChangeArrowheads="1"/>
          </p:cNvSpPr>
          <p:nvPr/>
        </p:nvSpPr>
        <p:spPr bwMode="auto">
          <a:xfrm>
            <a:off x="7223125" y="4949031"/>
            <a:ext cx="1030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Address</a:t>
            </a:r>
          </a:p>
        </p:txBody>
      </p:sp>
      <p:cxnSp>
        <p:nvCxnSpPr>
          <p:cNvPr id="59" name="Straight Connector 42">
            <a:extLst>
              <a:ext uri="{FF2B5EF4-FFF2-40B4-BE49-F238E27FC236}">
                <a16:creationId xmlns:a16="http://schemas.microsoft.com/office/drawing/2014/main" id="{C2EB0581-4BE2-E84C-8C21-B1A30B487D4A}"/>
              </a:ext>
            </a:extLst>
          </p:cNvPr>
          <p:cNvCxnSpPr>
            <a:cxnSpLocks noChangeShapeType="1"/>
          </p:cNvCxnSpPr>
          <p:nvPr/>
        </p:nvCxnSpPr>
        <p:spPr bwMode="auto">
          <a:xfrm rot="5400000">
            <a:off x="7767638" y="5836443"/>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0" name="Straight Connector 43">
            <a:extLst>
              <a:ext uri="{FF2B5EF4-FFF2-40B4-BE49-F238E27FC236}">
                <a16:creationId xmlns:a16="http://schemas.microsoft.com/office/drawing/2014/main" id="{B50956F4-1F0B-D445-896D-568BC6B913BD}"/>
              </a:ext>
            </a:extLst>
          </p:cNvPr>
          <p:cNvCxnSpPr>
            <a:cxnSpLocks noChangeShapeType="1"/>
          </p:cNvCxnSpPr>
          <p:nvPr/>
        </p:nvCxnSpPr>
        <p:spPr bwMode="auto">
          <a:xfrm rot="5400000">
            <a:off x="7339806" y="5846546"/>
            <a:ext cx="3333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1" name="TextBox 44">
            <a:extLst>
              <a:ext uri="{FF2B5EF4-FFF2-40B4-BE49-F238E27FC236}">
                <a16:creationId xmlns:a16="http://schemas.microsoft.com/office/drawing/2014/main" id="{3230EE2B-82C1-374E-B49E-C627D8004576}"/>
              </a:ext>
            </a:extLst>
          </p:cNvPr>
          <p:cNvSpPr txBox="1">
            <a:spLocks noChangeArrowheads="1"/>
          </p:cNvSpPr>
          <p:nvPr/>
        </p:nvSpPr>
        <p:spPr bwMode="auto">
          <a:xfrm>
            <a:off x="6891338" y="5318918"/>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tag</a:t>
            </a:r>
          </a:p>
        </p:txBody>
      </p:sp>
      <p:sp>
        <p:nvSpPr>
          <p:cNvPr id="62" name="TextBox 45">
            <a:extLst>
              <a:ext uri="{FF2B5EF4-FFF2-40B4-BE49-F238E27FC236}">
                <a16:creationId xmlns:a16="http://schemas.microsoft.com/office/drawing/2014/main" id="{2F3DE0FC-0C0E-B344-BACF-F563475A96B4}"/>
              </a:ext>
            </a:extLst>
          </p:cNvPr>
          <p:cNvSpPr txBox="1">
            <a:spLocks noChangeArrowheads="1"/>
          </p:cNvSpPr>
          <p:nvPr/>
        </p:nvSpPr>
        <p:spPr bwMode="auto">
          <a:xfrm>
            <a:off x="7351713" y="5333206"/>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index</a:t>
            </a:r>
          </a:p>
        </p:txBody>
      </p:sp>
      <p:sp>
        <p:nvSpPr>
          <p:cNvPr id="63" name="TextBox 46">
            <a:extLst>
              <a:ext uri="{FF2B5EF4-FFF2-40B4-BE49-F238E27FC236}">
                <a16:creationId xmlns:a16="http://schemas.microsoft.com/office/drawing/2014/main" id="{591B69C1-0571-D24C-BB87-56F91B70AC3D}"/>
              </a:ext>
            </a:extLst>
          </p:cNvPr>
          <p:cNvSpPr txBox="1">
            <a:spLocks noChangeArrowheads="1"/>
          </p:cNvSpPr>
          <p:nvPr/>
        </p:nvSpPr>
        <p:spPr bwMode="auto">
          <a:xfrm>
            <a:off x="7964488" y="5333206"/>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byte in block</a:t>
            </a:r>
          </a:p>
        </p:txBody>
      </p:sp>
      <p:sp>
        <p:nvSpPr>
          <p:cNvPr id="64" name="TextBox 47">
            <a:extLst>
              <a:ext uri="{FF2B5EF4-FFF2-40B4-BE49-F238E27FC236}">
                <a16:creationId xmlns:a16="http://schemas.microsoft.com/office/drawing/2014/main" id="{1B71B19D-EFC4-CF4D-9383-D50E08F68EA5}"/>
              </a:ext>
            </a:extLst>
          </p:cNvPr>
          <p:cNvSpPr txBox="1">
            <a:spLocks noChangeArrowheads="1"/>
          </p:cNvSpPr>
          <p:nvPr/>
        </p:nvSpPr>
        <p:spPr bwMode="auto">
          <a:xfrm>
            <a:off x="7932738" y="5669756"/>
            <a:ext cx="6111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3 bits</a:t>
            </a:r>
          </a:p>
        </p:txBody>
      </p:sp>
      <p:sp>
        <p:nvSpPr>
          <p:cNvPr id="65" name="TextBox 48">
            <a:extLst>
              <a:ext uri="{FF2B5EF4-FFF2-40B4-BE49-F238E27FC236}">
                <a16:creationId xmlns:a16="http://schemas.microsoft.com/office/drawing/2014/main" id="{14994EF3-E9D1-1E47-A416-A4F6E4415CAF}"/>
              </a:ext>
            </a:extLst>
          </p:cNvPr>
          <p:cNvSpPr txBox="1">
            <a:spLocks noChangeArrowheads="1"/>
          </p:cNvSpPr>
          <p:nvPr/>
        </p:nvSpPr>
        <p:spPr bwMode="auto">
          <a:xfrm>
            <a:off x="7464681" y="5666594"/>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1 b</a:t>
            </a:r>
          </a:p>
        </p:txBody>
      </p:sp>
      <p:sp>
        <p:nvSpPr>
          <p:cNvPr id="66" name="TextBox 49">
            <a:extLst>
              <a:ext uri="{FF2B5EF4-FFF2-40B4-BE49-F238E27FC236}">
                <a16:creationId xmlns:a16="http://schemas.microsoft.com/office/drawing/2014/main" id="{B2CCF734-F49C-0849-8BC4-14789E751F80}"/>
              </a:ext>
            </a:extLst>
          </p:cNvPr>
          <p:cNvSpPr txBox="1">
            <a:spLocks noChangeArrowheads="1"/>
          </p:cNvSpPr>
          <p:nvPr/>
        </p:nvSpPr>
        <p:spPr bwMode="auto">
          <a:xfrm>
            <a:off x="6831012" y="5664299"/>
            <a:ext cx="711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4 bits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03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60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0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60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60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60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60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60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60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0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60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60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60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60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60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60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60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604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605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605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60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606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606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606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606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606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606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6068"/>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602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603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603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603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603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603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603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603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60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604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604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605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605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8605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8605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605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6058"/>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8605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606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8606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86069"/>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86070"/>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86071"/>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6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6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6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4"/>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6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6018">
                                            <p:txEl>
                                              <p:pRg st="11" end="11"/>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60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animBg="1"/>
      <p:bldP spid="86021" grpId="0" animBg="1"/>
      <p:bldP spid="86022" grpId="0" animBg="1"/>
      <p:bldP spid="86023" grpId="0" animBg="1"/>
      <p:bldP spid="86024" grpId="0" animBg="1"/>
      <p:bldP spid="86025" grpId="0" animBg="1"/>
      <p:bldP spid="86026" grpId="0" animBg="1"/>
      <p:bldP spid="86027" grpId="0" animBg="1"/>
      <p:bldP spid="86028" grpId="0"/>
      <p:bldP spid="86029" grpId="0" animBg="1"/>
      <p:bldP spid="86030" grpId="0" animBg="1"/>
      <p:bldP spid="86031" grpId="0" animBg="1"/>
      <p:bldP spid="86032" grpId="0" animBg="1"/>
      <p:bldP spid="86033" grpId="0" animBg="1"/>
      <p:bldP spid="86034" grpId="0" animBg="1"/>
      <p:bldP spid="86035" grpId="0" animBg="1"/>
      <p:bldP spid="86036" grpId="0" animBg="1"/>
      <p:bldP spid="86037" grpId="0"/>
      <p:bldP spid="86038" grpId="0" animBg="1"/>
      <p:bldP spid="86039" grpId="0"/>
      <p:bldP spid="86040" grpId="0" animBg="1"/>
      <p:bldP spid="86041" grpId="0"/>
      <p:bldP spid="86042" grpId="0" animBg="1"/>
      <p:bldP spid="86043" grpId="0"/>
      <p:bldP spid="86044" grpId="0" animBg="1"/>
      <p:bldP spid="86045" grpId="0"/>
      <p:bldP spid="86048" grpId="0"/>
      <p:bldP spid="86058" grpId="0"/>
      <p:bldP spid="86060" grpId="0"/>
      <p:bldP spid="86062" grpId="0" animBg="1"/>
      <p:bldP spid="86068" grpId="0"/>
      <p:bldP spid="57" grpId="0" animBg="1"/>
      <p:bldP spid="58" grpId="0"/>
      <p:bldP spid="61" grpId="0"/>
      <p:bldP spid="62" grpId="0"/>
      <p:bldP spid="63" grpId="0"/>
      <p:bldP spid="64" grpId="0"/>
      <p:bldP spid="65" grpId="0"/>
      <p:bldP spid="6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14D4EE27-B8D2-B344-9306-834BC416EA8D}"/>
              </a:ext>
            </a:extLst>
          </p:cNvPr>
          <p:cNvSpPr>
            <a:spLocks noGrp="1" noChangeArrowheads="1"/>
          </p:cNvSpPr>
          <p:nvPr>
            <p:ph idx="1"/>
          </p:nvPr>
        </p:nvSpPr>
        <p:spPr>
          <a:xfrm>
            <a:off x="92074" y="996950"/>
            <a:ext cx="9050338" cy="5194300"/>
          </a:xfrm>
        </p:spPr>
        <p:txBody>
          <a:bodyPr/>
          <a:lstStyle/>
          <a:p>
            <a:r>
              <a:rPr lang="en-US" altLang="en-US" sz="2000" b="1" dirty="0">
                <a:ea typeface="ＭＳ Ｐゴシック" panose="020B0600070205080204" pitchFamily="34" charset="-128"/>
              </a:rPr>
              <a:t>Set-Associative Cache</a:t>
            </a:r>
          </a:p>
          <a:p>
            <a:pPr lvl="1"/>
            <a:r>
              <a:rPr lang="en-US" altLang="zh-CN" sz="1800" b="1" dirty="0">
                <a:ea typeface="ＭＳ Ｐゴシック" panose="020B0600070205080204" pitchFamily="34" charset="-128"/>
              </a:rPr>
              <a:t>Key Idea:</a:t>
            </a:r>
            <a:r>
              <a:rPr lang="en-US" altLang="en-US" sz="1800" dirty="0">
                <a:solidFill>
                  <a:srgbClr val="0033CC"/>
                </a:solidFill>
                <a:latin typeface="Arial" panose="020B0604020202020204" pitchFamily="34" charset="0"/>
              </a:rPr>
              <a:t> Associative memory within the set</a:t>
            </a:r>
          </a:p>
          <a:p>
            <a:pPr lvl="1"/>
            <a:endParaRPr lang="en-US" altLang="en-US" sz="1800" b="1" dirty="0">
              <a:ea typeface="ＭＳ Ｐゴシック" panose="020B0600070205080204" pitchFamily="34" charset="-128"/>
            </a:endParaRPr>
          </a:p>
          <a:p>
            <a:r>
              <a:rPr lang="en-US" altLang="en-US" sz="2000" b="1" dirty="0">
                <a:solidFill>
                  <a:srgbClr val="0432FF"/>
                </a:solidFill>
                <a:ea typeface="ＭＳ Ｐゴシック" panose="020B0600070205080204" pitchFamily="34" charset="-128"/>
              </a:rPr>
              <a:t>Advantage</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of Set-Associative Cache</a:t>
            </a:r>
          </a:p>
          <a:p>
            <a:pPr lvl="1"/>
            <a:r>
              <a:rPr lang="en-US" altLang="en-US" sz="1800" dirty="0">
                <a:ea typeface="ＭＳ Ｐゴシック" panose="020B0600070205080204" pitchFamily="34" charset="-128"/>
              </a:rPr>
              <a:t>Accommodates conflicts better (fewer conflict misses)</a:t>
            </a:r>
          </a:p>
          <a:p>
            <a:pPr lvl="2"/>
            <a:r>
              <a:rPr lang="en-US" altLang="en-US" dirty="0">
                <a:ea typeface="ＭＳ Ｐゴシック" panose="020B0600070205080204" pitchFamily="34" charset="-128"/>
                <a:sym typeface="Wingdings" pitchFamily="2" charset="2"/>
              </a:rPr>
              <a:t>Assume addresses A and B have the same index bits but different tag bits</a:t>
            </a:r>
          </a:p>
          <a:p>
            <a:pPr lvl="2"/>
            <a:r>
              <a:rPr lang="en-US" altLang="en-US" dirty="0">
                <a:ea typeface="ＭＳ Ｐゴシック" panose="020B0600070205080204" pitchFamily="34" charset="-128"/>
                <a:sym typeface="Wingdings" pitchFamily="2" charset="2"/>
              </a:rPr>
              <a:t>A, B, A, B, A, B, A, B, …  store in the cache set </a:t>
            </a:r>
          </a:p>
          <a:p>
            <a:pPr lvl="2"/>
            <a:r>
              <a:rPr lang="en-US" altLang="en-US" dirty="0">
                <a:ea typeface="ＭＳ Ｐゴシック" panose="020B0600070205080204" pitchFamily="34" charset="-128"/>
                <a:sym typeface="Wingdings" pitchFamily="2" charset="2"/>
              </a:rPr>
              <a:t>All accesses are </a:t>
            </a:r>
            <a:r>
              <a:rPr lang="en-US" altLang="en-US" dirty="0">
                <a:solidFill>
                  <a:srgbClr val="0432FF"/>
                </a:solidFill>
                <a:ea typeface="ＭＳ Ｐゴシック" panose="020B0600070205080204" pitchFamily="34" charset="-128"/>
                <a:sym typeface="Wingdings" pitchFamily="2" charset="2"/>
              </a:rPr>
              <a:t>cache hit</a:t>
            </a:r>
            <a:endParaRPr lang="en-US" altLang="en-US" sz="1800" dirty="0">
              <a:ea typeface="ＭＳ Ｐゴシック" panose="020B0600070205080204" pitchFamily="34" charset="-128"/>
            </a:endParaRPr>
          </a:p>
          <a:p>
            <a:pPr lvl="1"/>
            <a:endParaRPr lang="en-US" altLang="en-US" sz="1800" b="1" dirty="0">
              <a:ea typeface="ＭＳ Ｐゴシック" panose="020B0600070205080204" pitchFamily="34" charset="-128"/>
            </a:endParaRPr>
          </a:p>
          <a:p>
            <a:r>
              <a:rPr lang="en-US" altLang="en-US" sz="2000" b="1" dirty="0">
                <a:solidFill>
                  <a:srgbClr val="FF0000"/>
                </a:solidFill>
                <a:ea typeface="ＭＳ Ｐゴシック" panose="020B0600070205080204" pitchFamily="34" charset="-128"/>
              </a:rPr>
              <a:t>Issue</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of Set-Associative Cache</a:t>
            </a:r>
          </a:p>
          <a:p>
            <a:pPr lvl="1"/>
            <a:r>
              <a:rPr lang="en-US" altLang="en-US" sz="2000" dirty="0">
                <a:latin typeface="Arial" panose="020B0604020202020204" pitchFamily="34" charset="0"/>
              </a:rPr>
              <a:t>More complex, slower access, larger tag store</a:t>
            </a:r>
          </a:p>
          <a:p>
            <a:pPr lvl="4"/>
            <a:endParaRPr lang="en-US" altLang="en-US" sz="1400" dirty="0">
              <a:ea typeface="ＭＳ Ｐゴシック" panose="020B0600070205080204" pitchFamily="34" charset="-128"/>
            </a:endParaRPr>
          </a:p>
        </p:txBody>
      </p:sp>
      <p:sp>
        <p:nvSpPr>
          <p:cNvPr id="126978" name="Title 1">
            <a:extLst>
              <a:ext uri="{FF2B5EF4-FFF2-40B4-BE49-F238E27FC236}">
                <a16:creationId xmlns:a16="http://schemas.microsoft.com/office/drawing/2014/main" id="{219AEB2E-813E-8246-854B-1164DCE8EF21}"/>
              </a:ext>
            </a:extLst>
          </p:cNvPr>
          <p:cNvSpPr>
            <a:spLocks noGrp="1" noChangeArrowheads="1"/>
          </p:cNvSpPr>
          <p:nvPr>
            <p:ph type="title"/>
          </p:nvPr>
        </p:nvSpPr>
        <p:spPr>
          <a:xfrm>
            <a:off x="131765" y="138509"/>
            <a:ext cx="8915400" cy="722710"/>
          </a:xfrm>
        </p:spPr>
        <p:txBody>
          <a:bodyPr/>
          <a:lstStyle/>
          <a:p>
            <a:r>
              <a:rPr lang="en-US" altLang="en-US" dirty="0">
                <a:ea typeface="ＭＳ Ｐゴシック" panose="020B0600070205080204" pitchFamily="34" charset="-128"/>
              </a:rPr>
              <a:t>Set-Associative Cache: Advantage and Issue </a:t>
            </a:r>
          </a:p>
        </p:txBody>
      </p:sp>
      <p:sp>
        <p:nvSpPr>
          <p:cNvPr id="126979" name="Slide Number Placeholder 3">
            <a:extLst>
              <a:ext uri="{FF2B5EF4-FFF2-40B4-BE49-F238E27FC236}">
                <a16:creationId xmlns:a16="http://schemas.microsoft.com/office/drawing/2014/main" id="{4DEA535A-D5BA-884C-A283-87C0C900E15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8D00693-415E-EA49-8436-79EC48361603}" type="slidenum">
              <a:rPr lang="en-US" altLang="en-US" sz="1600" smtClean="0">
                <a:solidFill>
                  <a:srgbClr val="000000"/>
                </a:solidFill>
                <a:latin typeface="Garamond" panose="02020404030301010803" pitchFamily="18" charset="0"/>
              </a:rPr>
              <a:pPr eaLnBrk="1" hangingPunct="1">
                <a:spcBef>
                  <a:spcPct val="0"/>
                </a:spcBef>
                <a:buClrTx/>
                <a:buSzTx/>
                <a:buFontTx/>
                <a:buNone/>
              </a:pPr>
              <a:t>100</a:t>
            </a:fld>
            <a:endParaRPr lang="en-US" altLang="en-US"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41691233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499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99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99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499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499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994">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499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7A910356-E702-7141-84CA-35688C4EC64F}"/>
              </a:ext>
            </a:extLst>
          </p:cNvPr>
          <p:cNvSpPr>
            <a:spLocks noGrp="1" noChangeArrowheads="1"/>
          </p:cNvSpPr>
          <p:nvPr>
            <p:ph type="title"/>
          </p:nvPr>
        </p:nvSpPr>
        <p:spPr/>
        <p:txBody>
          <a:bodyPr/>
          <a:lstStyle/>
          <a:p>
            <a:r>
              <a:rPr lang="en-US" altLang="en-US" dirty="0">
                <a:ea typeface="ＭＳ Ｐゴシック" panose="020B0600070205080204" pitchFamily="34" charset="-128"/>
              </a:rPr>
              <a:t>Caching Basics</a:t>
            </a:r>
          </a:p>
        </p:txBody>
      </p:sp>
      <p:sp>
        <p:nvSpPr>
          <p:cNvPr id="59394" name="Content Placeholder 2">
            <a:extLst>
              <a:ext uri="{FF2B5EF4-FFF2-40B4-BE49-F238E27FC236}">
                <a16:creationId xmlns:a16="http://schemas.microsoft.com/office/drawing/2014/main" id="{D8906BF3-D470-C44E-94AE-16409CD4FEFF}"/>
              </a:ext>
            </a:extLst>
          </p:cNvPr>
          <p:cNvSpPr>
            <a:spLocks noGrp="1"/>
          </p:cNvSpPr>
          <p:nvPr>
            <p:ph idx="1"/>
          </p:nvPr>
        </p:nvSpPr>
        <p:spPr>
          <a:xfrm>
            <a:off x="228600" y="914400"/>
            <a:ext cx="8794750" cy="5194300"/>
          </a:xfrm>
        </p:spPr>
        <p:txBody>
          <a:bodyPr/>
          <a:lstStyle/>
          <a:p>
            <a:pPr>
              <a:buFont typeface="Wingdings" charset="0"/>
              <a:buChar char="n"/>
              <a:defRPr/>
            </a:pPr>
            <a:r>
              <a:rPr lang="en-US" dirty="0">
                <a:solidFill>
                  <a:srgbClr val="0000FF"/>
                </a:solidFill>
              </a:rPr>
              <a:t>Cache Block (line): </a:t>
            </a:r>
            <a:r>
              <a:rPr lang="en-US" dirty="0"/>
              <a:t>Unit of storage in the cache</a:t>
            </a:r>
          </a:p>
          <a:p>
            <a:pPr lvl="1">
              <a:buFont typeface="Wingdings" charset="0"/>
              <a:buChar char="q"/>
              <a:defRPr/>
            </a:pPr>
            <a:r>
              <a:rPr lang="en-US" dirty="0"/>
              <a:t>Memory is logically divided into blocks that map to potential locations in the cache. </a:t>
            </a:r>
          </a:p>
          <a:p>
            <a:pPr>
              <a:buFont typeface="Wingdings" charset="0"/>
              <a:buChar char="n"/>
              <a:defRPr/>
            </a:pPr>
            <a:endParaRPr lang="en-US" sz="1000" dirty="0"/>
          </a:p>
          <a:p>
            <a:pPr>
              <a:buFont typeface="Wingdings" charset="0"/>
              <a:buChar char="n"/>
              <a:defRPr/>
            </a:pPr>
            <a:r>
              <a:rPr lang="en-US" dirty="0"/>
              <a:t>On a reference:</a:t>
            </a:r>
          </a:p>
          <a:p>
            <a:pPr lvl="1">
              <a:buFont typeface="Wingdings" charset="0"/>
              <a:buChar char="q"/>
              <a:defRPr/>
            </a:pPr>
            <a:r>
              <a:rPr lang="en-US" dirty="0">
                <a:solidFill>
                  <a:srgbClr val="0000FF"/>
                </a:solidFill>
                <a:ea typeface="ＭＳ Ｐゴシック" charset="0"/>
              </a:rPr>
              <a:t>HIT</a:t>
            </a:r>
            <a:r>
              <a:rPr lang="en-US" dirty="0">
                <a:ea typeface="ＭＳ Ｐゴシック" charset="0"/>
              </a:rPr>
              <a:t>: If in cache, use cached data instead of accessing memory</a:t>
            </a:r>
          </a:p>
          <a:p>
            <a:pPr lvl="1">
              <a:buFont typeface="Wingdings" charset="0"/>
              <a:buChar char="q"/>
              <a:defRPr/>
            </a:pPr>
            <a:r>
              <a:rPr lang="en-US" dirty="0">
                <a:solidFill>
                  <a:srgbClr val="0000FF"/>
                </a:solidFill>
                <a:ea typeface="ＭＳ Ｐゴシック" charset="0"/>
              </a:rPr>
              <a:t>MISS</a:t>
            </a:r>
            <a:r>
              <a:rPr lang="en-US" dirty="0">
                <a:ea typeface="ＭＳ Ｐゴシック" charset="0"/>
              </a:rPr>
              <a:t>: If not in cache, bring block into cache</a:t>
            </a:r>
          </a:p>
          <a:p>
            <a:pPr lvl="2">
              <a:buFont typeface="Wingdings" charset="0"/>
              <a:buChar char="n"/>
              <a:defRPr/>
            </a:pPr>
            <a:r>
              <a:rPr lang="en-US" dirty="0">
                <a:ea typeface="ＭＳ Ｐゴシック" charset="0"/>
              </a:rPr>
              <a:t>May have to evict some other block</a:t>
            </a:r>
          </a:p>
          <a:p>
            <a:pPr marL="671512" lvl="2" indent="0">
              <a:buFont typeface="Wingdings" charset="0"/>
              <a:buNone/>
              <a:defRPr/>
            </a:pPr>
            <a:endParaRPr lang="en-US" sz="1000" dirty="0">
              <a:ea typeface="ＭＳ Ｐゴシック" charset="0"/>
            </a:endParaRPr>
          </a:p>
          <a:p>
            <a:pPr>
              <a:buFont typeface="Wingdings" charset="0"/>
              <a:buChar char="n"/>
              <a:defRPr/>
            </a:pPr>
            <a:r>
              <a:rPr lang="en-US" dirty="0"/>
              <a:t>For high cache hit rate, important cache design decisions:</a:t>
            </a:r>
          </a:p>
          <a:p>
            <a:pPr lvl="1">
              <a:buFont typeface="Wingdings" charset="0"/>
              <a:buChar char="q"/>
              <a:defRPr/>
            </a:pPr>
            <a:r>
              <a:rPr lang="en-US" dirty="0">
                <a:solidFill>
                  <a:srgbClr val="0000FF"/>
                </a:solidFill>
                <a:ea typeface="ＭＳ Ｐゴシック" charset="0"/>
              </a:rPr>
              <a:t>Placement</a:t>
            </a:r>
            <a:r>
              <a:rPr lang="en-US" dirty="0">
                <a:ea typeface="ＭＳ Ｐゴシック" charset="0"/>
              </a:rPr>
              <a:t>: where and how to place/find a block in cache?</a:t>
            </a:r>
          </a:p>
          <a:p>
            <a:pPr lvl="1">
              <a:buFont typeface="Wingdings" charset="0"/>
              <a:buChar char="q"/>
              <a:defRPr/>
            </a:pPr>
            <a:r>
              <a:rPr lang="en-US" dirty="0">
                <a:solidFill>
                  <a:srgbClr val="0000FF"/>
                </a:solidFill>
                <a:ea typeface="ＭＳ Ｐゴシック" charset="0"/>
              </a:rPr>
              <a:t>Replacement</a:t>
            </a:r>
            <a:r>
              <a:rPr lang="en-US" dirty="0">
                <a:ea typeface="ＭＳ Ｐゴシック" charset="0"/>
              </a:rPr>
              <a:t>: what data to remove to make room in cache?</a:t>
            </a:r>
          </a:p>
          <a:p>
            <a:pPr lvl="1">
              <a:buFont typeface="Wingdings" charset="0"/>
              <a:buChar char="q"/>
              <a:defRPr/>
            </a:pPr>
            <a:r>
              <a:rPr lang="en-US" dirty="0">
                <a:solidFill>
                  <a:srgbClr val="0000FF"/>
                </a:solidFill>
                <a:ea typeface="ＭＳ Ｐゴシック" charset="0"/>
              </a:rPr>
              <a:t>Granularity of management</a:t>
            </a:r>
            <a:r>
              <a:rPr lang="en-US" dirty="0">
                <a:ea typeface="ＭＳ Ｐゴシック" charset="0"/>
              </a:rPr>
              <a:t>: large or small blocks? </a:t>
            </a:r>
            <a:r>
              <a:rPr lang="en-US" dirty="0" err="1">
                <a:ea typeface="ＭＳ Ｐゴシック" charset="0"/>
              </a:rPr>
              <a:t>Subblocks</a:t>
            </a:r>
            <a:r>
              <a:rPr lang="en-US" dirty="0">
                <a:ea typeface="ＭＳ Ｐゴシック" charset="0"/>
              </a:rPr>
              <a:t>?</a:t>
            </a:r>
          </a:p>
          <a:p>
            <a:pPr lvl="1">
              <a:buFont typeface="Wingdings" charset="0"/>
              <a:buChar char="q"/>
              <a:defRPr/>
            </a:pPr>
            <a:r>
              <a:rPr lang="en-US" dirty="0">
                <a:solidFill>
                  <a:srgbClr val="0000FF"/>
                </a:solidFill>
                <a:ea typeface="ＭＳ Ｐゴシック" charset="0"/>
              </a:rPr>
              <a:t>Write policy</a:t>
            </a:r>
            <a:r>
              <a:rPr lang="en-US" dirty="0">
                <a:ea typeface="ＭＳ Ｐゴシック" charset="0"/>
              </a:rPr>
              <a:t>: what do we do about writes?</a:t>
            </a:r>
          </a:p>
          <a:p>
            <a:pPr lvl="1">
              <a:buFont typeface="Wingdings" charset="0"/>
              <a:buChar char="q"/>
              <a:defRPr/>
            </a:pPr>
            <a:r>
              <a:rPr lang="en-US" dirty="0">
                <a:solidFill>
                  <a:srgbClr val="0000FF"/>
                </a:solidFill>
                <a:ea typeface="ＭＳ Ｐゴシック" charset="0"/>
              </a:rPr>
              <a:t>Instructions/data</a:t>
            </a:r>
            <a:r>
              <a:rPr lang="en-US" dirty="0">
                <a:ea typeface="ＭＳ Ｐゴシック" charset="0"/>
              </a:rPr>
              <a:t>: do we treat them separately?</a:t>
            </a:r>
          </a:p>
          <a:p>
            <a:pPr lvl="1">
              <a:buFont typeface="Wingdings" charset="0"/>
              <a:buChar char="q"/>
              <a:defRPr/>
            </a:pP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120835" name="Slide Number Placeholder 3">
            <a:extLst>
              <a:ext uri="{FF2B5EF4-FFF2-40B4-BE49-F238E27FC236}">
                <a16:creationId xmlns:a16="http://schemas.microsoft.com/office/drawing/2014/main" id="{2F95E12C-D42B-B843-930C-EC1F0A2428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622B480-D4B6-2447-8777-76681E2BA131}" type="slidenum">
              <a:rPr lang="en-US" altLang="en-US" sz="1600" smtClean="0">
                <a:solidFill>
                  <a:srgbClr val="000000"/>
                </a:solidFill>
                <a:latin typeface="Garamond" panose="02020404030301010803" pitchFamily="18" charset="0"/>
              </a:rPr>
              <a:pPr eaLnBrk="1" hangingPunct="1">
                <a:spcBef>
                  <a:spcPct val="0"/>
                </a:spcBef>
                <a:buClrTx/>
                <a:buSzTx/>
                <a:buFontTx/>
                <a:buNone/>
              </a:pPr>
              <a:t>101</a:t>
            </a:fld>
            <a:endParaRPr lang="en-US" altLang="en-US" sz="1600">
              <a:solidFill>
                <a:srgbClr val="000000"/>
              </a:solidFill>
              <a:latin typeface="Garamond" panose="02020404030301010803" pitchFamily="18" charset="0"/>
            </a:endParaRPr>
          </a:p>
        </p:txBody>
      </p:sp>
      <p:sp>
        <p:nvSpPr>
          <p:cNvPr id="5" name="Rectangle 5">
            <a:extLst>
              <a:ext uri="{FF2B5EF4-FFF2-40B4-BE49-F238E27FC236}">
                <a16:creationId xmlns:a16="http://schemas.microsoft.com/office/drawing/2014/main" id="{07CFDF5D-AD6A-4151-B3E6-D0BBE98BE281}"/>
              </a:ext>
            </a:extLst>
          </p:cNvPr>
          <p:cNvSpPr/>
          <p:nvPr/>
        </p:nvSpPr>
        <p:spPr>
          <a:xfrm>
            <a:off x="609600" y="4876800"/>
            <a:ext cx="7848600" cy="53340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2351553480"/>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Title 1">
            <a:extLst>
              <a:ext uri="{FF2B5EF4-FFF2-40B4-BE49-F238E27FC236}">
                <a16:creationId xmlns:a16="http://schemas.microsoft.com/office/drawing/2014/main" id="{60A54A10-BFB8-7945-A06E-DA756CE2E843}"/>
              </a:ext>
            </a:extLst>
          </p:cNvPr>
          <p:cNvSpPr>
            <a:spLocks noGrp="1" noChangeArrowheads="1"/>
          </p:cNvSpPr>
          <p:nvPr>
            <p:ph type="title"/>
          </p:nvPr>
        </p:nvSpPr>
        <p:spPr/>
        <p:txBody>
          <a:bodyPr/>
          <a:lstStyle/>
          <a:p>
            <a:r>
              <a:rPr lang="en-US" altLang="en-US" dirty="0">
                <a:ea typeface="ＭＳ Ｐゴシック" panose="020B0600070205080204" pitchFamily="34" charset="-128"/>
              </a:rPr>
              <a:t>Replacement in Set-Associative Caches</a:t>
            </a:r>
          </a:p>
        </p:txBody>
      </p:sp>
      <p:sp>
        <p:nvSpPr>
          <p:cNvPr id="3" name="Content Placeholder 2">
            <a:extLst>
              <a:ext uri="{FF2B5EF4-FFF2-40B4-BE49-F238E27FC236}">
                <a16:creationId xmlns:a16="http://schemas.microsoft.com/office/drawing/2014/main" id="{9204BF70-B84E-8D4D-9F27-B5FA985C4C0F}"/>
              </a:ext>
            </a:extLst>
          </p:cNvPr>
          <p:cNvSpPr>
            <a:spLocks noGrp="1" noChangeArrowheads="1"/>
          </p:cNvSpPr>
          <p:nvPr>
            <p:ph idx="1"/>
          </p:nvPr>
        </p:nvSpPr>
        <p:spPr>
          <a:xfrm>
            <a:off x="23578" y="4954468"/>
            <a:ext cx="9806222" cy="1371600"/>
          </a:xfrm>
        </p:spPr>
        <p:txBody>
          <a:bodyPr/>
          <a:lstStyle/>
          <a:p>
            <a:pPr lvl="1"/>
            <a:endParaRPr lang="en-US" altLang="en-US" dirty="0">
              <a:ea typeface="ＭＳ Ｐゴシック" panose="020B0600070205080204" pitchFamily="34" charset="-128"/>
            </a:endParaRPr>
          </a:p>
          <a:p>
            <a:r>
              <a:rPr lang="en-US" altLang="en-US" dirty="0">
                <a:solidFill>
                  <a:srgbClr val="FF0000"/>
                </a:solidFill>
                <a:ea typeface="ＭＳ Ｐゴシック" panose="020B0600070205080204" pitchFamily="34" charset="-128"/>
              </a:rPr>
              <a:t>Key </a:t>
            </a:r>
            <a:r>
              <a:rPr lang="en-US" altLang="zh-CN" dirty="0">
                <a:solidFill>
                  <a:srgbClr val="FF0000"/>
                </a:solidFill>
                <a:ea typeface="ＭＳ Ｐゴシック" panose="020B0600070205080204" pitchFamily="34" charset="-128"/>
              </a:rPr>
              <a:t>Challenge</a:t>
            </a:r>
            <a:r>
              <a:rPr lang="en-US" altLang="en-US" dirty="0">
                <a:ea typeface="ＭＳ Ｐゴシック" panose="020B0600070205080204" pitchFamily="34" charset="-128"/>
              </a:rPr>
              <a:t>: </a:t>
            </a:r>
          </a:p>
          <a:p>
            <a:pPr lvl="1"/>
            <a:r>
              <a:rPr lang="en-US" altLang="zh-CN" dirty="0">
                <a:solidFill>
                  <a:srgbClr val="FF0000"/>
                </a:solidFill>
                <a:ea typeface="ＭＳ Ｐゴシック" panose="020B0600070205080204" pitchFamily="34" charset="-128"/>
              </a:rPr>
              <a:t>Which cache</a:t>
            </a:r>
            <a:r>
              <a:rPr lang="en-US" altLang="en-US" dirty="0">
                <a:solidFill>
                  <a:srgbClr val="FF0000"/>
                </a:solidFill>
                <a:ea typeface="ＭＳ Ｐゴシック" panose="020B0600070205080204" pitchFamily="34" charset="-128"/>
              </a:rPr>
              <a:t> block in a set be replaced once new block comes?</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214019" name="Slide Number Placeholder 3">
            <a:extLst>
              <a:ext uri="{FF2B5EF4-FFF2-40B4-BE49-F238E27FC236}">
                <a16:creationId xmlns:a16="http://schemas.microsoft.com/office/drawing/2014/main" id="{AB7DF0BD-6D27-2D41-9E63-FFEED419D2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A6400099-9C34-004A-BB9F-A581F0A3CA53}" type="slidenum">
              <a:rPr lang="en-US" altLang="en-US" sz="1600" smtClean="0">
                <a:solidFill>
                  <a:srgbClr val="000000"/>
                </a:solidFill>
                <a:latin typeface="Garamond" panose="02020404030301010803" pitchFamily="18" charset="0"/>
              </a:rPr>
              <a:pPr eaLnBrk="1" hangingPunct="1">
                <a:spcBef>
                  <a:spcPct val="0"/>
                </a:spcBef>
                <a:buClrTx/>
                <a:buSzTx/>
                <a:buFontTx/>
                <a:buNone/>
              </a:pPr>
              <a:t>102</a:t>
            </a:fld>
            <a:endParaRPr lang="en-US" altLang="en-US" sz="1600">
              <a:solidFill>
                <a:srgbClr val="000000"/>
              </a:solidFill>
              <a:latin typeface="Garamond" panose="02020404030301010803" pitchFamily="18" charset="0"/>
            </a:endParaRPr>
          </a:p>
        </p:txBody>
      </p:sp>
      <p:graphicFrame>
        <p:nvGraphicFramePr>
          <p:cNvPr id="5" name="Object 2">
            <a:extLst>
              <a:ext uri="{FF2B5EF4-FFF2-40B4-BE49-F238E27FC236}">
                <a16:creationId xmlns:a16="http://schemas.microsoft.com/office/drawing/2014/main" id="{2B2FC3A6-ABF2-45DE-A109-F4BFFF6584FD}"/>
              </a:ext>
            </a:extLst>
          </p:cNvPr>
          <p:cNvGraphicFramePr>
            <a:graphicFrameLocks noChangeAspect="1"/>
          </p:cNvGraphicFramePr>
          <p:nvPr>
            <p:custDataLst>
              <p:tags r:id="rId2"/>
            </p:custDataLst>
          </p:nvPr>
        </p:nvGraphicFramePr>
        <p:xfrm>
          <a:off x="1181100" y="914400"/>
          <a:ext cx="6781800" cy="4547351"/>
        </p:xfrm>
        <a:graphic>
          <a:graphicData uri="http://schemas.openxmlformats.org/presentationml/2006/ole">
            <mc:AlternateContent xmlns:mc="http://schemas.openxmlformats.org/markup-compatibility/2006">
              <mc:Choice xmlns:v="urn:schemas-microsoft-com:vml" Requires="v">
                <p:oleObj spid="_x0000_s2073" name="VISIO" r:id="rId4" imgW="3704844" imgH="2484120" progId="Visio.Drawing.6">
                  <p:embed/>
                </p:oleObj>
              </mc:Choice>
              <mc:Fallback>
                <p:oleObj name="VISIO" r:id="rId4" imgW="3704844" imgH="2484120" progId="Visio.Drawing.6">
                  <p:embed/>
                  <p:pic>
                    <p:nvPicPr>
                      <p:cNvPr id="5" name="Object 2">
                        <a:extLst>
                          <a:ext uri="{FF2B5EF4-FFF2-40B4-BE49-F238E27FC236}">
                            <a16:creationId xmlns:a16="http://schemas.microsoft.com/office/drawing/2014/main" id="{2B2FC3A6-ABF2-45DE-A109-F4BFFF6584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1100" y="914400"/>
                        <a:ext cx="6781800" cy="4547351"/>
                      </a:xfrm>
                      <a:prstGeom prst="rect">
                        <a:avLst/>
                      </a:prstGeom>
                      <a:noFill/>
                      <a:ln>
                        <a:noFill/>
                      </a:ln>
                    </p:spPr>
                  </p:pic>
                </p:oleObj>
              </mc:Fallback>
            </mc:AlternateContent>
          </a:graphicData>
        </a:graphic>
      </p:graphicFrame>
      <p:sp>
        <p:nvSpPr>
          <p:cNvPr id="6" name="Rectangle 5">
            <a:extLst>
              <a:ext uri="{FF2B5EF4-FFF2-40B4-BE49-F238E27FC236}">
                <a16:creationId xmlns:a16="http://schemas.microsoft.com/office/drawing/2014/main" id="{B886C4F4-FF3C-4436-8E54-11D3B9CA87D0}"/>
              </a:ext>
            </a:extLst>
          </p:cNvPr>
          <p:cNvSpPr/>
          <p:nvPr/>
        </p:nvSpPr>
        <p:spPr>
          <a:xfrm>
            <a:off x="3352800" y="2133601"/>
            <a:ext cx="1981200" cy="22860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 name="Rectangle 5">
            <a:extLst>
              <a:ext uri="{FF2B5EF4-FFF2-40B4-BE49-F238E27FC236}">
                <a16:creationId xmlns:a16="http://schemas.microsoft.com/office/drawing/2014/main" id="{D062A35F-865C-4118-AB69-F0813232FD44}"/>
              </a:ext>
            </a:extLst>
          </p:cNvPr>
          <p:cNvSpPr/>
          <p:nvPr/>
        </p:nvSpPr>
        <p:spPr>
          <a:xfrm>
            <a:off x="5314950" y="2133601"/>
            <a:ext cx="2000250" cy="22860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Title 1">
            <a:extLst>
              <a:ext uri="{FF2B5EF4-FFF2-40B4-BE49-F238E27FC236}">
                <a16:creationId xmlns:a16="http://schemas.microsoft.com/office/drawing/2014/main" id="{A9407FE4-EEFE-134D-8AEC-AF282EBD3560}"/>
              </a:ext>
            </a:extLst>
          </p:cNvPr>
          <p:cNvSpPr>
            <a:spLocks noGrp="1" noChangeArrowheads="1"/>
          </p:cNvSpPr>
          <p:nvPr>
            <p:ph type="title"/>
          </p:nvPr>
        </p:nvSpPr>
        <p:spPr/>
        <p:txBody>
          <a:bodyPr/>
          <a:lstStyle/>
          <a:p>
            <a:r>
              <a:rPr lang="en-US" altLang="en-US" dirty="0">
                <a:ea typeface="ＭＳ Ｐゴシック" panose="020B0600070205080204" pitchFamily="34" charset="-128"/>
              </a:rPr>
              <a:t>Cache Block Replacement Policy</a:t>
            </a:r>
          </a:p>
        </p:txBody>
      </p:sp>
      <p:sp>
        <p:nvSpPr>
          <p:cNvPr id="3" name="Content Placeholder 2">
            <a:extLst>
              <a:ext uri="{FF2B5EF4-FFF2-40B4-BE49-F238E27FC236}">
                <a16:creationId xmlns:a16="http://schemas.microsoft.com/office/drawing/2014/main" id="{7FC2FD21-086B-3F4E-A46A-288FB4C3A97C}"/>
              </a:ext>
            </a:extLst>
          </p:cNvPr>
          <p:cNvSpPr>
            <a:spLocks noGrp="1" noChangeArrowheads="1"/>
          </p:cNvSpPr>
          <p:nvPr>
            <p:ph idx="1"/>
          </p:nvPr>
        </p:nvSpPr>
        <p:spPr>
          <a:xfrm>
            <a:off x="228600" y="996950"/>
            <a:ext cx="8610600" cy="5194300"/>
          </a:xfrm>
        </p:spPr>
        <p:txBody>
          <a:bodyPr/>
          <a:lstStyle/>
          <a:p>
            <a:r>
              <a:rPr lang="en-US" altLang="en-US" dirty="0">
                <a:solidFill>
                  <a:srgbClr val="FF0000"/>
                </a:solidFill>
                <a:ea typeface="ＭＳ Ｐゴシック" panose="020B0600070205080204" pitchFamily="34" charset="-128"/>
              </a:rPr>
              <a:t>Which block </a:t>
            </a:r>
            <a:r>
              <a:rPr lang="en-US" altLang="en-US" dirty="0">
                <a:ea typeface="ＭＳ Ｐゴシック" panose="020B0600070205080204" pitchFamily="34" charset="-128"/>
              </a:rPr>
              <a:t>in the set </a:t>
            </a:r>
            <a:r>
              <a:rPr lang="en-US" altLang="en-US" b="1" dirty="0">
                <a:ea typeface="ＭＳ Ｐゴシック" panose="020B0600070205080204" pitchFamily="34" charset="-128"/>
              </a:rPr>
              <a:t>to replace </a:t>
            </a:r>
            <a:r>
              <a:rPr lang="en-US" altLang="en-US" dirty="0">
                <a:ea typeface="ＭＳ Ｐゴシック" panose="020B0600070205080204" pitchFamily="34" charset="-128"/>
              </a:rPr>
              <a:t>on a cache miss?</a:t>
            </a:r>
          </a:p>
          <a:p>
            <a:pPr lvl="1"/>
            <a:r>
              <a:rPr lang="en-US" altLang="en-US" dirty="0">
                <a:ea typeface="ＭＳ Ｐゴシック" panose="020B0600070205080204" pitchFamily="34" charset="-128"/>
              </a:rPr>
              <a:t>1, Any invalid block first</a:t>
            </a:r>
          </a:p>
          <a:p>
            <a:pPr lvl="1"/>
            <a:r>
              <a:rPr lang="en-US" altLang="en-US" dirty="0">
                <a:ea typeface="ＭＳ Ｐゴシック" panose="020B0600070205080204" pitchFamily="34" charset="-128"/>
              </a:rPr>
              <a:t>2, If all are valid, consult the </a:t>
            </a:r>
            <a:r>
              <a:rPr lang="en-US" altLang="en-US" b="1" dirty="0">
                <a:ea typeface="ＭＳ Ｐゴシック" panose="020B0600070205080204" pitchFamily="34" charset="-128"/>
              </a:rPr>
              <a:t>replacement policy:</a:t>
            </a:r>
          </a:p>
          <a:p>
            <a:pPr lvl="2"/>
            <a:r>
              <a:rPr lang="en-US" altLang="en-US" dirty="0">
                <a:ea typeface="ＭＳ Ｐゴシック" panose="020B0600070205080204" pitchFamily="34" charset="-128"/>
              </a:rPr>
              <a:t>Random</a:t>
            </a:r>
          </a:p>
          <a:p>
            <a:pPr lvl="2"/>
            <a:r>
              <a:rPr lang="en-US" altLang="en-US" dirty="0">
                <a:ea typeface="ＭＳ Ｐゴシック" panose="020B0600070205080204" pitchFamily="34" charset="-128"/>
              </a:rPr>
              <a:t>FIFO</a:t>
            </a:r>
          </a:p>
          <a:p>
            <a:pPr lvl="2"/>
            <a:r>
              <a:rPr lang="en-US" altLang="en-US" dirty="0">
                <a:ea typeface="ＭＳ Ｐゴシック" panose="020B0600070205080204" pitchFamily="34" charset="-128"/>
              </a:rPr>
              <a:t>Least recently used (how to implement?)</a:t>
            </a:r>
          </a:p>
          <a:p>
            <a:pPr lvl="2"/>
            <a:r>
              <a:rPr lang="en-US" altLang="en-US" dirty="0">
                <a:ea typeface="ＭＳ Ｐゴシック" panose="020B0600070205080204" pitchFamily="34" charset="-128"/>
              </a:rPr>
              <a:t>Hybrid replacement policies</a:t>
            </a:r>
          </a:p>
          <a:p>
            <a:pPr lvl="2"/>
            <a:r>
              <a:rPr lang="en-US" altLang="en-US" dirty="0">
                <a:ea typeface="ＭＳ Ｐゴシック" panose="020B0600070205080204" pitchFamily="34" charset="-128"/>
              </a:rPr>
              <a:t>Optimal replacement policy? </a:t>
            </a:r>
          </a:p>
          <a:p>
            <a:pPr lvl="2"/>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215043" name="Slide Number Placeholder 3">
            <a:extLst>
              <a:ext uri="{FF2B5EF4-FFF2-40B4-BE49-F238E27FC236}">
                <a16:creationId xmlns:a16="http://schemas.microsoft.com/office/drawing/2014/main" id="{BA96A4F6-CBC6-114E-A1FB-AB59529939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60C6DA3-9AEE-F24F-9EBC-786AE0F434BF}" type="slidenum">
              <a:rPr lang="en-US" altLang="en-US" sz="1600" smtClean="0">
                <a:solidFill>
                  <a:srgbClr val="000000"/>
                </a:solidFill>
                <a:latin typeface="Garamond" panose="02020404030301010803" pitchFamily="18" charset="0"/>
              </a:rPr>
              <a:pPr eaLnBrk="1" hangingPunct="1">
                <a:spcBef>
                  <a:spcPct val="0"/>
                </a:spcBef>
                <a:buClrTx/>
                <a:buSzTx/>
                <a:buFontTx/>
                <a:buNone/>
              </a:pPr>
              <a:t>103</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7A910356-E702-7141-84CA-35688C4EC64F}"/>
              </a:ext>
            </a:extLst>
          </p:cNvPr>
          <p:cNvSpPr>
            <a:spLocks noGrp="1" noChangeArrowheads="1"/>
          </p:cNvSpPr>
          <p:nvPr>
            <p:ph type="title"/>
          </p:nvPr>
        </p:nvSpPr>
        <p:spPr/>
        <p:txBody>
          <a:bodyPr/>
          <a:lstStyle/>
          <a:p>
            <a:r>
              <a:rPr lang="en-US" altLang="en-US" dirty="0">
                <a:ea typeface="ＭＳ Ｐゴシック" panose="020B0600070205080204" pitchFamily="34" charset="-128"/>
              </a:rPr>
              <a:t>Caching Basics</a:t>
            </a:r>
          </a:p>
        </p:txBody>
      </p:sp>
      <p:sp>
        <p:nvSpPr>
          <p:cNvPr id="59394" name="Content Placeholder 2">
            <a:extLst>
              <a:ext uri="{FF2B5EF4-FFF2-40B4-BE49-F238E27FC236}">
                <a16:creationId xmlns:a16="http://schemas.microsoft.com/office/drawing/2014/main" id="{D8906BF3-D470-C44E-94AE-16409CD4FEFF}"/>
              </a:ext>
            </a:extLst>
          </p:cNvPr>
          <p:cNvSpPr>
            <a:spLocks noGrp="1"/>
          </p:cNvSpPr>
          <p:nvPr>
            <p:ph idx="1"/>
          </p:nvPr>
        </p:nvSpPr>
        <p:spPr>
          <a:xfrm>
            <a:off x="228600" y="914400"/>
            <a:ext cx="8794750" cy="5194300"/>
          </a:xfrm>
        </p:spPr>
        <p:txBody>
          <a:bodyPr/>
          <a:lstStyle/>
          <a:p>
            <a:pPr>
              <a:buFont typeface="Wingdings" charset="0"/>
              <a:buChar char="n"/>
              <a:defRPr/>
            </a:pPr>
            <a:r>
              <a:rPr lang="en-US" dirty="0">
                <a:solidFill>
                  <a:srgbClr val="0000FF"/>
                </a:solidFill>
              </a:rPr>
              <a:t>Cache Block (line): </a:t>
            </a:r>
            <a:r>
              <a:rPr lang="en-US" dirty="0"/>
              <a:t>Unit of storage in the cache</a:t>
            </a:r>
          </a:p>
          <a:p>
            <a:pPr lvl="1">
              <a:buFont typeface="Wingdings" charset="0"/>
              <a:buChar char="q"/>
              <a:defRPr/>
            </a:pPr>
            <a:r>
              <a:rPr lang="en-US" dirty="0"/>
              <a:t>Memory is logically divided into blocks that map to potential locations in the cache. </a:t>
            </a:r>
          </a:p>
          <a:p>
            <a:pPr>
              <a:buFont typeface="Wingdings" charset="0"/>
              <a:buChar char="n"/>
              <a:defRPr/>
            </a:pPr>
            <a:endParaRPr lang="en-US" sz="1000" dirty="0"/>
          </a:p>
          <a:p>
            <a:pPr>
              <a:buFont typeface="Wingdings" charset="0"/>
              <a:buChar char="n"/>
              <a:defRPr/>
            </a:pPr>
            <a:r>
              <a:rPr lang="en-US" dirty="0"/>
              <a:t>On a reference:</a:t>
            </a:r>
          </a:p>
          <a:p>
            <a:pPr lvl="1">
              <a:buFont typeface="Wingdings" charset="0"/>
              <a:buChar char="q"/>
              <a:defRPr/>
            </a:pPr>
            <a:r>
              <a:rPr lang="en-US" dirty="0">
                <a:solidFill>
                  <a:srgbClr val="0000FF"/>
                </a:solidFill>
                <a:ea typeface="ＭＳ Ｐゴシック" charset="0"/>
              </a:rPr>
              <a:t>HIT</a:t>
            </a:r>
            <a:r>
              <a:rPr lang="en-US" dirty="0">
                <a:ea typeface="ＭＳ Ｐゴシック" charset="0"/>
              </a:rPr>
              <a:t>: If in cache, use cached data instead of accessing memory</a:t>
            </a:r>
          </a:p>
          <a:p>
            <a:pPr lvl="1">
              <a:buFont typeface="Wingdings" charset="0"/>
              <a:buChar char="q"/>
              <a:defRPr/>
            </a:pPr>
            <a:r>
              <a:rPr lang="en-US" dirty="0">
                <a:solidFill>
                  <a:srgbClr val="0000FF"/>
                </a:solidFill>
                <a:ea typeface="ＭＳ Ｐゴシック" charset="0"/>
              </a:rPr>
              <a:t>MISS</a:t>
            </a:r>
            <a:r>
              <a:rPr lang="en-US" dirty="0">
                <a:ea typeface="ＭＳ Ｐゴシック" charset="0"/>
              </a:rPr>
              <a:t>: If not in cache, bring block into cache</a:t>
            </a:r>
          </a:p>
          <a:p>
            <a:pPr lvl="2">
              <a:buFont typeface="Wingdings" charset="0"/>
              <a:buChar char="n"/>
              <a:defRPr/>
            </a:pPr>
            <a:r>
              <a:rPr lang="en-US" dirty="0">
                <a:ea typeface="ＭＳ Ｐゴシック" charset="0"/>
              </a:rPr>
              <a:t>May have to evict some other block</a:t>
            </a:r>
          </a:p>
          <a:p>
            <a:pPr marL="671512" lvl="2" indent="0">
              <a:buFont typeface="Wingdings" charset="0"/>
              <a:buNone/>
              <a:defRPr/>
            </a:pPr>
            <a:endParaRPr lang="en-US" sz="1000" dirty="0">
              <a:ea typeface="ＭＳ Ｐゴシック" charset="0"/>
            </a:endParaRPr>
          </a:p>
          <a:p>
            <a:pPr>
              <a:buFont typeface="Wingdings" charset="0"/>
              <a:buChar char="n"/>
              <a:defRPr/>
            </a:pPr>
            <a:r>
              <a:rPr lang="en-US" dirty="0"/>
              <a:t>For high cache hit rate, important cache design decisions:</a:t>
            </a:r>
          </a:p>
          <a:p>
            <a:pPr lvl="1">
              <a:buFont typeface="Wingdings" charset="0"/>
              <a:buChar char="q"/>
              <a:defRPr/>
            </a:pPr>
            <a:r>
              <a:rPr lang="en-US" dirty="0">
                <a:solidFill>
                  <a:srgbClr val="0000FF"/>
                </a:solidFill>
                <a:ea typeface="ＭＳ Ｐゴシック" charset="0"/>
              </a:rPr>
              <a:t>Placement</a:t>
            </a:r>
            <a:r>
              <a:rPr lang="en-US" dirty="0">
                <a:ea typeface="ＭＳ Ｐゴシック" charset="0"/>
              </a:rPr>
              <a:t>: where and how to place/find a block in cache?</a:t>
            </a:r>
          </a:p>
          <a:p>
            <a:pPr lvl="1">
              <a:buFont typeface="Wingdings" charset="0"/>
              <a:buChar char="q"/>
              <a:defRPr/>
            </a:pPr>
            <a:r>
              <a:rPr lang="en-US" dirty="0">
                <a:solidFill>
                  <a:srgbClr val="0000FF"/>
                </a:solidFill>
                <a:ea typeface="ＭＳ Ｐゴシック" charset="0"/>
              </a:rPr>
              <a:t>Replacement</a:t>
            </a:r>
            <a:r>
              <a:rPr lang="en-US" dirty="0">
                <a:ea typeface="ＭＳ Ｐゴシック" charset="0"/>
              </a:rPr>
              <a:t>: what data to remove to make room in cache?</a:t>
            </a:r>
          </a:p>
          <a:p>
            <a:pPr lvl="1">
              <a:buFont typeface="Wingdings" charset="0"/>
              <a:buChar char="q"/>
              <a:defRPr/>
            </a:pPr>
            <a:r>
              <a:rPr lang="en-US" dirty="0">
                <a:solidFill>
                  <a:srgbClr val="0000FF"/>
                </a:solidFill>
                <a:ea typeface="ＭＳ Ｐゴシック" charset="0"/>
              </a:rPr>
              <a:t>Granularity of management</a:t>
            </a:r>
            <a:r>
              <a:rPr lang="en-US" dirty="0">
                <a:ea typeface="ＭＳ Ｐゴシック" charset="0"/>
              </a:rPr>
              <a:t>: large or small blocks? </a:t>
            </a:r>
            <a:r>
              <a:rPr lang="en-US" dirty="0" err="1">
                <a:ea typeface="ＭＳ Ｐゴシック" charset="0"/>
              </a:rPr>
              <a:t>Subblocks</a:t>
            </a:r>
            <a:r>
              <a:rPr lang="en-US" dirty="0">
                <a:ea typeface="ＭＳ Ｐゴシック" charset="0"/>
              </a:rPr>
              <a:t>?</a:t>
            </a:r>
          </a:p>
          <a:p>
            <a:pPr lvl="1">
              <a:buFont typeface="Wingdings" charset="0"/>
              <a:buChar char="q"/>
              <a:defRPr/>
            </a:pPr>
            <a:r>
              <a:rPr lang="en-US" dirty="0">
                <a:solidFill>
                  <a:srgbClr val="0000FF"/>
                </a:solidFill>
                <a:ea typeface="ＭＳ Ｐゴシック" charset="0"/>
              </a:rPr>
              <a:t>Write policy</a:t>
            </a:r>
            <a:r>
              <a:rPr lang="en-US" dirty="0">
                <a:ea typeface="ＭＳ Ｐゴシック" charset="0"/>
              </a:rPr>
              <a:t>: write-allocate, write-back/write-through</a:t>
            </a:r>
          </a:p>
          <a:p>
            <a:pPr lvl="1">
              <a:buFont typeface="Wingdings" charset="0"/>
              <a:buChar char="q"/>
              <a:defRPr/>
            </a:pPr>
            <a:r>
              <a:rPr lang="en-US" dirty="0">
                <a:solidFill>
                  <a:srgbClr val="0000FF"/>
                </a:solidFill>
                <a:ea typeface="ＭＳ Ｐゴシック" charset="0"/>
              </a:rPr>
              <a:t>Instructions/data</a:t>
            </a:r>
            <a:r>
              <a:rPr lang="en-US" dirty="0">
                <a:ea typeface="ＭＳ Ｐゴシック" charset="0"/>
              </a:rPr>
              <a:t>: do we treat them separately?</a:t>
            </a:r>
          </a:p>
          <a:p>
            <a:pPr lvl="1">
              <a:buFont typeface="Wingdings" charset="0"/>
              <a:buChar char="q"/>
              <a:defRPr/>
            </a:pP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120835" name="Slide Number Placeholder 3">
            <a:extLst>
              <a:ext uri="{FF2B5EF4-FFF2-40B4-BE49-F238E27FC236}">
                <a16:creationId xmlns:a16="http://schemas.microsoft.com/office/drawing/2014/main" id="{2F95E12C-D42B-B843-930C-EC1F0A2428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622B480-D4B6-2447-8777-76681E2BA131}" type="slidenum">
              <a:rPr lang="en-US" altLang="en-US" sz="1600" smtClean="0">
                <a:solidFill>
                  <a:srgbClr val="000000"/>
                </a:solidFill>
                <a:latin typeface="Garamond" panose="02020404030301010803" pitchFamily="18" charset="0"/>
              </a:rPr>
              <a:pPr eaLnBrk="1" hangingPunct="1">
                <a:spcBef>
                  <a:spcPct val="0"/>
                </a:spcBef>
                <a:buClrTx/>
                <a:buSzTx/>
                <a:buFontTx/>
                <a:buNone/>
              </a:pPr>
              <a:t>104</a:t>
            </a:fld>
            <a:endParaRPr lang="en-US" altLang="en-US" sz="1600">
              <a:solidFill>
                <a:srgbClr val="000000"/>
              </a:solidFill>
              <a:latin typeface="Garamond" panose="02020404030301010803" pitchFamily="18" charset="0"/>
            </a:endParaRPr>
          </a:p>
        </p:txBody>
      </p:sp>
      <p:sp>
        <p:nvSpPr>
          <p:cNvPr id="5" name="Rectangle 5">
            <a:extLst>
              <a:ext uri="{FF2B5EF4-FFF2-40B4-BE49-F238E27FC236}">
                <a16:creationId xmlns:a16="http://schemas.microsoft.com/office/drawing/2014/main" id="{07CFDF5D-AD6A-4151-B3E6-D0BBE98BE281}"/>
              </a:ext>
            </a:extLst>
          </p:cNvPr>
          <p:cNvSpPr/>
          <p:nvPr/>
        </p:nvSpPr>
        <p:spPr>
          <a:xfrm>
            <a:off x="457200" y="5638800"/>
            <a:ext cx="7772400" cy="53340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1380351977"/>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Title 1">
            <a:extLst>
              <a:ext uri="{FF2B5EF4-FFF2-40B4-BE49-F238E27FC236}">
                <a16:creationId xmlns:a16="http://schemas.microsoft.com/office/drawing/2014/main" id="{A617AE3D-6E0F-B44D-9D3F-B6CA17D8375E}"/>
              </a:ext>
            </a:extLst>
          </p:cNvPr>
          <p:cNvSpPr>
            <a:spLocks noGrp="1" noChangeArrowheads="1"/>
          </p:cNvSpPr>
          <p:nvPr>
            <p:ph type="title"/>
          </p:nvPr>
        </p:nvSpPr>
        <p:spPr/>
        <p:txBody>
          <a:bodyPr/>
          <a:lstStyle/>
          <a:p>
            <a:r>
              <a:rPr lang="en-US" altLang="en-US" dirty="0">
                <a:ea typeface="ＭＳ Ｐゴシック" panose="020B0600070205080204" pitchFamily="34" charset="-128"/>
              </a:rPr>
              <a:t>Cache Policies: Handling Memory Write</a:t>
            </a:r>
          </a:p>
        </p:txBody>
      </p:sp>
      <p:sp>
        <p:nvSpPr>
          <p:cNvPr id="3" name="Content Placeholder 2">
            <a:extLst>
              <a:ext uri="{FF2B5EF4-FFF2-40B4-BE49-F238E27FC236}">
                <a16:creationId xmlns:a16="http://schemas.microsoft.com/office/drawing/2014/main" id="{BF1575B2-CC0D-8849-AA6D-1C3BBA6AF0CA}"/>
              </a:ext>
            </a:extLst>
          </p:cNvPr>
          <p:cNvSpPr>
            <a:spLocks noGrp="1" noChangeArrowheads="1"/>
          </p:cNvSpPr>
          <p:nvPr>
            <p:ph idx="1"/>
          </p:nvPr>
        </p:nvSpPr>
        <p:spPr>
          <a:xfrm>
            <a:off x="152400" y="987425"/>
            <a:ext cx="8915400" cy="5562600"/>
          </a:xfrm>
        </p:spPr>
        <p:txBody>
          <a:bodyPr/>
          <a:lstStyle/>
          <a:p>
            <a:pPr>
              <a:lnSpc>
                <a:spcPct val="90000"/>
              </a:lnSpc>
              <a:buClr>
                <a:schemeClr val="tx1"/>
              </a:buClr>
            </a:pPr>
            <a:r>
              <a:rPr lang="en-US" altLang="zh-CN" dirty="0"/>
              <a:t>Where should you write the result of a store? One policy for each step. </a:t>
            </a:r>
          </a:p>
          <a:p>
            <a:pPr lvl="1">
              <a:defRPr/>
            </a:pPr>
            <a:r>
              <a:rPr lang="en-US" altLang="zh-CN" b="1" dirty="0"/>
              <a:t>Step 1</a:t>
            </a:r>
            <a:r>
              <a:rPr lang="en-US" altLang="zh-CN" dirty="0"/>
              <a:t>: if not in cache, either policy works: </a:t>
            </a:r>
          </a:p>
          <a:p>
            <a:pPr lvl="2">
              <a:defRPr/>
            </a:pPr>
            <a:r>
              <a:rPr lang="en-US" altLang="zh-CN" dirty="0">
                <a:solidFill>
                  <a:srgbClr val="0432FF"/>
                </a:solidFill>
              </a:rPr>
              <a:t>Write-allocate policy </a:t>
            </a:r>
            <a:r>
              <a:rPr lang="en-US" altLang="zh-CN" dirty="0"/>
              <a:t>(default): </a:t>
            </a:r>
          </a:p>
          <a:p>
            <a:pPr lvl="3">
              <a:defRPr/>
            </a:pPr>
            <a:r>
              <a:rPr lang="en-US" altLang="zh-CN" dirty="0"/>
              <a:t>Allocate the cache line (put it in the cache).</a:t>
            </a:r>
          </a:p>
          <a:p>
            <a:pPr lvl="3">
              <a:defRPr/>
            </a:pPr>
            <a:r>
              <a:rPr lang="en-US" altLang="zh-CN" dirty="0"/>
              <a:t>Issue: Read an entire cache block from memory</a:t>
            </a:r>
          </a:p>
          <a:p>
            <a:pPr lvl="2">
              <a:defRPr/>
            </a:pPr>
            <a:r>
              <a:rPr lang="en-US" altLang="zh-CN" dirty="0">
                <a:solidFill>
                  <a:srgbClr val="0432FF"/>
                </a:solidFill>
              </a:rPr>
              <a:t>Write-no-allocate policy </a:t>
            </a:r>
            <a:r>
              <a:rPr lang="en-US" altLang="zh-CN" dirty="0"/>
              <a:t>(PCIe/IO): </a:t>
            </a:r>
          </a:p>
          <a:p>
            <a:pPr lvl="3">
              <a:defRPr/>
            </a:pPr>
            <a:r>
              <a:rPr lang="en-US" altLang="zh-CN" dirty="0"/>
              <a:t>Write it directly to memory without allocation in cache.</a:t>
            </a:r>
          </a:p>
          <a:p>
            <a:pPr lvl="3">
              <a:defRPr/>
            </a:pPr>
            <a:r>
              <a:rPr lang="en-US" altLang="zh-CN" dirty="0"/>
              <a:t>Ignore cache.</a:t>
            </a:r>
          </a:p>
          <a:p>
            <a:pPr lvl="3">
              <a:defRPr/>
            </a:pPr>
            <a:endParaRPr lang="en-US" altLang="zh-CN" dirty="0"/>
          </a:p>
          <a:p>
            <a:pPr lvl="1">
              <a:defRPr/>
            </a:pPr>
            <a:r>
              <a:rPr lang="en-US" altLang="zh-CN" b="1" dirty="0"/>
              <a:t>Step 2</a:t>
            </a:r>
            <a:r>
              <a:rPr lang="en-US" altLang="zh-CN" dirty="0"/>
              <a:t>: if in the cache, either policy works: </a:t>
            </a:r>
          </a:p>
          <a:p>
            <a:pPr lvl="2">
              <a:defRPr/>
            </a:pPr>
            <a:r>
              <a:rPr lang="en-US" altLang="zh-CN" dirty="0">
                <a:solidFill>
                  <a:srgbClr val="0432FF"/>
                </a:solidFill>
              </a:rPr>
              <a:t>Write-back policy </a:t>
            </a:r>
            <a:r>
              <a:rPr lang="en-US" altLang="zh-CN" dirty="0"/>
              <a:t>(default): </a:t>
            </a:r>
            <a:r>
              <a:rPr lang="en-US" altLang="zh-CN" dirty="0">
                <a:solidFill>
                  <a:srgbClr val="0432FF"/>
                </a:solidFill>
              </a:rPr>
              <a:t> </a:t>
            </a:r>
          </a:p>
          <a:p>
            <a:pPr lvl="3">
              <a:defRPr/>
            </a:pPr>
            <a:r>
              <a:rPr lang="en-US" altLang="zh-CN" dirty="0"/>
              <a:t>writes it to the cache and wait until we kick the cache block out</a:t>
            </a:r>
          </a:p>
          <a:p>
            <a:pPr lvl="2">
              <a:defRPr/>
            </a:pPr>
            <a:r>
              <a:rPr lang="en-US" altLang="zh-CN" dirty="0">
                <a:solidFill>
                  <a:srgbClr val="0432FF"/>
                </a:solidFill>
              </a:rPr>
              <a:t>Write-through policy </a:t>
            </a:r>
            <a:r>
              <a:rPr lang="en-US" altLang="zh-CN" dirty="0"/>
              <a:t>(streaming write instruction):</a:t>
            </a:r>
            <a:r>
              <a:rPr lang="en-US" altLang="zh-CN" dirty="0">
                <a:solidFill>
                  <a:srgbClr val="0432FF"/>
                </a:solidFill>
              </a:rPr>
              <a:t> </a:t>
            </a:r>
          </a:p>
          <a:p>
            <a:pPr lvl="3">
              <a:defRPr/>
            </a:pPr>
            <a:r>
              <a:rPr lang="en-US" altLang="zh-CN" dirty="0"/>
              <a:t>Writes it to the cache and </a:t>
            </a:r>
            <a:r>
              <a:rPr lang="en-US" altLang="zh-CN" dirty="0">
                <a:solidFill>
                  <a:schemeClr val="tx2"/>
                </a:solidFill>
              </a:rPr>
              <a:t>memory</a:t>
            </a:r>
            <a:r>
              <a:rPr lang="en-US" altLang="zh-CN" dirty="0"/>
              <a:t> right away</a:t>
            </a:r>
          </a:p>
          <a:p>
            <a:pPr marL="688975" lvl="2" indent="0">
              <a:buNone/>
              <a:defRPr/>
            </a:pPr>
            <a:r>
              <a:rPr lang="en-US" altLang="zh-CN" dirty="0"/>
              <a:t>	</a:t>
            </a:r>
          </a:p>
        </p:txBody>
      </p:sp>
      <p:sp>
        <p:nvSpPr>
          <p:cNvPr id="228355" name="Slide Number Placeholder 3">
            <a:extLst>
              <a:ext uri="{FF2B5EF4-FFF2-40B4-BE49-F238E27FC236}">
                <a16:creationId xmlns:a16="http://schemas.microsoft.com/office/drawing/2014/main" id="{9DA65B70-5F2D-4F4E-950B-2E633D99FE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968172A-668C-4F44-8D10-94AA5551B1E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208885216"/>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Title 1">
            <a:extLst>
              <a:ext uri="{FF2B5EF4-FFF2-40B4-BE49-F238E27FC236}">
                <a16:creationId xmlns:a16="http://schemas.microsoft.com/office/drawing/2014/main" id="{A617AE3D-6E0F-B44D-9D3F-B6CA17D8375E}"/>
              </a:ext>
            </a:extLst>
          </p:cNvPr>
          <p:cNvSpPr>
            <a:spLocks noGrp="1" noChangeArrowheads="1"/>
          </p:cNvSpPr>
          <p:nvPr>
            <p:ph type="title"/>
          </p:nvPr>
        </p:nvSpPr>
        <p:spPr/>
        <p:txBody>
          <a:bodyPr/>
          <a:lstStyle/>
          <a:p>
            <a:r>
              <a:rPr lang="en-US" altLang="en-US" dirty="0">
                <a:ea typeface="ＭＳ Ｐゴシック" panose="020B0600070205080204" pitchFamily="34" charset="-128"/>
              </a:rPr>
              <a:t>Cache: Write-back vs. Write-through</a:t>
            </a:r>
          </a:p>
        </p:txBody>
      </p:sp>
      <p:sp>
        <p:nvSpPr>
          <p:cNvPr id="3" name="Content Placeholder 2">
            <a:extLst>
              <a:ext uri="{FF2B5EF4-FFF2-40B4-BE49-F238E27FC236}">
                <a16:creationId xmlns:a16="http://schemas.microsoft.com/office/drawing/2014/main" id="{BF1575B2-CC0D-8849-AA6D-1C3BBA6AF0CA}"/>
              </a:ext>
            </a:extLst>
          </p:cNvPr>
          <p:cNvSpPr>
            <a:spLocks noGrp="1" noChangeArrowheads="1"/>
          </p:cNvSpPr>
          <p:nvPr>
            <p:ph idx="1"/>
          </p:nvPr>
        </p:nvSpPr>
        <p:spPr>
          <a:xfrm>
            <a:off x="228600" y="1066800"/>
            <a:ext cx="8610600" cy="5562600"/>
          </a:xfrm>
        </p:spPr>
        <p:txBody>
          <a:bodyPr/>
          <a:lstStyle/>
          <a:p>
            <a:pPr marL="342900" lvl="1" indent="-342900"/>
            <a:r>
              <a:rPr lang="en-US" altLang="en-US" b="1" dirty="0">
                <a:ea typeface="ＭＳ Ｐゴシック" panose="020B0600070205080204" pitchFamily="34" charset="-128"/>
              </a:rPr>
              <a:t>Write-back</a:t>
            </a:r>
            <a:r>
              <a:rPr lang="en-US" altLang="en-US" dirty="0">
                <a:ea typeface="ＭＳ Ｐゴシック" panose="020B0600070205080204" pitchFamily="34" charset="-128"/>
              </a:rPr>
              <a:t>: </a:t>
            </a:r>
          </a:p>
          <a:p>
            <a:pPr marL="695325" lvl="2" indent="-342900"/>
            <a:r>
              <a:rPr lang="en-US" altLang="en-US" dirty="0">
                <a:ea typeface="ＭＳ Ｐゴシック" panose="020B0600070205080204" pitchFamily="34" charset="-128"/>
              </a:rPr>
              <a:t>Write goes to cache; cache writes to main memory (evicted) </a:t>
            </a:r>
            <a:endParaRPr lang="en-US" altLang="en-US" b="1" dirty="0">
              <a:ea typeface="ＭＳ Ｐゴシック" panose="020B0600070205080204" pitchFamily="34" charset="-128"/>
            </a:endParaRPr>
          </a:p>
          <a:p>
            <a:pPr marL="695325" lvl="2" indent="-342900">
              <a:buFont typeface="Wingdings" pitchFamily="2" charset="2"/>
              <a:buNone/>
            </a:pPr>
            <a:r>
              <a:rPr lang="en-US" altLang="en-US" dirty="0">
                <a:ea typeface="ＭＳ Ｐゴシック" panose="020B0600070205080204" pitchFamily="34" charset="-128"/>
              </a:rPr>
              <a:t>+ Can combine multiple writes to the same block before eviction</a:t>
            </a:r>
          </a:p>
          <a:p>
            <a:pPr marL="1012825" lvl="3" indent="-342900"/>
            <a:r>
              <a:rPr lang="en-US" altLang="en-US" dirty="0">
                <a:ea typeface="ＭＳ Ｐゴシック" panose="020B0600070205080204" pitchFamily="34" charset="-128"/>
              </a:rPr>
              <a:t>Potentially saves bandwidth between cache levels + saves energy</a:t>
            </a:r>
          </a:p>
          <a:p>
            <a:pPr marL="342900" lvl="1" indent="-342900">
              <a:buFont typeface="Wingdings" pitchFamily="2" charset="2"/>
              <a:buNone/>
            </a:pPr>
            <a:r>
              <a:rPr lang="en-US" altLang="en-US" sz="2000" dirty="0">
                <a:ea typeface="ＭＳ Ｐゴシック" panose="020B0600070205080204" pitchFamily="34" charset="-128"/>
              </a:rPr>
              <a:t>    -- Need a bit in the tag store indicating the block is </a:t>
            </a:r>
            <a:r>
              <a:rPr lang="ja-JP" altLang="en-US" sz="2000" dirty="0">
                <a:ea typeface="ＭＳ Ｐゴシック" panose="020B0600070205080204" pitchFamily="34" charset="-128"/>
              </a:rPr>
              <a:t>“</a:t>
            </a:r>
            <a:r>
              <a:rPr lang="en-US" altLang="ja-JP" sz="2000" dirty="0">
                <a:ea typeface="ＭＳ Ｐゴシック" panose="020B0600070205080204" pitchFamily="34" charset="-128"/>
              </a:rPr>
              <a:t>dirty/modified</a:t>
            </a:r>
            <a:r>
              <a:rPr lang="ja-JP" altLang="en-US" sz="2000" dirty="0">
                <a:ea typeface="ＭＳ Ｐゴシック" panose="020B0600070205080204" pitchFamily="34" charset="-128"/>
              </a:rPr>
              <a:t>”</a:t>
            </a:r>
            <a:endParaRPr lang="en-US" altLang="ja-JP" sz="2000" dirty="0">
              <a:ea typeface="ＭＳ Ｐゴシック" panose="020B0600070205080204" pitchFamily="34" charset="-128"/>
            </a:endParaRPr>
          </a:p>
          <a:p>
            <a:pPr marL="342900" lvl="1" indent="-342900"/>
            <a:endParaRPr lang="en-US" altLang="en-US" dirty="0">
              <a:ea typeface="ＭＳ Ｐゴシック" panose="020B0600070205080204" pitchFamily="34" charset="-128"/>
            </a:endParaRPr>
          </a:p>
          <a:p>
            <a:pPr marL="342900" lvl="1" indent="-342900"/>
            <a:r>
              <a:rPr lang="en-US" altLang="en-US" b="1" dirty="0">
                <a:ea typeface="ＭＳ Ｐゴシック" panose="020B0600070205080204" pitchFamily="34" charset="-128"/>
              </a:rPr>
              <a:t>Write-through</a:t>
            </a:r>
            <a:r>
              <a:rPr lang="en-US" altLang="en-US" dirty="0">
                <a:ea typeface="ＭＳ Ｐゴシック" panose="020B0600070205080204" pitchFamily="34" charset="-128"/>
              </a:rPr>
              <a:t>: </a:t>
            </a:r>
          </a:p>
          <a:p>
            <a:pPr marL="695325" lvl="2" indent="-342900"/>
            <a:r>
              <a:rPr lang="en-US" altLang="en-US" dirty="0">
                <a:ea typeface="ＭＳ Ｐゴシック" panose="020B0600070205080204" pitchFamily="34" charset="-128"/>
              </a:rPr>
              <a:t>Write goes to memory and cache </a:t>
            </a:r>
          </a:p>
          <a:p>
            <a:pPr marL="695325" lvl="2" indent="-342900">
              <a:buFont typeface="Wingdings" pitchFamily="2" charset="2"/>
              <a:buNone/>
            </a:pPr>
            <a:r>
              <a:rPr lang="en-US" altLang="en-US" dirty="0">
                <a:ea typeface="ＭＳ Ｐゴシック" panose="020B0600070205080204" pitchFamily="34" charset="-128"/>
              </a:rPr>
              <a:t>+ Simpler</a:t>
            </a:r>
          </a:p>
          <a:p>
            <a:pPr marL="695325" lvl="2" indent="-342900">
              <a:buNone/>
            </a:pPr>
            <a:r>
              <a:rPr lang="en-US" altLang="en-US" dirty="0">
                <a:ea typeface="ＭＳ Ｐゴシック" panose="020B0600070205080204" pitchFamily="34" charset="-128"/>
              </a:rPr>
              <a:t>+</a:t>
            </a:r>
            <a:r>
              <a:rPr lang="en-US" altLang="zh-CN" dirty="0"/>
              <a:t> Evictions do not need to write to memory</a:t>
            </a:r>
            <a:endParaRPr lang="en-US" altLang="en-US" dirty="0">
              <a:ea typeface="ＭＳ Ｐゴシック" panose="020B0600070205080204" pitchFamily="34" charset="-128"/>
            </a:endParaRPr>
          </a:p>
          <a:p>
            <a:pPr marL="695325" lvl="2" indent="-342900">
              <a:buFont typeface="Wingdings" pitchFamily="2" charset="2"/>
              <a:buNone/>
            </a:pPr>
            <a:r>
              <a:rPr lang="en-US" altLang="en-US" dirty="0">
                <a:ea typeface="ＭＳ Ｐゴシック" panose="020B0600070205080204" pitchFamily="34" charset="-128"/>
              </a:rPr>
              <a:t>+ All levels are up to date</a:t>
            </a:r>
          </a:p>
          <a:p>
            <a:pPr marL="695325" lvl="2" indent="-342900">
              <a:buFont typeface="Wingdings" pitchFamily="2" charset="2"/>
              <a:buNone/>
            </a:pPr>
            <a:r>
              <a:rPr lang="en-US" altLang="en-US" dirty="0">
                <a:solidFill>
                  <a:srgbClr val="0432FF"/>
                </a:solidFill>
                <a:ea typeface="ＭＳ Ｐゴシック" panose="020B0600070205080204" pitchFamily="34" charset="-128"/>
              </a:rPr>
              <a:t>	Consistency</a:t>
            </a:r>
            <a:r>
              <a:rPr lang="en-US" altLang="en-US" dirty="0">
                <a:ea typeface="ＭＳ Ｐゴシック" panose="020B0600070205080204" pitchFamily="34" charset="-128"/>
              </a:rPr>
              <a:t>: Simpler cache coherence because no need to check close-to-processor caches’ tag stores for presence</a:t>
            </a:r>
          </a:p>
          <a:p>
            <a:pPr marL="695325" lvl="2" indent="-342900">
              <a:buFont typeface="Wingdings" pitchFamily="2" charset="2"/>
              <a:buNone/>
            </a:pPr>
            <a:r>
              <a:rPr lang="en-US" altLang="en-US" dirty="0">
                <a:ea typeface="ＭＳ Ｐゴシック" panose="020B0600070205080204" pitchFamily="34" charset="-128"/>
              </a:rPr>
              <a:t>-- More memory bandwidth intensive; no combining of writes</a:t>
            </a:r>
          </a:p>
        </p:txBody>
      </p:sp>
      <p:sp>
        <p:nvSpPr>
          <p:cNvPr id="228355" name="Slide Number Placeholder 3">
            <a:extLst>
              <a:ext uri="{FF2B5EF4-FFF2-40B4-BE49-F238E27FC236}">
                <a16:creationId xmlns:a16="http://schemas.microsoft.com/office/drawing/2014/main" id="{9DA65B70-5F2D-4F4E-950B-2E633D99FE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968172A-668C-4F44-8D10-94AA5551B1E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806643677"/>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7A910356-E702-7141-84CA-35688C4EC64F}"/>
              </a:ext>
            </a:extLst>
          </p:cNvPr>
          <p:cNvSpPr>
            <a:spLocks noGrp="1" noChangeArrowheads="1"/>
          </p:cNvSpPr>
          <p:nvPr>
            <p:ph type="title"/>
          </p:nvPr>
        </p:nvSpPr>
        <p:spPr/>
        <p:txBody>
          <a:bodyPr/>
          <a:lstStyle/>
          <a:p>
            <a:r>
              <a:rPr lang="en-US" altLang="en-US" dirty="0">
                <a:ea typeface="ＭＳ Ｐゴシック" panose="020B0600070205080204" pitchFamily="34" charset="-128"/>
              </a:rPr>
              <a:t>Caching Basics</a:t>
            </a:r>
          </a:p>
        </p:txBody>
      </p:sp>
      <p:sp>
        <p:nvSpPr>
          <p:cNvPr id="59394" name="Content Placeholder 2">
            <a:extLst>
              <a:ext uri="{FF2B5EF4-FFF2-40B4-BE49-F238E27FC236}">
                <a16:creationId xmlns:a16="http://schemas.microsoft.com/office/drawing/2014/main" id="{D8906BF3-D470-C44E-94AE-16409CD4FEFF}"/>
              </a:ext>
            </a:extLst>
          </p:cNvPr>
          <p:cNvSpPr>
            <a:spLocks noGrp="1"/>
          </p:cNvSpPr>
          <p:nvPr>
            <p:ph idx="1"/>
          </p:nvPr>
        </p:nvSpPr>
        <p:spPr>
          <a:xfrm>
            <a:off x="228600" y="914400"/>
            <a:ext cx="8794750" cy="5194300"/>
          </a:xfrm>
        </p:spPr>
        <p:txBody>
          <a:bodyPr/>
          <a:lstStyle/>
          <a:p>
            <a:pPr>
              <a:buFont typeface="Wingdings" charset="0"/>
              <a:buChar char="n"/>
              <a:defRPr/>
            </a:pPr>
            <a:r>
              <a:rPr lang="en-US" dirty="0">
                <a:solidFill>
                  <a:srgbClr val="0000FF"/>
                </a:solidFill>
              </a:rPr>
              <a:t>Cache Block (line): </a:t>
            </a:r>
            <a:r>
              <a:rPr lang="en-US" dirty="0"/>
              <a:t>Unit of storage in the cache</a:t>
            </a:r>
          </a:p>
          <a:p>
            <a:pPr lvl="1">
              <a:buFont typeface="Wingdings" charset="0"/>
              <a:buChar char="q"/>
              <a:defRPr/>
            </a:pPr>
            <a:r>
              <a:rPr lang="en-US" dirty="0"/>
              <a:t>Memory is logically divided into blocks that map to potential locations in the cache. </a:t>
            </a:r>
          </a:p>
          <a:p>
            <a:pPr>
              <a:buFont typeface="Wingdings" charset="0"/>
              <a:buChar char="n"/>
              <a:defRPr/>
            </a:pPr>
            <a:endParaRPr lang="en-US" sz="1000" dirty="0"/>
          </a:p>
          <a:p>
            <a:pPr>
              <a:buFont typeface="Wingdings" charset="0"/>
              <a:buChar char="n"/>
              <a:defRPr/>
            </a:pPr>
            <a:r>
              <a:rPr lang="en-US" dirty="0"/>
              <a:t>On a reference:</a:t>
            </a:r>
          </a:p>
          <a:p>
            <a:pPr lvl="1">
              <a:buFont typeface="Wingdings" charset="0"/>
              <a:buChar char="q"/>
              <a:defRPr/>
            </a:pPr>
            <a:r>
              <a:rPr lang="en-US" dirty="0">
                <a:solidFill>
                  <a:srgbClr val="0000FF"/>
                </a:solidFill>
                <a:ea typeface="ＭＳ Ｐゴシック" charset="0"/>
              </a:rPr>
              <a:t>HIT</a:t>
            </a:r>
            <a:r>
              <a:rPr lang="en-US" dirty="0">
                <a:ea typeface="ＭＳ Ｐゴシック" charset="0"/>
              </a:rPr>
              <a:t>: If in cache, use cached data instead of accessing memory</a:t>
            </a:r>
          </a:p>
          <a:p>
            <a:pPr lvl="1">
              <a:buFont typeface="Wingdings" charset="0"/>
              <a:buChar char="q"/>
              <a:defRPr/>
            </a:pPr>
            <a:r>
              <a:rPr lang="en-US" dirty="0">
                <a:solidFill>
                  <a:srgbClr val="0000FF"/>
                </a:solidFill>
                <a:ea typeface="ＭＳ Ｐゴシック" charset="0"/>
              </a:rPr>
              <a:t>MISS</a:t>
            </a:r>
            <a:r>
              <a:rPr lang="en-US" dirty="0">
                <a:ea typeface="ＭＳ Ｐゴシック" charset="0"/>
              </a:rPr>
              <a:t>: If not in cache, bring block into cache</a:t>
            </a:r>
          </a:p>
          <a:p>
            <a:pPr lvl="2">
              <a:buFont typeface="Wingdings" charset="0"/>
              <a:buChar char="n"/>
              <a:defRPr/>
            </a:pPr>
            <a:r>
              <a:rPr lang="en-US" dirty="0">
                <a:ea typeface="ＭＳ Ｐゴシック" charset="0"/>
              </a:rPr>
              <a:t>May have to evict some other block</a:t>
            </a:r>
          </a:p>
          <a:p>
            <a:pPr marL="671512" lvl="2" indent="0">
              <a:buFont typeface="Wingdings" charset="0"/>
              <a:buNone/>
              <a:defRPr/>
            </a:pPr>
            <a:endParaRPr lang="en-US" sz="1000" dirty="0">
              <a:ea typeface="ＭＳ Ｐゴシック" charset="0"/>
            </a:endParaRPr>
          </a:p>
          <a:p>
            <a:pPr>
              <a:buFont typeface="Wingdings" charset="0"/>
              <a:buChar char="n"/>
              <a:defRPr/>
            </a:pPr>
            <a:r>
              <a:rPr lang="en-US" dirty="0"/>
              <a:t>For high cache hit rate, important cache design decisions:</a:t>
            </a:r>
          </a:p>
          <a:p>
            <a:pPr lvl="1">
              <a:buFont typeface="Wingdings" charset="0"/>
              <a:buChar char="q"/>
              <a:defRPr/>
            </a:pPr>
            <a:r>
              <a:rPr lang="en-US" dirty="0">
                <a:solidFill>
                  <a:srgbClr val="0000FF"/>
                </a:solidFill>
                <a:ea typeface="ＭＳ Ｐゴシック" charset="0"/>
              </a:rPr>
              <a:t>Placement</a:t>
            </a:r>
            <a:r>
              <a:rPr lang="en-US" dirty="0">
                <a:ea typeface="ＭＳ Ｐゴシック" charset="0"/>
              </a:rPr>
              <a:t>: where and how to place/find a block in cache?</a:t>
            </a:r>
          </a:p>
          <a:p>
            <a:pPr lvl="1">
              <a:buFont typeface="Wingdings" charset="0"/>
              <a:buChar char="q"/>
              <a:defRPr/>
            </a:pPr>
            <a:r>
              <a:rPr lang="en-US" dirty="0">
                <a:solidFill>
                  <a:srgbClr val="0000FF"/>
                </a:solidFill>
                <a:ea typeface="ＭＳ Ｐゴシック" charset="0"/>
              </a:rPr>
              <a:t>Replacement</a:t>
            </a:r>
            <a:r>
              <a:rPr lang="en-US" dirty="0">
                <a:ea typeface="ＭＳ Ｐゴシック" charset="0"/>
              </a:rPr>
              <a:t>: what data to remove to make room in cache?</a:t>
            </a:r>
          </a:p>
          <a:p>
            <a:pPr lvl="1">
              <a:buFont typeface="Wingdings" charset="0"/>
              <a:buChar char="q"/>
              <a:defRPr/>
            </a:pPr>
            <a:r>
              <a:rPr lang="en-US" dirty="0">
                <a:solidFill>
                  <a:srgbClr val="0000FF"/>
                </a:solidFill>
                <a:ea typeface="ＭＳ Ｐゴシック" charset="0"/>
              </a:rPr>
              <a:t>Granularity of management</a:t>
            </a:r>
            <a:r>
              <a:rPr lang="en-US" dirty="0">
                <a:ea typeface="ＭＳ Ｐゴシック" charset="0"/>
              </a:rPr>
              <a:t>: large or small blocks? </a:t>
            </a:r>
            <a:r>
              <a:rPr lang="en-US" dirty="0" err="1">
                <a:ea typeface="ＭＳ Ｐゴシック" charset="0"/>
              </a:rPr>
              <a:t>Subblocks</a:t>
            </a:r>
            <a:r>
              <a:rPr lang="en-US" dirty="0">
                <a:ea typeface="ＭＳ Ｐゴシック" charset="0"/>
              </a:rPr>
              <a:t>?</a:t>
            </a:r>
          </a:p>
          <a:p>
            <a:pPr lvl="1">
              <a:buFont typeface="Wingdings" charset="0"/>
              <a:buChar char="q"/>
              <a:defRPr/>
            </a:pPr>
            <a:r>
              <a:rPr lang="en-US" dirty="0">
                <a:solidFill>
                  <a:srgbClr val="0000FF"/>
                </a:solidFill>
                <a:ea typeface="ＭＳ Ｐゴシック" charset="0"/>
              </a:rPr>
              <a:t>Write policy</a:t>
            </a:r>
            <a:r>
              <a:rPr lang="en-US" dirty="0">
                <a:ea typeface="ＭＳ Ｐゴシック" charset="0"/>
              </a:rPr>
              <a:t>: what do we do about writes?</a:t>
            </a:r>
          </a:p>
          <a:p>
            <a:pPr lvl="1">
              <a:buFont typeface="Wingdings" charset="0"/>
              <a:buChar char="q"/>
              <a:defRPr/>
            </a:pPr>
            <a:r>
              <a:rPr lang="en-US" dirty="0">
                <a:solidFill>
                  <a:srgbClr val="0000FF"/>
                </a:solidFill>
                <a:ea typeface="ＭＳ Ｐゴシック" charset="0"/>
              </a:rPr>
              <a:t>Instructions/data</a:t>
            </a:r>
            <a:r>
              <a:rPr lang="en-US" dirty="0">
                <a:ea typeface="ＭＳ Ｐゴシック" charset="0"/>
              </a:rPr>
              <a:t>: do we treat them separately?</a:t>
            </a:r>
          </a:p>
          <a:p>
            <a:pPr lvl="1">
              <a:buFont typeface="Wingdings" charset="0"/>
              <a:buChar char="q"/>
              <a:defRPr/>
            </a:pP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120835" name="Slide Number Placeholder 3">
            <a:extLst>
              <a:ext uri="{FF2B5EF4-FFF2-40B4-BE49-F238E27FC236}">
                <a16:creationId xmlns:a16="http://schemas.microsoft.com/office/drawing/2014/main" id="{2F95E12C-D42B-B843-930C-EC1F0A2428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622B480-D4B6-2447-8777-76681E2BA131}" type="slidenum">
              <a:rPr lang="en-US" altLang="en-US" sz="1600" smtClean="0">
                <a:solidFill>
                  <a:srgbClr val="000000"/>
                </a:solidFill>
                <a:latin typeface="Garamond" panose="02020404030301010803" pitchFamily="18" charset="0"/>
              </a:rPr>
              <a:pPr eaLnBrk="1" hangingPunct="1">
                <a:spcBef>
                  <a:spcPct val="0"/>
                </a:spcBef>
                <a:buClrTx/>
                <a:buSzTx/>
                <a:buFontTx/>
                <a:buNone/>
              </a:pPr>
              <a:t>107</a:t>
            </a:fld>
            <a:endParaRPr lang="en-US" altLang="en-US" sz="1600">
              <a:solidFill>
                <a:srgbClr val="000000"/>
              </a:solidFill>
              <a:latin typeface="Garamond" panose="02020404030301010803" pitchFamily="18" charset="0"/>
            </a:endParaRPr>
          </a:p>
        </p:txBody>
      </p:sp>
      <p:sp>
        <p:nvSpPr>
          <p:cNvPr id="5" name="Rectangle 5">
            <a:extLst>
              <a:ext uri="{FF2B5EF4-FFF2-40B4-BE49-F238E27FC236}">
                <a16:creationId xmlns:a16="http://schemas.microsoft.com/office/drawing/2014/main" id="{07CFDF5D-AD6A-4151-B3E6-D0BBE98BE281}"/>
              </a:ext>
            </a:extLst>
          </p:cNvPr>
          <p:cNvSpPr/>
          <p:nvPr/>
        </p:nvSpPr>
        <p:spPr>
          <a:xfrm>
            <a:off x="533400" y="6108700"/>
            <a:ext cx="6629400" cy="53340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3213647189"/>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custDataLst>
              <p:tags r:id="rId1"/>
            </p:custDataLst>
          </p:nvPr>
        </p:nvSpPr>
        <p:spPr/>
        <p:txBody>
          <a:bodyPr/>
          <a:lstStyle/>
          <a:p>
            <a:r>
              <a:rPr lang="en-US" dirty="0"/>
              <a:t>Cache Terminology</a:t>
            </a:r>
            <a:endParaRPr lang="en-US" dirty="0">
              <a:latin typeface="Consolas" pitchFamily="49" charset="0"/>
            </a:endParaRPr>
          </a:p>
        </p:txBody>
      </p:sp>
      <p:sp>
        <p:nvSpPr>
          <p:cNvPr id="58371" name="Rectangle 4"/>
          <p:cNvSpPr>
            <a:spLocks noGrp="1" noChangeArrowheads="1"/>
          </p:cNvSpPr>
          <p:nvPr>
            <p:ph idx="1"/>
            <p:custDataLst>
              <p:tags r:id="rId2"/>
            </p:custDataLst>
          </p:nvPr>
        </p:nvSpPr>
        <p:spPr>
          <a:xfrm>
            <a:off x="228600" y="914400"/>
            <a:ext cx="8610600" cy="5638799"/>
          </a:xfrm>
        </p:spPr>
        <p:txBody>
          <a:bodyPr/>
          <a:lstStyle/>
          <a:p>
            <a:r>
              <a:rPr lang="en-US" dirty="0">
                <a:solidFill>
                  <a:srgbClr val="0432FF"/>
                </a:solidFill>
              </a:rPr>
              <a:t>Capacity (</a:t>
            </a:r>
            <a:r>
              <a:rPr lang="en-US" i="1" dirty="0">
                <a:solidFill>
                  <a:srgbClr val="0432FF"/>
                </a:solidFill>
              </a:rPr>
              <a:t>C</a:t>
            </a:r>
            <a:r>
              <a:rPr lang="en-US" dirty="0">
                <a:solidFill>
                  <a:srgbClr val="0432FF"/>
                </a:solidFill>
              </a:rPr>
              <a:t>)</a:t>
            </a:r>
            <a:r>
              <a:rPr lang="en-US" dirty="0"/>
              <a:t>: </a:t>
            </a:r>
          </a:p>
          <a:p>
            <a:pPr lvl="1"/>
            <a:r>
              <a:rPr lang="en-US" dirty="0"/>
              <a:t>the number of data bytes a cache stores</a:t>
            </a:r>
          </a:p>
          <a:p>
            <a:r>
              <a:rPr lang="en-US" dirty="0">
                <a:solidFill>
                  <a:srgbClr val="0432FF"/>
                </a:solidFill>
              </a:rPr>
              <a:t>Block size (</a:t>
            </a:r>
            <a:r>
              <a:rPr lang="en-US" i="1" dirty="0">
                <a:solidFill>
                  <a:srgbClr val="0432FF"/>
                </a:solidFill>
              </a:rPr>
              <a:t>b</a:t>
            </a:r>
            <a:r>
              <a:rPr lang="en-US" dirty="0">
                <a:solidFill>
                  <a:srgbClr val="0432FF"/>
                </a:solidFill>
              </a:rPr>
              <a:t>)</a:t>
            </a:r>
            <a:r>
              <a:rPr lang="en-US" dirty="0"/>
              <a:t>: </a:t>
            </a:r>
          </a:p>
          <a:p>
            <a:pPr lvl="1"/>
            <a:r>
              <a:rPr lang="en-US" dirty="0"/>
              <a:t>bytes of data brought into cache at once</a:t>
            </a:r>
          </a:p>
          <a:p>
            <a:r>
              <a:rPr lang="en-US" dirty="0">
                <a:solidFill>
                  <a:srgbClr val="0432FF"/>
                </a:solidFill>
              </a:rPr>
              <a:t>Number of blocks (</a:t>
            </a:r>
            <a:r>
              <a:rPr lang="en-US" i="1" dirty="0">
                <a:solidFill>
                  <a:srgbClr val="0432FF"/>
                </a:solidFill>
              </a:rPr>
              <a:t>B = C/b</a:t>
            </a:r>
            <a:r>
              <a:rPr lang="en-US" dirty="0">
                <a:solidFill>
                  <a:srgbClr val="0432FF"/>
                </a:solidFill>
              </a:rPr>
              <a:t>)</a:t>
            </a:r>
            <a:r>
              <a:rPr lang="en-US" dirty="0"/>
              <a:t>: </a:t>
            </a:r>
          </a:p>
          <a:p>
            <a:pPr lvl="1"/>
            <a:r>
              <a:rPr lang="en-US" dirty="0"/>
              <a:t>number of blocks in cache: </a:t>
            </a:r>
            <a:r>
              <a:rPr lang="en-US" i="1" dirty="0"/>
              <a:t>B</a:t>
            </a:r>
            <a:r>
              <a:rPr lang="en-US" dirty="0"/>
              <a:t> = </a:t>
            </a:r>
            <a:r>
              <a:rPr lang="en-US" i="1" dirty="0"/>
              <a:t>C</a:t>
            </a:r>
            <a:r>
              <a:rPr lang="en-US" dirty="0"/>
              <a:t>/</a:t>
            </a:r>
            <a:r>
              <a:rPr lang="en-US" i="1" dirty="0"/>
              <a:t>b</a:t>
            </a:r>
          </a:p>
          <a:p>
            <a:r>
              <a:rPr lang="en-US" dirty="0">
                <a:solidFill>
                  <a:srgbClr val="0432FF"/>
                </a:solidFill>
              </a:rPr>
              <a:t>Degree of associativity (</a:t>
            </a:r>
            <a:r>
              <a:rPr lang="en-US" i="1" dirty="0">
                <a:solidFill>
                  <a:srgbClr val="0432FF"/>
                </a:solidFill>
              </a:rPr>
              <a:t>N</a:t>
            </a:r>
            <a:r>
              <a:rPr lang="en-US" dirty="0">
                <a:solidFill>
                  <a:srgbClr val="0432FF"/>
                </a:solidFill>
              </a:rPr>
              <a:t>)</a:t>
            </a:r>
            <a:r>
              <a:rPr lang="en-US" dirty="0"/>
              <a:t>: </a:t>
            </a:r>
          </a:p>
          <a:p>
            <a:pPr lvl="1"/>
            <a:r>
              <a:rPr lang="en-US" dirty="0"/>
              <a:t>number of blocks in a set</a:t>
            </a:r>
          </a:p>
          <a:p>
            <a:r>
              <a:rPr lang="en-US" dirty="0">
                <a:solidFill>
                  <a:srgbClr val="0432FF"/>
                </a:solidFill>
              </a:rPr>
              <a:t>Number of sets (</a:t>
            </a:r>
            <a:r>
              <a:rPr lang="en-US" i="1" dirty="0">
                <a:solidFill>
                  <a:srgbClr val="0432FF"/>
                </a:solidFill>
              </a:rPr>
              <a:t>S = B/N</a:t>
            </a:r>
            <a:r>
              <a:rPr lang="en-US" dirty="0">
                <a:solidFill>
                  <a:srgbClr val="0432FF"/>
                </a:solidFill>
              </a:rPr>
              <a:t>)</a:t>
            </a:r>
            <a:r>
              <a:rPr lang="en-US" dirty="0"/>
              <a:t>: </a:t>
            </a:r>
          </a:p>
          <a:p>
            <a:pPr lvl="1"/>
            <a:r>
              <a:rPr lang="en-US" dirty="0"/>
              <a:t>each memory address maps to exactly one cache set </a:t>
            </a:r>
          </a:p>
        </p:txBody>
      </p:sp>
      <p:sp>
        <p:nvSpPr>
          <p:cNvPr id="58370" name="Rectangle 3"/>
          <p:cNvSpPr>
            <a:spLocks noChangeArrowheads="1"/>
          </p:cNvSpPr>
          <p:nvPr>
            <p:custDataLst>
              <p:tags r:id="rId3"/>
            </p:custDataLst>
          </p:nvPr>
        </p:nvSpPr>
        <p:spPr bwMode="auto">
          <a:xfrm>
            <a:off x="0" y="1230313"/>
            <a:ext cx="1841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5" name="Slide Number Placeholder 3">
            <a:extLst>
              <a:ext uri="{FF2B5EF4-FFF2-40B4-BE49-F238E27FC236}">
                <a16:creationId xmlns:a16="http://schemas.microsoft.com/office/drawing/2014/main" id="{2AF1002A-17A7-B645-96CB-75917AEF4C7C}"/>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108</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462095906"/>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ChangeArrowheads="1"/>
          </p:cNvSpPr>
          <p:nvPr>
            <p:custDataLst>
              <p:tags r:id="rId1"/>
            </p:custDataLst>
          </p:nvPr>
        </p:nvSpPr>
        <p:spPr bwMode="auto">
          <a:xfrm>
            <a:off x="533400" y="1066800"/>
            <a:ext cx="8077200" cy="518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p:txBody>
      </p:sp>
      <p:sp>
        <p:nvSpPr>
          <p:cNvPr id="91138" name="Rectangle 3"/>
          <p:cNvSpPr>
            <a:spLocks noGrp="1" noChangeArrowheads="1"/>
          </p:cNvSpPr>
          <p:nvPr>
            <p:ph type="title"/>
            <p:custDataLst>
              <p:tags r:id="rId2"/>
            </p:custDataLst>
          </p:nvPr>
        </p:nvSpPr>
        <p:spPr>
          <a:xfrm>
            <a:off x="184150" y="0"/>
            <a:ext cx="7764961" cy="914400"/>
          </a:xfrm>
        </p:spPr>
        <p:txBody>
          <a:bodyPr anchor="ctr"/>
          <a:lstStyle/>
          <a:p>
            <a:r>
              <a:rPr lang="en-US" dirty="0">
                <a:latin typeface="Garamond" charset="0"/>
                <a:ea typeface="Garamond" charset="0"/>
                <a:cs typeface="Garamond" charset="0"/>
              </a:rPr>
              <a:t>Cache Organization Recap</a:t>
            </a:r>
          </a:p>
        </p:txBody>
      </p:sp>
      <p:sp>
        <p:nvSpPr>
          <p:cNvPr id="91139" name="Rectangle 6"/>
          <p:cNvSpPr>
            <a:spLocks noGrp="1" noChangeArrowheads="1"/>
          </p:cNvSpPr>
          <p:nvPr>
            <p:ph idx="1"/>
            <p:custDataLst>
              <p:tags r:id="rId3"/>
            </p:custDataLst>
          </p:nvPr>
        </p:nvSpPr>
        <p:spPr>
          <a:xfrm>
            <a:off x="396875" y="914401"/>
            <a:ext cx="7896225" cy="2895600"/>
          </a:xfrm>
        </p:spPr>
        <p:txBody>
          <a:bodyPr/>
          <a:lstStyle/>
          <a:p>
            <a:r>
              <a:rPr lang="en-US" sz="2400" dirty="0">
                <a:latin typeface="Tahoma" charset="0"/>
                <a:ea typeface="Tahoma" charset="0"/>
                <a:cs typeface="Tahoma" charset="0"/>
              </a:rPr>
              <a:t>Main Parameters</a:t>
            </a:r>
          </a:p>
          <a:p>
            <a:pPr lvl="1"/>
            <a:r>
              <a:rPr lang="en-US" sz="2000" dirty="0">
                <a:latin typeface="Tahoma" charset="0"/>
                <a:ea typeface="Tahoma" charset="0"/>
                <a:cs typeface="Tahoma" charset="0"/>
              </a:rPr>
              <a:t>Capacity: </a:t>
            </a:r>
            <a:r>
              <a:rPr lang="en-US" sz="2000" b="1" i="1" dirty="0">
                <a:solidFill>
                  <a:srgbClr val="0432FF"/>
                </a:solidFill>
                <a:latin typeface="Tahoma" charset="0"/>
                <a:ea typeface="Tahoma" charset="0"/>
                <a:cs typeface="Tahoma" charset="0"/>
              </a:rPr>
              <a:t>C</a:t>
            </a:r>
            <a:r>
              <a:rPr lang="en-US" sz="2000" i="1" dirty="0">
                <a:solidFill>
                  <a:srgbClr val="0432FF"/>
                </a:solidFill>
                <a:latin typeface="Tahoma" charset="0"/>
                <a:ea typeface="Tahoma" charset="0"/>
                <a:cs typeface="Tahoma" charset="0"/>
              </a:rPr>
              <a:t> </a:t>
            </a:r>
          </a:p>
          <a:p>
            <a:pPr lvl="1"/>
            <a:r>
              <a:rPr lang="en-US" sz="2000" dirty="0">
                <a:latin typeface="Tahoma" charset="0"/>
                <a:ea typeface="Tahoma" charset="0"/>
                <a:cs typeface="Tahoma" charset="0"/>
              </a:rPr>
              <a:t>Block size: </a:t>
            </a:r>
            <a:r>
              <a:rPr lang="en-US" sz="2000" b="1" i="1" dirty="0">
                <a:solidFill>
                  <a:srgbClr val="0432FF"/>
                </a:solidFill>
                <a:latin typeface="Tahoma" charset="0"/>
                <a:ea typeface="Tahoma" charset="0"/>
                <a:cs typeface="Tahoma" charset="0"/>
              </a:rPr>
              <a:t>b</a:t>
            </a:r>
            <a:endParaRPr lang="en-US" sz="2000" b="1" dirty="0">
              <a:solidFill>
                <a:srgbClr val="0432FF"/>
              </a:solidFill>
              <a:latin typeface="Tahoma" charset="0"/>
              <a:ea typeface="Tahoma" charset="0"/>
              <a:cs typeface="Tahoma" charset="0"/>
            </a:endParaRPr>
          </a:p>
          <a:p>
            <a:pPr lvl="1"/>
            <a:r>
              <a:rPr lang="en-US" sz="2000" dirty="0">
                <a:latin typeface="Tahoma" charset="0"/>
                <a:ea typeface="Tahoma" charset="0"/>
                <a:cs typeface="Tahoma" charset="0"/>
              </a:rPr>
              <a:t>Number of blocks in cache: </a:t>
            </a:r>
            <a:r>
              <a:rPr lang="en-US" sz="2000" b="1" i="1" dirty="0">
                <a:solidFill>
                  <a:srgbClr val="0432FF"/>
                </a:solidFill>
                <a:latin typeface="Tahoma" charset="0"/>
                <a:ea typeface="Tahoma" charset="0"/>
                <a:cs typeface="Tahoma" charset="0"/>
              </a:rPr>
              <a:t>B</a:t>
            </a:r>
            <a:r>
              <a:rPr lang="en-US" sz="2000" dirty="0">
                <a:solidFill>
                  <a:srgbClr val="0432FF"/>
                </a:solidFill>
                <a:latin typeface="Tahoma" charset="0"/>
                <a:ea typeface="Tahoma" charset="0"/>
                <a:cs typeface="Tahoma" charset="0"/>
              </a:rPr>
              <a:t> </a:t>
            </a:r>
            <a:r>
              <a:rPr lang="en-US" sz="2000" dirty="0">
                <a:latin typeface="Tahoma" charset="0"/>
                <a:ea typeface="Tahoma" charset="0"/>
                <a:cs typeface="Tahoma" charset="0"/>
              </a:rPr>
              <a:t>= </a:t>
            </a:r>
            <a:r>
              <a:rPr lang="en-US" sz="2000" i="1" dirty="0">
                <a:latin typeface="Tahoma" charset="0"/>
                <a:ea typeface="Tahoma" charset="0"/>
                <a:cs typeface="Tahoma" charset="0"/>
              </a:rPr>
              <a:t>C</a:t>
            </a:r>
            <a:r>
              <a:rPr lang="en-US" sz="2000" dirty="0">
                <a:latin typeface="Tahoma" charset="0"/>
                <a:ea typeface="Tahoma" charset="0"/>
                <a:cs typeface="Tahoma" charset="0"/>
              </a:rPr>
              <a:t>/</a:t>
            </a:r>
            <a:r>
              <a:rPr lang="en-US" sz="2000" i="1" dirty="0">
                <a:latin typeface="Tahoma" charset="0"/>
                <a:ea typeface="Tahoma" charset="0"/>
                <a:cs typeface="Tahoma" charset="0"/>
              </a:rPr>
              <a:t>b</a:t>
            </a:r>
          </a:p>
          <a:p>
            <a:pPr lvl="1"/>
            <a:r>
              <a:rPr lang="en-US" sz="2000" dirty="0">
                <a:latin typeface="Tahoma" charset="0"/>
                <a:ea typeface="Tahoma" charset="0"/>
                <a:cs typeface="Tahoma" charset="0"/>
              </a:rPr>
              <a:t>Number of blocks in a set: </a:t>
            </a:r>
            <a:r>
              <a:rPr lang="en-US" sz="2000" b="1" i="1" dirty="0">
                <a:solidFill>
                  <a:srgbClr val="0432FF"/>
                </a:solidFill>
                <a:latin typeface="Tahoma" charset="0"/>
                <a:ea typeface="Tahoma" charset="0"/>
                <a:cs typeface="Tahoma" charset="0"/>
              </a:rPr>
              <a:t>N</a:t>
            </a:r>
          </a:p>
          <a:p>
            <a:pPr lvl="1"/>
            <a:r>
              <a:rPr lang="en-US" sz="2000" dirty="0">
                <a:latin typeface="Tahoma" charset="0"/>
                <a:ea typeface="Tahoma" charset="0"/>
                <a:cs typeface="Tahoma" charset="0"/>
              </a:rPr>
              <a:t>Number of Sets: </a:t>
            </a:r>
            <a:r>
              <a:rPr lang="en-US" sz="2000" b="1" i="1" dirty="0">
                <a:solidFill>
                  <a:srgbClr val="0432FF"/>
                </a:solidFill>
                <a:latin typeface="Tahoma" charset="0"/>
                <a:ea typeface="Tahoma" charset="0"/>
                <a:cs typeface="Tahoma" charset="0"/>
              </a:rPr>
              <a:t>S</a:t>
            </a:r>
            <a:r>
              <a:rPr lang="en-US" sz="2000" dirty="0">
                <a:solidFill>
                  <a:srgbClr val="0432FF"/>
                </a:solidFill>
                <a:latin typeface="Tahoma" charset="0"/>
                <a:ea typeface="Tahoma" charset="0"/>
                <a:cs typeface="Tahoma" charset="0"/>
              </a:rPr>
              <a:t> </a:t>
            </a:r>
            <a:r>
              <a:rPr lang="en-US" sz="2000" dirty="0">
                <a:latin typeface="Tahoma" charset="0"/>
                <a:ea typeface="Tahoma" charset="0"/>
                <a:cs typeface="Tahoma" charset="0"/>
              </a:rPr>
              <a:t>= </a:t>
            </a:r>
            <a:r>
              <a:rPr lang="en-US" sz="2000" i="1" dirty="0">
                <a:latin typeface="Tahoma" charset="0"/>
                <a:ea typeface="Tahoma" charset="0"/>
                <a:cs typeface="Tahoma" charset="0"/>
              </a:rPr>
              <a:t>B</a:t>
            </a:r>
            <a:r>
              <a:rPr lang="en-US" sz="2000" dirty="0">
                <a:latin typeface="Tahoma" charset="0"/>
                <a:ea typeface="Tahoma" charset="0"/>
                <a:cs typeface="Tahoma" charset="0"/>
              </a:rPr>
              <a:t>/</a:t>
            </a:r>
            <a:r>
              <a:rPr lang="en-US" sz="2000" i="1" dirty="0">
                <a:latin typeface="Tahoma" charset="0"/>
                <a:ea typeface="Tahoma" charset="0"/>
                <a:cs typeface="Tahoma" charset="0"/>
              </a:rPr>
              <a:t>N</a:t>
            </a:r>
          </a:p>
        </p:txBody>
      </p:sp>
      <p:graphicFrame>
        <p:nvGraphicFramePr>
          <p:cNvPr id="1375279" name="Group 47"/>
          <p:cNvGraphicFramePr>
            <a:graphicFrameLocks noGrp="1"/>
          </p:cNvGraphicFramePr>
          <p:nvPr>
            <p:ph idx="11"/>
            <p:custDataLst>
              <p:tags r:id="rId4"/>
            </p:custDataLst>
          </p:nvPr>
        </p:nvGraphicFramePr>
        <p:xfrm>
          <a:off x="609600" y="3635376"/>
          <a:ext cx="7896225" cy="2536824"/>
        </p:xfrm>
        <a:graphic>
          <a:graphicData uri="http://schemas.openxmlformats.org/drawingml/2006/table">
            <a:tbl>
              <a:tblPr firstRow="1" bandRow="1">
                <a:tableStyleId>{0660B408-B3CF-4A94-85FC-2B1E0A45F4A2}</a:tableStyleId>
              </a:tblPr>
              <a:tblGrid>
                <a:gridCol w="3112935">
                  <a:extLst>
                    <a:ext uri="{9D8B030D-6E8A-4147-A177-3AD203B41FA5}">
                      <a16:colId xmlns:a16="http://schemas.microsoft.com/office/drawing/2014/main" val="20000"/>
                    </a:ext>
                  </a:extLst>
                </a:gridCol>
                <a:gridCol w="2505533">
                  <a:extLst>
                    <a:ext uri="{9D8B030D-6E8A-4147-A177-3AD203B41FA5}">
                      <a16:colId xmlns:a16="http://schemas.microsoft.com/office/drawing/2014/main" val="20001"/>
                    </a:ext>
                  </a:extLst>
                </a:gridCol>
                <a:gridCol w="2277757">
                  <a:extLst>
                    <a:ext uri="{9D8B030D-6E8A-4147-A177-3AD203B41FA5}">
                      <a16:colId xmlns:a16="http://schemas.microsoft.com/office/drawing/2014/main" val="20002"/>
                    </a:ext>
                  </a:extLst>
                </a:gridCol>
              </a:tblGrid>
              <a:tr h="8229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Organization</a:t>
                      </a:r>
                      <a:endParaRPr kumimoji="0" lang="en-US" sz="2000" b="1" i="0" u="none" strike="noStrike" cap="none" normalizeH="0" baseline="0" dirty="0">
                        <a:ln>
                          <a:noFill/>
                        </a:ln>
                        <a:solidFill>
                          <a:schemeClr val="accent2"/>
                        </a:solidFill>
                        <a:effectLst/>
                        <a:latin typeface="Calibri" pitchFamily="34" charset="0"/>
                        <a:ea typeface="Arial" charset="0"/>
                        <a:cs typeface="Arial" charset="0"/>
                      </a:endParaRPr>
                    </a:p>
                  </a:txBody>
                  <a:tcPr marL="91110" marR="91110" marT="45705" marB="4570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Number of Ways (N)</a:t>
                      </a:r>
                      <a:endParaRPr kumimoji="0" lang="en-US" sz="2000" b="1" i="0" u="none" strike="noStrike" cap="none" normalizeH="0" baseline="0" dirty="0">
                        <a:ln>
                          <a:noFill/>
                        </a:ln>
                        <a:solidFill>
                          <a:schemeClr val="accent2"/>
                        </a:solidFill>
                        <a:effectLst/>
                        <a:latin typeface="Calibri" pitchFamily="34" charset="0"/>
                        <a:ea typeface="Arial" charset="0"/>
                        <a:cs typeface="Arial" charset="0"/>
                      </a:endParaRPr>
                    </a:p>
                  </a:txBody>
                  <a:tcPr marL="91110" marR="91110" marT="45705" marB="4570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Number of Sets (S = B/N)</a:t>
                      </a:r>
                      <a:endParaRPr kumimoji="0" lang="en-US" sz="2000" b="1" i="0" u="none" strike="noStrike" cap="none" normalizeH="0" baseline="0" dirty="0">
                        <a:ln>
                          <a:noFill/>
                        </a:ln>
                        <a:solidFill>
                          <a:schemeClr val="accent2"/>
                        </a:solidFill>
                        <a:effectLst/>
                        <a:latin typeface="Calibri" pitchFamily="34" charset="0"/>
                        <a:ea typeface="Arial" charset="0"/>
                        <a:cs typeface="Arial" charset="0"/>
                      </a:endParaRPr>
                    </a:p>
                  </a:txBody>
                  <a:tcPr marL="91110" marR="91110" marT="45705" marB="4570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71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Direct Mapped</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t>
                      </a:r>
                      <a:endParaRPr kumimoji="0" lang="en-US" sz="2000" b="0" i="1"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71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N-Way Set Associative</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&lt; N &lt; B</a:t>
                      </a:r>
                      <a:endParaRPr kumimoji="0" lang="en-US" sz="2000" b="0" i="1"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 / N</a:t>
                      </a:r>
                      <a:endParaRPr kumimoji="0" lang="en-US" sz="2000" b="0" i="1"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71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Fully Associative</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t>
                      </a:r>
                      <a:endParaRPr kumimoji="0" lang="en-US" sz="2000" b="0" i="1"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1140" name="Rectangle 4"/>
          <p:cNvSpPr>
            <a:spLocks noChangeArrowheads="1"/>
          </p:cNvSpPr>
          <p:nvPr>
            <p:custDataLst>
              <p:tags r:id="rId5"/>
            </p:custDataLst>
          </p:nvPr>
        </p:nvSpPr>
        <p:spPr bwMode="auto">
          <a:xfrm>
            <a:off x="0" y="1230313"/>
            <a:ext cx="1841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91141" name="Rectangle 5"/>
          <p:cNvSpPr>
            <a:spLocks noChangeArrowheads="1"/>
          </p:cNvSpPr>
          <p:nvPr>
            <p:custDataLst>
              <p:tags r:id="rId6"/>
            </p:custDataLst>
          </p:nvPr>
        </p:nvSpPr>
        <p:spPr bwMode="auto">
          <a:xfrm>
            <a:off x="0" y="673100"/>
            <a:ext cx="1841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8" name="Slide Number Placeholder 3">
            <a:extLst>
              <a:ext uri="{FF2B5EF4-FFF2-40B4-BE49-F238E27FC236}">
                <a16:creationId xmlns:a16="http://schemas.microsoft.com/office/drawing/2014/main" id="{2AF1002A-17A7-B645-96CB-75917AEF4C7C}"/>
              </a:ext>
            </a:extLst>
          </p:cNvPr>
          <p:cNvSpPr txBox="1">
            <a:spLocks/>
          </p:cNvSpPr>
          <p:nvPr/>
        </p:nvSpPr>
        <p:spPr bwMode="auto">
          <a:xfrm>
            <a:off x="6777038" y="63182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rPr>
              <a:pPr marL="342900" marR="0" lvl="0" indent="-342900" algn="r" defTabSz="914400" rtl="0" eaLnBrk="1" fontAlgn="base" latinLnBrk="0" hangingPunct="1">
                <a:lnSpc>
                  <a:spcPct val="100000"/>
                </a:lnSpc>
                <a:spcBef>
                  <a:spcPct val="0"/>
                </a:spcBef>
                <a:spcAft>
                  <a:spcPct val="0"/>
                </a:spcAft>
                <a:buClrTx/>
                <a:buSzTx/>
                <a:buFontTx/>
                <a:buNone/>
                <a:tabLst/>
                <a:defRPr/>
              </a:pPr>
              <a:t>109</a:t>
            </a:fld>
            <a:endParaRPr kumimoji="0" lang="en-US" altLang="en-US" sz="1600" b="0" i="0" u="none" strike="noStrike" kern="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endParaRPr>
          </a:p>
        </p:txBody>
      </p:sp>
    </p:spTree>
    <p:extLst>
      <p:ext uri="{BB962C8B-B14F-4D97-AF65-F5344CB8AC3E}">
        <p14:creationId xmlns:p14="http://schemas.microsoft.com/office/powerpoint/2010/main" val="1842218388"/>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r>
              <a:rPr lang="en-US" altLang="en-US" dirty="0">
                <a:ea typeface="ＭＳ Ｐゴシック" charset="-128"/>
              </a:rPr>
              <a:t>Memory Consistency vs. Cache Coherence</a:t>
            </a:r>
          </a:p>
        </p:txBody>
      </p:sp>
      <p:sp>
        <p:nvSpPr>
          <p:cNvPr id="3" name="Content Placeholder 2"/>
          <p:cNvSpPr>
            <a:spLocks noGrp="1"/>
          </p:cNvSpPr>
          <p:nvPr>
            <p:ph idx="1"/>
          </p:nvPr>
        </p:nvSpPr>
        <p:spPr>
          <a:xfrm>
            <a:off x="228600" y="1143000"/>
            <a:ext cx="8610600" cy="3510136"/>
          </a:xfrm>
        </p:spPr>
        <p:txBody>
          <a:bodyPr/>
          <a:lstStyle/>
          <a:p>
            <a:r>
              <a:rPr lang="en-US" altLang="en-US" b="1" dirty="0">
                <a:ea typeface="ＭＳ Ｐゴシック" charset="-128"/>
              </a:rPr>
              <a:t>Coherence</a:t>
            </a:r>
            <a:r>
              <a:rPr lang="en-US" altLang="en-US" dirty="0">
                <a:ea typeface="ＭＳ Ｐゴシック" charset="-128"/>
              </a:rPr>
              <a:t> is about ordering of operations from different processors </a:t>
            </a:r>
            <a:r>
              <a:rPr lang="en-US" altLang="en-US" dirty="0">
                <a:solidFill>
                  <a:srgbClr val="0000FF"/>
                </a:solidFill>
                <a:ea typeface="ＭＳ Ｐゴシック" charset="-128"/>
              </a:rPr>
              <a:t>to</a:t>
            </a:r>
            <a:r>
              <a:rPr lang="en-US" altLang="en-US" dirty="0">
                <a:ea typeface="ＭＳ Ｐゴシック" charset="-128"/>
              </a:rPr>
              <a:t> </a:t>
            </a:r>
            <a:r>
              <a:rPr lang="en-US" altLang="en-US" dirty="0">
                <a:solidFill>
                  <a:srgbClr val="0000FF"/>
                </a:solidFill>
                <a:ea typeface="ＭＳ Ｐゴシック" charset="-128"/>
              </a:rPr>
              <a:t>the same memory location</a:t>
            </a:r>
          </a:p>
          <a:p>
            <a:pPr lvl="1"/>
            <a:r>
              <a:rPr lang="en-US" altLang="en-US" dirty="0">
                <a:ea typeface="ＭＳ Ｐゴシック" charset="-128"/>
              </a:rPr>
              <a:t>Local ordering of accesses to </a:t>
            </a:r>
            <a:r>
              <a:rPr lang="en-US" altLang="en-US" i="1" dirty="0">
                <a:ea typeface="ＭＳ Ｐゴシック" charset="-128"/>
              </a:rPr>
              <a:t>each</a:t>
            </a:r>
            <a:r>
              <a:rPr lang="en-US" altLang="en-US" dirty="0">
                <a:ea typeface="ＭＳ Ｐゴシック" charset="-128"/>
              </a:rPr>
              <a:t> cache </a:t>
            </a:r>
            <a:r>
              <a:rPr lang="en-US" altLang="en-US" i="1" dirty="0">
                <a:ea typeface="ＭＳ Ｐゴシック" charset="-128"/>
              </a:rPr>
              <a:t>block</a:t>
            </a:r>
          </a:p>
          <a:p>
            <a:pPr lvl="1"/>
            <a:endParaRPr lang="en-US" altLang="en-US" i="1" dirty="0">
              <a:ea typeface="ＭＳ Ｐゴシック" charset="-128"/>
            </a:endParaRPr>
          </a:p>
          <a:p>
            <a:r>
              <a:rPr lang="en-US" altLang="en-US" b="1" dirty="0">
                <a:ea typeface="ＭＳ Ｐゴシック" charset="-128"/>
              </a:rPr>
              <a:t>Consistency</a:t>
            </a:r>
            <a:r>
              <a:rPr lang="en-US" altLang="en-US" dirty="0">
                <a:ea typeface="ＭＳ Ｐゴシック" charset="-128"/>
              </a:rPr>
              <a:t> is about ordering of </a:t>
            </a:r>
            <a:r>
              <a:rPr lang="en-US" altLang="en-US" dirty="0">
                <a:solidFill>
                  <a:srgbClr val="0000FF"/>
                </a:solidFill>
                <a:ea typeface="ＭＳ Ｐゴシック" charset="-128"/>
              </a:rPr>
              <a:t>all memory operations </a:t>
            </a:r>
            <a:r>
              <a:rPr lang="en-US" altLang="en-US" dirty="0">
                <a:ea typeface="ＭＳ Ｐゴシック" charset="-128"/>
              </a:rPr>
              <a:t>from different processors (i.e., to different memory locations)</a:t>
            </a:r>
          </a:p>
          <a:p>
            <a:pPr lvl="1"/>
            <a:r>
              <a:rPr lang="en-US" altLang="en-US" dirty="0">
                <a:ea typeface="ＭＳ Ｐゴシック" charset="-128"/>
              </a:rPr>
              <a:t>Global ordering of accesses to </a:t>
            </a:r>
            <a:r>
              <a:rPr lang="en-US" altLang="en-US" i="1" dirty="0">
                <a:ea typeface="ＭＳ Ｐゴシック" charset="-128"/>
              </a:rPr>
              <a:t>all</a:t>
            </a:r>
            <a:r>
              <a:rPr lang="en-US" altLang="en-US" dirty="0">
                <a:ea typeface="ＭＳ Ｐゴシック" charset="-128"/>
              </a:rPr>
              <a:t> memory </a:t>
            </a:r>
            <a:r>
              <a:rPr lang="en-US" altLang="en-US" i="1" dirty="0">
                <a:ea typeface="ＭＳ Ｐゴシック" charset="-128"/>
              </a:rPr>
              <a:t>locations</a:t>
            </a:r>
          </a:p>
          <a:p>
            <a:pPr lvl="1"/>
            <a:endParaRPr lang="en-US" altLang="en-US" dirty="0">
              <a:ea typeface="ＭＳ Ｐゴシック" charset="-128"/>
            </a:endParaRPr>
          </a:p>
        </p:txBody>
      </p:sp>
      <p:sp>
        <p:nvSpPr>
          <p:cNvPr id="6246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7E70BB5-019B-AB4A-8562-E21B04001561}" type="slidenum">
              <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endParaRPr>
          </a:p>
        </p:txBody>
      </p:sp>
      <p:sp>
        <p:nvSpPr>
          <p:cNvPr id="5" name="Rectangle 36">
            <a:extLst>
              <a:ext uri="{FF2B5EF4-FFF2-40B4-BE49-F238E27FC236}">
                <a16:creationId xmlns:a16="http://schemas.microsoft.com/office/drawing/2014/main" id="{C5165292-86F2-4EB6-BFB9-13881FF12A51}"/>
              </a:ext>
            </a:extLst>
          </p:cNvPr>
          <p:cNvSpPr/>
          <p:nvPr/>
        </p:nvSpPr>
        <p:spPr>
          <a:xfrm flipV="1">
            <a:off x="152400" y="1143000"/>
            <a:ext cx="8458200" cy="12192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36116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Slide Number Placeholder 3">
            <a:extLst>
              <a:ext uri="{FF2B5EF4-FFF2-40B4-BE49-F238E27FC236}">
                <a16:creationId xmlns:a16="http://schemas.microsoft.com/office/drawing/2014/main" id="{5041D37B-5539-A64F-A717-3E751C8009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1DC8021-D92B-9240-BC18-E5C9D38243D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8" name="矩形 7">
            <a:extLst>
              <a:ext uri="{FF2B5EF4-FFF2-40B4-BE49-F238E27FC236}">
                <a16:creationId xmlns:a16="http://schemas.microsoft.com/office/drawing/2014/main" id="{AD18AA16-5B22-4B93-9123-2D5BA86D5AA9}"/>
              </a:ext>
            </a:extLst>
          </p:cNvPr>
          <p:cNvSpPr/>
          <p:nvPr/>
        </p:nvSpPr>
        <p:spPr>
          <a:xfrm>
            <a:off x="8467" y="962938"/>
            <a:ext cx="9144000" cy="5355312"/>
          </a:xfrm>
          <a:prstGeom prst="rect">
            <a:avLst/>
          </a:prstGeom>
        </p:spPr>
        <p:txBody>
          <a:bodyPr wrap="square">
            <a:spAutoFit/>
          </a:bodyPr>
          <a:lstStyle/>
          <a:p>
            <a:r>
              <a:rPr lang="en-US" altLang="zh-CN" dirty="0"/>
              <a:t>A computer system has a </a:t>
            </a:r>
            <a:r>
              <a:rPr lang="en-US" altLang="zh-CN" b="1" dirty="0"/>
              <a:t>32-byte</a:t>
            </a:r>
            <a:r>
              <a:rPr lang="en-US" altLang="zh-CN" dirty="0"/>
              <a:t> cache, the size of each block is </a:t>
            </a:r>
            <a:r>
              <a:rPr lang="en-US" altLang="zh-CN" b="1" dirty="0"/>
              <a:t>4 bytes</a:t>
            </a:r>
            <a:r>
              <a:rPr lang="en-US" altLang="zh-CN" dirty="0"/>
              <a:t>. The smallest addressable unit is </a:t>
            </a:r>
            <a:r>
              <a:rPr lang="en-US" altLang="zh-CN" b="1" dirty="0"/>
              <a:t>1 byte</a:t>
            </a:r>
            <a:r>
              <a:rPr lang="en-US" altLang="zh-CN" dirty="0"/>
              <a:t>. Given the following access sequence S1 and the cache is empty at the beginning.</a:t>
            </a:r>
            <a:endParaRPr lang="zh-CN" altLang="zh-CN" dirty="0"/>
          </a:p>
          <a:p>
            <a:r>
              <a:rPr lang="en-US" altLang="zh-CN" b="1" dirty="0"/>
              <a:t>S1: 0x8, 0x28, 0x8, 0x88, 0x8, 0x28</a:t>
            </a:r>
          </a:p>
          <a:p>
            <a:endParaRPr lang="zh-CN" altLang="zh-CN" dirty="0"/>
          </a:p>
          <a:p>
            <a:r>
              <a:rPr lang="en-US" altLang="zh-CN" dirty="0"/>
              <a:t>  (a) If the cache is direct mapped. Analyze whether each memory access is hit, if an access causes a cache miss, what kind of miss it is, compulsory</a:t>
            </a:r>
            <a:r>
              <a:rPr lang="en-US" altLang="zh-CN" b="1" dirty="0"/>
              <a:t> </a:t>
            </a:r>
            <a:r>
              <a:rPr lang="en-US" altLang="zh-CN" dirty="0"/>
              <a:t>miss, capacity miss, or conflict miss? And explain why.   </a:t>
            </a:r>
            <a:endParaRPr lang="zh-CN" altLang="zh-CN" dirty="0"/>
          </a:p>
          <a:p>
            <a:r>
              <a:rPr lang="en-US" altLang="zh-CN" dirty="0"/>
              <a:t> </a:t>
            </a:r>
            <a:endParaRPr lang="zh-CN" altLang="zh-CN" dirty="0"/>
          </a:p>
          <a:p>
            <a:r>
              <a:rPr lang="en-US" altLang="zh-CN" dirty="0"/>
              <a:t> </a:t>
            </a:r>
            <a:r>
              <a:rPr lang="zh-CN" altLang="en-US" dirty="0"/>
              <a:t> </a:t>
            </a:r>
            <a:r>
              <a:rPr lang="en-US" altLang="zh-CN" dirty="0"/>
              <a:t>(b) if the cache is 2-way set-associative (using LRU replacement strategy), analyze whether each memory access is hit, if an access causes a cache miss, what kind of miss it is, compulsory miss, capacity miss, or conflict miss? And explain why.</a:t>
            </a:r>
            <a:endParaRPr lang="zh-CN" altLang="zh-CN" dirty="0"/>
          </a:p>
          <a:p>
            <a:r>
              <a:rPr lang="en-US" altLang="zh-CN" dirty="0"/>
              <a:t> </a:t>
            </a:r>
            <a:endParaRPr lang="zh-CN" altLang="zh-CN" dirty="0"/>
          </a:p>
          <a:p>
            <a:r>
              <a:rPr lang="en-US" altLang="zh-CN" dirty="0"/>
              <a:t> </a:t>
            </a:r>
            <a:r>
              <a:rPr lang="zh-CN" altLang="en-US" dirty="0"/>
              <a:t> </a:t>
            </a:r>
            <a:r>
              <a:rPr lang="en-US" altLang="zh-CN" dirty="0"/>
              <a:t>(c) If the cache is fully associative (using LRU replacement strategy), analyze whether each memory access is hit, if an access causes a cache miss, what kind of miss it is, compulsory miss, capacity miss, or conflict miss? And explain why.</a:t>
            </a:r>
            <a:endParaRPr lang="zh-CN" altLang="zh-CN" dirty="0"/>
          </a:p>
          <a:p>
            <a:r>
              <a:rPr lang="en-US" altLang="zh-CN" dirty="0"/>
              <a:t> </a:t>
            </a:r>
            <a:endParaRPr lang="zh-CN" altLang="zh-CN" dirty="0"/>
          </a:p>
          <a:p>
            <a:r>
              <a:rPr lang="en-US" altLang="zh-CN" dirty="0"/>
              <a:t> </a:t>
            </a:r>
            <a:r>
              <a:rPr lang="zh-CN" altLang="en-US" dirty="0"/>
              <a:t> </a:t>
            </a:r>
            <a:r>
              <a:rPr lang="en-US" altLang="zh-CN" dirty="0"/>
              <a:t>(d) Comparing the hit rates of three caches under the given access sequence in the question, which cache mapping policy has the highest hit rate.</a:t>
            </a:r>
            <a:endParaRPr lang="zh-CN" altLang="zh-CN" dirty="0"/>
          </a:p>
        </p:txBody>
      </p:sp>
    </p:spTree>
    <p:extLst>
      <p:ext uri="{BB962C8B-B14F-4D97-AF65-F5344CB8AC3E}">
        <p14:creationId xmlns:p14="http://schemas.microsoft.com/office/powerpoint/2010/main" val="2539585475"/>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4"/>
          <p:cNvSpPr>
            <a:spLocks noGrp="1"/>
          </p:cNvSpPr>
          <p:nvPr>
            <p:ph type="ctrTitle"/>
          </p:nvPr>
        </p:nvSpPr>
        <p:spPr>
          <a:xfrm>
            <a:off x="457200" y="1143000"/>
            <a:ext cx="8229600" cy="2209800"/>
          </a:xfrm>
        </p:spPr>
        <p:txBody>
          <a:bodyPr anchor="ctr"/>
          <a:lstStyle/>
          <a:p>
            <a:pPr algn="ctr"/>
            <a:r>
              <a:rPr lang="en-US" altLang="en-US" sz="4400">
                <a:ea typeface="ＭＳ Ｐゴシック" charset="-128"/>
              </a:rPr>
              <a:t>Cache Coherence</a:t>
            </a:r>
          </a:p>
        </p:txBody>
      </p:sp>
    </p:spTree>
    <p:extLst>
      <p:ext uri="{BB962C8B-B14F-4D97-AF65-F5344CB8AC3E}">
        <p14:creationId xmlns:p14="http://schemas.microsoft.com/office/powerpoint/2010/main" val="343088728"/>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Hardware Architecture for Cache Coherence </a:t>
            </a:r>
          </a:p>
        </p:txBody>
      </p:sp>
      <p:sp>
        <p:nvSpPr>
          <p:cNvPr id="93186" name="Content Placeholder 2"/>
          <p:cNvSpPr>
            <a:spLocks noGrp="1"/>
          </p:cNvSpPr>
          <p:nvPr>
            <p:ph idx="1"/>
          </p:nvPr>
        </p:nvSpPr>
        <p:spPr>
          <a:xfrm>
            <a:off x="-67468" y="960144"/>
            <a:ext cx="8839200" cy="1300200"/>
          </a:xfrm>
        </p:spPr>
        <p:txBody>
          <a:bodyPr/>
          <a:lstStyle/>
          <a:p>
            <a:r>
              <a:rPr lang="en-US" altLang="en-US" b="1" dirty="0">
                <a:ea typeface="ＭＳ Ｐゴシック" charset="-128"/>
              </a:rPr>
              <a:t>Hardware architecture for Cache Coherence</a:t>
            </a:r>
            <a:r>
              <a:rPr lang="en-US" altLang="en-US" dirty="0">
                <a:ea typeface="ＭＳ Ｐゴシック" charset="-128"/>
              </a:rPr>
              <a:t>: </a:t>
            </a:r>
          </a:p>
          <a:p>
            <a:pPr lvl="1"/>
            <a:r>
              <a:rPr lang="en-US" altLang="en-US" dirty="0">
                <a:ea typeface="ＭＳ Ｐゴシック" charset="-128"/>
              </a:rPr>
              <a:t>Cores, caches, interconnect, memory work together to achieve cache coherence from core’s point of view. </a:t>
            </a:r>
          </a:p>
          <a:p>
            <a:pPr lvl="2"/>
            <a:r>
              <a:rPr lang="en-US" altLang="en-US" dirty="0">
                <a:solidFill>
                  <a:srgbClr val="0432FF"/>
                </a:solidFill>
                <a:ea typeface="ＭＳ Ｐゴシック" charset="-128"/>
              </a:rPr>
              <a:t>Interconnect</a:t>
            </a:r>
            <a:r>
              <a:rPr lang="en-US" altLang="en-US" dirty="0">
                <a:ea typeface="ＭＳ Ｐゴシック" charset="-128"/>
              </a:rPr>
              <a:t>: Snoop/Directory</a:t>
            </a:r>
          </a:p>
          <a:p>
            <a:pPr lvl="2"/>
            <a:r>
              <a:rPr lang="en-US" altLang="en-US" dirty="0">
                <a:solidFill>
                  <a:srgbClr val="0432FF"/>
                </a:solidFill>
                <a:ea typeface="ＭＳ Ｐゴシック" charset="-128"/>
              </a:rPr>
              <a:t>Cache Updating</a:t>
            </a:r>
            <a:r>
              <a:rPr lang="en-US" altLang="en-US" dirty="0">
                <a:ea typeface="ＭＳ Ｐゴシック" charset="-128"/>
              </a:rPr>
              <a:t>: </a:t>
            </a:r>
            <a:r>
              <a:rPr lang="en-US" altLang="en-US" dirty="0" err="1">
                <a:ea typeface="ＭＳ Ｐゴシック" charset="-128"/>
              </a:rPr>
              <a:t>invl</a:t>
            </a:r>
            <a:r>
              <a:rPr lang="en-US" altLang="en-US" dirty="0">
                <a:ea typeface="ＭＳ Ｐゴシック" charset="-128"/>
              </a:rPr>
              <a:t>./update</a:t>
            </a:r>
          </a:p>
          <a:p>
            <a:pPr lvl="2"/>
            <a:r>
              <a:rPr lang="en-US" altLang="en-US" dirty="0">
                <a:solidFill>
                  <a:srgbClr val="0000FF"/>
                </a:solidFill>
                <a:ea typeface="ＭＳ Ｐゴシック" charset="-128"/>
              </a:rPr>
              <a:t>Cache Tags</a:t>
            </a:r>
            <a:r>
              <a:rPr lang="en-US" altLang="en-US" dirty="0">
                <a:ea typeface="ＭＳ Ｐゴシック" charset="-128"/>
              </a:rPr>
              <a:t>: MESI</a:t>
            </a:r>
          </a:p>
        </p:txBody>
      </p:sp>
      <p:sp>
        <p:nvSpPr>
          <p:cNvPr id="93192" name="Oval 7"/>
          <p:cNvSpPr>
            <a:spLocks noChangeArrowheads="1"/>
          </p:cNvSpPr>
          <p:nvPr/>
        </p:nvSpPr>
        <p:spPr bwMode="auto">
          <a:xfrm>
            <a:off x="4472781" y="2638816"/>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4" name="Line 9"/>
          <p:cNvSpPr>
            <a:spLocks noChangeShapeType="1"/>
          </p:cNvSpPr>
          <p:nvPr/>
        </p:nvSpPr>
        <p:spPr bwMode="auto">
          <a:xfrm>
            <a:off x="4864893" y="3394547"/>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5" name="Line 10"/>
          <p:cNvSpPr>
            <a:spLocks noChangeShapeType="1"/>
          </p:cNvSpPr>
          <p:nvPr/>
        </p:nvSpPr>
        <p:spPr bwMode="auto">
          <a:xfrm>
            <a:off x="4864893" y="4385147"/>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6" name="Rectangle 11"/>
          <p:cNvSpPr>
            <a:spLocks noChangeArrowheads="1"/>
          </p:cNvSpPr>
          <p:nvPr/>
        </p:nvSpPr>
        <p:spPr bwMode="auto">
          <a:xfrm>
            <a:off x="4352132" y="5727923"/>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8" name="Rectangle 13"/>
          <p:cNvSpPr>
            <a:spLocks noChangeArrowheads="1"/>
          </p:cNvSpPr>
          <p:nvPr/>
        </p:nvSpPr>
        <p:spPr bwMode="auto">
          <a:xfrm>
            <a:off x="4551629" y="2815822"/>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93201" name="AutoShape 16"/>
          <p:cNvSpPr>
            <a:spLocks noChangeArrowheads="1"/>
          </p:cNvSpPr>
          <p:nvPr/>
        </p:nvSpPr>
        <p:spPr bwMode="auto">
          <a:xfrm>
            <a:off x="4267199" y="4766147"/>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202" name="Rectangle 17"/>
          <p:cNvSpPr>
            <a:spLocks noChangeArrowheads="1"/>
          </p:cNvSpPr>
          <p:nvPr/>
        </p:nvSpPr>
        <p:spPr bwMode="auto">
          <a:xfrm>
            <a:off x="4414846" y="4888847"/>
            <a:ext cx="26447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Interconnection Network</a:t>
            </a:r>
          </a:p>
        </p:txBody>
      </p:sp>
      <p:sp>
        <p:nvSpPr>
          <p:cNvPr id="93203" name="Line 18"/>
          <p:cNvSpPr>
            <a:spLocks noChangeShapeType="1"/>
          </p:cNvSpPr>
          <p:nvPr/>
        </p:nvSpPr>
        <p:spPr bwMode="auto">
          <a:xfrm>
            <a:off x="5791200" y="5363047"/>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204" name="Rectangle 19"/>
          <p:cNvSpPr>
            <a:spLocks noChangeArrowheads="1"/>
          </p:cNvSpPr>
          <p:nvPr/>
        </p:nvSpPr>
        <p:spPr bwMode="auto">
          <a:xfrm>
            <a:off x="5008562" y="5833791"/>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2" name="矩形: 圆角 1">
            <a:extLst>
              <a:ext uri="{FF2B5EF4-FFF2-40B4-BE49-F238E27FC236}">
                <a16:creationId xmlns:a16="http://schemas.microsoft.com/office/drawing/2014/main" id="{197A2E7D-E796-4CB6-932C-CE508379E512}"/>
              </a:ext>
            </a:extLst>
          </p:cNvPr>
          <p:cNvSpPr/>
          <p:nvPr/>
        </p:nvSpPr>
        <p:spPr bwMode="auto">
          <a:xfrm>
            <a:off x="4172750" y="3705697"/>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28" name="Oval 7">
            <a:extLst>
              <a:ext uri="{FF2B5EF4-FFF2-40B4-BE49-F238E27FC236}">
                <a16:creationId xmlns:a16="http://schemas.microsoft.com/office/drawing/2014/main" id="{5587B5FA-1721-4FBB-9AFA-8039131DFD26}"/>
              </a:ext>
            </a:extLst>
          </p:cNvPr>
          <p:cNvSpPr>
            <a:spLocks noChangeArrowheads="1"/>
          </p:cNvSpPr>
          <p:nvPr/>
        </p:nvSpPr>
        <p:spPr bwMode="auto">
          <a:xfrm>
            <a:off x="6324600" y="2647507"/>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29" name="Line 9">
            <a:extLst>
              <a:ext uri="{FF2B5EF4-FFF2-40B4-BE49-F238E27FC236}">
                <a16:creationId xmlns:a16="http://schemas.microsoft.com/office/drawing/2014/main" id="{A835B3EC-4E63-4D88-8C33-19534305EB08}"/>
              </a:ext>
            </a:extLst>
          </p:cNvPr>
          <p:cNvSpPr>
            <a:spLocks noChangeShapeType="1"/>
          </p:cNvSpPr>
          <p:nvPr/>
        </p:nvSpPr>
        <p:spPr bwMode="auto">
          <a:xfrm>
            <a:off x="6716712" y="3403238"/>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0" name="Line 10">
            <a:extLst>
              <a:ext uri="{FF2B5EF4-FFF2-40B4-BE49-F238E27FC236}">
                <a16:creationId xmlns:a16="http://schemas.microsoft.com/office/drawing/2014/main" id="{9F801ACD-2793-4362-9D44-A355344348E9}"/>
              </a:ext>
            </a:extLst>
          </p:cNvPr>
          <p:cNvSpPr>
            <a:spLocks noChangeShapeType="1"/>
          </p:cNvSpPr>
          <p:nvPr/>
        </p:nvSpPr>
        <p:spPr bwMode="auto">
          <a:xfrm>
            <a:off x="6716712" y="4393838"/>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Rectangle 13">
            <a:extLst>
              <a:ext uri="{FF2B5EF4-FFF2-40B4-BE49-F238E27FC236}">
                <a16:creationId xmlns:a16="http://schemas.microsoft.com/office/drawing/2014/main" id="{465E82AB-AB8A-480C-B6D1-40C7981D31D3}"/>
              </a:ext>
            </a:extLst>
          </p:cNvPr>
          <p:cNvSpPr>
            <a:spLocks noChangeArrowheads="1"/>
          </p:cNvSpPr>
          <p:nvPr/>
        </p:nvSpPr>
        <p:spPr bwMode="auto">
          <a:xfrm>
            <a:off x="6385231" y="2815822"/>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cxnSp>
        <p:nvCxnSpPr>
          <p:cNvPr id="4" name="直接连接符 3">
            <a:extLst>
              <a:ext uri="{FF2B5EF4-FFF2-40B4-BE49-F238E27FC236}">
                <a16:creationId xmlns:a16="http://schemas.microsoft.com/office/drawing/2014/main" id="{BA6DEEBE-3B6E-47CA-8AAF-CEBF9F3607D3}"/>
              </a:ext>
            </a:extLst>
          </p:cNvPr>
          <p:cNvCxnSpPr>
            <a:cxnSpLocks/>
          </p:cNvCxnSpPr>
          <p:nvPr/>
        </p:nvCxnSpPr>
        <p:spPr bwMode="auto">
          <a:xfrm>
            <a:off x="7817364" y="3483147"/>
            <a:ext cx="1143000" cy="0"/>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7" name="矩形 6">
            <a:extLst>
              <a:ext uri="{FF2B5EF4-FFF2-40B4-BE49-F238E27FC236}">
                <a16:creationId xmlns:a16="http://schemas.microsoft.com/office/drawing/2014/main" id="{D4FF6037-5A17-49AD-B816-40D5E35AE04E}"/>
              </a:ext>
            </a:extLst>
          </p:cNvPr>
          <p:cNvSpPr/>
          <p:nvPr/>
        </p:nvSpPr>
        <p:spPr>
          <a:xfrm>
            <a:off x="7893564" y="2815822"/>
            <a:ext cx="760144" cy="461665"/>
          </a:xfrm>
          <a:prstGeom prst="rect">
            <a:avLst/>
          </a:prstGeom>
        </p:spPr>
        <p:txBody>
          <a:bodyPr wrap="none">
            <a:spAutoFit/>
          </a:bodyPr>
          <a:lstStyle/>
          <a:p>
            <a:r>
              <a:rPr lang="en-US" altLang="en-US" sz="2400" b="1" dirty="0">
                <a:solidFill>
                  <a:srgbClr val="000000"/>
                </a:solidFill>
                <a:latin typeface="Arial Narrow" panose="020B0606020202030204" pitchFamily="34" charset="0"/>
              </a:rPr>
              <a:t>Core</a:t>
            </a:r>
            <a:endParaRPr lang="zh-CN" altLang="en-US" sz="2400" b="1" dirty="0"/>
          </a:p>
        </p:txBody>
      </p:sp>
      <p:cxnSp>
        <p:nvCxnSpPr>
          <p:cNvPr id="24" name="直接连接符 23">
            <a:extLst>
              <a:ext uri="{FF2B5EF4-FFF2-40B4-BE49-F238E27FC236}">
                <a16:creationId xmlns:a16="http://schemas.microsoft.com/office/drawing/2014/main" id="{F57ECB00-3EDC-4BD8-8541-6C0E9D897200}"/>
              </a:ext>
            </a:extLst>
          </p:cNvPr>
          <p:cNvCxnSpPr>
            <a:cxnSpLocks/>
          </p:cNvCxnSpPr>
          <p:nvPr/>
        </p:nvCxnSpPr>
        <p:spPr bwMode="auto">
          <a:xfrm flipV="1">
            <a:off x="7817364" y="4524547"/>
            <a:ext cx="1143000" cy="8691"/>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8" name="矩形 7">
            <a:extLst>
              <a:ext uri="{FF2B5EF4-FFF2-40B4-BE49-F238E27FC236}">
                <a16:creationId xmlns:a16="http://schemas.microsoft.com/office/drawing/2014/main" id="{F05DCBA6-BBD4-4173-8D87-28484B537C09}"/>
              </a:ext>
            </a:extLst>
          </p:cNvPr>
          <p:cNvSpPr/>
          <p:nvPr/>
        </p:nvSpPr>
        <p:spPr>
          <a:xfrm>
            <a:off x="7830859" y="3787947"/>
            <a:ext cx="1066799"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Cache</a:t>
            </a:r>
            <a:endParaRPr lang="zh-CN" altLang="en-US" sz="2400" dirty="0"/>
          </a:p>
        </p:txBody>
      </p:sp>
      <p:cxnSp>
        <p:nvCxnSpPr>
          <p:cNvPr id="26" name="直接连接符 25">
            <a:extLst>
              <a:ext uri="{FF2B5EF4-FFF2-40B4-BE49-F238E27FC236}">
                <a16:creationId xmlns:a16="http://schemas.microsoft.com/office/drawing/2014/main" id="{01FEF2FC-3FDA-4640-BDC9-A42EFF96FBB1}"/>
              </a:ext>
            </a:extLst>
          </p:cNvPr>
          <p:cNvCxnSpPr>
            <a:cxnSpLocks/>
          </p:cNvCxnSpPr>
          <p:nvPr/>
        </p:nvCxnSpPr>
        <p:spPr bwMode="auto">
          <a:xfrm>
            <a:off x="7817364" y="5540547"/>
            <a:ext cx="1080294" cy="0"/>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31" name="矩形 30">
            <a:extLst>
              <a:ext uri="{FF2B5EF4-FFF2-40B4-BE49-F238E27FC236}">
                <a16:creationId xmlns:a16="http://schemas.microsoft.com/office/drawing/2014/main" id="{28E701F9-F5F3-4A8F-B748-96B3267DB09D}"/>
              </a:ext>
            </a:extLst>
          </p:cNvPr>
          <p:cNvSpPr/>
          <p:nvPr/>
        </p:nvSpPr>
        <p:spPr>
          <a:xfrm>
            <a:off x="7474463" y="4769026"/>
            <a:ext cx="1828801"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Interconnect</a:t>
            </a:r>
            <a:endParaRPr lang="zh-CN" altLang="en-US" sz="2400" dirty="0"/>
          </a:p>
        </p:txBody>
      </p:sp>
      <p:sp>
        <p:nvSpPr>
          <p:cNvPr id="34" name="矩形 33">
            <a:extLst>
              <a:ext uri="{FF2B5EF4-FFF2-40B4-BE49-F238E27FC236}">
                <a16:creationId xmlns:a16="http://schemas.microsoft.com/office/drawing/2014/main" id="{6960A665-F97D-4ECA-A468-87A02EA7003F}"/>
              </a:ext>
            </a:extLst>
          </p:cNvPr>
          <p:cNvSpPr/>
          <p:nvPr/>
        </p:nvSpPr>
        <p:spPr>
          <a:xfrm>
            <a:off x="7741164" y="5850869"/>
            <a:ext cx="1562100"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Memory</a:t>
            </a:r>
            <a:endParaRPr lang="zh-CN" altLang="en-US" sz="2400" dirty="0"/>
          </a:p>
        </p:txBody>
      </p:sp>
      <p:sp>
        <p:nvSpPr>
          <p:cNvPr id="35" name="矩形 34">
            <a:extLst>
              <a:ext uri="{FF2B5EF4-FFF2-40B4-BE49-F238E27FC236}">
                <a16:creationId xmlns:a16="http://schemas.microsoft.com/office/drawing/2014/main" id="{86E5F786-BF93-42D3-BC7E-18B214997FFB}"/>
              </a:ext>
            </a:extLst>
          </p:cNvPr>
          <p:cNvSpPr/>
          <p:nvPr/>
        </p:nvSpPr>
        <p:spPr>
          <a:xfrm>
            <a:off x="4800601" y="3383522"/>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36" name="矩形 35">
            <a:extLst>
              <a:ext uri="{FF2B5EF4-FFF2-40B4-BE49-F238E27FC236}">
                <a16:creationId xmlns:a16="http://schemas.microsoft.com/office/drawing/2014/main" id="{8DF4378D-F25F-4ABC-A0F4-8BC9C8A6B640}"/>
              </a:ext>
            </a:extLst>
          </p:cNvPr>
          <p:cNvSpPr/>
          <p:nvPr/>
        </p:nvSpPr>
        <p:spPr>
          <a:xfrm>
            <a:off x="4800601" y="4434573"/>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37" name="矩形 36">
            <a:extLst>
              <a:ext uri="{FF2B5EF4-FFF2-40B4-BE49-F238E27FC236}">
                <a16:creationId xmlns:a16="http://schemas.microsoft.com/office/drawing/2014/main" id="{72E9687B-3708-4E36-B549-3F0FF11FC43F}"/>
              </a:ext>
            </a:extLst>
          </p:cNvPr>
          <p:cNvSpPr/>
          <p:nvPr/>
        </p:nvSpPr>
        <p:spPr>
          <a:xfrm>
            <a:off x="6673243" y="3401709"/>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38" name="矩形 37">
            <a:extLst>
              <a:ext uri="{FF2B5EF4-FFF2-40B4-BE49-F238E27FC236}">
                <a16:creationId xmlns:a16="http://schemas.microsoft.com/office/drawing/2014/main" id="{36C32580-47BC-4B1E-8569-30824D536957}"/>
              </a:ext>
            </a:extLst>
          </p:cNvPr>
          <p:cNvSpPr/>
          <p:nvPr/>
        </p:nvSpPr>
        <p:spPr>
          <a:xfrm>
            <a:off x="6673244" y="4434573"/>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0" name="矩形 39">
            <a:extLst>
              <a:ext uri="{FF2B5EF4-FFF2-40B4-BE49-F238E27FC236}">
                <a16:creationId xmlns:a16="http://schemas.microsoft.com/office/drawing/2014/main" id="{F75686F7-F811-483D-B9DE-9C1320341277}"/>
              </a:ext>
            </a:extLst>
          </p:cNvPr>
          <p:cNvSpPr/>
          <p:nvPr/>
        </p:nvSpPr>
        <p:spPr>
          <a:xfrm>
            <a:off x="4217197" y="3790817"/>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41" name="矩形 40">
            <a:extLst>
              <a:ext uri="{FF2B5EF4-FFF2-40B4-BE49-F238E27FC236}">
                <a16:creationId xmlns:a16="http://schemas.microsoft.com/office/drawing/2014/main" id="{49683AD4-BE72-4F90-9161-EAC548022989}"/>
              </a:ext>
            </a:extLst>
          </p:cNvPr>
          <p:cNvSpPr/>
          <p:nvPr/>
        </p:nvSpPr>
        <p:spPr>
          <a:xfrm>
            <a:off x="4934744" y="3891533"/>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42" name="矩形: 圆角 41">
            <a:extLst>
              <a:ext uri="{FF2B5EF4-FFF2-40B4-BE49-F238E27FC236}">
                <a16:creationId xmlns:a16="http://schemas.microsoft.com/office/drawing/2014/main" id="{F22D4DD0-1D4B-44F4-9DE4-30661D8B8BD3}"/>
              </a:ext>
            </a:extLst>
          </p:cNvPr>
          <p:cNvSpPr/>
          <p:nvPr/>
        </p:nvSpPr>
        <p:spPr bwMode="auto">
          <a:xfrm>
            <a:off x="6030927" y="3722186"/>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43" name="矩形 42">
            <a:extLst>
              <a:ext uri="{FF2B5EF4-FFF2-40B4-BE49-F238E27FC236}">
                <a16:creationId xmlns:a16="http://schemas.microsoft.com/office/drawing/2014/main" id="{422FB93B-4539-465E-92DB-F6D383E0CF36}"/>
              </a:ext>
            </a:extLst>
          </p:cNvPr>
          <p:cNvSpPr/>
          <p:nvPr/>
        </p:nvSpPr>
        <p:spPr>
          <a:xfrm>
            <a:off x="6075374" y="3807306"/>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44" name="矩形 43">
            <a:extLst>
              <a:ext uri="{FF2B5EF4-FFF2-40B4-BE49-F238E27FC236}">
                <a16:creationId xmlns:a16="http://schemas.microsoft.com/office/drawing/2014/main" id="{1BF1E2DE-29F6-4756-9AB1-CCF2C648E72D}"/>
              </a:ext>
            </a:extLst>
          </p:cNvPr>
          <p:cNvSpPr/>
          <p:nvPr/>
        </p:nvSpPr>
        <p:spPr>
          <a:xfrm>
            <a:off x="6792921" y="3908022"/>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13" name="矩形 12">
            <a:extLst>
              <a:ext uri="{FF2B5EF4-FFF2-40B4-BE49-F238E27FC236}">
                <a16:creationId xmlns:a16="http://schemas.microsoft.com/office/drawing/2014/main" id="{5EDAB7B2-7E79-4F81-8122-F7494A07F825}"/>
              </a:ext>
            </a:extLst>
          </p:cNvPr>
          <p:cNvSpPr/>
          <p:nvPr/>
        </p:nvSpPr>
        <p:spPr>
          <a:xfrm>
            <a:off x="767082" y="5023094"/>
            <a:ext cx="1882033" cy="1200329"/>
          </a:xfrm>
          <a:prstGeom prst="rect">
            <a:avLst/>
          </a:prstGeom>
        </p:spPr>
        <p:txBody>
          <a:bodyPr wrap="square">
            <a:spAutoFit/>
          </a:bodyPr>
          <a:lstStyle/>
          <a:p>
            <a:r>
              <a:rPr lang="en-US" altLang="zh-CN" b="1" dirty="0">
                <a:ea typeface="ＭＳ Ｐゴシック" charset="-128"/>
              </a:rPr>
              <a:t>R</a:t>
            </a:r>
            <a:r>
              <a:rPr lang="en-US" altLang="zh-CN" dirty="0">
                <a:ea typeface="ＭＳ Ｐゴシック" charset="-128"/>
              </a:rPr>
              <a:t>: read</a:t>
            </a:r>
          </a:p>
          <a:p>
            <a:r>
              <a:rPr lang="en-US" altLang="zh-CN" b="1" dirty="0">
                <a:ea typeface="ＭＳ Ｐゴシック" charset="-128"/>
              </a:rPr>
              <a:t>W</a:t>
            </a:r>
            <a:r>
              <a:rPr lang="en-US" altLang="zh-CN" dirty="0">
                <a:ea typeface="ＭＳ Ｐゴシック" charset="-128"/>
              </a:rPr>
              <a:t>:write</a:t>
            </a:r>
          </a:p>
          <a:p>
            <a:r>
              <a:rPr lang="en-US" altLang="zh-CN" b="1" dirty="0">
                <a:ea typeface="ＭＳ Ｐゴシック" charset="-128"/>
              </a:rPr>
              <a:t>I</a:t>
            </a:r>
            <a:r>
              <a:rPr lang="en-US" altLang="zh-CN" dirty="0">
                <a:ea typeface="ＭＳ Ｐゴシック" charset="-128"/>
              </a:rPr>
              <a:t>: invalidate</a:t>
            </a:r>
          </a:p>
          <a:p>
            <a:r>
              <a:rPr lang="en-US" altLang="zh-CN" b="1" dirty="0">
                <a:ea typeface="ＭＳ Ｐゴシック" charset="-128"/>
              </a:rPr>
              <a:t>U</a:t>
            </a:r>
            <a:r>
              <a:rPr lang="en-US" altLang="zh-CN" dirty="0">
                <a:ea typeface="ＭＳ Ｐゴシック" charset="-128"/>
              </a:rPr>
              <a:t>: update</a:t>
            </a:r>
            <a:endParaRPr lang="zh-CN" altLang="en-US" dirty="0"/>
          </a:p>
        </p:txBody>
      </p:sp>
    </p:spTree>
    <p:extLst>
      <p:ext uri="{BB962C8B-B14F-4D97-AF65-F5344CB8AC3E}">
        <p14:creationId xmlns:p14="http://schemas.microsoft.com/office/powerpoint/2010/main" val="2156172885"/>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Protocols</a:t>
            </a:r>
          </a:p>
        </p:txBody>
      </p:sp>
      <p:sp>
        <p:nvSpPr>
          <p:cNvPr id="93186" name="Content Placeholder 2"/>
          <p:cNvSpPr>
            <a:spLocks noGrp="1"/>
          </p:cNvSpPr>
          <p:nvPr>
            <p:ph idx="1"/>
          </p:nvPr>
        </p:nvSpPr>
        <p:spPr>
          <a:xfrm>
            <a:off x="0" y="875532"/>
            <a:ext cx="5584031" cy="6058668"/>
          </a:xfrm>
        </p:spPr>
        <p:txBody>
          <a:bodyPr/>
          <a:lstStyle/>
          <a:p>
            <a:r>
              <a:rPr lang="en-US" altLang="en-US" b="1" dirty="0">
                <a:ea typeface="ＭＳ Ｐゴシック" charset="-128"/>
              </a:rPr>
              <a:t>Cache Coherence</a:t>
            </a:r>
            <a:r>
              <a:rPr lang="en-US" altLang="en-US" dirty="0">
                <a:ea typeface="ＭＳ Ｐゴシック" charset="-128"/>
              </a:rPr>
              <a:t> </a:t>
            </a:r>
          </a:p>
          <a:p>
            <a:pPr lvl="1"/>
            <a:r>
              <a:rPr lang="en-US" altLang="zh-CN" dirty="0">
                <a:solidFill>
                  <a:srgbClr val="0432FF"/>
                </a:solidFill>
                <a:ea typeface="ＭＳ Ｐゴシック" charset="-128"/>
              </a:rPr>
              <a:t>Snoop</a:t>
            </a:r>
            <a:r>
              <a:rPr lang="en-US" altLang="zh-CN" dirty="0">
                <a:ea typeface="ＭＳ Ｐゴシック" charset="-128"/>
              </a:rPr>
              <a:t>:</a:t>
            </a:r>
            <a:r>
              <a:rPr lang="en-US" altLang="en-US" dirty="0">
                <a:ea typeface="ＭＳ Ｐゴシック" charset="-128"/>
              </a:rPr>
              <a:t> </a:t>
            </a:r>
            <a:r>
              <a:rPr lang="en-US" altLang="en-US" sz="2000" dirty="0">
                <a:ea typeface="ＭＳ Ｐゴシック" charset="-128"/>
              </a:rPr>
              <a:t>[Goodman ISCA 1983]</a:t>
            </a:r>
            <a:endParaRPr lang="en-US" altLang="zh-CN" sz="2000" dirty="0">
              <a:ea typeface="ＭＳ Ｐゴシック" charset="-128"/>
            </a:endParaRPr>
          </a:p>
          <a:p>
            <a:pPr lvl="2"/>
            <a:r>
              <a:rPr lang="en-US" altLang="zh-CN" dirty="0">
                <a:ea typeface="ＭＳ Ｐゴシック" charset="-128"/>
              </a:rPr>
              <a:t>Bus-based, each bus action broadcasts on the bus, one action at a time, each bus action broadcasts on the bus, one action at a time</a:t>
            </a:r>
            <a:r>
              <a:rPr lang="en-US" altLang="ja-JP" dirty="0">
                <a:ea typeface="ＭＳ Ｐゴシック" charset="-128"/>
              </a:rPr>
              <a:t>.</a:t>
            </a:r>
            <a:r>
              <a:rPr lang="en-US" altLang="en-US" dirty="0">
                <a:solidFill>
                  <a:srgbClr val="0000FF"/>
                </a:solidFill>
                <a:ea typeface="ＭＳ Ｐゴシック" charset="-128"/>
              </a:rPr>
              <a:t> </a:t>
            </a:r>
          </a:p>
          <a:p>
            <a:pPr lvl="2"/>
            <a:r>
              <a:rPr lang="en-US" altLang="en-US" dirty="0">
                <a:ea typeface="ＭＳ Ｐゴシック" charset="-128"/>
              </a:rPr>
              <a:t>Single point of serialization </a:t>
            </a:r>
            <a:r>
              <a:rPr lang="en-US" altLang="en-US" i="1" dirty="0">
                <a:ea typeface="ＭＳ Ｐゴシック" charset="-128"/>
              </a:rPr>
              <a:t>for all memory requests. </a:t>
            </a:r>
            <a:endParaRPr lang="en-US" altLang="zh-CN" dirty="0">
              <a:ea typeface="ＭＳ Ｐゴシック" charset="-128"/>
            </a:endParaRPr>
          </a:p>
          <a:p>
            <a:pPr lvl="1"/>
            <a:r>
              <a:rPr lang="en-US" altLang="zh-CN" dirty="0">
                <a:solidFill>
                  <a:srgbClr val="0432FF"/>
                </a:solidFill>
                <a:ea typeface="ＭＳ Ｐゴシック" charset="-128"/>
              </a:rPr>
              <a:t>Directory</a:t>
            </a:r>
            <a:r>
              <a:rPr lang="en-US" altLang="zh-CN" dirty="0">
                <a:ea typeface="ＭＳ Ｐゴシック" charset="-128"/>
              </a:rPr>
              <a:t>:</a:t>
            </a:r>
            <a:r>
              <a:rPr lang="en-US" altLang="zh-CN" sz="2000" dirty="0">
                <a:ea typeface="ＭＳ Ｐゴシック" charset="-128"/>
              </a:rPr>
              <a:t>[</a:t>
            </a:r>
            <a:r>
              <a:rPr lang="en-US" altLang="zh-CN" sz="2000" dirty="0" err="1">
                <a:ea typeface="ＭＳ Ｐゴシック" charset="-128"/>
              </a:rPr>
              <a:t>Censier</a:t>
            </a:r>
            <a:r>
              <a:rPr lang="en-US" altLang="zh-CN" sz="2000" dirty="0">
                <a:ea typeface="ＭＳ Ｐゴシック" charset="-128"/>
              </a:rPr>
              <a:t>, </a:t>
            </a:r>
            <a:r>
              <a:rPr lang="en-US" altLang="zh-CN" sz="2000" dirty="0" err="1">
                <a:ea typeface="ＭＳ Ｐゴシック" charset="-128"/>
              </a:rPr>
              <a:t>ToC</a:t>
            </a:r>
            <a:r>
              <a:rPr lang="en-US" altLang="zh-CN" sz="2000" dirty="0">
                <a:ea typeface="ＭＳ Ｐゴシック" charset="-128"/>
              </a:rPr>
              <a:t> 1978]</a:t>
            </a:r>
          </a:p>
          <a:p>
            <a:pPr lvl="2"/>
            <a:r>
              <a:rPr lang="en-US" altLang="en-US" dirty="0">
                <a:ea typeface="ＭＳ Ｐゴシック" charset="-128"/>
              </a:rPr>
              <a:t>Single point of serialization </a:t>
            </a:r>
            <a:r>
              <a:rPr lang="en-US" altLang="en-US" i="1" dirty="0">
                <a:ea typeface="ＭＳ Ｐゴシック" charset="-128"/>
              </a:rPr>
              <a:t>per block</a:t>
            </a:r>
            <a:r>
              <a:rPr lang="en-US" altLang="en-US" dirty="0">
                <a:ea typeface="ＭＳ Ｐゴシック" charset="-128"/>
              </a:rPr>
              <a:t>, distributed among nodes</a:t>
            </a:r>
          </a:p>
          <a:p>
            <a:pPr lvl="2"/>
            <a:r>
              <a:rPr lang="en-US" altLang="en-US" dirty="0">
                <a:ea typeface="ＭＳ Ｐゴシック" charset="-128"/>
              </a:rPr>
              <a:t>Cores make explicit requests for blocks</a:t>
            </a:r>
          </a:p>
          <a:p>
            <a:pPr lvl="2"/>
            <a:r>
              <a:rPr lang="en-US" altLang="en-US" b="1" dirty="0">
                <a:ea typeface="ＭＳ Ｐゴシック" charset="-128"/>
              </a:rPr>
              <a:t>Directory</a:t>
            </a:r>
            <a:r>
              <a:rPr lang="en-US" altLang="en-US" dirty="0">
                <a:ea typeface="ＭＳ Ｐゴシック" charset="-128"/>
              </a:rPr>
              <a:t> tracks which caches have each block</a:t>
            </a:r>
          </a:p>
          <a:p>
            <a:pPr lvl="2"/>
            <a:r>
              <a:rPr lang="en-US" altLang="en-US" b="1" dirty="0">
                <a:ea typeface="ＭＳ Ｐゴシック" charset="-128"/>
              </a:rPr>
              <a:t>Directory</a:t>
            </a:r>
            <a:r>
              <a:rPr lang="en-US" altLang="en-US" dirty="0">
                <a:ea typeface="ＭＳ Ｐゴシック" charset="-128"/>
              </a:rPr>
              <a:t> coordinates invalidation and updates</a:t>
            </a:r>
          </a:p>
          <a:p>
            <a:pPr lvl="2"/>
            <a:endParaRPr lang="en-US" altLang="zh-CN" dirty="0">
              <a:ea typeface="ＭＳ Ｐゴシック" charset="-128"/>
            </a:endParaRPr>
          </a:p>
          <a:p>
            <a:pPr lvl="2"/>
            <a:endParaRPr lang="en-US" altLang="zh-CN" dirty="0">
              <a:ea typeface="ＭＳ Ｐゴシック" charset="-128"/>
            </a:endParaRP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5791200" y="25908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6183312" y="33465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6183312" y="43371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5670551" y="56799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5870048"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5585618" y="47181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6027440" y="4845820"/>
            <a:ext cx="210474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Switch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peer to peer</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7109619" y="53150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6326981" y="57857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5491169" y="36576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7643019" y="25994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8035131" y="33552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8035131" y="43458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7703650"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6119020" y="33355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6119020" y="4386557"/>
            <a:ext cx="96758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7991662" y="33536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7980729" y="43865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5535616" y="37428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6261512" y="36901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7349346" y="36741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7393793" y="37592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8112403" y="371032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5" name="Rectangle">
            <a:extLst>
              <a:ext uri="{FF2B5EF4-FFF2-40B4-BE49-F238E27FC236}">
                <a16:creationId xmlns:a16="http://schemas.microsoft.com/office/drawing/2014/main" id="{34394321-B1A3-4469-BF59-FF03364058C9}"/>
              </a:ext>
            </a:extLst>
          </p:cNvPr>
          <p:cNvSpPr/>
          <p:nvPr/>
        </p:nvSpPr>
        <p:spPr>
          <a:xfrm>
            <a:off x="5437207" y="5527779"/>
            <a:ext cx="3401989" cy="862099"/>
          </a:xfrm>
          <a:prstGeom prst="rect">
            <a:avLst/>
          </a:prstGeom>
          <a:solidFill>
            <a:srgbClr val="FFFFFF">
              <a:alpha val="84174"/>
            </a:srgbClr>
          </a:solidFill>
          <a:ln w="12700">
            <a:miter lim="400000"/>
          </a:ln>
        </p:spPr>
        <p:txBody>
          <a:bodyPr lIns="45719" rIns="45719" anchor="ctr"/>
          <a:lstStyle/>
          <a:p>
            <a:endParaRPr/>
          </a:p>
        </p:txBody>
      </p:sp>
      <p:sp>
        <p:nvSpPr>
          <p:cNvPr id="86" name="Rectangle">
            <a:extLst>
              <a:ext uri="{FF2B5EF4-FFF2-40B4-BE49-F238E27FC236}">
                <a16:creationId xmlns:a16="http://schemas.microsoft.com/office/drawing/2014/main" id="{30E4483F-3015-4FCD-B19A-0578BA480F0A}"/>
              </a:ext>
            </a:extLst>
          </p:cNvPr>
          <p:cNvSpPr/>
          <p:nvPr/>
        </p:nvSpPr>
        <p:spPr>
          <a:xfrm>
            <a:off x="5437208" y="2500012"/>
            <a:ext cx="3554392" cy="869428"/>
          </a:xfrm>
          <a:prstGeom prst="rect">
            <a:avLst/>
          </a:prstGeom>
          <a:solidFill>
            <a:srgbClr val="FFFFFF">
              <a:alpha val="84174"/>
            </a:srgbClr>
          </a:solidFill>
          <a:ln w="12700">
            <a:miter lim="400000"/>
          </a:ln>
        </p:spPr>
        <p:txBody>
          <a:bodyPr lIns="45719" rIns="45719" anchor="ctr"/>
          <a:lstStyle/>
          <a:p>
            <a:endParaRPr/>
          </a:p>
        </p:txBody>
      </p:sp>
      <p:sp>
        <p:nvSpPr>
          <p:cNvPr id="87" name="矩形 86">
            <a:extLst>
              <a:ext uri="{FF2B5EF4-FFF2-40B4-BE49-F238E27FC236}">
                <a16:creationId xmlns:a16="http://schemas.microsoft.com/office/drawing/2014/main" id="{B5662464-2202-439C-B304-234FB256F5D8}"/>
              </a:ext>
            </a:extLst>
          </p:cNvPr>
          <p:cNvSpPr/>
          <p:nvPr/>
        </p:nvSpPr>
        <p:spPr>
          <a:xfrm>
            <a:off x="6261512" y="399483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89" name="矩形 88">
            <a:extLst>
              <a:ext uri="{FF2B5EF4-FFF2-40B4-BE49-F238E27FC236}">
                <a16:creationId xmlns:a16="http://schemas.microsoft.com/office/drawing/2014/main" id="{9B6057E2-E669-4F7B-8D10-02EEA2ACF49C}"/>
              </a:ext>
            </a:extLst>
          </p:cNvPr>
          <p:cNvSpPr/>
          <p:nvPr/>
        </p:nvSpPr>
        <p:spPr>
          <a:xfrm>
            <a:off x="8117576" y="40212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Tree>
    <p:extLst>
      <p:ext uri="{BB962C8B-B14F-4D97-AF65-F5344CB8AC3E}">
        <p14:creationId xmlns:p14="http://schemas.microsoft.com/office/powerpoint/2010/main" val="874627483"/>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Updating Policy</a:t>
            </a:r>
          </a:p>
        </p:txBody>
      </p:sp>
      <p:sp>
        <p:nvSpPr>
          <p:cNvPr id="93186" name="Content Placeholder 2"/>
          <p:cNvSpPr>
            <a:spLocks noGrp="1"/>
          </p:cNvSpPr>
          <p:nvPr>
            <p:ph idx="1"/>
          </p:nvPr>
        </p:nvSpPr>
        <p:spPr>
          <a:xfrm>
            <a:off x="0" y="875532"/>
            <a:ext cx="5582868" cy="6058668"/>
          </a:xfrm>
        </p:spPr>
        <p:txBody>
          <a:bodyPr/>
          <a:lstStyle/>
          <a:p>
            <a:r>
              <a:rPr lang="en-US" altLang="en-US" b="1" dirty="0">
                <a:ea typeface="ＭＳ Ｐゴシック" charset="-128"/>
              </a:rPr>
              <a:t>Cache Updating Policy</a:t>
            </a:r>
            <a:r>
              <a:rPr lang="en-US" altLang="en-US" dirty="0">
                <a:ea typeface="ＭＳ Ｐゴシック" charset="-128"/>
              </a:rPr>
              <a:t>: safely update replicated data in other caches.  </a:t>
            </a:r>
          </a:p>
          <a:p>
            <a:pPr lvl="1"/>
            <a:r>
              <a:rPr lang="en-US" altLang="zh-CN" dirty="0">
                <a:solidFill>
                  <a:srgbClr val="0432FF"/>
                </a:solidFill>
                <a:ea typeface="ＭＳ Ｐゴシック" charset="-128"/>
              </a:rPr>
              <a:t>Update Protocol</a:t>
            </a:r>
            <a:r>
              <a:rPr lang="en-US" altLang="zh-CN" dirty="0">
                <a:ea typeface="ＭＳ Ｐゴシック" charset="-128"/>
              </a:rPr>
              <a:t>:</a:t>
            </a:r>
            <a:r>
              <a:rPr lang="en-US" altLang="en-US" dirty="0">
                <a:ea typeface="ＭＳ Ｐゴシック" charset="-128"/>
              </a:rPr>
              <a:t> </a:t>
            </a:r>
            <a:endParaRPr lang="en-US" altLang="zh-CN" sz="2000" dirty="0">
              <a:ea typeface="ＭＳ Ｐゴシック" charset="-128"/>
            </a:endParaRPr>
          </a:p>
          <a:p>
            <a:pPr lvl="2"/>
            <a:r>
              <a:rPr lang="en-US" altLang="zh-CN" dirty="0">
                <a:ea typeface="ＭＳ Ｐゴシック" charset="-128"/>
              </a:rPr>
              <a:t>Push a update command</a:t>
            </a:r>
            <a:r>
              <a:rPr lang="en-US" altLang="en-US" dirty="0">
                <a:ea typeface="ＭＳ Ｐゴシック" charset="-128"/>
              </a:rPr>
              <a:t> (</a:t>
            </a:r>
            <a:r>
              <a:rPr lang="en-US" altLang="en-US" b="1" dirty="0">
                <a:solidFill>
                  <a:srgbClr val="92D050"/>
                </a:solidFill>
                <a:latin typeface="Arial Narrow" panose="020B0606020202030204" pitchFamily="34" charset="0"/>
                <a:ea typeface="ＭＳ Ｐゴシック" charset="-128"/>
              </a:rPr>
              <a:t>b</a:t>
            </a:r>
            <a:r>
              <a:rPr lang="en-US" altLang="en-US" b="1" dirty="0">
                <a:solidFill>
                  <a:srgbClr val="92D050"/>
                </a:solidFill>
                <a:latin typeface="Arial Narrow" panose="020B0606020202030204" pitchFamily="34" charset="0"/>
              </a:rPr>
              <a:t>us action</a:t>
            </a:r>
            <a:r>
              <a:rPr lang="en-US" altLang="en-US" dirty="0">
                <a:ea typeface="ＭＳ Ｐゴシック" charset="-128"/>
              </a:rPr>
              <a:t>)</a:t>
            </a:r>
            <a:r>
              <a:rPr lang="en-US" altLang="zh-CN" dirty="0">
                <a:ea typeface="ＭＳ Ｐゴシック" charset="-128"/>
              </a:rPr>
              <a:t> to all copies</a:t>
            </a:r>
          </a:p>
          <a:p>
            <a:pPr lvl="2"/>
            <a:endParaRPr lang="en-US" altLang="en-US" dirty="0">
              <a:solidFill>
                <a:srgbClr val="0000FF"/>
              </a:solidFill>
              <a:ea typeface="ＭＳ Ｐゴシック" charset="-128"/>
            </a:endParaRPr>
          </a:p>
          <a:p>
            <a:pPr lvl="1"/>
            <a:r>
              <a:rPr lang="en-US" altLang="zh-CN" dirty="0">
                <a:solidFill>
                  <a:srgbClr val="0432FF"/>
                </a:solidFill>
                <a:ea typeface="ＭＳ Ｐゴシック" charset="-128"/>
              </a:rPr>
              <a:t>Invalidate Protocol</a:t>
            </a:r>
            <a:r>
              <a:rPr lang="en-US" altLang="zh-CN" dirty="0">
                <a:ea typeface="ＭＳ Ｐゴシック" charset="-128"/>
              </a:rPr>
              <a:t>:</a:t>
            </a:r>
            <a:endParaRPr lang="en-US" altLang="zh-CN" sz="2000" dirty="0">
              <a:ea typeface="ＭＳ Ｐゴシック" charset="-128"/>
            </a:endParaRPr>
          </a:p>
          <a:p>
            <a:pPr lvl="2"/>
            <a:r>
              <a:rPr lang="en-US" altLang="en-US" dirty="0">
                <a:ea typeface="ＭＳ Ｐゴシック" charset="-128"/>
              </a:rPr>
              <a:t>Ensure only one local copy by sending out an invalidation command (</a:t>
            </a:r>
            <a:r>
              <a:rPr lang="en-US" altLang="en-US" b="1" dirty="0">
                <a:solidFill>
                  <a:srgbClr val="92D050"/>
                </a:solidFill>
                <a:latin typeface="Arial Narrow" panose="020B0606020202030204" pitchFamily="34" charset="0"/>
                <a:ea typeface="ＭＳ Ｐゴシック" charset="-128"/>
              </a:rPr>
              <a:t>b</a:t>
            </a:r>
            <a:r>
              <a:rPr lang="en-US" altLang="en-US" b="1" dirty="0">
                <a:solidFill>
                  <a:srgbClr val="92D050"/>
                </a:solidFill>
                <a:latin typeface="Arial Narrow" panose="020B0606020202030204" pitchFamily="34" charset="0"/>
              </a:rPr>
              <a:t>us action</a:t>
            </a:r>
            <a:r>
              <a:rPr lang="en-US" altLang="en-US" dirty="0">
                <a:ea typeface="ＭＳ Ｐゴシック" charset="-128"/>
              </a:rPr>
              <a:t>), then update the local copy </a:t>
            </a:r>
          </a:p>
          <a:p>
            <a:pPr lvl="2"/>
            <a:endParaRPr lang="en-US" altLang="zh-CN" dirty="0">
              <a:ea typeface="ＭＳ Ｐゴシック" charset="-128"/>
            </a:endParaRPr>
          </a:p>
          <a:p>
            <a:pPr lvl="2"/>
            <a:endParaRPr lang="en-US" altLang="zh-CN" dirty="0">
              <a:ea typeface="ＭＳ Ｐゴシック" charset="-128"/>
            </a:endParaRP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5791200" y="25908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6183312" y="33465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6183312" y="43371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5670551" y="56799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5870048"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5585618" y="47181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6027440" y="4845820"/>
            <a:ext cx="2324355"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Interconnect network</a:t>
            </a: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7109619" y="53150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6326981" y="57857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5491169" y="36576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7643019" y="25994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8035131" y="33552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8035131" y="43458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7703650"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6119020" y="33355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6119020" y="4386557"/>
            <a:ext cx="96758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7991662" y="33536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7980729" y="43865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5535616" y="37428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6261512" y="36901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7349346" y="36741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7393793" y="37592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8112403" y="371032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5" name="Rectangle">
            <a:extLst>
              <a:ext uri="{FF2B5EF4-FFF2-40B4-BE49-F238E27FC236}">
                <a16:creationId xmlns:a16="http://schemas.microsoft.com/office/drawing/2014/main" id="{34394321-B1A3-4469-BF59-FF03364058C9}"/>
              </a:ext>
            </a:extLst>
          </p:cNvPr>
          <p:cNvSpPr/>
          <p:nvPr/>
        </p:nvSpPr>
        <p:spPr>
          <a:xfrm>
            <a:off x="5437207" y="5417475"/>
            <a:ext cx="3401989" cy="972403"/>
          </a:xfrm>
          <a:prstGeom prst="rect">
            <a:avLst/>
          </a:prstGeom>
          <a:solidFill>
            <a:srgbClr val="FFFFFF">
              <a:alpha val="84174"/>
            </a:srgbClr>
          </a:solidFill>
          <a:ln w="12700">
            <a:miter lim="400000"/>
          </a:ln>
        </p:spPr>
        <p:txBody>
          <a:bodyPr lIns="45719" rIns="45719" anchor="ctr"/>
          <a:lstStyle/>
          <a:p>
            <a:endParaRPr/>
          </a:p>
        </p:txBody>
      </p:sp>
      <p:sp>
        <p:nvSpPr>
          <p:cNvPr id="87" name="矩形 86">
            <a:extLst>
              <a:ext uri="{FF2B5EF4-FFF2-40B4-BE49-F238E27FC236}">
                <a16:creationId xmlns:a16="http://schemas.microsoft.com/office/drawing/2014/main" id="{B5662464-2202-439C-B304-234FB256F5D8}"/>
              </a:ext>
            </a:extLst>
          </p:cNvPr>
          <p:cNvSpPr/>
          <p:nvPr/>
        </p:nvSpPr>
        <p:spPr>
          <a:xfrm>
            <a:off x="6261512" y="399483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89" name="矩形 88">
            <a:extLst>
              <a:ext uri="{FF2B5EF4-FFF2-40B4-BE49-F238E27FC236}">
                <a16:creationId xmlns:a16="http://schemas.microsoft.com/office/drawing/2014/main" id="{9B6057E2-E669-4F7B-8D10-02EEA2ACF49C}"/>
              </a:ext>
            </a:extLst>
          </p:cNvPr>
          <p:cNvSpPr/>
          <p:nvPr/>
        </p:nvSpPr>
        <p:spPr>
          <a:xfrm>
            <a:off x="8117576" y="40212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86" name="Rectangle">
            <a:extLst>
              <a:ext uri="{FF2B5EF4-FFF2-40B4-BE49-F238E27FC236}">
                <a16:creationId xmlns:a16="http://schemas.microsoft.com/office/drawing/2014/main" id="{30E4483F-3015-4FCD-B19A-0578BA480F0A}"/>
              </a:ext>
            </a:extLst>
          </p:cNvPr>
          <p:cNvSpPr/>
          <p:nvPr/>
        </p:nvSpPr>
        <p:spPr>
          <a:xfrm>
            <a:off x="5437208" y="2500011"/>
            <a:ext cx="3554392" cy="1862749"/>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3537079629"/>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Cache Tags</a:t>
            </a:r>
          </a:p>
        </p:txBody>
      </p:sp>
      <p:sp>
        <p:nvSpPr>
          <p:cNvPr id="93186" name="Content Placeholder 2"/>
          <p:cNvSpPr>
            <a:spLocks noGrp="1"/>
          </p:cNvSpPr>
          <p:nvPr>
            <p:ph idx="1"/>
          </p:nvPr>
        </p:nvSpPr>
        <p:spPr>
          <a:xfrm>
            <a:off x="-76200" y="878854"/>
            <a:ext cx="9220200" cy="1707302"/>
          </a:xfrm>
        </p:spPr>
        <p:txBody>
          <a:bodyPr/>
          <a:lstStyle/>
          <a:p>
            <a:r>
              <a:rPr lang="en-US" altLang="en-US" b="1" dirty="0">
                <a:ea typeface="ＭＳ Ｐゴシック" charset="-128"/>
              </a:rPr>
              <a:t>MSI </a:t>
            </a:r>
            <a:r>
              <a:rPr lang="en-US" altLang="zh-CN" b="1" dirty="0">
                <a:ea typeface="ＭＳ Ｐゴシック" charset="-128"/>
              </a:rPr>
              <a:t>Protocol</a:t>
            </a:r>
            <a:r>
              <a:rPr lang="en-US" altLang="en-US" dirty="0">
                <a:ea typeface="ＭＳ Ｐゴシック" charset="-128"/>
              </a:rPr>
              <a:t>: safely update replicated data in caches (goal).  </a:t>
            </a:r>
          </a:p>
          <a:p>
            <a:pPr lvl="1"/>
            <a:r>
              <a:rPr lang="en-US" altLang="zh-CN" sz="2000" dirty="0">
                <a:solidFill>
                  <a:srgbClr val="0432FF"/>
                </a:solidFill>
                <a:ea typeface="ＭＳ Ｐゴシック" charset="-128"/>
              </a:rPr>
              <a:t>I</a:t>
            </a:r>
            <a:r>
              <a:rPr lang="en-US" altLang="zh-CN" sz="2000" dirty="0">
                <a:ea typeface="ＭＳ Ｐゴシック" charset="-128"/>
              </a:rPr>
              <a:t>(</a:t>
            </a:r>
            <a:r>
              <a:rPr lang="en-US" altLang="zh-CN" sz="2000" dirty="0" err="1">
                <a:ea typeface="ＭＳ Ｐゴシック" charset="-128"/>
              </a:rPr>
              <a:t>nvalid</a:t>
            </a:r>
            <a:r>
              <a:rPr lang="en-US" altLang="zh-CN" sz="2000" dirty="0">
                <a:ea typeface="ＭＳ Ｐゴシック" charset="-128"/>
              </a:rPr>
              <a:t>):</a:t>
            </a:r>
            <a:r>
              <a:rPr lang="en-US" altLang="en-US" sz="2000" dirty="0">
                <a:ea typeface="ＭＳ Ｐゴシック" charset="-128"/>
              </a:rPr>
              <a:t> block is not in cache, need to fetch from memory or other cache</a:t>
            </a:r>
          </a:p>
          <a:p>
            <a:pPr lvl="1"/>
            <a:r>
              <a:rPr lang="en-US" altLang="zh-CN" sz="2000" dirty="0">
                <a:solidFill>
                  <a:srgbClr val="0432FF"/>
                </a:solidFill>
                <a:ea typeface="ＭＳ Ｐゴシック" charset="-128"/>
              </a:rPr>
              <a:t>S</a:t>
            </a:r>
            <a:r>
              <a:rPr lang="en-US" altLang="zh-CN" sz="2000" dirty="0">
                <a:ea typeface="ＭＳ Ｐゴシック" charset="-128"/>
              </a:rPr>
              <a:t>(hared): in &gt;=1 caches, clean, local cores can read it w/o bus action </a:t>
            </a:r>
          </a:p>
          <a:p>
            <a:pPr lvl="1"/>
            <a:r>
              <a:rPr lang="en-US" altLang="zh-CN" sz="2000" dirty="0">
                <a:solidFill>
                  <a:srgbClr val="0432FF"/>
                </a:solidFill>
                <a:ea typeface="ＭＳ Ｐゴシック" charset="-128"/>
              </a:rPr>
              <a:t>M</a:t>
            </a:r>
            <a:r>
              <a:rPr lang="en-US" altLang="zh-CN" sz="2000" dirty="0">
                <a:ea typeface="ＭＳ Ｐゴシック" charset="-128"/>
              </a:rPr>
              <a:t>(</a:t>
            </a:r>
            <a:r>
              <a:rPr lang="en-US" altLang="zh-CN" sz="2000" dirty="0" err="1">
                <a:ea typeface="ＭＳ Ｐゴシック" charset="-128"/>
              </a:rPr>
              <a:t>odified</a:t>
            </a:r>
            <a:r>
              <a:rPr lang="en-US" altLang="zh-CN" sz="2000" dirty="0">
                <a:ea typeface="ＭＳ Ｐゴシック" charset="-128"/>
              </a:rPr>
              <a:t>):</a:t>
            </a:r>
            <a:r>
              <a:rPr lang="en-US" altLang="en-US" sz="2000" dirty="0">
                <a:ea typeface="ＭＳ Ｐゴシック" charset="-128"/>
              </a:rPr>
              <a:t> in 1 cache, core can read/write it </a:t>
            </a:r>
            <a:r>
              <a:rPr lang="en-US" altLang="zh-CN" sz="2000" dirty="0">
                <a:ea typeface="ＭＳ Ｐゴシック" charset="-128"/>
              </a:rPr>
              <a:t>w/o bus action</a:t>
            </a:r>
            <a:endParaRPr lang="en-US" altLang="en-US" sz="2000" dirty="0">
              <a:ea typeface="ＭＳ Ｐゴシック" charset="-128"/>
            </a:endParaRPr>
          </a:p>
          <a:p>
            <a:pPr lvl="1"/>
            <a:endParaRPr lang="en-US" altLang="en-US" sz="2000" dirty="0">
              <a:ea typeface="ＭＳ Ｐゴシック" charset="-128"/>
            </a:endParaRPr>
          </a:p>
        </p:txBody>
      </p:sp>
      <p:sp>
        <p:nvSpPr>
          <p:cNvPr id="31" name="Oval 7">
            <a:extLst>
              <a:ext uri="{FF2B5EF4-FFF2-40B4-BE49-F238E27FC236}">
                <a16:creationId xmlns:a16="http://schemas.microsoft.com/office/drawing/2014/main" id="{505E7039-0C3E-4F47-87E6-6CAF8F376B31}"/>
              </a:ext>
            </a:extLst>
          </p:cNvPr>
          <p:cNvSpPr>
            <a:spLocks noChangeArrowheads="1"/>
          </p:cNvSpPr>
          <p:nvPr/>
        </p:nvSpPr>
        <p:spPr bwMode="auto">
          <a:xfrm>
            <a:off x="5943600" y="268158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2" name="Line 9">
            <a:extLst>
              <a:ext uri="{FF2B5EF4-FFF2-40B4-BE49-F238E27FC236}">
                <a16:creationId xmlns:a16="http://schemas.microsoft.com/office/drawing/2014/main" id="{BBE36100-A8E7-4D07-8112-079B517F191F}"/>
              </a:ext>
            </a:extLst>
          </p:cNvPr>
          <p:cNvSpPr>
            <a:spLocks noChangeShapeType="1"/>
          </p:cNvSpPr>
          <p:nvPr/>
        </p:nvSpPr>
        <p:spPr bwMode="auto">
          <a:xfrm>
            <a:off x="6335712" y="343732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10">
            <a:extLst>
              <a:ext uri="{FF2B5EF4-FFF2-40B4-BE49-F238E27FC236}">
                <a16:creationId xmlns:a16="http://schemas.microsoft.com/office/drawing/2014/main" id="{560A9395-1E09-4EF4-879C-4E15A5C7C3E8}"/>
              </a:ext>
            </a:extLst>
          </p:cNvPr>
          <p:cNvSpPr>
            <a:spLocks noChangeShapeType="1"/>
          </p:cNvSpPr>
          <p:nvPr/>
        </p:nvSpPr>
        <p:spPr bwMode="auto">
          <a:xfrm>
            <a:off x="6335712" y="44279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Rectangle 11">
            <a:extLst>
              <a:ext uri="{FF2B5EF4-FFF2-40B4-BE49-F238E27FC236}">
                <a16:creationId xmlns:a16="http://schemas.microsoft.com/office/drawing/2014/main" id="{A05656FD-72C7-4990-A5A8-DF73A1EABA10}"/>
              </a:ext>
            </a:extLst>
          </p:cNvPr>
          <p:cNvSpPr>
            <a:spLocks noChangeArrowheads="1"/>
          </p:cNvSpPr>
          <p:nvPr/>
        </p:nvSpPr>
        <p:spPr bwMode="auto">
          <a:xfrm>
            <a:off x="5822951" y="5770696"/>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5" name="Rectangle 13">
            <a:extLst>
              <a:ext uri="{FF2B5EF4-FFF2-40B4-BE49-F238E27FC236}">
                <a16:creationId xmlns:a16="http://schemas.microsoft.com/office/drawing/2014/main" id="{A2426C09-8C99-42F3-A22F-ADF2E32ABBF5}"/>
              </a:ext>
            </a:extLst>
          </p:cNvPr>
          <p:cNvSpPr>
            <a:spLocks noChangeArrowheads="1"/>
          </p:cNvSpPr>
          <p:nvPr/>
        </p:nvSpPr>
        <p:spPr bwMode="auto">
          <a:xfrm>
            <a:off x="6022448" y="28585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36" name="AutoShape 16">
            <a:extLst>
              <a:ext uri="{FF2B5EF4-FFF2-40B4-BE49-F238E27FC236}">
                <a16:creationId xmlns:a16="http://schemas.microsoft.com/office/drawing/2014/main" id="{EF911625-2622-4A52-8579-8A886F0B1A32}"/>
              </a:ext>
            </a:extLst>
          </p:cNvPr>
          <p:cNvSpPr>
            <a:spLocks noChangeArrowheads="1"/>
          </p:cNvSpPr>
          <p:nvPr/>
        </p:nvSpPr>
        <p:spPr bwMode="auto">
          <a:xfrm>
            <a:off x="5738018" y="4808920"/>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7" name="Rectangle 17">
            <a:extLst>
              <a:ext uri="{FF2B5EF4-FFF2-40B4-BE49-F238E27FC236}">
                <a16:creationId xmlns:a16="http://schemas.microsoft.com/office/drawing/2014/main" id="{5B2743AF-6DB9-401C-9C98-0203C05E912A}"/>
              </a:ext>
            </a:extLst>
          </p:cNvPr>
          <p:cNvSpPr>
            <a:spLocks noChangeArrowheads="1"/>
          </p:cNvSpPr>
          <p:nvPr/>
        </p:nvSpPr>
        <p:spPr bwMode="auto">
          <a:xfrm>
            <a:off x="6179840" y="4936609"/>
            <a:ext cx="221221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Bus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one </a:t>
            </a:r>
            <a:r>
              <a:rPr lang="en-US" altLang="en-US" sz="1800" dirty="0">
                <a:solidFill>
                  <a:schemeClr val="accent3">
                    <a:lumMod val="65000"/>
                  </a:schemeClr>
                </a:solidFill>
                <a:latin typeface="Arial Narrow" panose="020B0606020202030204" pitchFamily="34" charset="0"/>
              </a:rPr>
              <a:t>trans. A time</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38" name="Line 18">
            <a:extLst>
              <a:ext uri="{FF2B5EF4-FFF2-40B4-BE49-F238E27FC236}">
                <a16:creationId xmlns:a16="http://schemas.microsoft.com/office/drawing/2014/main" id="{9CA40475-D9C7-407C-B4CE-9CD7F01F176F}"/>
              </a:ext>
            </a:extLst>
          </p:cNvPr>
          <p:cNvSpPr>
            <a:spLocks noChangeShapeType="1"/>
          </p:cNvSpPr>
          <p:nvPr/>
        </p:nvSpPr>
        <p:spPr bwMode="auto">
          <a:xfrm>
            <a:off x="7262019" y="54058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9" name="Rectangle 19">
            <a:extLst>
              <a:ext uri="{FF2B5EF4-FFF2-40B4-BE49-F238E27FC236}">
                <a16:creationId xmlns:a16="http://schemas.microsoft.com/office/drawing/2014/main" id="{52D5B20E-651E-4DC9-927E-5509DED0B56D}"/>
              </a:ext>
            </a:extLst>
          </p:cNvPr>
          <p:cNvSpPr>
            <a:spLocks noChangeArrowheads="1"/>
          </p:cNvSpPr>
          <p:nvPr/>
        </p:nvSpPr>
        <p:spPr bwMode="auto">
          <a:xfrm>
            <a:off x="6479381" y="5876564"/>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40" name="矩形: 圆角 39">
            <a:extLst>
              <a:ext uri="{FF2B5EF4-FFF2-40B4-BE49-F238E27FC236}">
                <a16:creationId xmlns:a16="http://schemas.microsoft.com/office/drawing/2014/main" id="{22EFF7A7-182C-459F-B607-8175868BD34C}"/>
              </a:ext>
            </a:extLst>
          </p:cNvPr>
          <p:cNvSpPr/>
          <p:nvPr/>
        </p:nvSpPr>
        <p:spPr bwMode="auto">
          <a:xfrm>
            <a:off x="5643569" y="37484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41" name="Oval 7">
            <a:extLst>
              <a:ext uri="{FF2B5EF4-FFF2-40B4-BE49-F238E27FC236}">
                <a16:creationId xmlns:a16="http://schemas.microsoft.com/office/drawing/2014/main" id="{B2AC88E4-862C-4A5B-8315-133D34596B56}"/>
              </a:ext>
            </a:extLst>
          </p:cNvPr>
          <p:cNvSpPr>
            <a:spLocks noChangeArrowheads="1"/>
          </p:cNvSpPr>
          <p:nvPr/>
        </p:nvSpPr>
        <p:spPr bwMode="auto">
          <a:xfrm>
            <a:off x="7795419" y="269028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2" name="Line 9">
            <a:extLst>
              <a:ext uri="{FF2B5EF4-FFF2-40B4-BE49-F238E27FC236}">
                <a16:creationId xmlns:a16="http://schemas.microsoft.com/office/drawing/2014/main" id="{3FCFCF99-43C6-44BB-B210-30DBC1AF1323}"/>
              </a:ext>
            </a:extLst>
          </p:cNvPr>
          <p:cNvSpPr>
            <a:spLocks noChangeShapeType="1"/>
          </p:cNvSpPr>
          <p:nvPr/>
        </p:nvSpPr>
        <p:spPr bwMode="auto">
          <a:xfrm>
            <a:off x="8187531" y="344601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3" name="Line 10">
            <a:extLst>
              <a:ext uri="{FF2B5EF4-FFF2-40B4-BE49-F238E27FC236}">
                <a16:creationId xmlns:a16="http://schemas.microsoft.com/office/drawing/2014/main" id="{A8E50FCD-FB49-471B-BF8E-56676AE33385}"/>
              </a:ext>
            </a:extLst>
          </p:cNvPr>
          <p:cNvSpPr>
            <a:spLocks noChangeShapeType="1"/>
          </p:cNvSpPr>
          <p:nvPr/>
        </p:nvSpPr>
        <p:spPr bwMode="auto">
          <a:xfrm>
            <a:off x="8187531" y="443661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4" name="Rectangle 13">
            <a:extLst>
              <a:ext uri="{FF2B5EF4-FFF2-40B4-BE49-F238E27FC236}">
                <a16:creationId xmlns:a16="http://schemas.microsoft.com/office/drawing/2014/main" id="{4FAF96E6-0AE7-4F80-8C19-8D8B5C61498C}"/>
              </a:ext>
            </a:extLst>
          </p:cNvPr>
          <p:cNvSpPr>
            <a:spLocks noChangeArrowheads="1"/>
          </p:cNvSpPr>
          <p:nvPr/>
        </p:nvSpPr>
        <p:spPr bwMode="auto">
          <a:xfrm>
            <a:off x="7856050" y="28585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45" name="矩形 44">
            <a:extLst>
              <a:ext uri="{FF2B5EF4-FFF2-40B4-BE49-F238E27FC236}">
                <a16:creationId xmlns:a16="http://schemas.microsoft.com/office/drawing/2014/main" id="{5196633B-A3EF-4FC4-92D4-32ACCFDBA5D4}"/>
              </a:ext>
            </a:extLst>
          </p:cNvPr>
          <p:cNvSpPr/>
          <p:nvPr/>
        </p:nvSpPr>
        <p:spPr>
          <a:xfrm>
            <a:off x="6271420" y="3426295"/>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46" name="矩形 45">
            <a:extLst>
              <a:ext uri="{FF2B5EF4-FFF2-40B4-BE49-F238E27FC236}">
                <a16:creationId xmlns:a16="http://schemas.microsoft.com/office/drawing/2014/main" id="{268481EA-3C10-47F9-955C-5FD6BA76584D}"/>
              </a:ext>
            </a:extLst>
          </p:cNvPr>
          <p:cNvSpPr/>
          <p:nvPr/>
        </p:nvSpPr>
        <p:spPr>
          <a:xfrm>
            <a:off x="6271420" y="44773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7" name="矩形 46">
            <a:extLst>
              <a:ext uri="{FF2B5EF4-FFF2-40B4-BE49-F238E27FC236}">
                <a16:creationId xmlns:a16="http://schemas.microsoft.com/office/drawing/2014/main" id="{3D627E8C-1F09-4406-9C74-A2798AD99ADA}"/>
              </a:ext>
            </a:extLst>
          </p:cNvPr>
          <p:cNvSpPr/>
          <p:nvPr/>
        </p:nvSpPr>
        <p:spPr>
          <a:xfrm>
            <a:off x="8144062" y="3444482"/>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48" name="矩形 47">
            <a:extLst>
              <a:ext uri="{FF2B5EF4-FFF2-40B4-BE49-F238E27FC236}">
                <a16:creationId xmlns:a16="http://schemas.microsoft.com/office/drawing/2014/main" id="{083D37BB-B0D2-4452-A4FC-F528CD488A38}"/>
              </a:ext>
            </a:extLst>
          </p:cNvPr>
          <p:cNvSpPr/>
          <p:nvPr/>
        </p:nvSpPr>
        <p:spPr>
          <a:xfrm>
            <a:off x="8144063" y="44773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9" name="矩形 48">
            <a:extLst>
              <a:ext uri="{FF2B5EF4-FFF2-40B4-BE49-F238E27FC236}">
                <a16:creationId xmlns:a16="http://schemas.microsoft.com/office/drawing/2014/main" id="{FF6E9913-198C-4F80-A320-41BD2725FA15}"/>
              </a:ext>
            </a:extLst>
          </p:cNvPr>
          <p:cNvSpPr/>
          <p:nvPr/>
        </p:nvSpPr>
        <p:spPr>
          <a:xfrm>
            <a:off x="5688016" y="38335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50" name="矩形 49">
            <a:extLst>
              <a:ext uri="{FF2B5EF4-FFF2-40B4-BE49-F238E27FC236}">
                <a16:creationId xmlns:a16="http://schemas.microsoft.com/office/drawing/2014/main" id="{EA880816-E3D0-4148-851A-E108108328A8}"/>
              </a:ext>
            </a:extLst>
          </p:cNvPr>
          <p:cNvSpPr/>
          <p:nvPr/>
        </p:nvSpPr>
        <p:spPr>
          <a:xfrm>
            <a:off x="6405563" y="39343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51" name="矩形: 圆角 50">
            <a:extLst>
              <a:ext uri="{FF2B5EF4-FFF2-40B4-BE49-F238E27FC236}">
                <a16:creationId xmlns:a16="http://schemas.microsoft.com/office/drawing/2014/main" id="{7871F9C9-E945-4690-9AED-A91449D6FA15}"/>
              </a:ext>
            </a:extLst>
          </p:cNvPr>
          <p:cNvSpPr/>
          <p:nvPr/>
        </p:nvSpPr>
        <p:spPr bwMode="auto">
          <a:xfrm>
            <a:off x="7501746" y="3764959"/>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52" name="矩形 51">
            <a:extLst>
              <a:ext uri="{FF2B5EF4-FFF2-40B4-BE49-F238E27FC236}">
                <a16:creationId xmlns:a16="http://schemas.microsoft.com/office/drawing/2014/main" id="{29C57301-6A42-42F7-BE37-34969B1D1643}"/>
              </a:ext>
            </a:extLst>
          </p:cNvPr>
          <p:cNvSpPr/>
          <p:nvPr/>
        </p:nvSpPr>
        <p:spPr>
          <a:xfrm>
            <a:off x="7546193" y="3850079"/>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53" name="矩形 52">
            <a:extLst>
              <a:ext uri="{FF2B5EF4-FFF2-40B4-BE49-F238E27FC236}">
                <a16:creationId xmlns:a16="http://schemas.microsoft.com/office/drawing/2014/main" id="{32F74296-15F0-4ED8-870C-3086A947D7DB}"/>
              </a:ext>
            </a:extLst>
          </p:cNvPr>
          <p:cNvSpPr/>
          <p:nvPr/>
        </p:nvSpPr>
        <p:spPr>
          <a:xfrm>
            <a:off x="8263740" y="3950795"/>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54" name="Rectangle">
            <a:extLst>
              <a:ext uri="{FF2B5EF4-FFF2-40B4-BE49-F238E27FC236}">
                <a16:creationId xmlns:a16="http://schemas.microsoft.com/office/drawing/2014/main" id="{93A47E81-8113-4E59-9280-59EBFDCF0B32}"/>
              </a:ext>
            </a:extLst>
          </p:cNvPr>
          <p:cNvSpPr/>
          <p:nvPr/>
        </p:nvSpPr>
        <p:spPr>
          <a:xfrm>
            <a:off x="5589607" y="4739980"/>
            <a:ext cx="3401989" cy="1740687"/>
          </a:xfrm>
          <a:prstGeom prst="rect">
            <a:avLst/>
          </a:prstGeom>
          <a:solidFill>
            <a:srgbClr val="FFFFFF">
              <a:alpha val="84174"/>
            </a:srgbClr>
          </a:solidFill>
          <a:ln w="12700">
            <a:miter lim="400000"/>
          </a:ln>
        </p:spPr>
        <p:txBody>
          <a:bodyPr lIns="45719" rIns="45719" anchor="ctr"/>
          <a:lstStyle/>
          <a:p>
            <a:endParaRPr/>
          </a:p>
        </p:txBody>
      </p:sp>
      <p:sp>
        <p:nvSpPr>
          <p:cNvPr id="55" name="Rectangle">
            <a:extLst>
              <a:ext uri="{FF2B5EF4-FFF2-40B4-BE49-F238E27FC236}">
                <a16:creationId xmlns:a16="http://schemas.microsoft.com/office/drawing/2014/main" id="{F4608CE1-5DBE-4EC0-86CE-301A488971FA}"/>
              </a:ext>
            </a:extLst>
          </p:cNvPr>
          <p:cNvSpPr/>
          <p:nvPr/>
        </p:nvSpPr>
        <p:spPr>
          <a:xfrm>
            <a:off x="5589608" y="2590800"/>
            <a:ext cx="3554392" cy="862099"/>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1263007256"/>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Cache Tags</a:t>
            </a:r>
          </a:p>
        </p:txBody>
      </p:sp>
      <p:sp>
        <p:nvSpPr>
          <p:cNvPr id="93186" name="Content Placeholder 2"/>
          <p:cNvSpPr>
            <a:spLocks noGrp="1"/>
          </p:cNvSpPr>
          <p:nvPr>
            <p:ph idx="1"/>
          </p:nvPr>
        </p:nvSpPr>
        <p:spPr>
          <a:xfrm>
            <a:off x="-76200" y="878854"/>
            <a:ext cx="9220200" cy="1707302"/>
          </a:xfrm>
        </p:spPr>
        <p:txBody>
          <a:bodyPr/>
          <a:lstStyle/>
          <a:p>
            <a:r>
              <a:rPr lang="en-US" altLang="en-US" b="1" dirty="0">
                <a:ea typeface="ＭＳ Ｐゴシック" charset="-128"/>
              </a:rPr>
              <a:t>MSI </a:t>
            </a:r>
            <a:r>
              <a:rPr lang="en-US" altLang="zh-CN" b="1" dirty="0">
                <a:ea typeface="ＭＳ Ｐゴシック" charset="-128"/>
              </a:rPr>
              <a:t>Protocol</a:t>
            </a:r>
            <a:r>
              <a:rPr lang="en-US" altLang="en-US" dirty="0">
                <a:ea typeface="ＭＳ Ｐゴシック" charset="-128"/>
              </a:rPr>
              <a:t>: safely update replicated data in caches (goal).  </a:t>
            </a:r>
          </a:p>
          <a:p>
            <a:pPr lvl="1"/>
            <a:r>
              <a:rPr lang="en-US" altLang="zh-CN" sz="2000" dirty="0">
                <a:solidFill>
                  <a:srgbClr val="0432FF"/>
                </a:solidFill>
                <a:ea typeface="ＭＳ Ｐゴシック" charset="-128"/>
              </a:rPr>
              <a:t>I</a:t>
            </a:r>
            <a:r>
              <a:rPr lang="en-US" altLang="zh-CN" sz="2000" dirty="0">
                <a:ea typeface="ＭＳ Ｐゴシック" charset="-128"/>
              </a:rPr>
              <a:t>(</a:t>
            </a:r>
            <a:r>
              <a:rPr lang="en-US" altLang="zh-CN" sz="2000" dirty="0" err="1">
                <a:ea typeface="ＭＳ Ｐゴシック" charset="-128"/>
              </a:rPr>
              <a:t>nvalid</a:t>
            </a:r>
            <a:r>
              <a:rPr lang="en-US" altLang="zh-CN" sz="2000" dirty="0">
                <a:ea typeface="ＭＳ Ｐゴシック" charset="-128"/>
              </a:rPr>
              <a:t>):</a:t>
            </a:r>
            <a:r>
              <a:rPr lang="en-US" altLang="en-US" sz="2000" dirty="0">
                <a:ea typeface="ＭＳ Ｐゴシック" charset="-128"/>
              </a:rPr>
              <a:t> block is not in cache, need to fetch from memory or other cache</a:t>
            </a:r>
          </a:p>
          <a:p>
            <a:pPr lvl="1"/>
            <a:r>
              <a:rPr lang="en-US" altLang="zh-CN" sz="2000" dirty="0">
                <a:solidFill>
                  <a:srgbClr val="0432FF"/>
                </a:solidFill>
                <a:ea typeface="ＭＳ Ｐゴシック" charset="-128"/>
              </a:rPr>
              <a:t>S</a:t>
            </a:r>
            <a:r>
              <a:rPr lang="en-US" altLang="zh-CN" sz="2000" dirty="0">
                <a:ea typeface="ＭＳ Ｐゴシック" charset="-128"/>
              </a:rPr>
              <a:t>(hared): in &gt;=1 caches, clean, local cores can read it w/o bus action </a:t>
            </a:r>
          </a:p>
          <a:p>
            <a:pPr lvl="1"/>
            <a:r>
              <a:rPr lang="en-US" altLang="zh-CN" sz="2000" dirty="0">
                <a:solidFill>
                  <a:srgbClr val="0432FF"/>
                </a:solidFill>
                <a:ea typeface="ＭＳ Ｐゴシック" charset="-128"/>
              </a:rPr>
              <a:t>M</a:t>
            </a:r>
            <a:r>
              <a:rPr lang="en-US" altLang="zh-CN" sz="2000" dirty="0">
                <a:ea typeface="ＭＳ Ｐゴシック" charset="-128"/>
              </a:rPr>
              <a:t>(</a:t>
            </a:r>
            <a:r>
              <a:rPr lang="en-US" altLang="zh-CN" sz="2000" dirty="0" err="1">
                <a:ea typeface="ＭＳ Ｐゴシック" charset="-128"/>
              </a:rPr>
              <a:t>odified</a:t>
            </a:r>
            <a:r>
              <a:rPr lang="en-US" altLang="zh-CN" sz="2000" dirty="0">
                <a:ea typeface="ＭＳ Ｐゴシック" charset="-128"/>
              </a:rPr>
              <a:t>):</a:t>
            </a:r>
            <a:r>
              <a:rPr lang="en-US" altLang="en-US" sz="2000" dirty="0">
                <a:ea typeface="ＭＳ Ｐゴシック" charset="-128"/>
              </a:rPr>
              <a:t> in 1 cache, core can read/write it </a:t>
            </a:r>
            <a:r>
              <a:rPr lang="en-US" altLang="zh-CN" sz="2000" dirty="0">
                <a:ea typeface="ＭＳ Ｐゴシック" charset="-128"/>
              </a:rPr>
              <a:t>w/o bus action</a:t>
            </a:r>
            <a:endParaRPr lang="en-US" altLang="en-US" sz="2000" dirty="0">
              <a:ea typeface="ＭＳ Ｐゴシック" charset="-128"/>
            </a:endParaRPr>
          </a:p>
          <a:p>
            <a:pPr lvl="1"/>
            <a:endParaRPr lang="en-US" altLang="en-US" sz="2000" dirty="0">
              <a:ea typeface="ＭＳ Ｐゴシック" charset="-128"/>
            </a:endParaRPr>
          </a:p>
        </p:txBody>
      </p:sp>
      <p:sp>
        <p:nvSpPr>
          <p:cNvPr id="31" name="Oval 7">
            <a:extLst>
              <a:ext uri="{FF2B5EF4-FFF2-40B4-BE49-F238E27FC236}">
                <a16:creationId xmlns:a16="http://schemas.microsoft.com/office/drawing/2014/main" id="{505E7039-0C3E-4F47-87E6-6CAF8F376B31}"/>
              </a:ext>
            </a:extLst>
          </p:cNvPr>
          <p:cNvSpPr>
            <a:spLocks noChangeArrowheads="1"/>
          </p:cNvSpPr>
          <p:nvPr/>
        </p:nvSpPr>
        <p:spPr bwMode="auto">
          <a:xfrm>
            <a:off x="5943600" y="268158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2" name="Line 9">
            <a:extLst>
              <a:ext uri="{FF2B5EF4-FFF2-40B4-BE49-F238E27FC236}">
                <a16:creationId xmlns:a16="http://schemas.microsoft.com/office/drawing/2014/main" id="{BBE36100-A8E7-4D07-8112-079B517F191F}"/>
              </a:ext>
            </a:extLst>
          </p:cNvPr>
          <p:cNvSpPr>
            <a:spLocks noChangeShapeType="1"/>
          </p:cNvSpPr>
          <p:nvPr/>
        </p:nvSpPr>
        <p:spPr bwMode="auto">
          <a:xfrm>
            <a:off x="6335712" y="343732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10">
            <a:extLst>
              <a:ext uri="{FF2B5EF4-FFF2-40B4-BE49-F238E27FC236}">
                <a16:creationId xmlns:a16="http://schemas.microsoft.com/office/drawing/2014/main" id="{560A9395-1E09-4EF4-879C-4E15A5C7C3E8}"/>
              </a:ext>
            </a:extLst>
          </p:cNvPr>
          <p:cNvSpPr>
            <a:spLocks noChangeShapeType="1"/>
          </p:cNvSpPr>
          <p:nvPr/>
        </p:nvSpPr>
        <p:spPr bwMode="auto">
          <a:xfrm>
            <a:off x="6335712" y="44279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Rectangle 11">
            <a:extLst>
              <a:ext uri="{FF2B5EF4-FFF2-40B4-BE49-F238E27FC236}">
                <a16:creationId xmlns:a16="http://schemas.microsoft.com/office/drawing/2014/main" id="{A05656FD-72C7-4990-A5A8-DF73A1EABA10}"/>
              </a:ext>
            </a:extLst>
          </p:cNvPr>
          <p:cNvSpPr>
            <a:spLocks noChangeArrowheads="1"/>
          </p:cNvSpPr>
          <p:nvPr/>
        </p:nvSpPr>
        <p:spPr bwMode="auto">
          <a:xfrm>
            <a:off x="5822951" y="5770696"/>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5" name="Rectangle 13">
            <a:extLst>
              <a:ext uri="{FF2B5EF4-FFF2-40B4-BE49-F238E27FC236}">
                <a16:creationId xmlns:a16="http://schemas.microsoft.com/office/drawing/2014/main" id="{A2426C09-8C99-42F3-A22F-ADF2E32ABBF5}"/>
              </a:ext>
            </a:extLst>
          </p:cNvPr>
          <p:cNvSpPr>
            <a:spLocks noChangeArrowheads="1"/>
          </p:cNvSpPr>
          <p:nvPr/>
        </p:nvSpPr>
        <p:spPr bwMode="auto">
          <a:xfrm>
            <a:off x="6022448" y="28585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36" name="AutoShape 16">
            <a:extLst>
              <a:ext uri="{FF2B5EF4-FFF2-40B4-BE49-F238E27FC236}">
                <a16:creationId xmlns:a16="http://schemas.microsoft.com/office/drawing/2014/main" id="{EF911625-2622-4A52-8579-8A886F0B1A32}"/>
              </a:ext>
            </a:extLst>
          </p:cNvPr>
          <p:cNvSpPr>
            <a:spLocks noChangeArrowheads="1"/>
          </p:cNvSpPr>
          <p:nvPr/>
        </p:nvSpPr>
        <p:spPr bwMode="auto">
          <a:xfrm>
            <a:off x="5738018" y="4808920"/>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7" name="Rectangle 17">
            <a:extLst>
              <a:ext uri="{FF2B5EF4-FFF2-40B4-BE49-F238E27FC236}">
                <a16:creationId xmlns:a16="http://schemas.microsoft.com/office/drawing/2014/main" id="{5B2743AF-6DB9-401C-9C98-0203C05E912A}"/>
              </a:ext>
            </a:extLst>
          </p:cNvPr>
          <p:cNvSpPr>
            <a:spLocks noChangeArrowheads="1"/>
          </p:cNvSpPr>
          <p:nvPr/>
        </p:nvSpPr>
        <p:spPr bwMode="auto">
          <a:xfrm>
            <a:off x="6179840" y="4936609"/>
            <a:ext cx="221221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Bus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one </a:t>
            </a:r>
            <a:r>
              <a:rPr lang="en-US" altLang="en-US" sz="1800" dirty="0">
                <a:solidFill>
                  <a:schemeClr val="accent3">
                    <a:lumMod val="65000"/>
                  </a:schemeClr>
                </a:solidFill>
                <a:latin typeface="Arial Narrow" panose="020B0606020202030204" pitchFamily="34" charset="0"/>
              </a:rPr>
              <a:t>trans. A time</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38" name="Line 18">
            <a:extLst>
              <a:ext uri="{FF2B5EF4-FFF2-40B4-BE49-F238E27FC236}">
                <a16:creationId xmlns:a16="http://schemas.microsoft.com/office/drawing/2014/main" id="{9CA40475-D9C7-407C-B4CE-9CD7F01F176F}"/>
              </a:ext>
            </a:extLst>
          </p:cNvPr>
          <p:cNvSpPr>
            <a:spLocks noChangeShapeType="1"/>
          </p:cNvSpPr>
          <p:nvPr/>
        </p:nvSpPr>
        <p:spPr bwMode="auto">
          <a:xfrm>
            <a:off x="7262019" y="54058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9" name="Rectangle 19">
            <a:extLst>
              <a:ext uri="{FF2B5EF4-FFF2-40B4-BE49-F238E27FC236}">
                <a16:creationId xmlns:a16="http://schemas.microsoft.com/office/drawing/2014/main" id="{52D5B20E-651E-4DC9-927E-5509DED0B56D}"/>
              </a:ext>
            </a:extLst>
          </p:cNvPr>
          <p:cNvSpPr>
            <a:spLocks noChangeArrowheads="1"/>
          </p:cNvSpPr>
          <p:nvPr/>
        </p:nvSpPr>
        <p:spPr bwMode="auto">
          <a:xfrm>
            <a:off x="6479381" y="5876564"/>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40" name="矩形: 圆角 39">
            <a:extLst>
              <a:ext uri="{FF2B5EF4-FFF2-40B4-BE49-F238E27FC236}">
                <a16:creationId xmlns:a16="http://schemas.microsoft.com/office/drawing/2014/main" id="{22EFF7A7-182C-459F-B607-8175868BD34C}"/>
              </a:ext>
            </a:extLst>
          </p:cNvPr>
          <p:cNvSpPr/>
          <p:nvPr/>
        </p:nvSpPr>
        <p:spPr bwMode="auto">
          <a:xfrm>
            <a:off x="5643569" y="37484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41" name="Oval 7">
            <a:extLst>
              <a:ext uri="{FF2B5EF4-FFF2-40B4-BE49-F238E27FC236}">
                <a16:creationId xmlns:a16="http://schemas.microsoft.com/office/drawing/2014/main" id="{B2AC88E4-862C-4A5B-8315-133D34596B56}"/>
              </a:ext>
            </a:extLst>
          </p:cNvPr>
          <p:cNvSpPr>
            <a:spLocks noChangeArrowheads="1"/>
          </p:cNvSpPr>
          <p:nvPr/>
        </p:nvSpPr>
        <p:spPr bwMode="auto">
          <a:xfrm>
            <a:off x="7795419" y="269028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2" name="Line 9">
            <a:extLst>
              <a:ext uri="{FF2B5EF4-FFF2-40B4-BE49-F238E27FC236}">
                <a16:creationId xmlns:a16="http://schemas.microsoft.com/office/drawing/2014/main" id="{3FCFCF99-43C6-44BB-B210-30DBC1AF1323}"/>
              </a:ext>
            </a:extLst>
          </p:cNvPr>
          <p:cNvSpPr>
            <a:spLocks noChangeShapeType="1"/>
          </p:cNvSpPr>
          <p:nvPr/>
        </p:nvSpPr>
        <p:spPr bwMode="auto">
          <a:xfrm>
            <a:off x="8187531" y="344601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3" name="Line 10">
            <a:extLst>
              <a:ext uri="{FF2B5EF4-FFF2-40B4-BE49-F238E27FC236}">
                <a16:creationId xmlns:a16="http://schemas.microsoft.com/office/drawing/2014/main" id="{A8E50FCD-FB49-471B-BF8E-56676AE33385}"/>
              </a:ext>
            </a:extLst>
          </p:cNvPr>
          <p:cNvSpPr>
            <a:spLocks noChangeShapeType="1"/>
          </p:cNvSpPr>
          <p:nvPr/>
        </p:nvSpPr>
        <p:spPr bwMode="auto">
          <a:xfrm>
            <a:off x="8187531" y="443661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4" name="Rectangle 13">
            <a:extLst>
              <a:ext uri="{FF2B5EF4-FFF2-40B4-BE49-F238E27FC236}">
                <a16:creationId xmlns:a16="http://schemas.microsoft.com/office/drawing/2014/main" id="{4FAF96E6-0AE7-4F80-8C19-8D8B5C61498C}"/>
              </a:ext>
            </a:extLst>
          </p:cNvPr>
          <p:cNvSpPr>
            <a:spLocks noChangeArrowheads="1"/>
          </p:cNvSpPr>
          <p:nvPr/>
        </p:nvSpPr>
        <p:spPr bwMode="auto">
          <a:xfrm>
            <a:off x="7856050" y="28585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45" name="矩形 44">
            <a:extLst>
              <a:ext uri="{FF2B5EF4-FFF2-40B4-BE49-F238E27FC236}">
                <a16:creationId xmlns:a16="http://schemas.microsoft.com/office/drawing/2014/main" id="{5196633B-A3EF-4FC4-92D4-32ACCFDBA5D4}"/>
              </a:ext>
            </a:extLst>
          </p:cNvPr>
          <p:cNvSpPr/>
          <p:nvPr/>
        </p:nvSpPr>
        <p:spPr>
          <a:xfrm>
            <a:off x="6271420" y="3426295"/>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46" name="矩形 45">
            <a:extLst>
              <a:ext uri="{FF2B5EF4-FFF2-40B4-BE49-F238E27FC236}">
                <a16:creationId xmlns:a16="http://schemas.microsoft.com/office/drawing/2014/main" id="{268481EA-3C10-47F9-955C-5FD6BA76584D}"/>
              </a:ext>
            </a:extLst>
          </p:cNvPr>
          <p:cNvSpPr/>
          <p:nvPr/>
        </p:nvSpPr>
        <p:spPr>
          <a:xfrm>
            <a:off x="6271420" y="44773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7" name="矩形 46">
            <a:extLst>
              <a:ext uri="{FF2B5EF4-FFF2-40B4-BE49-F238E27FC236}">
                <a16:creationId xmlns:a16="http://schemas.microsoft.com/office/drawing/2014/main" id="{3D627E8C-1F09-4406-9C74-A2798AD99ADA}"/>
              </a:ext>
            </a:extLst>
          </p:cNvPr>
          <p:cNvSpPr/>
          <p:nvPr/>
        </p:nvSpPr>
        <p:spPr>
          <a:xfrm>
            <a:off x="8144062" y="3444482"/>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48" name="矩形 47">
            <a:extLst>
              <a:ext uri="{FF2B5EF4-FFF2-40B4-BE49-F238E27FC236}">
                <a16:creationId xmlns:a16="http://schemas.microsoft.com/office/drawing/2014/main" id="{083D37BB-B0D2-4452-A4FC-F528CD488A38}"/>
              </a:ext>
            </a:extLst>
          </p:cNvPr>
          <p:cNvSpPr/>
          <p:nvPr/>
        </p:nvSpPr>
        <p:spPr>
          <a:xfrm>
            <a:off x="8144063" y="44773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9" name="矩形 48">
            <a:extLst>
              <a:ext uri="{FF2B5EF4-FFF2-40B4-BE49-F238E27FC236}">
                <a16:creationId xmlns:a16="http://schemas.microsoft.com/office/drawing/2014/main" id="{FF6E9913-198C-4F80-A320-41BD2725FA15}"/>
              </a:ext>
            </a:extLst>
          </p:cNvPr>
          <p:cNvSpPr/>
          <p:nvPr/>
        </p:nvSpPr>
        <p:spPr>
          <a:xfrm>
            <a:off x="5688016" y="38335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50" name="矩形 49">
            <a:extLst>
              <a:ext uri="{FF2B5EF4-FFF2-40B4-BE49-F238E27FC236}">
                <a16:creationId xmlns:a16="http://schemas.microsoft.com/office/drawing/2014/main" id="{EA880816-E3D0-4148-851A-E108108328A8}"/>
              </a:ext>
            </a:extLst>
          </p:cNvPr>
          <p:cNvSpPr/>
          <p:nvPr/>
        </p:nvSpPr>
        <p:spPr>
          <a:xfrm>
            <a:off x="6405563" y="39343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51" name="矩形: 圆角 50">
            <a:extLst>
              <a:ext uri="{FF2B5EF4-FFF2-40B4-BE49-F238E27FC236}">
                <a16:creationId xmlns:a16="http://schemas.microsoft.com/office/drawing/2014/main" id="{7871F9C9-E945-4690-9AED-A91449D6FA15}"/>
              </a:ext>
            </a:extLst>
          </p:cNvPr>
          <p:cNvSpPr/>
          <p:nvPr/>
        </p:nvSpPr>
        <p:spPr bwMode="auto">
          <a:xfrm>
            <a:off x="7501746" y="3764959"/>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52" name="矩形 51">
            <a:extLst>
              <a:ext uri="{FF2B5EF4-FFF2-40B4-BE49-F238E27FC236}">
                <a16:creationId xmlns:a16="http://schemas.microsoft.com/office/drawing/2014/main" id="{29C57301-6A42-42F7-BE37-34969B1D1643}"/>
              </a:ext>
            </a:extLst>
          </p:cNvPr>
          <p:cNvSpPr/>
          <p:nvPr/>
        </p:nvSpPr>
        <p:spPr>
          <a:xfrm>
            <a:off x="7546193" y="3850079"/>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53" name="矩形 52">
            <a:extLst>
              <a:ext uri="{FF2B5EF4-FFF2-40B4-BE49-F238E27FC236}">
                <a16:creationId xmlns:a16="http://schemas.microsoft.com/office/drawing/2014/main" id="{32F74296-15F0-4ED8-870C-3086A947D7DB}"/>
              </a:ext>
            </a:extLst>
          </p:cNvPr>
          <p:cNvSpPr/>
          <p:nvPr/>
        </p:nvSpPr>
        <p:spPr>
          <a:xfrm>
            <a:off x="8263740" y="3950795"/>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54" name="Rectangle">
            <a:extLst>
              <a:ext uri="{FF2B5EF4-FFF2-40B4-BE49-F238E27FC236}">
                <a16:creationId xmlns:a16="http://schemas.microsoft.com/office/drawing/2014/main" id="{93A47E81-8113-4E59-9280-59EBFDCF0B32}"/>
              </a:ext>
            </a:extLst>
          </p:cNvPr>
          <p:cNvSpPr/>
          <p:nvPr/>
        </p:nvSpPr>
        <p:spPr>
          <a:xfrm>
            <a:off x="5589607" y="4739980"/>
            <a:ext cx="3401989" cy="1740687"/>
          </a:xfrm>
          <a:prstGeom prst="rect">
            <a:avLst/>
          </a:prstGeom>
          <a:solidFill>
            <a:srgbClr val="FFFFFF">
              <a:alpha val="84174"/>
            </a:srgbClr>
          </a:solidFill>
          <a:ln w="12700">
            <a:miter lim="400000"/>
          </a:ln>
        </p:spPr>
        <p:txBody>
          <a:bodyPr lIns="45719" rIns="45719" anchor="ctr"/>
          <a:lstStyle/>
          <a:p>
            <a:endParaRPr/>
          </a:p>
        </p:txBody>
      </p:sp>
      <p:sp>
        <p:nvSpPr>
          <p:cNvPr id="55" name="Rectangle">
            <a:extLst>
              <a:ext uri="{FF2B5EF4-FFF2-40B4-BE49-F238E27FC236}">
                <a16:creationId xmlns:a16="http://schemas.microsoft.com/office/drawing/2014/main" id="{F4608CE1-5DBE-4EC0-86CE-301A488971FA}"/>
              </a:ext>
            </a:extLst>
          </p:cNvPr>
          <p:cNvSpPr/>
          <p:nvPr/>
        </p:nvSpPr>
        <p:spPr>
          <a:xfrm>
            <a:off x="5589608" y="2590800"/>
            <a:ext cx="3554392" cy="862099"/>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1902747791"/>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4"/>
          <p:cNvSpPr>
            <a:spLocks noGrp="1"/>
          </p:cNvSpPr>
          <p:nvPr>
            <p:ph type="title"/>
          </p:nvPr>
        </p:nvSpPr>
        <p:spPr/>
        <p:txBody>
          <a:bodyPr/>
          <a:lstStyle/>
          <a:p>
            <a:r>
              <a:rPr lang="en-US" altLang="en-US">
                <a:ea typeface="ＭＳ Ｐゴシック" charset="-128"/>
              </a:rPr>
              <a:t>The Problem with MSI</a:t>
            </a:r>
          </a:p>
        </p:txBody>
      </p:sp>
      <p:sp>
        <p:nvSpPr>
          <p:cNvPr id="6" name="Content Placeholder 5"/>
          <p:cNvSpPr>
            <a:spLocks noGrp="1"/>
          </p:cNvSpPr>
          <p:nvPr>
            <p:ph idx="1"/>
          </p:nvPr>
        </p:nvSpPr>
        <p:spPr>
          <a:xfrm>
            <a:off x="228600" y="996950"/>
            <a:ext cx="8382000" cy="2349500"/>
          </a:xfrm>
        </p:spPr>
        <p:txBody>
          <a:bodyPr/>
          <a:lstStyle/>
          <a:p>
            <a:r>
              <a:rPr lang="en-US" altLang="en-US" dirty="0">
                <a:ea typeface="ＭＳ Ｐゴシック" charset="-128"/>
              </a:rPr>
              <a:t>A block is not in cache at the beginning. On a read, the block immediately goes to the “</a:t>
            </a:r>
            <a:r>
              <a:rPr lang="en-US" altLang="en-US" b="1" dirty="0">
                <a:solidFill>
                  <a:srgbClr val="FF0000"/>
                </a:solidFill>
                <a:ea typeface="ＭＳ Ｐゴシック" charset="-128"/>
              </a:rPr>
              <a:t>Shared</a:t>
            </a:r>
            <a:r>
              <a:rPr lang="en-US" altLang="en-US" dirty="0">
                <a:ea typeface="ＭＳ Ｐゴシック" charset="-128"/>
              </a:rPr>
              <a:t>” state. </a:t>
            </a:r>
          </a:p>
          <a:p>
            <a:r>
              <a:rPr lang="en-US" altLang="en-US" b="1" dirty="0">
                <a:ea typeface="ＭＳ Ｐゴシック" charset="-128"/>
              </a:rPr>
              <a:t>Problem</a:t>
            </a:r>
            <a:r>
              <a:rPr lang="en-US" altLang="en-US" dirty="0">
                <a:ea typeface="ＭＳ Ｐゴシック" charset="-128"/>
              </a:rPr>
              <a:t>: </a:t>
            </a:r>
            <a:r>
              <a:rPr lang="en-US" altLang="en-US" dirty="0">
                <a:solidFill>
                  <a:srgbClr val="FF0000"/>
                </a:solidFill>
                <a:ea typeface="ＭＳ Ｐゴシック" charset="-128"/>
              </a:rPr>
              <a:t>The core that writes the block will issue a bus action invalidate even when only one cache copy exists.  </a:t>
            </a:r>
          </a:p>
          <a:p>
            <a:endParaRPr lang="en-US" altLang="en-US" dirty="0">
              <a:ea typeface="ＭＳ Ｐゴシック" charset="-128"/>
            </a:endParaRPr>
          </a:p>
          <a:p>
            <a:endParaRPr lang="en-US" altLang="en-US" dirty="0">
              <a:ea typeface="ＭＳ Ｐゴシック" charset="-128"/>
            </a:endParaRPr>
          </a:p>
        </p:txBody>
      </p:sp>
      <p:sp>
        <p:nvSpPr>
          <p:cNvPr id="94211"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C64A9343-84D5-F142-83D4-511D05BF8A09}" type="slidenum">
              <a:rPr lang="en-US" altLang="en-US" sz="1600">
                <a:solidFill>
                  <a:srgbClr val="000000"/>
                </a:solidFill>
                <a:latin typeface="Garamond" charset="0"/>
              </a:rPr>
              <a:pPr eaLnBrk="1" hangingPunct="1"/>
              <a:t>118</a:t>
            </a:fld>
            <a:endParaRPr lang="en-US" altLang="en-US" sz="1600">
              <a:solidFill>
                <a:srgbClr val="000000"/>
              </a:solidFill>
              <a:latin typeface="Garamond" charset="0"/>
            </a:endParaRPr>
          </a:p>
        </p:txBody>
      </p:sp>
      <p:graphicFrame>
        <p:nvGraphicFramePr>
          <p:cNvPr id="3" name="表格 2">
            <a:extLst>
              <a:ext uri="{FF2B5EF4-FFF2-40B4-BE49-F238E27FC236}">
                <a16:creationId xmlns:a16="http://schemas.microsoft.com/office/drawing/2014/main" id="{9EACAF90-C7E6-4963-AE3D-B896A716345C}"/>
              </a:ext>
            </a:extLst>
          </p:cNvPr>
          <p:cNvGraphicFramePr>
            <a:graphicFrameLocks noGrp="1"/>
          </p:cNvGraphicFramePr>
          <p:nvPr/>
        </p:nvGraphicFramePr>
        <p:xfrm>
          <a:off x="1219200" y="2971800"/>
          <a:ext cx="6625983" cy="2468880"/>
        </p:xfrm>
        <a:graphic>
          <a:graphicData uri="http://schemas.openxmlformats.org/drawingml/2006/table">
            <a:tbl>
              <a:tblPr firstRow="1" bandRow="1">
                <a:tableStyleId>{F5AB1C69-6EDB-4FF4-983F-18BD219EF322}</a:tableStyleId>
              </a:tblPr>
              <a:tblGrid>
                <a:gridCol w="913929">
                  <a:extLst>
                    <a:ext uri="{9D8B030D-6E8A-4147-A177-3AD203B41FA5}">
                      <a16:colId xmlns:a16="http://schemas.microsoft.com/office/drawing/2014/main" val="3840491383"/>
                    </a:ext>
                  </a:extLst>
                </a:gridCol>
                <a:gridCol w="1066250">
                  <a:extLst>
                    <a:ext uri="{9D8B030D-6E8A-4147-A177-3AD203B41FA5}">
                      <a16:colId xmlns:a16="http://schemas.microsoft.com/office/drawing/2014/main" val="3512029855"/>
                    </a:ext>
                  </a:extLst>
                </a:gridCol>
                <a:gridCol w="990089">
                  <a:extLst>
                    <a:ext uri="{9D8B030D-6E8A-4147-A177-3AD203B41FA5}">
                      <a16:colId xmlns:a16="http://schemas.microsoft.com/office/drawing/2014/main" val="2300775718"/>
                    </a:ext>
                  </a:extLst>
                </a:gridCol>
                <a:gridCol w="1142411">
                  <a:extLst>
                    <a:ext uri="{9D8B030D-6E8A-4147-A177-3AD203B41FA5}">
                      <a16:colId xmlns:a16="http://schemas.microsoft.com/office/drawing/2014/main" val="541588849"/>
                    </a:ext>
                  </a:extLst>
                </a:gridCol>
                <a:gridCol w="1066250">
                  <a:extLst>
                    <a:ext uri="{9D8B030D-6E8A-4147-A177-3AD203B41FA5}">
                      <a16:colId xmlns:a16="http://schemas.microsoft.com/office/drawing/2014/main" val="2187653967"/>
                    </a:ext>
                  </a:extLst>
                </a:gridCol>
                <a:gridCol w="1447054">
                  <a:extLst>
                    <a:ext uri="{9D8B030D-6E8A-4147-A177-3AD203B41FA5}">
                      <a16:colId xmlns:a16="http://schemas.microsoft.com/office/drawing/2014/main" val="2986282273"/>
                    </a:ext>
                  </a:extLst>
                </a:gridCol>
              </a:tblGrid>
              <a:tr h="630678">
                <a:tc>
                  <a:txBody>
                    <a:bodyPr/>
                    <a:lstStyle/>
                    <a:p>
                      <a:pPr algn="ctr"/>
                      <a:r>
                        <a:rPr lang="en-US" altLang="zh-CN" dirty="0">
                          <a:solidFill>
                            <a:srgbClr val="00B0F0"/>
                          </a:solidFill>
                        </a:rPr>
                        <a:t>Time</a:t>
                      </a:r>
                      <a:endParaRPr lang="zh-CN" altLang="en-US" dirty="0">
                        <a:solidFill>
                          <a:srgbClr val="00B0F0"/>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P1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P2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A in P1</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B in P2</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Bus action</a:t>
                      </a:r>
                      <a:endParaRPr lang="zh-CN" alt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689419"/>
                  </a:ext>
                </a:extLst>
              </a:tr>
              <a:tr h="360388">
                <a:tc>
                  <a:txBody>
                    <a:bodyPr/>
                    <a:lstStyle/>
                    <a:p>
                      <a:pPr algn="ctr"/>
                      <a:r>
                        <a:rPr lang="en-US" altLang="zh-CN" dirty="0">
                          <a:latin typeface="Arial Narrow" panose="020B0606020202030204" pitchFamily="34" charset="0"/>
                        </a:rPr>
                        <a:t>t0</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9255117"/>
                  </a:ext>
                </a:extLst>
              </a:tr>
              <a:tr h="365393">
                <a:tc>
                  <a:txBody>
                    <a:bodyPr/>
                    <a:lstStyle/>
                    <a:p>
                      <a:pPr algn="ctr"/>
                      <a:r>
                        <a:rPr lang="en-US" altLang="zh-CN" dirty="0">
                          <a:latin typeface="Arial Narrow" panose="020B0606020202030204" pitchFamily="34" charset="0"/>
                        </a:rPr>
                        <a:t>t1</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S</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miss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564079"/>
                  </a:ext>
                </a:extLst>
              </a:tr>
              <a:tr h="365393">
                <a:tc>
                  <a:txBody>
                    <a:bodyPr/>
                    <a:lstStyle/>
                    <a:p>
                      <a:pPr algn="ctr"/>
                      <a:r>
                        <a:rPr lang="en-US" altLang="zh-CN" dirty="0">
                          <a:latin typeface="Arial Narrow" panose="020B0606020202030204" pitchFamily="34" charset="0"/>
                        </a:rPr>
                        <a:t>t2</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Write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Invalidate</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08593"/>
                  </a:ext>
                </a:extLst>
              </a:tr>
              <a:tr h="365393">
                <a:tc>
                  <a:txBody>
                    <a:bodyPr/>
                    <a:lstStyle/>
                    <a:p>
                      <a:pPr algn="ctr"/>
                      <a:r>
                        <a:rPr lang="en-US" altLang="zh-CN" dirty="0">
                          <a:latin typeface="Arial Narrow" panose="020B0606020202030204" pitchFamily="34" charset="0"/>
                        </a:rPr>
                        <a:t>t3</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S</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miss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757351"/>
                  </a:ext>
                </a:extLst>
              </a:tr>
              <a:tr h="365393">
                <a:tc>
                  <a:txBody>
                    <a:bodyPr/>
                    <a:lstStyle/>
                    <a:p>
                      <a:pPr algn="ctr"/>
                      <a:r>
                        <a:rPr lang="en-US" altLang="zh-CN" dirty="0">
                          <a:latin typeface="Arial Narrow" panose="020B0606020202030204" pitchFamily="34" charset="0"/>
                        </a:rPr>
                        <a:t>t4</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Write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Invalidate</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18296590"/>
                  </a:ext>
                </a:extLst>
              </a:tr>
            </a:tbl>
          </a:graphicData>
        </a:graphic>
      </p:graphicFrame>
    </p:spTree>
    <p:extLst>
      <p:ext uri="{BB962C8B-B14F-4D97-AF65-F5344CB8AC3E}">
        <p14:creationId xmlns:p14="http://schemas.microsoft.com/office/powerpoint/2010/main" val="24618623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152400" y="197879"/>
            <a:ext cx="8953500" cy="697377"/>
          </a:xfrm>
        </p:spPr>
        <p:txBody>
          <a:bodyPr/>
          <a:lstStyle/>
          <a:p>
            <a:r>
              <a:rPr lang="en-US" altLang="en-US" dirty="0">
                <a:ea typeface="ＭＳ Ｐゴシック" charset="-128"/>
              </a:rPr>
              <a:t>MESI Protocol</a:t>
            </a:r>
          </a:p>
        </p:txBody>
      </p:sp>
      <p:sp>
        <p:nvSpPr>
          <p:cNvPr id="93186" name="Content Placeholder 2"/>
          <p:cNvSpPr>
            <a:spLocks noGrp="1"/>
          </p:cNvSpPr>
          <p:nvPr>
            <p:ph idx="1"/>
          </p:nvPr>
        </p:nvSpPr>
        <p:spPr>
          <a:xfrm>
            <a:off x="-76200" y="878854"/>
            <a:ext cx="9220200" cy="1707302"/>
          </a:xfrm>
        </p:spPr>
        <p:txBody>
          <a:bodyPr/>
          <a:lstStyle/>
          <a:p>
            <a:r>
              <a:rPr lang="en-US" altLang="en-US" b="1" dirty="0">
                <a:ea typeface="ＭＳ Ｐゴシック" charset="-128"/>
              </a:rPr>
              <a:t>MSI </a:t>
            </a:r>
            <a:r>
              <a:rPr lang="en-US" altLang="zh-CN" b="1" dirty="0">
                <a:ea typeface="ＭＳ Ｐゴシック" charset="-128"/>
              </a:rPr>
              <a:t>Protocol</a:t>
            </a:r>
            <a:r>
              <a:rPr lang="en-US" altLang="en-US" dirty="0">
                <a:ea typeface="ＭＳ Ｐゴシック" charset="-128"/>
              </a:rPr>
              <a:t>: safely update replicated data in caches (goal).  </a:t>
            </a:r>
          </a:p>
          <a:p>
            <a:pPr lvl="1"/>
            <a:r>
              <a:rPr lang="en-US" altLang="zh-CN" sz="2000" dirty="0">
                <a:solidFill>
                  <a:srgbClr val="0432FF"/>
                </a:solidFill>
                <a:ea typeface="ＭＳ Ｐゴシック" charset="-128"/>
              </a:rPr>
              <a:t>I</a:t>
            </a:r>
            <a:r>
              <a:rPr lang="en-US" altLang="zh-CN" sz="2000" dirty="0">
                <a:ea typeface="ＭＳ Ｐゴシック" charset="-128"/>
              </a:rPr>
              <a:t>(</a:t>
            </a:r>
            <a:r>
              <a:rPr lang="en-US" altLang="zh-CN" sz="2000" dirty="0" err="1">
                <a:ea typeface="ＭＳ Ｐゴシック" charset="-128"/>
              </a:rPr>
              <a:t>nvalid</a:t>
            </a:r>
            <a:r>
              <a:rPr lang="en-US" altLang="zh-CN" sz="2000" dirty="0">
                <a:ea typeface="ＭＳ Ｐゴシック" charset="-128"/>
              </a:rPr>
              <a:t>):</a:t>
            </a:r>
            <a:r>
              <a:rPr lang="en-US" altLang="en-US" sz="2000" dirty="0">
                <a:ea typeface="ＭＳ Ｐゴシック" charset="-128"/>
              </a:rPr>
              <a:t> block is not in cache, need to fetch from memory or other cache</a:t>
            </a:r>
          </a:p>
          <a:p>
            <a:pPr lvl="1"/>
            <a:r>
              <a:rPr lang="en-US" altLang="zh-CN" sz="2000" dirty="0">
                <a:solidFill>
                  <a:srgbClr val="0432FF"/>
                </a:solidFill>
                <a:ea typeface="ＭＳ Ｐゴシック" charset="-128"/>
              </a:rPr>
              <a:t>S</a:t>
            </a:r>
            <a:r>
              <a:rPr lang="en-US" altLang="zh-CN" sz="2000" dirty="0">
                <a:ea typeface="ＭＳ Ｐゴシック" charset="-128"/>
              </a:rPr>
              <a:t>(hared): in &gt;=1 caches, clean, local cores can read it w/o bus action </a:t>
            </a:r>
          </a:p>
          <a:p>
            <a:pPr lvl="1"/>
            <a:r>
              <a:rPr lang="en-US" altLang="zh-CN" sz="2000" dirty="0">
                <a:solidFill>
                  <a:srgbClr val="0432FF"/>
                </a:solidFill>
                <a:ea typeface="ＭＳ Ｐゴシック" charset="-128"/>
              </a:rPr>
              <a:t>M</a:t>
            </a:r>
            <a:r>
              <a:rPr lang="en-US" altLang="zh-CN" sz="2000" dirty="0">
                <a:ea typeface="ＭＳ Ｐゴシック" charset="-128"/>
              </a:rPr>
              <a:t>(</a:t>
            </a:r>
            <a:r>
              <a:rPr lang="en-US" altLang="zh-CN" sz="2000" dirty="0" err="1">
                <a:ea typeface="ＭＳ Ｐゴシック" charset="-128"/>
              </a:rPr>
              <a:t>odified</a:t>
            </a:r>
            <a:r>
              <a:rPr lang="en-US" altLang="zh-CN" sz="2000" dirty="0">
                <a:ea typeface="ＭＳ Ｐゴシック" charset="-128"/>
              </a:rPr>
              <a:t>):</a:t>
            </a:r>
            <a:r>
              <a:rPr lang="en-US" altLang="en-US" sz="2000" dirty="0">
                <a:ea typeface="ＭＳ Ｐゴシック" charset="-128"/>
              </a:rPr>
              <a:t> in 1 cache, core can read/write it </a:t>
            </a:r>
            <a:r>
              <a:rPr lang="en-US" altLang="zh-CN" sz="2000" dirty="0">
                <a:ea typeface="ＭＳ Ｐゴシック" charset="-128"/>
              </a:rPr>
              <a:t>w/o bus action</a:t>
            </a:r>
            <a:endParaRPr lang="en-US" altLang="en-US" sz="2000" dirty="0">
              <a:ea typeface="ＭＳ Ｐゴシック" charset="-128"/>
            </a:endParaRPr>
          </a:p>
          <a:p>
            <a:endParaRPr lang="en-US" altLang="en-US" b="1" dirty="0">
              <a:ea typeface="ＭＳ Ｐゴシック" charset="-128"/>
            </a:endParaRPr>
          </a:p>
          <a:p>
            <a:r>
              <a:rPr lang="en-US" altLang="en-US" b="1" dirty="0">
                <a:ea typeface="ＭＳ Ｐゴシック" charset="-128"/>
              </a:rPr>
              <a:t>MESI </a:t>
            </a:r>
            <a:r>
              <a:rPr lang="en-US" altLang="zh-CN" b="1" dirty="0">
                <a:ea typeface="ＭＳ Ｐゴシック" charset="-128"/>
              </a:rPr>
              <a:t>Protocol</a:t>
            </a:r>
            <a:r>
              <a:rPr lang="en-US" altLang="en-US" dirty="0">
                <a:ea typeface="ＭＳ Ｐゴシック" charset="-128"/>
              </a:rPr>
              <a:t>: Illinois protocol (ISCA, 84) </a:t>
            </a:r>
          </a:p>
          <a:p>
            <a:pPr lvl="1"/>
            <a:r>
              <a:rPr lang="en-US" altLang="zh-CN" sz="2000" dirty="0">
                <a:solidFill>
                  <a:srgbClr val="0432FF"/>
                </a:solidFill>
                <a:ea typeface="ＭＳ Ｐゴシック" charset="-128"/>
              </a:rPr>
              <a:t>I</a:t>
            </a:r>
            <a:r>
              <a:rPr lang="en-US" altLang="zh-CN" sz="2000" dirty="0">
                <a:ea typeface="ＭＳ Ｐゴシック" charset="-128"/>
              </a:rPr>
              <a:t>(</a:t>
            </a:r>
            <a:r>
              <a:rPr lang="en-US" altLang="zh-CN" sz="2000" dirty="0" err="1">
                <a:ea typeface="ＭＳ Ｐゴシック" charset="-128"/>
              </a:rPr>
              <a:t>nvalid</a:t>
            </a:r>
            <a:r>
              <a:rPr lang="en-US" altLang="zh-CN" sz="2000" dirty="0">
                <a:ea typeface="ＭＳ Ｐゴシック" charset="-128"/>
              </a:rPr>
              <a:t>):</a:t>
            </a:r>
            <a:r>
              <a:rPr lang="en-US" altLang="en-US" sz="2000" dirty="0">
                <a:ea typeface="ＭＳ Ｐゴシック" charset="-128"/>
              </a:rPr>
              <a:t> block is not in cache, need to fetch from memory or other cache</a:t>
            </a:r>
          </a:p>
          <a:p>
            <a:pPr lvl="1"/>
            <a:r>
              <a:rPr lang="en-US" altLang="zh-CN" sz="2000" dirty="0">
                <a:solidFill>
                  <a:srgbClr val="0432FF"/>
                </a:solidFill>
                <a:ea typeface="ＭＳ Ｐゴシック" charset="-128"/>
              </a:rPr>
              <a:t>S</a:t>
            </a:r>
            <a:r>
              <a:rPr lang="en-US" altLang="zh-CN" sz="2000" dirty="0">
                <a:ea typeface="ＭＳ Ｐゴシック" charset="-128"/>
              </a:rPr>
              <a:t>(hared): in &gt;1 caches, clean, local cores directly reads it w/o bus action </a:t>
            </a:r>
          </a:p>
          <a:p>
            <a:pPr lvl="1"/>
            <a:r>
              <a:rPr lang="en-US" altLang="zh-CN" sz="2000" dirty="0">
                <a:solidFill>
                  <a:srgbClr val="0432FF"/>
                </a:solidFill>
                <a:ea typeface="ＭＳ Ｐゴシック" charset="-128"/>
              </a:rPr>
              <a:t>M</a:t>
            </a:r>
            <a:r>
              <a:rPr lang="en-US" altLang="zh-CN" sz="2000" dirty="0">
                <a:ea typeface="ＭＳ Ｐゴシック" charset="-128"/>
              </a:rPr>
              <a:t>(</a:t>
            </a:r>
            <a:r>
              <a:rPr lang="en-US" altLang="zh-CN" sz="2000" dirty="0" err="1">
                <a:ea typeface="ＭＳ Ｐゴシック" charset="-128"/>
              </a:rPr>
              <a:t>odified</a:t>
            </a:r>
            <a:r>
              <a:rPr lang="en-US" altLang="zh-CN" sz="2000" dirty="0">
                <a:ea typeface="ＭＳ Ｐゴシック" charset="-128"/>
              </a:rPr>
              <a:t>):</a:t>
            </a:r>
            <a:r>
              <a:rPr lang="en-US" altLang="en-US" sz="2000" dirty="0">
                <a:ea typeface="ＭＳ Ｐゴシック" charset="-128"/>
              </a:rPr>
              <a:t> in 1 cache, local core can read/write it </a:t>
            </a:r>
            <a:r>
              <a:rPr lang="en-US" altLang="zh-CN" sz="2000" dirty="0">
                <a:ea typeface="ＭＳ Ｐゴシック" charset="-128"/>
              </a:rPr>
              <a:t>w/o bus action</a:t>
            </a:r>
          </a:p>
          <a:p>
            <a:pPr lvl="1"/>
            <a:r>
              <a:rPr lang="en-US" altLang="zh-CN" sz="2000" dirty="0">
                <a:solidFill>
                  <a:srgbClr val="0432FF"/>
                </a:solidFill>
                <a:ea typeface="ＭＳ Ｐゴシック" charset="-128"/>
              </a:rPr>
              <a:t>E</a:t>
            </a:r>
            <a:r>
              <a:rPr lang="en-US" altLang="zh-CN" sz="2000" dirty="0">
                <a:ea typeface="ＭＳ Ｐゴシック" charset="-128"/>
              </a:rPr>
              <a:t>(</a:t>
            </a:r>
            <a:r>
              <a:rPr lang="en-US" altLang="zh-CN" sz="2000" dirty="0" err="1">
                <a:ea typeface="ＭＳ Ｐゴシック" charset="-128"/>
              </a:rPr>
              <a:t>xclusive</a:t>
            </a:r>
            <a:r>
              <a:rPr lang="en-US" altLang="zh-CN" sz="2000" dirty="0">
                <a:ea typeface="ＭＳ Ｐゴシック" charset="-128"/>
              </a:rPr>
              <a:t>): in 1 cache, clean, local core reads/writes it w/o bus action </a:t>
            </a:r>
          </a:p>
          <a:p>
            <a:pPr lvl="1"/>
            <a:endParaRPr lang="en-US" altLang="en-US" sz="2000" dirty="0">
              <a:ea typeface="ＭＳ Ｐゴシック" charset="-128"/>
            </a:endParaRPr>
          </a:p>
          <a:p>
            <a:pPr lvl="1"/>
            <a:endParaRPr lang="en-US" altLang="en-US" sz="2000" dirty="0">
              <a:ea typeface="ＭＳ Ｐゴシック" charset="-128"/>
            </a:endParaRPr>
          </a:p>
        </p:txBody>
      </p:sp>
      <p:sp>
        <p:nvSpPr>
          <p:cNvPr id="2" name="矩形 1">
            <a:extLst>
              <a:ext uri="{FF2B5EF4-FFF2-40B4-BE49-F238E27FC236}">
                <a16:creationId xmlns:a16="http://schemas.microsoft.com/office/drawing/2014/main" id="{6BC79D9B-EE37-433B-B7FE-D0E4BAC65A68}"/>
              </a:ext>
            </a:extLst>
          </p:cNvPr>
          <p:cNvSpPr/>
          <p:nvPr/>
        </p:nvSpPr>
        <p:spPr>
          <a:xfrm>
            <a:off x="5809" y="6096000"/>
            <a:ext cx="9144000" cy="338554"/>
          </a:xfrm>
          <a:prstGeom prst="rect">
            <a:avLst/>
          </a:prstGeom>
        </p:spPr>
        <p:txBody>
          <a:bodyPr wrap="square">
            <a:spAutoFit/>
          </a:bodyPr>
          <a:lstStyle/>
          <a:p>
            <a:pPr marL="695325" lvl="2" indent="-342900"/>
            <a:r>
              <a:rPr lang="en-US" altLang="en-US" sz="1600" dirty="0" err="1">
                <a:latin typeface="Arial Narrow" panose="020B0606020202030204" pitchFamily="34" charset="0"/>
                <a:ea typeface="ＭＳ Ｐゴシック" charset="-128"/>
              </a:rPr>
              <a:t>Papamarcos</a:t>
            </a:r>
            <a:r>
              <a:rPr lang="en-US" altLang="en-US" sz="1600" dirty="0">
                <a:latin typeface="Arial Narrow" panose="020B0606020202030204" pitchFamily="34" charset="0"/>
                <a:ea typeface="ＭＳ Ｐゴシック" charset="-128"/>
              </a:rPr>
              <a:t>, “</a:t>
            </a:r>
            <a:r>
              <a:rPr lang="en-US" altLang="ja-JP" sz="1600" dirty="0">
                <a:latin typeface="Arial Narrow" panose="020B0606020202030204" pitchFamily="34" charset="0"/>
                <a:ea typeface="ＭＳ Ｐゴシック" charset="-128"/>
              </a:rPr>
              <a:t>A low-overhead coherence solution for multiprocessors with private cache memories,</a:t>
            </a:r>
            <a:r>
              <a:rPr lang="en-US" altLang="en-US" sz="1600" dirty="0">
                <a:latin typeface="Arial Narrow" panose="020B0606020202030204" pitchFamily="34" charset="0"/>
                <a:ea typeface="ＭＳ Ｐゴシック" charset="-128"/>
              </a:rPr>
              <a:t>”</a:t>
            </a:r>
            <a:r>
              <a:rPr lang="en-US" altLang="ja-JP" sz="1600" dirty="0">
                <a:latin typeface="Arial Narrow" panose="020B0606020202030204" pitchFamily="34" charset="0"/>
                <a:ea typeface="ＭＳ Ｐゴシック" charset="-128"/>
              </a:rPr>
              <a:t> ISCA 1984.</a:t>
            </a:r>
          </a:p>
        </p:txBody>
      </p:sp>
    </p:spTree>
    <p:extLst>
      <p:ext uri="{BB962C8B-B14F-4D97-AF65-F5344CB8AC3E}">
        <p14:creationId xmlns:p14="http://schemas.microsoft.com/office/powerpoint/2010/main" val="1422542320"/>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4"/>
          <p:cNvSpPr>
            <a:spLocks noGrp="1"/>
          </p:cNvSpPr>
          <p:nvPr>
            <p:ph type="title"/>
          </p:nvPr>
        </p:nvSpPr>
        <p:spPr>
          <a:xfrm>
            <a:off x="228600" y="152400"/>
            <a:ext cx="8610600" cy="762000"/>
          </a:xfrm>
        </p:spPr>
        <p:txBody>
          <a:bodyPr/>
          <a:lstStyle/>
          <a:p>
            <a:r>
              <a:rPr lang="en-US" altLang="en-US" dirty="0">
                <a:ea typeface="ＭＳ Ｐゴシック" charset="-128"/>
              </a:rPr>
              <a:t>MESI over MSI</a:t>
            </a:r>
          </a:p>
        </p:txBody>
      </p:sp>
      <p:sp>
        <p:nvSpPr>
          <p:cNvPr id="94211"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C64A9343-84D5-F142-83D4-511D05BF8A09}" type="slidenum">
              <a:rPr lang="en-US" altLang="en-US" sz="1600">
                <a:solidFill>
                  <a:srgbClr val="000000"/>
                </a:solidFill>
                <a:latin typeface="Garamond" charset="0"/>
              </a:rPr>
              <a:pPr eaLnBrk="1" hangingPunct="1"/>
              <a:t>120</a:t>
            </a:fld>
            <a:endParaRPr lang="en-US" altLang="en-US" sz="1600">
              <a:solidFill>
                <a:srgbClr val="000000"/>
              </a:solidFill>
              <a:latin typeface="Garamond" charset="0"/>
            </a:endParaRPr>
          </a:p>
        </p:txBody>
      </p:sp>
      <p:graphicFrame>
        <p:nvGraphicFramePr>
          <p:cNvPr id="5" name="表格 4">
            <a:extLst>
              <a:ext uri="{FF2B5EF4-FFF2-40B4-BE49-F238E27FC236}">
                <a16:creationId xmlns:a16="http://schemas.microsoft.com/office/drawing/2014/main" id="{BDBA8718-1950-4625-9B53-C27CC534CDFF}"/>
              </a:ext>
            </a:extLst>
          </p:cNvPr>
          <p:cNvGraphicFramePr>
            <a:graphicFrameLocks noGrp="1"/>
          </p:cNvGraphicFramePr>
          <p:nvPr/>
        </p:nvGraphicFramePr>
        <p:xfrm>
          <a:off x="1524000" y="1066800"/>
          <a:ext cx="6625983" cy="2468880"/>
        </p:xfrm>
        <a:graphic>
          <a:graphicData uri="http://schemas.openxmlformats.org/drawingml/2006/table">
            <a:tbl>
              <a:tblPr firstRow="1" bandRow="1">
                <a:tableStyleId>{F5AB1C69-6EDB-4FF4-983F-18BD219EF322}</a:tableStyleId>
              </a:tblPr>
              <a:tblGrid>
                <a:gridCol w="913929">
                  <a:extLst>
                    <a:ext uri="{9D8B030D-6E8A-4147-A177-3AD203B41FA5}">
                      <a16:colId xmlns:a16="http://schemas.microsoft.com/office/drawing/2014/main" val="3840491383"/>
                    </a:ext>
                  </a:extLst>
                </a:gridCol>
                <a:gridCol w="1066250">
                  <a:extLst>
                    <a:ext uri="{9D8B030D-6E8A-4147-A177-3AD203B41FA5}">
                      <a16:colId xmlns:a16="http://schemas.microsoft.com/office/drawing/2014/main" val="3512029855"/>
                    </a:ext>
                  </a:extLst>
                </a:gridCol>
                <a:gridCol w="990089">
                  <a:extLst>
                    <a:ext uri="{9D8B030D-6E8A-4147-A177-3AD203B41FA5}">
                      <a16:colId xmlns:a16="http://schemas.microsoft.com/office/drawing/2014/main" val="2300775718"/>
                    </a:ext>
                  </a:extLst>
                </a:gridCol>
                <a:gridCol w="1142411">
                  <a:extLst>
                    <a:ext uri="{9D8B030D-6E8A-4147-A177-3AD203B41FA5}">
                      <a16:colId xmlns:a16="http://schemas.microsoft.com/office/drawing/2014/main" val="541588849"/>
                    </a:ext>
                  </a:extLst>
                </a:gridCol>
                <a:gridCol w="1066250">
                  <a:extLst>
                    <a:ext uri="{9D8B030D-6E8A-4147-A177-3AD203B41FA5}">
                      <a16:colId xmlns:a16="http://schemas.microsoft.com/office/drawing/2014/main" val="2187653967"/>
                    </a:ext>
                  </a:extLst>
                </a:gridCol>
                <a:gridCol w="1447054">
                  <a:extLst>
                    <a:ext uri="{9D8B030D-6E8A-4147-A177-3AD203B41FA5}">
                      <a16:colId xmlns:a16="http://schemas.microsoft.com/office/drawing/2014/main" val="2986282273"/>
                    </a:ext>
                  </a:extLst>
                </a:gridCol>
              </a:tblGrid>
              <a:tr h="630678">
                <a:tc>
                  <a:txBody>
                    <a:bodyPr/>
                    <a:lstStyle/>
                    <a:p>
                      <a:pPr algn="ctr"/>
                      <a:r>
                        <a:rPr lang="en-US" altLang="zh-CN" dirty="0">
                          <a:solidFill>
                            <a:srgbClr val="00B0F0"/>
                          </a:solidFill>
                        </a:rPr>
                        <a:t>Time</a:t>
                      </a:r>
                      <a:endParaRPr lang="zh-CN" altLang="en-US" dirty="0">
                        <a:solidFill>
                          <a:srgbClr val="00B0F0"/>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P1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P2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A in P1</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B in P2</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Bus action</a:t>
                      </a:r>
                      <a:endParaRPr lang="zh-CN" alt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689419"/>
                  </a:ext>
                </a:extLst>
              </a:tr>
              <a:tr h="360388">
                <a:tc>
                  <a:txBody>
                    <a:bodyPr/>
                    <a:lstStyle/>
                    <a:p>
                      <a:pPr algn="ctr"/>
                      <a:r>
                        <a:rPr lang="en-US" altLang="zh-CN" dirty="0">
                          <a:latin typeface="Arial Narrow" panose="020B0606020202030204" pitchFamily="34" charset="0"/>
                        </a:rPr>
                        <a:t>t0</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9255117"/>
                  </a:ext>
                </a:extLst>
              </a:tr>
              <a:tr h="365393">
                <a:tc>
                  <a:txBody>
                    <a:bodyPr/>
                    <a:lstStyle/>
                    <a:p>
                      <a:pPr algn="ctr"/>
                      <a:r>
                        <a:rPr lang="en-US" altLang="zh-CN" dirty="0">
                          <a:latin typeface="Arial Narrow" panose="020B0606020202030204" pitchFamily="34" charset="0"/>
                        </a:rPr>
                        <a:t>t1</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S</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miss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564079"/>
                  </a:ext>
                </a:extLst>
              </a:tr>
              <a:tr h="365393">
                <a:tc>
                  <a:txBody>
                    <a:bodyPr/>
                    <a:lstStyle/>
                    <a:p>
                      <a:pPr algn="ctr"/>
                      <a:r>
                        <a:rPr lang="en-US" altLang="zh-CN" dirty="0">
                          <a:latin typeface="Arial Narrow" panose="020B0606020202030204" pitchFamily="34" charset="0"/>
                        </a:rPr>
                        <a:t>t2</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Write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Invalidate</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08593"/>
                  </a:ext>
                </a:extLst>
              </a:tr>
              <a:tr h="365393">
                <a:tc>
                  <a:txBody>
                    <a:bodyPr/>
                    <a:lstStyle/>
                    <a:p>
                      <a:pPr algn="ctr"/>
                      <a:r>
                        <a:rPr lang="en-US" altLang="zh-CN" dirty="0">
                          <a:latin typeface="Arial Narrow" panose="020B0606020202030204" pitchFamily="34" charset="0"/>
                        </a:rPr>
                        <a:t>t3</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S</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miss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757351"/>
                  </a:ext>
                </a:extLst>
              </a:tr>
              <a:tr h="365393">
                <a:tc>
                  <a:txBody>
                    <a:bodyPr/>
                    <a:lstStyle/>
                    <a:p>
                      <a:pPr algn="ctr"/>
                      <a:r>
                        <a:rPr lang="en-US" altLang="zh-CN" dirty="0">
                          <a:latin typeface="Arial Narrow" panose="020B0606020202030204" pitchFamily="34" charset="0"/>
                        </a:rPr>
                        <a:t>t4</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Write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Invalidate</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18296590"/>
                  </a:ext>
                </a:extLst>
              </a:tr>
            </a:tbl>
          </a:graphicData>
        </a:graphic>
      </p:graphicFrame>
      <p:sp>
        <p:nvSpPr>
          <p:cNvPr id="4" name="矩形 3">
            <a:extLst>
              <a:ext uri="{FF2B5EF4-FFF2-40B4-BE49-F238E27FC236}">
                <a16:creationId xmlns:a16="http://schemas.microsoft.com/office/drawing/2014/main" id="{11705B81-E271-4D31-A407-9B3929FE6016}"/>
              </a:ext>
            </a:extLst>
          </p:cNvPr>
          <p:cNvSpPr/>
          <p:nvPr/>
        </p:nvSpPr>
        <p:spPr>
          <a:xfrm>
            <a:off x="381000" y="2057400"/>
            <a:ext cx="795411" cy="461665"/>
          </a:xfrm>
          <a:prstGeom prst="rect">
            <a:avLst/>
          </a:prstGeom>
        </p:spPr>
        <p:txBody>
          <a:bodyPr wrap="none">
            <a:spAutoFit/>
          </a:bodyPr>
          <a:lstStyle/>
          <a:p>
            <a:r>
              <a:rPr lang="en-US" altLang="en-US" sz="2400" b="1" dirty="0">
                <a:ea typeface="ＭＳ Ｐゴシック" charset="-128"/>
              </a:rPr>
              <a:t>MSI</a:t>
            </a:r>
            <a:r>
              <a:rPr lang="en-US" altLang="en-US" dirty="0">
                <a:ea typeface="ＭＳ Ｐゴシック" charset="-128"/>
              </a:rPr>
              <a:t>:</a:t>
            </a:r>
            <a:endParaRPr lang="zh-CN" altLang="en-US" dirty="0"/>
          </a:p>
        </p:txBody>
      </p:sp>
      <p:graphicFrame>
        <p:nvGraphicFramePr>
          <p:cNvPr id="9" name="表格 8">
            <a:extLst>
              <a:ext uri="{FF2B5EF4-FFF2-40B4-BE49-F238E27FC236}">
                <a16:creationId xmlns:a16="http://schemas.microsoft.com/office/drawing/2014/main" id="{56FEFD82-B043-4304-90D3-3B16D527FB8C}"/>
              </a:ext>
            </a:extLst>
          </p:cNvPr>
          <p:cNvGraphicFramePr>
            <a:graphicFrameLocks noGrp="1"/>
          </p:cNvGraphicFramePr>
          <p:nvPr/>
        </p:nvGraphicFramePr>
        <p:xfrm>
          <a:off x="1524000" y="3886200"/>
          <a:ext cx="6625983" cy="2468880"/>
        </p:xfrm>
        <a:graphic>
          <a:graphicData uri="http://schemas.openxmlformats.org/drawingml/2006/table">
            <a:tbl>
              <a:tblPr firstRow="1" bandRow="1">
                <a:tableStyleId>{F5AB1C69-6EDB-4FF4-983F-18BD219EF322}</a:tableStyleId>
              </a:tblPr>
              <a:tblGrid>
                <a:gridCol w="913929">
                  <a:extLst>
                    <a:ext uri="{9D8B030D-6E8A-4147-A177-3AD203B41FA5}">
                      <a16:colId xmlns:a16="http://schemas.microsoft.com/office/drawing/2014/main" val="3840491383"/>
                    </a:ext>
                  </a:extLst>
                </a:gridCol>
                <a:gridCol w="1066250">
                  <a:extLst>
                    <a:ext uri="{9D8B030D-6E8A-4147-A177-3AD203B41FA5}">
                      <a16:colId xmlns:a16="http://schemas.microsoft.com/office/drawing/2014/main" val="3512029855"/>
                    </a:ext>
                  </a:extLst>
                </a:gridCol>
                <a:gridCol w="990089">
                  <a:extLst>
                    <a:ext uri="{9D8B030D-6E8A-4147-A177-3AD203B41FA5}">
                      <a16:colId xmlns:a16="http://schemas.microsoft.com/office/drawing/2014/main" val="2300775718"/>
                    </a:ext>
                  </a:extLst>
                </a:gridCol>
                <a:gridCol w="1142411">
                  <a:extLst>
                    <a:ext uri="{9D8B030D-6E8A-4147-A177-3AD203B41FA5}">
                      <a16:colId xmlns:a16="http://schemas.microsoft.com/office/drawing/2014/main" val="541588849"/>
                    </a:ext>
                  </a:extLst>
                </a:gridCol>
                <a:gridCol w="1066250">
                  <a:extLst>
                    <a:ext uri="{9D8B030D-6E8A-4147-A177-3AD203B41FA5}">
                      <a16:colId xmlns:a16="http://schemas.microsoft.com/office/drawing/2014/main" val="2187653967"/>
                    </a:ext>
                  </a:extLst>
                </a:gridCol>
                <a:gridCol w="1447054">
                  <a:extLst>
                    <a:ext uri="{9D8B030D-6E8A-4147-A177-3AD203B41FA5}">
                      <a16:colId xmlns:a16="http://schemas.microsoft.com/office/drawing/2014/main" val="2986282273"/>
                    </a:ext>
                  </a:extLst>
                </a:gridCol>
              </a:tblGrid>
              <a:tr h="630678">
                <a:tc>
                  <a:txBody>
                    <a:bodyPr/>
                    <a:lstStyle/>
                    <a:p>
                      <a:pPr algn="ctr"/>
                      <a:r>
                        <a:rPr lang="en-US" altLang="zh-CN" dirty="0">
                          <a:solidFill>
                            <a:srgbClr val="00B0F0"/>
                          </a:solidFill>
                        </a:rPr>
                        <a:t>Time</a:t>
                      </a:r>
                      <a:endParaRPr lang="zh-CN" altLang="en-US" dirty="0">
                        <a:solidFill>
                          <a:srgbClr val="00B0F0"/>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P1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P2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A in P1</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B in P2</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Bus action</a:t>
                      </a:r>
                      <a:endParaRPr lang="zh-CN" alt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689419"/>
                  </a:ext>
                </a:extLst>
              </a:tr>
              <a:tr h="360388">
                <a:tc>
                  <a:txBody>
                    <a:bodyPr/>
                    <a:lstStyle/>
                    <a:p>
                      <a:pPr algn="ctr"/>
                      <a:r>
                        <a:rPr lang="en-US" altLang="zh-CN" dirty="0">
                          <a:latin typeface="Arial Narrow" panose="020B0606020202030204" pitchFamily="34" charset="0"/>
                        </a:rPr>
                        <a:t>t0</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9255117"/>
                  </a:ext>
                </a:extLst>
              </a:tr>
              <a:tr h="365393">
                <a:tc>
                  <a:txBody>
                    <a:bodyPr/>
                    <a:lstStyle/>
                    <a:p>
                      <a:pPr algn="ctr"/>
                      <a:r>
                        <a:rPr lang="en-US" altLang="zh-CN" dirty="0">
                          <a:latin typeface="Arial Narrow" panose="020B0606020202030204" pitchFamily="34" charset="0"/>
                        </a:rPr>
                        <a:t>t1</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E</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miss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564079"/>
                  </a:ext>
                </a:extLst>
              </a:tr>
              <a:tr h="365393">
                <a:tc>
                  <a:txBody>
                    <a:bodyPr/>
                    <a:lstStyle/>
                    <a:p>
                      <a:pPr algn="ctr"/>
                      <a:r>
                        <a:rPr lang="en-US" altLang="zh-CN" dirty="0">
                          <a:latin typeface="Arial Narrow" panose="020B0606020202030204" pitchFamily="34" charset="0"/>
                        </a:rPr>
                        <a:t>t2</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Write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08593"/>
                  </a:ext>
                </a:extLst>
              </a:tr>
              <a:tr h="365393">
                <a:tc>
                  <a:txBody>
                    <a:bodyPr/>
                    <a:lstStyle/>
                    <a:p>
                      <a:pPr algn="ctr"/>
                      <a:r>
                        <a:rPr lang="en-US" altLang="zh-CN" dirty="0">
                          <a:latin typeface="Arial Narrow" panose="020B0606020202030204" pitchFamily="34" charset="0"/>
                        </a:rPr>
                        <a:t>t3</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E</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miss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757351"/>
                  </a:ext>
                </a:extLst>
              </a:tr>
              <a:tr h="365393">
                <a:tc>
                  <a:txBody>
                    <a:bodyPr/>
                    <a:lstStyle/>
                    <a:p>
                      <a:pPr algn="ctr"/>
                      <a:r>
                        <a:rPr lang="en-US" altLang="zh-CN" dirty="0">
                          <a:latin typeface="Arial Narrow" panose="020B0606020202030204" pitchFamily="34" charset="0"/>
                        </a:rPr>
                        <a:t>t4</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Write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18296590"/>
                  </a:ext>
                </a:extLst>
              </a:tr>
            </a:tbl>
          </a:graphicData>
        </a:graphic>
      </p:graphicFrame>
      <p:sp>
        <p:nvSpPr>
          <p:cNvPr id="10" name="矩形 9">
            <a:extLst>
              <a:ext uri="{FF2B5EF4-FFF2-40B4-BE49-F238E27FC236}">
                <a16:creationId xmlns:a16="http://schemas.microsoft.com/office/drawing/2014/main" id="{21B8B5AF-1940-474D-8475-D9EC377EEFC0}"/>
              </a:ext>
            </a:extLst>
          </p:cNvPr>
          <p:cNvSpPr/>
          <p:nvPr/>
        </p:nvSpPr>
        <p:spPr>
          <a:xfrm>
            <a:off x="304800" y="4953000"/>
            <a:ext cx="1000595" cy="461665"/>
          </a:xfrm>
          <a:prstGeom prst="rect">
            <a:avLst/>
          </a:prstGeom>
        </p:spPr>
        <p:txBody>
          <a:bodyPr wrap="none">
            <a:spAutoFit/>
          </a:bodyPr>
          <a:lstStyle/>
          <a:p>
            <a:r>
              <a:rPr lang="en-US" altLang="en-US" sz="2400" b="1" dirty="0">
                <a:ea typeface="ＭＳ Ｐゴシック" charset="-128"/>
              </a:rPr>
              <a:t>MESI</a:t>
            </a:r>
            <a:r>
              <a:rPr lang="en-US" altLang="en-US" dirty="0">
                <a:ea typeface="ＭＳ Ｐゴシック" charset="-128"/>
              </a:rPr>
              <a:t>:</a:t>
            </a:r>
            <a:endParaRPr lang="zh-CN" altLang="en-US" dirty="0"/>
          </a:p>
        </p:txBody>
      </p:sp>
    </p:spTree>
    <p:extLst>
      <p:ext uri="{BB962C8B-B14F-4D97-AF65-F5344CB8AC3E}">
        <p14:creationId xmlns:p14="http://schemas.microsoft.com/office/powerpoint/2010/main" val="28239574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r>
              <a:rPr lang="en-US" altLang="en-US" dirty="0">
                <a:ea typeface="ＭＳ Ｐゴシック" charset="-128"/>
              </a:rPr>
              <a:t>Memory Consistency vs. Cache Coherence</a:t>
            </a:r>
          </a:p>
        </p:txBody>
      </p:sp>
      <p:sp>
        <p:nvSpPr>
          <p:cNvPr id="3" name="Content Placeholder 2"/>
          <p:cNvSpPr>
            <a:spLocks noGrp="1"/>
          </p:cNvSpPr>
          <p:nvPr>
            <p:ph idx="1"/>
          </p:nvPr>
        </p:nvSpPr>
        <p:spPr>
          <a:xfrm>
            <a:off x="228600" y="1143000"/>
            <a:ext cx="8610600" cy="3510136"/>
          </a:xfrm>
        </p:spPr>
        <p:txBody>
          <a:bodyPr/>
          <a:lstStyle/>
          <a:p>
            <a:r>
              <a:rPr lang="en-US" altLang="en-US" b="1" dirty="0">
                <a:ea typeface="ＭＳ Ｐゴシック" charset="-128"/>
              </a:rPr>
              <a:t>Coherence</a:t>
            </a:r>
            <a:r>
              <a:rPr lang="en-US" altLang="en-US" dirty="0">
                <a:ea typeface="ＭＳ Ｐゴシック" charset="-128"/>
              </a:rPr>
              <a:t> is about ordering of operations from different processors </a:t>
            </a:r>
            <a:r>
              <a:rPr lang="en-US" altLang="en-US" dirty="0">
                <a:solidFill>
                  <a:srgbClr val="0000FF"/>
                </a:solidFill>
                <a:ea typeface="ＭＳ Ｐゴシック" charset="-128"/>
              </a:rPr>
              <a:t>to</a:t>
            </a:r>
            <a:r>
              <a:rPr lang="en-US" altLang="en-US" dirty="0">
                <a:ea typeface="ＭＳ Ｐゴシック" charset="-128"/>
              </a:rPr>
              <a:t> </a:t>
            </a:r>
            <a:r>
              <a:rPr lang="en-US" altLang="en-US" dirty="0">
                <a:solidFill>
                  <a:srgbClr val="0000FF"/>
                </a:solidFill>
                <a:ea typeface="ＭＳ Ｐゴシック" charset="-128"/>
              </a:rPr>
              <a:t>the same memory location</a:t>
            </a:r>
          </a:p>
          <a:p>
            <a:pPr lvl="1"/>
            <a:r>
              <a:rPr lang="en-US" altLang="en-US" dirty="0">
                <a:ea typeface="ＭＳ Ｐゴシック" charset="-128"/>
              </a:rPr>
              <a:t>Local ordering of accesses to </a:t>
            </a:r>
            <a:r>
              <a:rPr lang="en-US" altLang="en-US" i="1" dirty="0">
                <a:ea typeface="ＭＳ Ｐゴシック" charset="-128"/>
              </a:rPr>
              <a:t>each</a:t>
            </a:r>
            <a:r>
              <a:rPr lang="en-US" altLang="en-US" dirty="0">
                <a:ea typeface="ＭＳ Ｐゴシック" charset="-128"/>
              </a:rPr>
              <a:t> cache </a:t>
            </a:r>
            <a:r>
              <a:rPr lang="en-US" altLang="en-US" i="1" dirty="0">
                <a:ea typeface="ＭＳ Ｐゴシック" charset="-128"/>
              </a:rPr>
              <a:t>block</a:t>
            </a:r>
          </a:p>
          <a:p>
            <a:pPr lvl="1"/>
            <a:r>
              <a:rPr lang="en-US" altLang="en-US" i="1" dirty="0">
                <a:ea typeface="ＭＳ Ｐゴシック" charset="-128"/>
              </a:rPr>
              <a:t>Write serialization</a:t>
            </a:r>
            <a:r>
              <a:rPr lang="en-US" altLang="en-US" dirty="0">
                <a:ea typeface="ＭＳ Ｐゴシック" charset="-128"/>
              </a:rPr>
              <a:t>: all cores see the same write ordering</a:t>
            </a:r>
          </a:p>
          <a:p>
            <a:pPr lvl="1"/>
            <a:endParaRPr lang="en-US" altLang="en-US" i="1" dirty="0">
              <a:ea typeface="ＭＳ Ｐゴシック" charset="-128"/>
            </a:endParaRPr>
          </a:p>
          <a:p>
            <a:r>
              <a:rPr lang="en-US" altLang="en-US" b="1" dirty="0">
                <a:ea typeface="ＭＳ Ｐゴシック" charset="-128"/>
              </a:rPr>
              <a:t>Consistency</a:t>
            </a:r>
            <a:r>
              <a:rPr lang="en-US" altLang="en-US" dirty="0">
                <a:ea typeface="ＭＳ Ｐゴシック" charset="-128"/>
              </a:rPr>
              <a:t> is about ordering of </a:t>
            </a:r>
            <a:r>
              <a:rPr lang="en-US" altLang="en-US" dirty="0">
                <a:solidFill>
                  <a:srgbClr val="0000FF"/>
                </a:solidFill>
                <a:ea typeface="ＭＳ Ｐゴシック" charset="-128"/>
              </a:rPr>
              <a:t>all memory operations </a:t>
            </a:r>
            <a:r>
              <a:rPr lang="en-US" altLang="en-US" dirty="0">
                <a:ea typeface="ＭＳ Ｐゴシック" charset="-128"/>
              </a:rPr>
              <a:t>from different processors (i.e., to different memory locations). </a:t>
            </a:r>
          </a:p>
          <a:p>
            <a:pPr lvl="1"/>
            <a:r>
              <a:rPr lang="en-US" altLang="en-US" dirty="0">
                <a:ea typeface="ＭＳ Ｐゴシック" charset="-128"/>
              </a:rPr>
              <a:t>Global ordering of accesses to </a:t>
            </a:r>
            <a:r>
              <a:rPr lang="en-US" altLang="en-US" i="1" dirty="0">
                <a:ea typeface="ＭＳ Ｐゴシック" charset="-128"/>
              </a:rPr>
              <a:t>all</a:t>
            </a:r>
            <a:r>
              <a:rPr lang="en-US" altLang="en-US" dirty="0">
                <a:ea typeface="ＭＳ Ｐゴシック" charset="-128"/>
              </a:rPr>
              <a:t> memory </a:t>
            </a:r>
            <a:r>
              <a:rPr lang="en-US" altLang="en-US" i="1" dirty="0">
                <a:ea typeface="ＭＳ Ｐゴシック" charset="-128"/>
              </a:rPr>
              <a:t>locations</a:t>
            </a:r>
          </a:p>
          <a:p>
            <a:pPr lvl="1"/>
            <a:endParaRPr lang="en-US" altLang="en-US" dirty="0">
              <a:ea typeface="ＭＳ Ｐゴシック" charset="-128"/>
            </a:endParaRPr>
          </a:p>
        </p:txBody>
      </p:sp>
      <p:sp>
        <p:nvSpPr>
          <p:cNvPr id="6246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7E70BB5-019B-AB4A-8562-E21B04001561}" type="slidenum">
              <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endParaRPr>
          </a:p>
        </p:txBody>
      </p:sp>
      <p:sp>
        <p:nvSpPr>
          <p:cNvPr id="5" name="Rectangle 36">
            <a:extLst>
              <a:ext uri="{FF2B5EF4-FFF2-40B4-BE49-F238E27FC236}">
                <a16:creationId xmlns:a16="http://schemas.microsoft.com/office/drawing/2014/main" id="{9417525A-A012-4B59-8CE4-C552CF2533FE}"/>
              </a:ext>
            </a:extLst>
          </p:cNvPr>
          <p:cNvSpPr/>
          <p:nvPr/>
        </p:nvSpPr>
        <p:spPr>
          <a:xfrm flipV="1">
            <a:off x="190500" y="3124200"/>
            <a:ext cx="8305800" cy="17526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8838527"/>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r>
              <a:rPr lang="en-US" altLang="en-US">
                <a:ea typeface="ＭＳ Ｐゴシック" charset="-128"/>
              </a:rPr>
              <a:t>Ordering of Operations</a:t>
            </a:r>
          </a:p>
        </p:txBody>
      </p:sp>
      <p:sp>
        <p:nvSpPr>
          <p:cNvPr id="3" name="Content Placeholder 2"/>
          <p:cNvSpPr>
            <a:spLocks noGrp="1"/>
          </p:cNvSpPr>
          <p:nvPr>
            <p:ph idx="1"/>
          </p:nvPr>
        </p:nvSpPr>
        <p:spPr>
          <a:xfrm>
            <a:off x="228600" y="996950"/>
            <a:ext cx="8915400" cy="5194300"/>
          </a:xfrm>
        </p:spPr>
        <p:txBody>
          <a:bodyPr/>
          <a:lstStyle/>
          <a:p>
            <a:r>
              <a:rPr lang="en-US" altLang="en-US" dirty="0">
                <a:ea typeface="ＭＳ Ｐゴシック" charset="-128"/>
              </a:rPr>
              <a:t>Operations: A, B, C, D</a:t>
            </a:r>
          </a:p>
          <a:p>
            <a:pPr lvl="1"/>
            <a:r>
              <a:rPr lang="en-US" altLang="en-US" dirty="0">
                <a:ea typeface="ＭＳ Ｐゴシック" charset="-128"/>
              </a:rPr>
              <a:t>In what order should the hardware execute (and report the results of) these operations?</a:t>
            </a:r>
          </a:p>
          <a:p>
            <a:endParaRPr lang="en-US" altLang="en-US" sz="1600" dirty="0">
              <a:ea typeface="ＭＳ Ｐゴシック" charset="-128"/>
            </a:endParaRPr>
          </a:p>
          <a:p>
            <a:r>
              <a:rPr lang="en-US" altLang="zh-CN" b="1" dirty="0">
                <a:ea typeface="ＭＳ Ｐゴシック" charset="-128"/>
              </a:rPr>
              <a:t>Consistency</a:t>
            </a:r>
            <a:r>
              <a:rPr lang="zh-CN" altLang="en-US" dirty="0">
                <a:ea typeface="ＭＳ Ｐゴシック" charset="-128"/>
              </a:rPr>
              <a:t>： </a:t>
            </a:r>
            <a:r>
              <a:rPr lang="en-US" altLang="en-US" dirty="0">
                <a:ea typeface="ＭＳ Ｐゴシック" charset="-128"/>
              </a:rPr>
              <a:t>A contract between programmer and </a:t>
            </a:r>
            <a:r>
              <a:rPr lang="en-US" altLang="en-US" dirty="0" err="1">
                <a:ea typeface="ＭＳ Ｐゴシック" charset="-128"/>
              </a:rPr>
              <a:t>microarchitect</a:t>
            </a:r>
            <a:endParaRPr lang="en-US" altLang="en-US" sz="1600" dirty="0">
              <a:ea typeface="ＭＳ Ｐゴシック" charset="-128"/>
            </a:endParaRPr>
          </a:p>
          <a:p>
            <a:pPr lvl="1"/>
            <a:r>
              <a:rPr lang="en-US" altLang="en-US" dirty="0">
                <a:solidFill>
                  <a:srgbClr val="0432FF"/>
                </a:solidFill>
                <a:ea typeface="ＭＳ Ｐゴシック" charset="-128"/>
              </a:rPr>
              <a:t>Preserving an “expected” (more accurately, “agreed upon”) order simplifies programmer’s life</a:t>
            </a:r>
          </a:p>
          <a:p>
            <a:pPr lvl="2"/>
            <a:r>
              <a:rPr lang="en-US" altLang="en-US" sz="1600" dirty="0">
                <a:ea typeface="ＭＳ Ｐゴシック" charset="-128"/>
              </a:rPr>
              <a:t>Ease of debugging; ease of state recovery, exception handling</a:t>
            </a:r>
          </a:p>
          <a:p>
            <a:pPr lvl="1"/>
            <a:r>
              <a:rPr lang="en-US" altLang="en-US" dirty="0">
                <a:solidFill>
                  <a:srgbClr val="FF0000"/>
                </a:solidFill>
                <a:ea typeface="ＭＳ Ｐゴシック" charset="-128"/>
              </a:rPr>
              <a:t>Preserving an “expected” order usually makes the hardware designer’s life difficult</a:t>
            </a:r>
          </a:p>
          <a:p>
            <a:pPr lvl="2"/>
            <a:r>
              <a:rPr lang="en-US" altLang="en-US" sz="1600" dirty="0">
                <a:ea typeface="ＭＳ Ｐゴシック" charset="-128"/>
              </a:rPr>
              <a:t>Especially if the goal is to design a high performance processor: Recall load-store queues in out of order execution and their complexity</a:t>
            </a:r>
          </a:p>
          <a:p>
            <a:endParaRPr lang="en-US" altLang="en-US" dirty="0">
              <a:ea typeface="ＭＳ Ｐゴシック" charset="-128"/>
            </a:endParaRPr>
          </a:p>
        </p:txBody>
      </p:sp>
      <p:sp>
        <p:nvSpPr>
          <p:cNvPr id="6451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D2C48AD6-E1AC-E041-A3BD-333E0F20253C}" type="slidenum">
              <a:rPr lang="en-US" altLang="en-US" sz="1600">
                <a:solidFill>
                  <a:srgbClr val="000000"/>
                </a:solidFill>
                <a:latin typeface="Garamond" charset="0"/>
              </a:rPr>
              <a:pPr eaLnBrk="1" hangingPunct="1"/>
              <a:t>122</a:t>
            </a:fld>
            <a:endParaRPr lang="en-US" altLang="en-US" sz="1600">
              <a:solidFill>
                <a:srgbClr val="000000"/>
              </a:solidFill>
              <a:latin typeface="Garamond" charset="0"/>
            </a:endParaRPr>
          </a:p>
        </p:txBody>
      </p:sp>
    </p:spTree>
    <p:extLst>
      <p:ext uri="{BB962C8B-B14F-4D97-AF65-F5344CB8AC3E}">
        <p14:creationId xmlns:p14="http://schemas.microsoft.com/office/powerpoint/2010/main" val="1851783724"/>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r>
              <a:rPr lang="en-US" altLang="zh-CN" dirty="0">
                <a:ea typeface="ＭＳ Ｐゴシック" charset="-128"/>
              </a:rPr>
              <a:t>Four Types of Memory Barrier</a:t>
            </a:r>
            <a:endParaRPr lang="en-US" altLang="en-US" dirty="0">
              <a:ea typeface="ＭＳ Ｐゴシック" charset="-128"/>
            </a:endParaRPr>
          </a:p>
        </p:txBody>
      </p:sp>
      <p:sp>
        <p:nvSpPr>
          <p:cNvPr id="3" name="Content Placeholder 2"/>
          <p:cNvSpPr>
            <a:spLocks noGrp="1"/>
          </p:cNvSpPr>
          <p:nvPr>
            <p:ph idx="1"/>
          </p:nvPr>
        </p:nvSpPr>
        <p:spPr>
          <a:xfrm>
            <a:off x="228600" y="1066800"/>
            <a:ext cx="8610600" cy="5194300"/>
          </a:xfrm>
        </p:spPr>
        <p:txBody>
          <a:bodyPr/>
          <a:lstStyle/>
          <a:p>
            <a:r>
              <a:rPr lang="en-US" altLang="en-US" sz="2000" dirty="0">
                <a:solidFill>
                  <a:srgbClr val="0432FF"/>
                </a:solidFill>
                <a:ea typeface="ＭＳ Ｐゴシック" charset="-128"/>
              </a:rPr>
              <a:t>Load-Load</a:t>
            </a:r>
            <a:r>
              <a:rPr lang="en-US" altLang="en-US" sz="2000" dirty="0">
                <a:ea typeface="ＭＳ Ｐゴシック" charset="-128"/>
              </a:rPr>
              <a:t>:</a:t>
            </a:r>
          </a:p>
          <a:p>
            <a:pPr lvl="1"/>
            <a:r>
              <a:rPr lang="en-US" altLang="en-US" sz="2000" dirty="0">
                <a:ea typeface="ＭＳ Ｐゴシック" charset="-128"/>
              </a:rPr>
              <a:t>Effectively prevents ordering of loads performed before the barrier with loads performed after the barrier</a:t>
            </a:r>
          </a:p>
          <a:p>
            <a:endParaRPr lang="en-US" altLang="en-US" sz="1400" dirty="0">
              <a:ea typeface="ＭＳ Ｐゴシック" charset="-128"/>
            </a:endParaRPr>
          </a:p>
          <a:p>
            <a:r>
              <a:rPr lang="en-US" altLang="en-US" sz="2000" dirty="0">
                <a:solidFill>
                  <a:srgbClr val="0432FF"/>
                </a:solidFill>
                <a:ea typeface="ＭＳ Ｐゴシック" charset="-128"/>
              </a:rPr>
              <a:t>Load-Store</a:t>
            </a:r>
            <a:r>
              <a:rPr lang="en-US" altLang="en-US" sz="2000" dirty="0">
                <a:ea typeface="ＭＳ Ｐゴシック" charset="-128"/>
              </a:rPr>
              <a:t>:</a:t>
            </a:r>
          </a:p>
          <a:p>
            <a:pPr lvl="1"/>
            <a:r>
              <a:rPr lang="en-US" altLang="en-US" sz="2000" dirty="0">
                <a:ea typeface="ＭＳ Ｐゴシック" charset="-128"/>
              </a:rPr>
              <a:t>Effectively prevents ordering of loads performed before the barrier with writes performed after the barrier</a:t>
            </a:r>
          </a:p>
          <a:p>
            <a:endParaRPr lang="en-US" altLang="en-US" sz="1400" dirty="0">
              <a:ea typeface="ＭＳ Ｐゴシック" charset="-128"/>
            </a:endParaRPr>
          </a:p>
          <a:p>
            <a:r>
              <a:rPr lang="en-US" altLang="en-US" sz="2000" dirty="0">
                <a:solidFill>
                  <a:srgbClr val="0432FF"/>
                </a:solidFill>
                <a:ea typeface="ＭＳ Ｐゴシック" charset="-128"/>
              </a:rPr>
              <a:t>Store-Store</a:t>
            </a:r>
            <a:r>
              <a:rPr lang="en-US" altLang="en-US" sz="2000" dirty="0">
                <a:ea typeface="ＭＳ Ｐゴシック" charset="-128"/>
              </a:rPr>
              <a:t>:</a:t>
            </a:r>
          </a:p>
          <a:p>
            <a:pPr lvl="1"/>
            <a:r>
              <a:rPr lang="en-US" altLang="en-US" sz="2000" dirty="0">
                <a:ea typeface="ＭＳ Ｐゴシック" charset="-128"/>
              </a:rPr>
              <a:t>Effectively prevents ordering of stores performed before the barrier with stores performed after the barrier</a:t>
            </a:r>
          </a:p>
          <a:p>
            <a:endParaRPr lang="en-US" altLang="en-US" sz="2000" dirty="0">
              <a:ea typeface="ＭＳ Ｐゴシック" charset="-128"/>
            </a:endParaRPr>
          </a:p>
          <a:p>
            <a:r>
              <a:rPr lang="en-US" altLang="en-US" sz="2000" dirty="0">
                <a:solidFill>
                  <a:srgbClr val="0432FF"/>
                </a:solidFill>
                <a:ea typeface="ＭＳ Ｐゴシック" charset="-128"/>
              </a:rPr>
              <a:t>Store-Load</a:t>
            </a:r>
            <a:r>
              <a:rPr lang="en-US" altLang="en-US" sz="2000" dirty="0">
                <a:ea typeface="ＭＳ Ｐゴシック" charset="-128"/>
              </a:rPr>
              <a:t>:</a:t>
            </a:r>
          </a:p>
          <a:p>
            <a:pPr lvl="1"/>
            <a:r>
              <a:rPr lang="en-US" altLang="en-US" sz="2000" dirty="0">
                <a:ea typeface="ＭＳ Ｐゴシック" charset="-128"/>
              </a:rPr>
              <a:t>Effectively prevents ordering of stores performed before the barrier with loads performed after the barrier</a:t>
            </a:r>
          </a:p>
          <a:p>
            <a:pPr lvl="1"/>
            <a:endParaRPr lang="en-US" altLang="en-US" sz="2000" dirty="0">
              <a:ea typeface="ＭＳ Ｐゴシック" charset="-128"/>
            </a:endParaRPr>
          </a:p>
        </p:txBody>
      </p:sp>
      <p:sp>
        <p:nvSpPr>
          <p:cNvPr id="6451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D2C48AD6-E1AC-E041-A3BD-333E0F20253C}" type="slidenum">
              <a:rPr lang="en-US" altLang="en-US" sz="1600">
                <a:solidFill>
                  <a:srgbClr val="000000"/>
                </a:solidFill>
                <a:latin typeface="Garamond" charset="0"/>
              </a:rPr>
              <a:pPr eaLnBrk="1" hangingPunct="1"/>
              <a:t>123</a:t>
            </a:fld>
            <a:endParaRPr lang="en-US" altLang="en-US" sz="1600">
              <a:solidFill>
                <a:srgbClr val="000000"/>
              </a:solidFill>
              <a:latin typeface="Garamond" charset="0"/>
            </a:endParaRPr>
          </a:p>
        </p:txBody>
      </p:sp>
    </p:spTree>
    <p:extLst>
      <p:ext uri="{BB962C8B-B14F-4D97-AF65-F5344CB8AC3E}">
        <p14:creationId xmlns:p14="http://schemas.microsoft.com/office/powerpoint/2010/main" val="3858624828"/>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a:xfrm>
            <a:off x="0" y="152400"/>
            <a:ext cx="9220200" cy="1066800"/>
          </a:xfrm>
        </p:spPr>
        <p:txBody>
          <a:bodyPr/>
          <a:lstStyle/>
          <a:p>
            <a:r>
              <a:rPr lang="en-US" altLang="zh-CN" dirty="0">
                <a:ea typeface="ＭＳ Ｐゴシック" charset="-128"/>
              </a:rPr>
              <a:t>Four Memory Barriers vs. Consistence Model</a:t>
            </a:r>
            <a:endParaRPr lang="en-US" altLang="en-US" dirty="0">
              <a:ea typeface="ＭＳ Ｐゴシック" charset="-128"/>
            </a:endParaRPr>
          </a:p>
        </p:txBody>
      </p:sp>
      <p:sp>
        <p:nvSpPr>
          <p:cNvPr id="3" name="Content Placeholder 2"/>
          <p:cNvSpPr>
            <a:spLocks noGrp="1"/>
          </p:cNvSpPr>
          <p:nvPr>
            <p:ph idx="1"/>
          </p:nvPr>
        </p:nvSpPr>
        <p:spPr>
          <a:xfrm>
            <a:off x="269346" y="3881859"/>
            <a:ext cx="8610600" cy="4127500"/>
          </a:xfrm>
        </p:spPr>
        <p:txBody>
          <a:bodyPr/>
          <a:lstStyle/>
          <a:p>
            <a:r>
              <a:rPr lang="en-US" altLang="en-US" sz="2000" dirty="0">
                <a:solidFill>
                  <a:srgbClr val="0432FF"/>
                </a:solidFill>
                <a:ea typeface="ＭＳ Ｐゴシック" charset="-128"/>
              </a:rPr>
              <a:t>Comparison of memory models</a:t>
            </a:r>
            <a:r>
              <a:rPr lang="en-US" altLang="en-US" sz="2000" dirty="0">
                <a:ea typeface="ＭＳ Ｐゴシック" charset="-128"/>
              </a:rPr>
              <a:t>:</a:t>
            </a:r>
          </a:p>
          <a:p>
            <a:pPr lvl="1"/>
            <a:r>
              <a:rPr lang="en-US" altLang="en-US" sz="2000" dirty="0">
                <a:ea typeface="ＭＳ Ｐゴシック" charset="-128"/>
              </a:rPr>
              <a:t>The stronger memory model leads to lower performance/higher overhead</a:t>
            </a:r>
          </a:p>
          <a:p>
            <a:pPr lvl="1"/>
            <a:r>
              <a:rPr lang="en-US" altLang="en-US" sz="2000" dirty="0">
                <a:ea typeface="ＭＳ Ｐゴシック" charset="-128"/>
              </a:rPr>
              <a:t>The stronger memory model makes programmers’ life easier</a:t>
            </a:r>
          </a:p>
          <a:p>
            <a:pPr marL="344487" lvl="1" indent="0">
              <a:buNone/>
            </a:pPr>
            <a:endParaRPr lang="en-US" altLang="en-US" sz="2000" dirty="0">
              <a:ea typeface="ＭＳ Ｐゴシック" charset="-128"/>
            </a:endParaRPr>
          </a:p>
        </p:txBody>
      </p:sp>
      <p:sp>
        <p:nvSpPr>
          <p:cNvPr id="6451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D2C48AD6-E1AC-E041-A3BD-333E0F20253C}" type="slidenum">
              <a:rPr lang="en-US" altLang="en-US" sz="1600">
                <a:solidFill>
                  <a:srgbClr val="000000"/>
                </a:solidFill>
                <a:latin typeface="Garamond" charset="0"/>
              </a:rPr>
              <a:pPr eaLnBrk="1" hangingPunct="1"/>
              <a:t>124</a:t>
            </a:fld>
            <a:endParaRPr lang="en-US" altLang="en-US" sz="1600">
              <a:solidFill>
                <a:srgbClr val="000000"/>
              </a:solidFill>
              <a:latin typeface="Garamond" charset="0"/>
            </a:endParaRPr>
          </a:p>
        </p:txBody>
      </p:sp>
      <p:graphicFrame>
        <p:nvGraphicFramePr>
          <p:cNvPr id="2" name="表格 1">
            <a:extLst>
              <a:ext uri="{FF2B5EF4-FFF2-40B4-BE49-F238E27FC236}">
                <a16:creationId xmlns:a16="http://schemas.microsoft.com/office/drawing/2014/main" id="{6E358E44-262F-4018-A5FC-437711AC6639}"/>
              </a:ext>
            </a:extLst>
          </p:cNvPr>
          <p:cNvGraphicFramePr>
            <a:graphicFrameLocks noGrp="1"/>
          </p:cNvGraphicFramePr>
          <p:nvPr/>
        </p:nvGraphicFramePr>
        <p:xfrm>
          <a:off x="309032" y="965614"/>
          <a:ext cx="8225370" cy="2662245"/>
        </p:xfrm>
        <a:graphic>
          <a:graphicData uri="http://schemas.openxmlformats.org/drawingml/2006/table">
            <a:tbl>
              <a:tblPr firstRow="1" bandRow="1">
                <a:tableStyleId>{5C22544A-7EE6-4342-B048-85BDC9FD1C3A}</a:tableStyleId>
              </a:tblPr>
              <a:tblGrid>
                <a:gridCol w="1237904">
                  <a:extLst>
                    <a:ext uri="{9D8B030D-6E8A-4147-A177-3AD203B41FA5}">
                      <a16:colId xmlns:a16="http://schemas.microsoft.com/office/drawing/2014/main" val="1236519423"/>
                    </a:ext>
                  </a:extLst>
                </a:gridCol>
                <a:gridCol w="1242216">
                  <a:extLst>
                    <a:ext uri="{9D8B030D-6E8A-4147-A177-3AD203B41FA5}">
                      <a16:colId xmlns:a16="http://schemas.microsoft.com/office/drawing/2014/main" val="103700403"/>
                    </a:ext>
                  </a:extLst>
                </a:gridCol>
                <a:gridCol w="1242216">
                  <a:extLst>
                    <a:ext uri="{9D8B030D-6E8A-4147-A177-3AD203B41FA5}">
                      <a16:colId xmlns:a16="http://schemas.microsoft.com/office/drawing/2014/main" val="3204525941"/>
                    </a:ext>
                  </a:extLst>
                </a:gridCol>
                <a:gridCol w="1242216">
                  <a:extLst>
                    <a:ext uri="{9D8B030D-6E8A-4147-A177-3AD203B41FA5}">
                      <a16:colId xmlns:a16="http://schemas.microsoft.com/office/drawing/2014/main" val="2740849358"/>
                    </a:ext>
                  </a:extLst>
                </a:gridCol>
                <a:gridCol w="2117816">
                  <a:extLst>
                    <a:ext uri="{9D8B030D-6E8A-4147-A177-3AD203B41FA5}">
                      <a16:colId xmlns:a16="http://schemas.microsoft.com/office/drawing/2014/main" val="2338608995"/>
                    </a:ext>
                  </a:extLst>
                </a:gridCol>
                <a:gridCol w="1143002">
                  <a:extLst>
                    <a:ext uri="{9D8B030D-6E8A-4147-A177-3AD203B41FA5}">
                      <a16:colId xmlns:a16="http://schemas.microsoft.com/office/drawing/2014/main" val="2793339135"/>
                    </a:ext>
                  </a:extLst>
                </a:gridCol>
              </a:tblGrid>
              <a:tr h="533400">
                <a:tc>
                  <a:txBody>
                    <a:bodyPr/>
                    <a:lstStyle/>
                    <a:p>
                      <a:pPr algn="ctr"/>
                      <a:r>
                        <a:rPr lang="en-US" altLang="zh-CN" dirty="0">
                          <a:solidFill>
                            <a:schemeClr val="tx1"/>
                          </a:solidFill>
                          <a:latin typeface="Arial Narrow" panose="020B0606020202030204" pitchFamily="34" charset="0"/>
                        </a:rPr>
                        <a:t>Load-Load</a:t>
                      </a:r>
                      <a:endParaRPr lang="zh-CN" altLang="en-US" dirty="0">
                        <a:solidFill>
                          <a:schemeClr val="tx1"/>
                        </a:solidFill>
                        <a:latin typeface="Arial Narrow" panose="020B0606020202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Arial Narrow" panose="020B0606020202030204" pitchFamily="34" charset="0"/>
                        </a:rPr>
                        <a:t>Load-Store</a:t>
                      </a:r>
                      <a:endParaRPr lang="zh-CN" altLang="en-US" dirty="0">
                        <a:solidFill>
                          <a:schemeClr val="tx1"/>
                        </a:solidFill>
                        <a:latin typeface="Arial Narrow" panose="020B0606020202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Arial Narrow" panose="020B0606020202030204" pitchFamily="34" charset="0"/>
                        </a:rPr>
                        <a:t>Store-Store</a:t>
                      </a:r>
                      <a:endParaRPr lang="zh-CN" altLang="en-US" dirty="0">
                        <a:solidFill>
                          <a:schemeClr val="tx1"/>
                        </a:solidFill>
                        <a:latin typeface="Arial Narrow" panose="020B0606020202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Arial Narrow" panose="020B0606020202030204" pitchFamily="34" charset="0"/>
                        </a:rPr>
                        <a:t>Store-Load</a:t>
                      </a:r>
                      <a:endParaRPr lang="zh-CN" altLang="en-US" dirty="0">
                        <a:solidFill>
                          <a:schemeClr val="tx1"/>
                        </a:solidFill>
                        <a:latin typeface="Arial Narrow" panose="020B0606020202030204" pitchFamily="34" charset="0"/>
                      </a:endParaRPr>
                    </a:p>
                  </a:txBody>
                  <a:tcPr anchor="ctr"/>
                </a:tc>
                <a:tc>
                  <a:txBody>
                    <a:bodyPr/>
                    <a:lstStyle/>
                    <a:p>
                      <a:pPr algn="ctr"/>
                      <a:r>
                        <a:rPr lang="en-US" altLang="zh-CN" dirty="0">
                          <a:solidFill>
                            <a:schemeClr val="tx1"/>
                          </a:solidFill>
                          <a:latin typeface="Arial Narrow" panose="020B0606020202030204" pitchFamily="34" charset="0"/>
                        </a:rPr>
                        <a:t>Consistence Model</a:t>
                      </a:r>
                      <a:endParaRPr lang="zh-CN" altLang="en-US" dirty="0">
                        <a:solidFill>
                          <a:schemeClr val="tx1"/>
                        </a:solidFill>
                        <a:latin typeface="Arial Narrow" panose="020B0606020202030204" pitchFamily="34" charset="0"/>
                      </a:endParaRPr>
                    </a:p>
                  </a:txBody>
                  <a:tcPr anchor="ctr"/>
                </a:tc>
                <a:tc>
                  <a:txBody>
                    <a:bodyPr/>
                    <a:lstStyle/>
                    <a:p>
                      <a:pPr algn="ctr"/>
                      <a:r>
                        <a:rPr lang="en-US" altLang="zh-CN" dirty="0">
                          <a:solidFill>
                            <a:schemeClr val="tx1"/>
                          </a:solidFill>
                          <a:latin typeface="Arial Narrow" panose="020B0606020202030204" pitchFamily="34" charset="0"/>
                        </a:rPr>
                        <a:t>CPU</a:t>
                      </a:r>
                      <a:endParaRPr lang="zh-CN" altLang="en-US" dirty="0">
                        <a:solidFill>
                          <a:schemeClr val="tx1"/>
                        </a:solidFill>
                        <a:latin typeface="Arial Narrow" panose="020B0606020202030204" pitchFamily="34" charset="0"/>
                      </a:endParaRPr>
                    </a:p>
                  </a:txBody>
                  <a:tcPr anchor="ctr"/>
                </a:tc>
                <a:extLst>
                  <a:ext uri="{0D108BD9-81ED-4DB2-BD59-A6C34878D82A}">
                    <a16:rowId xmlns:a16="http://schemas.microsoft.com/office/drawing/2014/main" val="3287066902"/>
                  </a:ext>
                </a:extLst>
              </a:tr>
              <a:tr h="4962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dirty="0">
                          <a:latin typeface="Arial Narrow" panose="020B0606020202030204"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dirty="0">
                          <a:latin typeface="Arial Narrow" panose="020B0606020202030204"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dirty="0">
                          <a:latin typeface="Arial Narrow" panose="020B0606020202030204" pitchFamily="34" charset="0"/>
                        </a:rPr>
                        <a:t>√</a:t>
                      </a:r>
                    </a:p>
                  </a:txBody>
                  <a:tcPr anchor="ctr"/>
                </a:tc>
                <a:tc>
                  <a:txBody>
                    <a:bodyPr/>
                    <a:lstStyle/>
                    <a:p>
                      <a:pPr algn="ctr"/>
                      <a:r>
                        <a:rPr lang="en-US" altLang="zh-CN" dirty="0">
                          <a:latin typeface="Arial Narrow" panose="020B0606020202030204" pitchFamily="34" charset="0"/>
                        </a:rPr>
                        <a:t>Sequential Consistency</a:t>
                      </a:r>
                      <a:endParaRPr lang="zh-CN" altLang="en-US" dirty="0">
                        <a:latin typeface="Arial Narrow" panose="020B0606020202030204" pitchFamily="34" charset="0"/>
                      </a:endParaRPr>
                    </a:p>
                  </a:txBody>
                  <a:tcPr anchor="ctr"/>
                </a:tc>
                <a:tc>
                  <a:txBody>
                    <a:bodyPr/>
                    <a:lstStyle/>
                    <a:p>
                      <a:pPr algn="ctr"/>
                      <a:r>
                        <a:rPr lang="en-US" altLang="zh-CN" dirty="0">
                          <a:latin typeface="Arial Narrow" panose="020B0606020202030204" pitchFamily="34" charset="0"/>
                        </a:rPr>
                        <a:t>Dual 386</a:t>
                      </a:r>
                      <a:endParaRPr lang="zh-CN" altLang="en-US" dirty="0">
                        <a:latin typeface="Arial Narrow" panose="020B0606020202030204" pitchFamily="34" charset="0"/>
                      </a:endParaRPr>
                    </a:p>
                  </a:txBody>
                  <a:tcPr anchor="ctr"/>
                </a:tc>
                <a:extLst>
                  <a:ext uri="{0D108BD9-81ED-4DB2-BD59-A6C34878D82A}">
                    <a16:rowId xmlns:a16="http://schemas.microsoft.com/office/drawing/2014/main" val="1636436216"/>
                  </a:ext>
                </a:extLst>
              </a:tr>
              <a:tr h="4962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dirty="0">
                          <a:latin typeface="Arial Narrow" panose="020B0606020202030204"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dirty="0">
                          <a:latin typeface="Arial Narrow" panose="020B0606020202030204" pitchFamily="34" charset="0"/>
                        </a:rPr>
                        <a:t>√</a:t>
                      </a:r>
                    </a:p>
                  </a:txBody>
                  <a:tcPr anchor="ctr"/>
                </a:tc>
                <a:tc>
                  <a:txBody>
                    <a:bodyPr/>
                    <a:lstStyle/>
                    <a:p>
                      <a:pPr algn="ctr"/>
                      <a:endParaRPr lang="zh-CN" altLang="en-US" dirty="0">
                        <a:latin typeface="Arial Narrow" panose="020B0606020202030204" pitchFamily="34" charset="0"/>
                      </a:endParaRPr>
                    </a:p>
                  </a:txBody>
                  <a:tcPr anchor="ctr"/>
                </a:tc>
                <a:tc>
                  <a:txBody>
                    <a:bodyPr/>
                    <a:lstStyle/>
                    <a:p>
                      <a:pPr algn="ctr"/>
                      <a:r>
                        <a:rPr lang="en-US" altLang="zh-CN" dirty="0">
                          <a:latin typeface="Arial Narrow" panose="020B0606020202030204" pitchFamily="34" charset="0"/>
                        </a:rPr>
                        <a:t>Total Store</a:t>
                      </a:r>
                      <a:r>
                        <a:rPr lang="zh-CN" altLang="en-US" dirty="0">
                          <a:latin typeface="Arial Narrow" panose="020B0606020202030204" pitchFamily="34" charset="0"/>
                        </a:rPr>
                        <a:t> </a:t>
                      </a:r>
                      <a:r>
                        <a:rPr lang="en-US" altLang="zh-CN" dirty="0">
                          <a:latin typeface="Arial Narrow" panose="020B0606020202030204" pitchFamily="34" charset="0"/>
                        </a:rPr>
                        <a:t>Order</a:t>
                      </a:r>
                    </a:p>
                  </a:txBody>
                  <a:tcPr anchor="ctr"/>
                </a:tc>
                <a:tc>
                  <a:txBody>
                    <a:bodyPr/>
                    <a:lstStyle/>
                    <a:p>
                      <a:pPr algn="ctr"/>
                      <a:r>
                        <a:rPr lang="en-US" altLang="zh-CN" dirty="0">
                          <a:latin typeface="Arial Narrow" panose="020B0606020202030204" pitchFamily="34" charset="0"/>
                        </a:rPr>
                        <a:t>X86/64</a:t>
                      </a:r>
                    </a:p>
                  </a:txBody>
                  <a:tcPr anchor="ctr"/>
                </a:tc>
                <a:extLst>
                  <a:ext uri="{0D108BD9-81ED-4DB2-BD59-A6C34878D82A}">
                    <a16:rowId xmlns:a16="http://schemas.microsoft.com/office/drawing/2014/main" val="3363624706"/>
                  </a:ext>
                </a:extLst>
              </a:tr>
              <a:tr h="4962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dirty="0">
                          <a:latin typeface="Arial Narrow" panose="020B0606020202030204" pitchFamily="34" charset="0"/>
                        </a:rPr>
                        <a:t>√</a:t>
                      </a:r>
                    </a:p>
                  </a:txBody>
                  <a:tcPr anchor="ctr"/>
                </a:tc>
                <a:tc>
                  <a:txBody>
                    <a:bodyPr/>
                    <a:lstStyle/>
                    <a:p>
                      <a:pPr algn="ctr"/>
                      <a:endParaRPr lang="zh-CN" altLang="en-US">
                        <a:latin typeface="Arial Narrow" panose="020B0606020202030204" pitchFamily="34" charset="0"/>
                      </a:endParaRPr>
                    </a:p>
                  </a:txBody>
                  <a:tcPr anchor="ctr"/>
                </a:tc>
                <a:tc>
                  <a:txBody>
                    <a:bodyPr/>
                    <a:lstStyle/>
                    <a:p>
                      <a:pPr algn="ctr"/>
                      <a:endParaRPr lang="zh-CN" altLang="en-US">
                        <a:latin typeface="Arial Narrow" panose="020B0606020202030204" pitchFamily="34" charset="0"/>
                      </a:endParaRPr>
                    </a:p>
                  </a:txBody>
                  <a:tcPr anchor="ctr"/>
                </a:tc>
                <a:tc>
                  <a:txBody>
                    <a:bodyPr/>
                    <a:lstStyle/>
                    <a:p>
                      <a:pPr algn="ctr"/>
                      <a:r>
                        <a:rPr lang="en-US" altLang="zh-CN" dirty="0">
                          <a:latin typeface="Arial Narrow" panose="020B0606020202030204" pitchFamily="34" charset="0"/>
                        </a:rPr>
                        <a:t>Partial Store Order</a:t>
                      </a:r>
                      <a:endParaRPr lang="zh-CN" altLang="en-US" dirty="0">
                        <a:latin typeface="Arial Narrow" panose="020B0606020202030204" pitchFamily="34" charset="0"/>
                      </a:endParaRPr>
                    </a:p>
                  </a:txBody>
                  <a:tcPr anchor="ctr"/>
                </a:tc>
                <a:tc>
                  <a:txBody>
                    <a:bodyPr/>
                    <a:lstStyle/>
                    <a:p>
                      <a:pPr algn="ctr"/>
                      <a:r>
                        <a:rPr lang="en-US" altLang="zh-CN" dirty="0">
                          <a:latin typeface="Arial Narrow" panose="020B0606020202030204" pitchFamily="34" charset="0"/>
                        </a:rPr>
                        <a:t>Arm</a:t>
                      </a:r>
                      <a:endParaRPr lang="zh-CN" altLang="en-US" dirty="0">
                        <a:latin typeface="Arial Narrow" panose="020B0606020202030204" pitchFamily="34" charset="0"/>
                      </a:endParaRPr>
                    </a:p>
                  </a:txBody>
                  <a:tcPr anchor="ctr"/>
                </a:tc>
                <a:extLst>
                  <a:ext uri="{0D108BD9-81ED-4DB2-BD59-A6C34878D82A}">
                    <a16:rowId xmlns:a16="http://schemas.microsoft.com/office/drawing/2014/main" val="1638422283"/>
                  </a:ext>
                </a:extLst>
              </a:tr>
              <a:tr h="496255">
                <a:tc>
                  <a:txBody>
                    <a:bodyPr/>
                    <a:lstStyle/>
                    <a:p>
                      <a:pPr algn="ctr"/>
                      <a:endParaRPr lang="zh-CN" altLang="en-US">
                        <a:latin typeface="Arial Narrow" panose="020B0606020202030204" pitchFamily="34" charset="0"/>
                      </a:endParaRPr>
                    </a:p>
                  </a:txBody>
                  <a:tcPr anchor="ctr"/>
                </a:tc>
                <a:tc>
                  <a:txBody>
                    <a:bodyPr/>
                    <a:lstStyle/>
                    <a:p>
                      <a:pPr algn="ctr"/>
                      <a:endParaRPr lang="zh-CN" altLang="en-US">
                        <a:latin typeface="Arial Narrow" panose="020B0606020202030204" pitchFamily="34" charset="0"/>
                      </a:endParaRPr>
                    </a:p>
                  </a:txBody>
                  <a:tcPr anchor="ctr"/>
                </a:tc>
                <a:tc>
                  <a:txBody>
                    <a:bodyPr/>
                    <a:lstStyle/>
                    <a:p>
                      <a:pPr algn="ctr"/>
                      <a:endParaRPr lang="zh-CN" altLang="en-US">
                        <a:latin typeface="Arial Narrow" panose="020B0606020202030204" pitchFamily="34" charset="0"/>
                      </a:endParaRPr>
                    </a:p>
                  </a:txBody>
                  <a:tcPr anchor="ctr"/>
                </a:tc>
                <a:tc>
                  <a:txBody>
                    <a:bodyPr/>
                    <a:lstStyle/>
                    <a:p>
                      <a:pPr algn="ctr"/>
                      <a:endParaRPr lang="zh-CN" altLang="en-US">
                        <a:latin typeface="Arial Narrow" panose="020B0606020202030204" pitchFamily="34" charset="0"/>
                      </a:endParaRPr>
                    </a:p>
                  </a:txBody>
                  <a:tcPr anchor="ctr"/>
                </a:tc>
                <a:tc>
                  <a:txBody>
                    <a:bodyPr/>
                    <a:lstStyle/>
                    <a:p>
                      <a:pPr algn="ctr"/>
                      <a:r>
                        <a:rPr lang="en-US" altLang="zh-CN" sz="1400" dirty="0">
                          <a:latin typeface="Arial Narrow" panose="020B0606020202030204" pitchFamily="34" charset="0"/>
                        </a:rPr>
                        <a:t>Really weak memory model</a:t>
                      </a:r>
                      <a:endParaRPr lang="zh-CN" altLang="en-US" sz="1400" dirty="0">
                        <a:latin typeface="Arial Narrow" panose="020B0606020202030204" pitchFamily="34" charset="0"/>
                      </a:endParaRPr>
                    </a:p>
                  </a:txBody>
                  <a:tcPr anchor="ctr"/>
                </a:tc>
                <a:tc>
                  <a:txBody>
                    <a:bodyPr/>
                    <a:lstStyle/>
                    <a:p>
                      <a:pPr algn="ctr"/>
                      <a:r>
                        <a:rPr lang="en-US" altLang="zh-CN" dirty="0">
                          <a:latin typeface="Arial Narrow" panose="020B0606020202030204" pitchFamily="34" charset="0"/>
                        </a:rPr>
                        <a:t>DEC Alpha</a:t>
                      </a:r>
                      <a:endParaRPr lang="zh-CN" altLang="en-US" dirty="0">
                        <a:latin typeface="Arial Narrow" panose="020B0606020202030204" pitchFamily="34" charset="0"/>
                      </a:endParaRPr>
                    </a:p>
                  </a:txBody>
                  <a:tcPr anchor="ctr"/>
                </a:tc>
                <a:extLst>
                  <a:ext uri="{0D108BD9-81ED-4DB2-BD59-A6C34878D82A}">
                    <a16:rowId xmlns:a16="http://schemas.microsoft.com/office/drawing/2014/main" val="1398620590"/>
                  </a:ext>
                </a:extLst>
              </a:tr>
            </a:tbl>
          </a:graphicData>
        </a:graphic>
      </p:graphicFrame>
      <p:sp>
        <p:nvSpPr>
          <p:cNvPr id="6" name="Rectangle 36">
            <a:extLst>
              <a:ext uri="{FF2B5EF4-FFF2-40B4-BE49-F238E27FC236}">
                <a16:creationId xmlns:a16="http://schemas.microsoft.com/office/drawing/2014/main" id="{8AD9E7D2-4795-4EC8-A733-F18634A60049}"/>
              </a:ext>
            </a:extLst>
          </p:cNvPr>
          <p:cNvSpPr/>
          <p:nvPr/>
        </p:nvSpPr>
        <p:spPr>
          <a:xfrm flipV="1">
            <a:off x="268817" y="1498600"/>
            <a:ext cx="8305800" cy="6858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8887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8656C8A-00E7-4B64-B6CC-E1C1DCBAB57B}"/>
              </a:ext>
            </a:extLst>
          </p:cNvPr>
          <p:cNvSpPr txBox="1"/>
          <p:nvPr/>
        </p:nvSpPr>
        <p:spPr>
          <a:xfrm>
            <a:off x="228600" y="228600"/>
            <a:ext cx="2715167" cy="523220"/>
          </a:xfrm>
          <a:prstGeom prst="rect">
            <a:avLst/>
          </a:prstGeom>
          <a:noFill/>
        </p:spPr>
        <p:txBody>
          <a:bodyPr wrap="none" rtlCol="0">
            <a:spAutoFit/>
          </a:bodyPr>
          <a:lstStyle/>
          <a:p>
            <a:r>
              <a:rPr lang="en-US" altLang="zh-CN" sz="2800" dirty="0"/>
              <a:t>Where Are We?</a:t>
            </a:r>
            <a:endParaRPr lang="zh-CN" altLang="en-US" sz="2800" dirty="0"/>
          </a:p>
        </p:txBody>
      </p:sp>
      <p:sp>
        <p:nvSpPr>
          <p:cNvPr id="389" name="Rectangle 36">
            <a:extLst>
              <a:ext uri="{FF2B5EF4-FFF2-40B4-BE49-F238E27FC236}">
                <a16:creationId xmlns:a16="http://schemas.microsoft.com/office/drawing/2014/main" id="{3A283E61-5523-4D37-92A5-039A226F26F7}"/>
              </a:ext>
            </a:extLst>
          </p:cNvPr>
          <p:cNvSpPr/>
          <p:nvPr/>
        </p:nvSpPr>
        <p:spPr>
          <a:xfrm flipV="1">
            <a:off x="2514600" y="1066800"/>
            <a:ext cx="1447800" cy="10668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a:extLst>
              <a:ext uri="{FF2B5EF4-FFF2-40B4-BE49-F238E27FC236}">
                <a16:creationId xmlns:a16="http://schemas.microsoft.com/office/drawing/2014/main" id="{A74293CE-0FF2-4324-91CF-5FF06263C36A}"/>
              </a:ext>
            </a:extLst>
          </p:cNvPr>
          <p:cNvPicPr>
            <a:picLocks noChangeAspect="1"/>
          </p:cNvPicPr>
          <p:nvPr/>
        </p:nvPicPr>
        <p:blipFill>
          <a:blip r:embed="rId2"/>
          <a:stretch>
            <a:fillRect/>
          </a:stretch>
        </p:blipFill>
        <p:spPr>
          <a:xfrm>
            <a:off x="-25400" y="1143000"/>
            <a:ext cx="9144000" cy="5237544"/>
          </a:xfrm>
          <a:prstGeom prst="rect">
            <a:avLst/>
          </a:prstGeom>
        </p:spPr>
      </p:pic>
    </p:spTree>
    <p:extLst>
      <p:ext uri="{BB962C8B-B14F-4D97-AF65-F5344CB8AC3E}">
        <p14:creationId xmlns:p14="http://schemas.microsoft.com/office/powerpoint/2010/main" val="18166951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a:xfrm>
            <a:off x="80962" y="152400"/>
            <a:ext cx="9448800" cy="1066800"/>
          </a:xfrm>
        </p:spPr>
        <p:txBody>
          <a:bodyPr/>
          <a:lstStyle/>
          <a:p>
            <a:r>
              <a:rPr lang="en-US" altLang="en-US" sz="3600" dirty="0">
                <a:ea typeface="ＭＳ Ｐゴシック" panose="020B0600070205080204" pitchFamily="34" charset="-128"/>
              </a:rPr>
              <a:t>Recall: Five Design Principles of AI Accelerators</a:t>
            </a: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aphicFrame>
        <p:nvGraphicFramePr>
          <p:cNvPr id="8" name="Table 5">
            <a:extLst>
              <a:ext uri="{FF2B5EF4-FFF2-40B4-BE49-F238E27FC236}">
                <a16:creationId xmlns:a16="http://schemas.microsoft.com/office/drawing/2014/main" id="{A237832D-6C0C-40E0-B1E1-2E887ED33B52}"/>
              </a:ext>
            </a:extLst>
          </p:cNvPr>
          <p:cNvGraphicFramePr>
            <a:graphicFrameLocks noGrp="1"/>
          </p:cNvGraphicFramePr>
          <p:nvPr/>
        </p:nvGraphicFramePr>
        <p:xfrm>
          <a:off x="506125" y="1444813"/>
          <a:ext cx="8131749" cy="2383932"/>
        </p:xfrm>
        <a:graphic>
          <a:graphicData uri="http://schemas.openxmlformats.org/drawingml/2006/table">
            <a:tbl>
              <a:tblPr firstRow="1" bandRow="1">
                <a:effectLst>
                  <a:outerShdw blurRad="50800" dist="38100" dir="2700000" algn="tl" rotWithShape="0">
                    <a:prstClr val="black">
                      <a:alpha val="65000"/>
                    </a:prstClr>
                  </a:outerShdw>
                </a:effectLst>
                <a:tableStyleId>{5C22544A-7EE6-4342-B048-85BDC9FD1C3A}</a:tableStyleId>
              </a:tblPr>
              <a:tblGrid>
                <a:gridCol w="2008496">
                  <a:extLst>
                    <a:ext uri="{9D8B030D-6E8A-4147-A177-3AD203B41FA5}">
                      <a16:colId xmlns:a16="http://schemas.microsoft.com/office/drawing/2014/main" val="378327598"/>
                    </a:ext>
                  </a:extLst>
                </a:gridCol>
                <a:gridCol w="3115339">
                  <a:extLst>
                    <a:ext uri="{9D8B030D-6E8A-4147-A177-3AD203B41FA5}">
                      <a16:colId xmlns:a16="http://schemas.microsoft.com/office/drawing/2014/main" val="2975981664"/>
                    </a:ext>
                  </a:extLst>
                </a:gridCol>
                <a:gridCol w="3007914">
                  <a:extLst>
                    <a:ext uri="{9D8B030D-6E8A-4147-A177-3AD203B41FA5}">
                      <a16:colId xmlns:a16="http://schemas.microsoft.com/office/drawing/2014/main" val="501638522"/>
                    </a:ext>
                  </a:extLst>
                </a:gridCol>
              </a:tblGrid>
              <a:tr h="555132">
                <a:tc>
                  <a:txBody>
                    <a:bodyPr/>
                    <a:lstStyle/>
                    <a:p>
                      <a:pPr algn="ctr"/>
                      <a:r>
                        <a:rPr lang="en-CN" sz="2400" dirty="0">
                          <a:solidFill>
                            <a:srgbClr val="0070C0"/>
                          </a:solidFill>
                          <a:latin typeface="DIN Condensed" pitchFamily="2" charset="0"/>
                        </a:rPr>
                        <a:t>Operator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CN" sz="2400" dirty="0">
                          <a:solidFill>
                            <a:schemeClr val="tx1"/>
                          </a:solidFill>
                        </a:rPr>
                        <a:t>计算</a:t>
                      </a:r>
                      <a:r>
                        <a:rPr lang="zh-CN" altLang="en-US" sz="2400" dirty="0">
                          <a:solidFill>
                            <a:schemeClr val="tx1"/>
                          </a:solidFill>
                        </a:rPr>
                        <a:t>特性</a:t>
                      </a:r>
                      <a:endParaRPr lang="en-C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CN" sz="2400" dirty="0">
                          <a:solidFill>
                            <a:schemeClr val="tx2"/>
                          </a:solidFill>
                        </a:rPr>
                        <a:t>访</a:t>
                      </a:r>
                      <a:r>
                        <a:rPr lang="zh-CN" altLang="en-US" sz="2400" dirty="0">
                          <a:solidFill>
                            <a:schemeClr val="tx2"/>
                          </a:solidFill>
                        </a:rPr>
                        <a:t>存特性</a:t>
                      </a:r>
                      <a:endParaRPr lang="en-CN" sz="2400"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6944928"/>
                  </a:ext>
                </a:extLst>
              </a:tr>
              <a:tr h="450274">
                <a:tc>
                  <a:txBody>
                    <a:bodyPr/>
                    <a:lstStyle/>
                    <a:p>
                      <a:pPr algn="ctr"/>
                      <a:r>
                        <a:rPr lang="en-CN" sz="2400" dirty="0">
                          <a:solidFill>
                            <a:srgbClr val="0070C0"/>
                          </a:solidFill>
                        </a:rPr>
                        <a:t>Conv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altLang="en-CN" sz="2400" dirty="0"/>
                        <a:t>矩阵</a:t>
                      </a:r>
                      <a:r>
                        <a:rPr lang="zh-CN" altLang="en-US" sz="2400" dirty="0"/>
                        <a:t>相乘</a:t>
                      </a:r>
                      <a:endParaRPr lang="en-CN"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2400" dirty="0">
                          <a:solidFill>
                            <a:schemeClr val="tx2"/>
                          </a:solidFill>
                        </a:rPr>
                        <a:t>B</a:t>
                      </a:r>
                      <a:r>
                        <a:rPr lang="en-CN" sz="2400" dirty="0">
                          <a:solidFill>
                            <a:schemeClr val="tx2"/>
                          </a:solidFill>
                        </a:rPr>
                        <a:t>urst</a:t>
                      </a:r>
                      <a:r>
                        <a:rPr lang="en-US" altLang="zh-CN" sz="2400" dirty="0">
                          <a:solidFill>
                            <a:schemeClr val="tx2"/>
                          </a:solidFill>
                        </a:rPr>
                        <a:t>+stride</a:t>
                      </a:r>
                      <a:endParaRPr lang="en-CN" sz="2400"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67712587"/>
                  </a:ext>
                </a:extLst>
              </a:tr>
              <a:tr h="450274">
                <a:tc>
                  <a:txBody>
                    <a:bodyPr/>
                    <a:lstStyle/>
                    <a:p>
                      <a:pPr algn="ctr"/>
                      <a:r>
                        <a:rPr lang="en-CN" sz="2400" dirty="0">
                          <a:solidFill>
                            <a:srgbClr val="0070C0"/>
                          </a:solidFill>
                        </a:rPr>
                        <a:t>Activation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altLang="en-US" sz="2400" dirty="0"/>
                        <a:t>单</a:t>
                      </a:r>
                      <a:r>
                        <a:rPr lang="zh-CN" altLang="en-CN" sz="2400" dirty="0"/>
                        <a:t>向量</a:t>
                      </a:r>
                      <a:r>
                        <a:rPr lang="zh-CN" altLang="en-US" sz="2400" dirty="0"/>
                        <a:t>操作</a:t>
                      </a:r>
                      <a:endParaRPr lang="en-CN"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CN" sz="2400" dirty="0">
                          <a:solidFill>
                            <a:schemeClr val="tx2"/>
                          </a:solidFill>
                        </a:rPr>
                        <a:t>Sequential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59588273"/>
                  </a:ext>
                </a:extLst>
              </a:tr>
              <a:tr h="450274">
                <a:tc>
                  <a:txBody>
                    <a:bodyPr/>
                    <a:lstStyle/>
                    <a:p>
                      <a:pPr algn="ctr"/>
                      <a:r>
                        <a:rPr lang="en-CN" sz="2400" dirty="0">
                          <a:solidFill>
                            <a:srgbClr val="0070C0"/>
                          </a:solidFill>
                        </a:rPr>
                        <a:t>Pooling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altLang="en-US" sz="2400" dirty="0"/>
                        <a:t>单</a:t>
                      </a:r>
                      <a:r>
                        <a:rPr lang="zh-CN" altLang="en-CN" sz="2400" dirty="0"/>
                        <a:t>矩阵</a:t>
                      </a:r>
                      <a:r>
                        <a:rPr lang="en-US" altLang="zh-CN" sz="2400" dirty="0"/>
                        <a:t>Reduce</a:t>
                      </a:r>
                      <a:r>
                        <a:rPr lang="zh-CN" altLang="en-US" sz="2400" dirty="0"/>
                        <a:t>操作</a:t>
                      </a:r>
                      <a:endParaRPr lang="en-CN"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2"/>
                          </a:solidFill>
                        </a:rPr>
                        <a:t>B</a:t>
                      </a:r>
                      <a:r>
                        <a:rPr lang="en-CN" sz="2400" dirty="0">
                          <a:solidFill>
                            <a:schemeClr val="tx2"/>
                          </a:solidFill>
                        </a:rPr>
                        <a:t>urst</a:t>
                      </a:r>
                      <a:r>
                        <a:rPr lang="en-US" altLang="zh-CN" sz="2400" dirty="0">
                          <a:solidFill>
                            <a:schemeClr val="tx2"/>
                          </a:solidFill>
                        </a:rPr>
                        <a:t>+stride</a:t>
                      </a:r>
                      <a:endParaRPr lang="en-CN" sz="2400"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6402068"/>
                  </a:ext>
                </a:extLst>
              </a:tr>
              <a:tr h="450274">
                <a:tc>
                  <a:txBody>
                    <a:bodyPr/>
                    <a:lstStyle/>
                    <a:p>
                      <a:pPr algn="ctr"/>
                      <a:r>
                        <a:rPr lang="en-CN" sz="2400" dirty="0">
                          <a:solidFill>
                            <a:srgbClr val="0070C0"/>
                          </a:solidFill>
                        </a:rPr>
                        <a:t>FC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altLang="en-CN" sz="2400" dirty="0"/>
                        <a:t>矩阵</a:t>
                      </a:r>
                      <a:r>
                        <a:rPr lang="zh-CN" altLang="en-US" sz="2400" dirty="0"/>
                        <a:t>相乘</a:t>
                      </a:r>
                      <a:endParaRPr lang="en-CN"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CN" sz="2400" dirty="0">
                          <a:solidFill>
                            <a:schemeClr val="tx2"/>
                          </a:solidFill>
                        </a:rPr>
                        <a:t>Sequential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7168162"/>
                  </a:ext>
                </a:extLst>
              </a:tr>
            </a:tbl>
          </a:graphicData>
        </a:graphic>
      </p:graphicFrame>
      <p:sp>
        <p:nvSpPr>
          <p:cNvPr id="9" name="Rectangle 4">
            <a:extLst>
              <a:ext uri="{FF2B5EF4-FFF2-40B4-BE49-F238E27FC236}">
                <a16:creationId xmlns:a16="http://schemas.microsoft.com/office/drawing/2014/main" id="{D6164DE5-6D6E-4A9A-AB00-7167CC46BF35}"/>
              </a:ext>
            </a:extLst>
          </p:cNvPr>
          <p:cNvSpPr/>
          <p:nvPr/>
        </p:nvSpPr>
        <p:spPr>
          <a:xfrm>
            <a:off x="2531226" y="3990598"/>
            <a:ext cx="2887457" cy="369332"/>
          </a:xfrm>
          <a:prstGeom prst="rect">
            <a:avLst/>
          </a:prstGeom>
        </p:spPr>
        <p:txBody>
          <a:bodyPr wrap="none">
            <a:spAutoFit/>
          </a:bodyPr>
          <a:lstStyle/>
          <a:p>
            <a:r>
              <a:rPr lang="en-US" altLang="zh-CN" b="1" dirty="0">
                <a:cs typeface="+mn-ea"/>
                <a:sym typeface="+mn-lt"/>
              </a:rPr>
              <a:t>MAC</a:t>
            </a:r>
            <a:r>
              <a:rPr lang="zh-CN" altLang="en-US" b="1" dirty="0">
                <a:cs typeface="+mn-ea"/>
                <a:sym typeface="+mn-lt"/>
              </a:rPr>
              <a:t> </a:t>
            </a:r>
            <a:r>
              <a:rPr lang="en-US" altLang="zh-CN" b="1" dirty="0">
                <a:cs typeface="+mn-ea"/>
                <a:sym typeface="+mn-lt"/>
              </a:rPr>
              <a:t>(Multiply–Accumulate)</a:t>
            </a:r>
            <a:endParaRPr lang="en-CN" b="1" dirty="0"/>
          </a:p>
        </p:txBody>
      </p:sp>
      <p:sp>
        <p:nvSpPr>
          <p:cNvPr id="10" name="Rectangle 9">
            <a:extLst>
              <a:ext uri="{FF2B5EF4-FFF2-40B4-BE49-F238E27FC236}">
                <a16:creationId xmlns:a16="http://schemas.microsoft.com/office/drawing/2014/main" id="{F7B76926-E6BB-4A63-9D41-BC4BD7481CE2}"/>
              </a:ext>
            </a:extLst>
          </p:cNvPr>
          <p:cNvSpPr/>
          <p:nvPr/>
        </p:nvSpPr>
        <p:spPr>
          <a:xfrm>
            <a:off x="5628842" y="3990598"/>
            <a:ext cx="3000565" cy="369332"/>
          </a:xfrm>
          <a:prstGeom prst="rect">
            <a:avLst/>
          </a:prstGeom>
        </p:spPr>
        <p:txBody>
          <a:bodyPr wrap="none">
            <a:spAutoFit/>
          </a:bodyPr>
          <a:lstStyle/>
          <a:p>
            <a:r>
              <a:rPr lang="en-CN" altLang="zh-CN" b="1" dirty="0">
                <a:cs typeface="+mn-ea"/>
                <a:sym typeface="+mn-lt"/>
              </a:rPr>
              <a:t>Fixed</a:t>
            </a:r>
            <a:r>
              <a:rPr lang="zh-CN" altLang="en-US" b="1" dirty="0">
                <a:cs typeface="+mn-ea"/>
                <a:sym typeface="+mn-lt"/>
              </a:rPr>
              <a:t> </a:t>
            </a:r>
            <a:r>
              <a:rPr lang="en-US" altLang="zh-CN" b="1" dirty="0">
                <a:cs typeface="+mn-ea"/>
                <a:sym typeface="+mn-lt"/>
              </a:rPr>
              <a:t>Memory</a:t>
            </a:r>
            <a:r>
              <a:rPr lang="zh-CN" altLang="en-US" b="1" dirty="0">
                <a:cs typeface="+mn-ea"/>
                <a:sym typeface="+mn-lt"/>
              </a:rPr>
              <a:t> </a:t>
            </a:r>
            <a:r>
              <a:rPr lang="en-US" altLang="zh-CN" b="1" dirty="0">
                <a:cs typeface="+mn-ea"/>
                <a:sym typeface="+mn-lt"/>
              </a:rPr>
              <a:t>Access</a:t>
            </a:r>
            <a:r>
              <a:rPr lang="zh-CN" altLang="en-US" b="1" dirty="0">
                <a:cs typeface="+mn-ea"/>
                <a:sym typeface="+mn-lt"/>
              </a:rPr>
              <a:t> </a:t>
            </a:r>
            <a:r>
              <a:rPr lang="en-US" altLang="zh-CN" b="1" dirty="0">
                <a:cs typeface="+mn-ea"/>
                <a:sym typeface="+mn-lt"/>
              </a:rPr>
              <a:t>Pattern</a:t>
            </a:r>
            <a:endParaRPr lang="en-CN" b="1" dirty="0"/>
          </a:p>
        </p:txBody>
      </p:sp>
      <p:sp>
        <p:nvSpPr>
          <p:cNvPr id="11" name="Rectangle 10">
            <a:extLst>
              <a:ext uri="{FF2B5EF4-FFF2-40B4-BE49-F238E27FC236}">
                <a16:creationId xmlns:a16="http://schemas.microsoft.com/office/drawing/2014/main" id="{1DF3ABF3-9E3E-4D73-8F14-242E00EFC980}"/>
              </a:ext>
            </a:extLst>
          </p:cNvPr>
          <p:cNvSpPr/>
          <p:nvPr/>
        </p:nvSpPr>
        <p:spPr>
          <a:xfrm>
            <a:off x="685801" y="5064780"/>
            <a:ext cx="7772400" cy="523220"/>
          </a:xfrm>
          <a:prstGeom prst="rect">
            <a:avLst/>
          </a:prstGeom>
          <a:ln w="22225">
            <a:solidFill>
              <a:srgbClr val="FF0000"/>
            </a:solidFill>
          </a:ln>
        </p:spPr>
        <p:txBody>
          <a:bodyPr wrap="square">
            <a:spAutoFit/>
          </a:bodyPr>
          <a:lstStyle/>
          <a:p>
            <a:r>
              <a:rPr lang="en-US" altLang="zh-CN" sz="2800" b="1" dirty="0">
                <a:cs typeface="+mn-ea"/>
                <a:sym typeface="+mn-lt"/>
              </a:rPr>
              <a:t>AI</a:t>
            </a:r>
            <a:r>
              <a:rPr lang="zh-CN" altLang="en-US" sz="2800" b="1" dirty="0">
                <a:cs typeface="+mn-ea"/>
                <a:sym typeface="+mn-lt"/>
              </a:rPr>
              <a:t>相关计算内，</a:t>
            </a:r>
            <a:r>
              <a:rPr lang="zh-CN" altLang="en-CN" sz="2800" b="1" dirty="0">
                <a:cs typeface="+mn-ea"/>
                <a:sym typeface="+mn-lt"/>
              </a:rPr>
              <a:t>矩阵</a:t>
            </a:r>
            <a:r>
              <a:rPr lang="zh-CN" altLang="en-US" sz="2800" b="1" dirty="0">
                <a:cs typeface="+mn-ea"/>
                <a:sym typeface="+mn-lt"/>
              </a:rPr>
              <a:t>乘法计算量的占比高于</a:t>
            </a:r>
            <a:r>
              <a:rPr lang="en-US" altLang="zh-CN" sz="2800" b="1" dirty="0">
                <a:cs typeface="+mn-ea"/>
                <a:sym typeface="+mn-lt"/>
              </a:rPr>
              <a:t>90%</a:t>
            </a:r>
            <a:r>
              <a:rPr lang="zh-CN" altLang="en-US" sz="2800" b="1" dirty="0">
                <a:cs typeface="+mn-ea"/>
                <a:sym typeface="+mn-lt"/>
              </a:rPr>
              <a:t>。</a:t>
            </a:r>
            <a:endParaRPr lang="en-CN" sz="2800" b="1" dirty="0"/>
          </a:p>
        </p:txBody>
      </p:sp>
    </p:spTree>
    <p:extLst>
      <p:ext uri="{BB962C8B-B14F-4D97-AF65-F5344CB8AC3E}">
        <p14:creationId xmlns:p14="http://schemas.microsoft.com/office/powerpoint/2010/main" val="21878275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a:xfrm>
            <a:off x="80962" y="152400"/>
            <a:ext cx="9448800" cy="1066800"/>
          </a:xfrm>
        </p:spPr>
        <p:txBody>
          <a:bodyPr/>
          <a:lstStyle/>
          <a:p>
            <a:r>
              <a:rPr lang="en-US" altLang="en-US" sz="3600" dirty="0">
                <a:ea typeface="ＭＳ Ｐゴシック" panose="020B0600070205080204" pitchFamily="34" charset="-128"/>
              </a:rPr>
              <a:t>Recall: Five Design Principles of AI Accelerators</a:t>
            </a: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6" name="内容占位符 2">
            <a:extLst>
              <a:ext uri="{FF2B5EF4-FFF2-40B4-BE49-F238E27FC236}">
                <a16:creationId xmlns:a16="http://schemas.microsoft.com/office/drawing/2014/main" id="{675B581D-65D0-4103-B46E-31F1B0462729}"/>
              </a:ext>
            </a:extLst>
          </p:cNvPr>
          <p:cNvSpPr txBox="1">
            <a:spLocks/>
          </p:cNvSpPr>
          <p:nvPr/>
        </p:nvSpPr>
        <p:spPr>
          <a:xfrm>
            <a:off x="0" y="1143262"/>
            <a:ext cx="9063038" cy="525092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pPr>
            <a:r>
              <a:rPr lang="en-US" altLang="zh-CN" b="1" dirty="0"/>
              <a:t>Five Design Principles</a:t>
            </a:r>
            <a:r>
              <a:rPr lang="en-US" altLang="zh-CN" sz="2400" dirty="0"/>
              <a:t>: </a:t>
            </a:r>
          </a:p>
          <a:p>
            <a:pPr lvl="1"/>
            <a:r>
              <a:rPr lang="en-US" altLang="zh-CN" sz="2000" b="1" dirty="0"/>
              <a:t>Global</a:t>
            </a:r>
            <a:r>
              <a:rPr lang="zh-CN" altLang="en-US" sz="2000" b="1" dirty="0"/>
              <a:t> </a:t>
            </a:r>
            <a:r>
              <a:rPr lang="en-US" altLang="zh-CN" sz="2000" b="1" dirty="0"/>
              <a:t>Buffer: </a:t>
            </a:r>
            <a:r>
              <a:rPr lang="zh-CN" altLang="en-US" sz="2000" dirty="0"/>
              <a:t>使用专有的存储器来减少数据搬运的距离与开销，比如将复杂的</a:t>
            </a:r>
            <a:r>
              <a:rPr lang="en-US" altLang="zh-CN" sz="2000" dirty="0"/>
              <a:t>cache</a:t>
            </a:r>
            <a:r>
              <a:rPr lang="zh-CN" altLang="en-US" sz="2000" dirty="0"/>
              <a:t>设计替换成</a:t>
            </a:r>
            <a:r>
              <a:rPr lang="en-US" altLang="zh-CN" sz="2000" dirty="0"/>
              <a:t>scratchpad memory</a:t>
            </a:r>
            <a:r>
              <a:rPr lang="zh-CN" altLang="en-US" sz="2000" dirty="0"/>
              <a:t> </a:t>
            </a:r>
            <a:r>
              <a:rPr lang="en-US" altLang="zh-CN" sz="2000" dirty="0"/>
              <a:t>(global</a:t>
            </a:r>
            <a:r>
              <a:rPr lang="zh-CN" altLang="en-US" sz="2000" dirty="0"/>
              <a:t> </a:t>
            </a:r>
            <a:r>
              <a:rPr lang="en-US" altLang="zh-CN" sz="2000" dirty="0"/>
              <a:t>buffer)</a:t>
            </a:r>
            <a:r>
              <a:rPr lang="zh-CN" altLang="en-US" sz="2000" dirty="0"/>
              <a:t>。</a:t>
            </a:r>
            <a:endParaRPr lang="en-US" altLang="zh-CN" sz="2000" dirty="0"/>
          </a:p>
          <a:p>
            <a:pPr lvl="1"/>
            <a:endParaRPr lang="en-US" altLang="zh-CN" sz="2000" dirty="0"/>
          </a:p>
          <a:p>
            <a:pPr lvl="1"/>
            <a:r>
              <a:rPr lang="zh-CN" altLang="en-US" sz="2000" b="1" dirty="0"/>
              <a:t>简化控制模块</a:t>
            </a:r>
            <a:r>
              <a:rPr lang="en-US" altLang="zh-CN" sz="2000" b="1" dirty="0"/>
              <a:t>: </a:t>
            </a:r>
            <a:r>
              <a:rPr lang="zh-CN" altLang="en-US" sz="2000" dirty="0"/>
              <a:t>将缩减的高级微架构特性而节省出的面积，用于增加更多的运算单元或者片上存储。</a:t>
            </a:r>
            <a:endParaRPr lang="en-US" altLang="zh-CN" sz="2000" dirty="0"/>
          </a:p>
          <a:p>
            <a:pPr lvl="1"/>
            <a:endParaRPr lang="en-US" altLang="zh-CN" sz="2000" dirty="0"/>
          </a:p>
          <a:p>
            <a:pPr lvl="1"/>
            <a:r>
              <a:rPr lang="zh-CN" altLang="en-US" sz="2000" b="1" dirty="0"/>
              <a:t>并行计算模块</a:t>
            </a:r>
            <a:r>
              <a:rPr lang="en-US" altLang="zh-CN" sz="2000" b="1" dirty="0"/>
              <a:t>: </a:t>
            </a:r>
            <a:r>
              <a:rPr lang="zh-CN" altLang="en-US" sz="2000" dirty="0"/>
              <a:t>使用能够符合特定领域加速需求最简单的并行形式，例如，对于矩阵运算的加速，单条指令直接支持小矩阵运算。</a:t>
            </a:r>
            <a:endParaRPr lang="en-US" altLang="zh-CN" sz="2000" dirty="0"/>
          </a:p>
          <a:p>
            <a:pPr lvl="1"/>
            <a:endParaRPr lang="en-US" altLang="zh-CN" sz="2000" dirty="0"/>
          </a:p>
          <a:p>
            <a:pPr lvl="1"/>
            <a:r>
              <a:rPr lang="zh-CN" altLang="en-US" sz="2000" b="1" dirty="0"/>
              <a:t>量化</a:t>
            </a:r>
            <a:r>
              <a:rPr lang="en-US" altLang="zh-CN" sz="2000" b="1" dirty="0"/>
              <a:t>: </a:t>
            </a:r>
            <a:r>
              <a:rPr lang="zh-CN" altLang="en-US" sz="2000" dirty="0"/>
              <a:t>减少计算数据尺寸与类型来符合特定领域性能要求，例如，深度学习中，推理可以采用</a:t>
            </a:r>
            <a:r>
              <a:rPr lang="en-US" altLang="zh-CN" sz="2000" dirty="0"/>
              <a:t>int8</a:t>
            </a:r>
            <a:r>
              <a:rPr lang="zh-CN" altLang="en-US" sz="2000" dirty="0"/>
              <a:t>量化方式进行。</a:t>
            </a:r>
            <a:endParaRPr lang="en-US" altLang="zh-CN" sz="2000" dirty="0"/>
          </a:p>
          <a:p>
            <a:pPr lvl="1"/>
            <a:endParaRPr lang="en-US" altLang="zh-CN" sz="2000" dirty="0"/>
          </a:p>
          <a:p>
            <a:pPr lvl="1"/>
            <a:r>
              <a:rPr lang="zh-CN" altLang="en-US" sz="2000" b="1" dirty="0"/>
              <a:t>专用编程语言</a:t>
            </a:r>
            <a:r>
              <a:rPr lang="en-US" altLang="zh-CN" sz="2000" b="1" dirty="0"/>
              <a:t>: </a:t>
            </a:r>
            <a:r>
              <a:rPr lang="zh-CN" altLang="en-US" sz="2000" dirty="0"/>
              <a:t>使用</a:t>
            </a:r>
            <a:r>
              <a:rPr lang="en-US" altLang="zh-CN" sz="2000" dirty="0"/>
              <a:t>DSA</a:t>
            </a:r>
            <a:r>
              <a:rPr lang="zh-CN" altLang="en-US" sz="2000" dirty="0"/>
              <a:t>专用语言进行编程。</a:t>
            </a:r>
            <a:endParaRPr lang="en-US" altLang="zh-CN" sz="2000" dirty="0"/>
          </a:p>
        </p:txBody>
      </p:sp>
    </p:spTree>
    <p:extLst>
      <p:ext uri="{BB962C8B-B14F-4D97-AF65-F5344CB8AC3E}">
        <p14:creationId xmlns:p14="http://schemas.microsoft.com/office/powerpoint/2010/main" val="8994091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en-US" altLang="en-US" dirty="0">
                <a:ea typeface="ＭＳ Ｐゴシック" panose="020B0600070205080204" pitchFamily="34" charset="-128"/>
              </a:rPr>
              <a:t>Matrix Multiplication Unit</a:t>
            </a: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xfrm>
            <a:off x="6832968" y="6374657"/>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128</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4" name="TextBox 103">
            <a:extLst>
              <a:ext uri="{FF2B5EF4-FFF2-40B4-BE49-F238E27FC236}">
                <a16:creationId xmlns:a16="http://schemas.microsoft.com/office/drawing/2014/main" id="{0449F205-A028-4229-8D20-B68A782F42A8}"/>
              </a:ext>
            </a:extLst>
          </p:cNvPr>
          <p:cNvSpPr txBox="1"/>
          <p:nvPr/>
        </p:nvSpPr>
        <p:spPr>
          <a:xfrm>
            <a:off x="0" y="1676400"/>
            <a:ext cx="1278287" cy="523220"/>
          </a:xfrm>
          <a:prstGeom prst="rect">
            <a:avLst/>
          </a:prstGeom>
          <a:noFill/>
        </p:spPr>
        <p:txBody>
          <a:bodyPr wrap="square" rtlCol="0">
            <a:spAutoFit/>
          </a:bodyPr>
          <a:lstStyle/>
          <a:p>
            <a:r>
              <a:rPr lang="en-US" altLang="zh-CN" sz="2800" dirty="0">
                <a:latin typeface="DIN Condensed" pitchFamily="2" charset="0"/>
              </a:rPr>
              <a:t>Scalar:</a:t>
            </a:r>
            <a:endParaRPr lang="zh-CN" altLang="en-US" sz="2800" dirty="0">
              <a:latin typeface="DIN Condensed" pitchFamily="2" charset="0"/>
            </a:endParaRPr>
          </a:p>
        </p:txBody>
      </p:sp>
      <p:sp>
        <p:nvSpPr>
          <p:cNvPr id="5" name="TextBox 104">
            <a:extLst>
              <a:ext uri="{FF2B5EF4-FFF2-40B4-BE49-F238E27FC236}">
                <a16:creationId xmlns:a16="http://schemas.microsoft.com/office/drawing/2014/main" id="{A28DEDC1-601A-44C0-A719-7C319E1579C0}"/>
              </a:ext>
            </a:extLst>
          </p:cNvPr>
          <p:cNvSpPr txBox="1"/>
          <p:nvPr/>
        </p:nvSpPr>
        <p:spPr>
          <a:xfrm>
            <a:off x="398123" y="2247691"/>
            <a:ext cx="3564277" cy="1323439"/>
          </a:xfrm>
          <a:prstGeom prst="rect">
            <a:avLst/>
          </a:prstGeom>
          <a:solidFill>
            <a:schemeClr val="accent1">
              <a:lumMod val="20000"/>
              <a:lumOff val="80000"/>
            </a:schemeClr>
          </a:solidFill>
        </p:spPr>
        <p:txBody>
          <a:bodyPr wrap="square" rtlCol="0">
            <a:spAutoFit/>
          </a:bodyPr>
          <a:lstStyle/>
          <a:p>
            <a:r>
              <a:rPr lang="en-US" altLang="zh-CN" sz="2000" dirty="0">
                <a:solidFill>
                  <a:srgbClr val="00B0F0"/>
                </a:solidFill>
              </a:rPr>
              <a:t>for (int </a:t>
            </a:r>
            <a:r>
              <a:rPr lang="en-US" altLang="zh-CN" sz="2000" dirty="0" err="1">
                <a:solidFill>
                  <a:schemeClr val="tx1">
                    <a:lumMod val="75000"/>
                    <a:lumOff val="25000"/>
                  </a:schemeClr>
                </a:solidFill>
              </a:rPr>
              <a:t>i</a:t>
            </a:r>
            <a:r>
              <a:rPr lang="en-US" altLang="zh-CN" sz="2000" dirty="0">
                <a:solidFill>
                  <a:srgbClr val="00B0F0"/>
                </a:solidFill>
              </a:rPr>
              <a:t> = 0; </a:t>
            </a:r>
            <a:r>
              <a:rPr lang="en-US" altLang="zh-CN" sz="2000" dirty="0" err="1">
                <a:solidFill>
                  <a:schemeClr val="tx1">
                    <a:lumMod val="75000"/>
                    <a:lumOff val="25000"/>
                  </a:schemeClr>
                </a:solidFill>
              </a:rPr>
              <a:t>i</a:t>
            </a:r>
            <a:r>
              <a:rPr lang="en-US" altLang="zh-CN" sz="2000" dirty="0">
                <a:solidFill>
                  <a:schemeClr val="tx1">
                    <a:lumMod val="75000"/>
                    <a:lumOff val="25000"/>
                  </a:schemeClr>
                </a:solidFill>
              </a:rPr>
              <a:t> </a:t>
            </a:r>
            <a:r>
              <a:rPr lang="en-US" altLang="zh-CN" sz="2000" dirty="0">
                <a:solidFill>
                  <a:srgbClr val="00B0F0"/>
                </a:solidFill>
              </a:rPr>
              <a:t>&lt; </a:t>
            </a:r>
            <a:r>
              <a:rPr lang="en-US" altLang="zh-CN" sz="2000" dirty="0">
                <a:solidFill>
                  <a:schemeClr val="accent2"/>
                </a:solidFill>
              </a:rPr>
              <a:t>16</a:t>
            </a:r>
            <a:r>
              <a:rPr lang="en-US" altLang="zh-CN" sz="2000" dirty="0">
                <a:solidFill>
                  <a:srgbClr val="00B0F0"/>
                </a:solidFill>
              </a:rPr>
              <a:t>; </a:t>
            </a:r>
            <a:r>
              <a:rPr lang="en-US" altLang="zh-CN" sz="2000" dirty="0" err="1">
                <a:solidFill>
                  <a:schemeClr val="tx1">
                    <a:lumMod val="75000"/>
                    <a:lumOff val="25000"/>
                  </a:schemeClr>
                </a:solidFill>
              </a:rPr>
              <a:t>i</a:t>
            </a:r>
            <a:r>
              <a:rPr lang="en-US" altLang="zh-CN" sz="2000" dirty="0">
                <a:solidFill>
                  <a:srgbClr val="00B0F0"/>
                </a:solidFill>
              </a:rPr>
              <a:t>++)</a:t>
            </a:r>
          </a:p>
          <a:p>
            <a:r>
              <a:rPr lang="en-US" altLang="zh-CN" sz="2000" dirty="0">
                <a:solidFill>
                  <a:srgbClr val="00B0F0"/>
                </a:solidFill>
              </a:rPr>
              <a:t>    for (int </a:t>
            </a:r>
            <a:r>
              <a:rPr lang="en-US" altLang="zh-CN" sz="2000" dirty="0">
                <a:solidFill>
                  <a:schemeClr val="tx1">
                    <a:lumMod val="75000"/>
                    <a:lumOff val="25000"/>
                  </a:schemeClr>
                </a:solidFill>
              </a:rPr>
              <a:t>j</a:t>
            </a:r>
            <a:r>
              <a:rPr lang="en-US" altLang="zh-CN" sz="2000" dirty="0">
                <a:solidFill>
                  <a:srgbClr val="00B0F0"/>
                </a:solidFill>
              </a:rPr>
              <a:t> = 0; </a:t>
            </a:r>
            <a:r>
              <a:rPr lang="en-US" altLang="zh-CN" sz="2000" dirty="0">
                <a:solidFill>
                  <a:schemeClr val="tx1">
                    <a:lumMod val="75000"/>
                    <a:lumOff val="25000"/>
                  </a:schemeClr>
                </a:solidFill>
              </a:rPr>
              <a:t>j</a:t>
            </a:r>
            <a:r>
              <a:rPr lang="en-US" altLang="zh-CN" sz="2000" dirty="0"/>
              <a:t> </a:t>
            </a:r>
            <a:r>
              <a:rPr lang="en-US" altLang="zh-CN" sz="2000" dirty="0">
                <a:solidFill>
                  <a:srgbClr val="00B0F0"/>
                </a:solidFill>
              </a:rPr>
              <a:t>&lt; </a:t>
            </a:r>
            <a:r>
              <a:rPr lang="en-US" altLang="zh-CN" sz="2000" dirty="0">
                <a:solidFill>
                  <a:schemeClr val="accent2"/>
                </a:solidFill>
              </a:rPr>
              <a:t>16</a:t>
            </a:r>
            <a:r>
              <a:rPr lang="en-US" altLang="zh-CN" sz="2000" dirty="0">
                <a:solidFill>
                  <a:srgbClr val="00B0F0"/>
                </a:solidFill>
              </a:rPr>
              <a:t>; </a:t>
            </a:r>
            <a:r>
              <a:rPr lang="en-US" altLang="zh-CN" sz="2000" dirty="0" err="1">
                <a:solidFill>
                  <a:schemeClr val="tx1">
                    <a:lumMod val="75000"/>
                    <a:lumOff val="25000"/>
                  </a:schemeClr>
                </a:solidFill>
              </a:rPr>
              <a:t>j</a:t>
            </a:r>
            <a:r>
              <a:rPr lang="en-US" altLang="zh-CN" sz="2000" dirty="0" err="1">
                <a:solidFill>
                  <a:srgbClr val="00B0F0"/>
                </a:solidFill>
              </a:rPr>
              <a:t>++</a:t>
            </a:r>
            <a:r>
              <a:rPr lang="en-US" altLang="zh-CN" sz="2000" dirty="0">
                <a:solidFill>
                  <a:srgbClr val="00B0F0"/>
                </a:solidFill>
              </a:rPr>
              <a:t>)</a:t>
            </a:r>
          </a:p>
          <a:p>
            <a:r>
              <a:rPr lang="en-US" altLang="zh-CN" sz="2000" dirty="0">
                <a:solidFill>
                  <a:srgbClr val="00B0F0"/>
                </a:solidFill>
              </a:rPr>
              <a:t>       for (int </a:t>
            </a:r>
            <a:r>
              <a:rPr lang="en-US" altLang="zh-CN" sz="2000" dirty="0">
                <a:solidFill>
                  <a:schemeClr val="tx1">
                    <a:lumMod val="75000"/>
                    <a:lumOff val="25000"/>
                  </a:schemeClr>
                </a:solidFill>
              </a:rPr>
              <a:t>k</a:t>
            </a:r>
            <a:r>
              <a:rPr lang="en-US" altLang="zh-CN" sz="2000" dirty="0">
                <a:solidFill>
                  <a:srgbClr val="00B0F0"/>
                </a:solidFill>
              </a:rPr>
              <a:t> = 0; </a:t>
            </a:r>
            <a:r>
              <a:rPr lang="en-US" altLang="zh-CN" sz="2000" dirty="0">
                <a:solidFill>
                  <a:schemeClr val="tx1">
                    <a:lumMod val="75000"/>
                    <a:lumOff val="25000"/>
                  </a:schemeClr>
                </a:solidFill>
              </a:rPr>
              <a:t>k</a:t>
            </a:r>
            <a:r>
              <a:rPr lang="en-US" altLang="zh-CN" sz="2000" dirty="0">
                <a:solidFill>
                  <a:srgbClr val="00B0F0"/>
                </a:solidFill>
              </a:rPr>
              <a:t> &lt; </a:t>
            </a:r>
            <a:r>
              <a:rPr lang="en-US" altLang="zh-CN" sz="2000" dirty="0">
                <a:solidFill>
                  <a:schemeClr val="accent2"/>
                </a:solidFill>
              </a:rPr>
              <a:t>16</a:t>
            </a:r>
            <a:r>
              <a:rPr lang="en-US" altLang="zh-CN" sz="2000" dirty="0">
                <a:solidFill>
                  <a:srgbClr val="00B0F0"/>
                </a:solidFill>
              </a:rPr>
              <a:t>; </a:t>
            </a:r>
            <a:r>
              <a:rPr lang="en-US" altLang="zh-CN" sz="2000" dirty="0">
                <a:solidFill>
                  <a:schemeClr val="tx1">
                    <a:lumMod val="75000"/>
                    <a:lumOff val="25000"/>
                  </a:schemeClr>
                </a:solidFill>
              </a:rPr>
              <a:t>k</a:t>
            </a:r>
            <a:r>
              <a:rPr lang="en-US" altLang="zh-CN" sz="2000" dirty="0">
                <a:solidFill>
                  <a:srgbClr val="00B0F0"/>
                </a:solidFill>
              </a:rPr>
              <a:t>++)</a:t>
            </a:r>
          </a:p>
          <a:p>
            <a:r>
              <a:rPr lang="en-US" altLang="zh-CN" sz="2000" dirty="0">
                <a:solidFill>
                  <a:srgbClr val="00B0F0"/>
                </a:solidFill>
              </a:rPr>
              <a:t>           </a:t>
            </a:r>
            <a:r>
              <a:rPr lang="en-US" altLang="zh-CN" sz="2000" dirty="0">
                <a:solidFill>
                  <a:schemeClr val="tx1">
                    <a:lumMod val="75000"/>
                    <a:lumOff val="25000"/>
                  </a:schemeClr>
                </a:solidFill>
              </a:rPr>
              <a:t>C</a:t>
            </a:r>
            <a:r>
              <a:rPr lang="en-US" altLang="zh-CN" sz="2000" dirty="0">
                <a:solidFill>
                  <a:srgbClr val="00B0F0"/>
                </a:solidFill>
              </a:rPr>
              <a:t>[</a:t>
            </a:r>
            <a:r>
              <a:rPr lang="en-US" altLang="zh-CN" sz="2000" dirty="0" err="1">
                <a:solidFill>
                  <a:schemeClr val="tx1">
                    <a:lumMod val="75000"/>
                    <a:lumOff val="25000"/>
                  </a:schemeClr>
                </a:solidFill>
              </a:rPr>
              <a:t>i</a:t>
            </a:r>
            <a:r>
              <a:rPr lang="en-US" altLang="zh-CN" sz="2000" dirty="0">
                <a:solidFill>
                  <a:srgbClr val="00B0F0"/>
                </a:solidFill>
              </a:rPr>
              <a:t>][</a:t>
            </a:r>
            <a:r>
              <a:rPr lang="en-US" altLang="zh-CN" sz="2000" dirty="0">
                <a:solidFill>
                  <a:schemeClr val="tx1">
                    <a:lumMod val="75000"/>
                    <a:lumOff val="25000"/>
                  </a:schemeClr>
                </a:solidFill>
              </a:rPr>
              <a:t>j</a:t>
            </a:r>
            <a:r>
              <a:rPr lang="en-US" altLang="zh-CN" sz="2000" dirty="0">
                <a:solidFill>
                  <a:srgbClr val="00B0F0"/>
                </a:solidFill>
              </a:rPr>
              <a:t>] += </a:t>
            </a:r>
            <a:r>
              <a:rPr lang="en-US" altLang="zh-CN" sz="2000" dirty="0">
                <a:solidFill>
                  <a:schemeClr val="tx1">
                    <a:lumMod val="75000"/>
                    <a:lumOff val="25000"/>
                  </a:schemeClr>
                </a:solidFill>
              </a:rPr>
              <a:t>A</a:t>
            </a:r>
            <a:r>
              <a:rPr lang="en-US" altLang="zh-CN" sz="2000" dirty="0">
                <a:solidFill>
                  <a:srgbClr val="00B0F0"/>
                </a:solidFill>
              </a:rPr>
              <a:t>[</a:t>
            </a:r>
            <a:r>
              <a:rPr lang="en-US" altLang="zh-CN" sz="2000" dirty="0" err="1">
                <a:solidFill>
                  <a:schemeClr val="tx1">
                    <a:lumMod val="75000"/>
                    <a:lumOff val="25000"/>
                  </a:schemeClr>
                </a:solidFill>
              </a:rPr>
              <a:t>i</a:t>
            </a:r>
            <a:r>
              <a:rPr lang="en-US" altLang="zh-CN" sz="2000" dirty="0">
                <a:solidFill>
                  <a:srgbClr val="00B0F0"/>
                </a:solidFill>
              </a:rPr>
              <a:t>][</a:t>
            </a:r>
            <a:r>
              <a:rPr lang="en-US" altLang="zh-CN" sz="2000" dirty="0">
                <a:solidFill>
                  <a:schemeClr val="tx1">
                    <a:lumMod val="75000"/>
                    <a:lumOff val="25000"/>
                  </a:schemeClr>
                </a:solidFill>
              </a:rPr>
              <a:t>k</a:t>
            </a:r>
            <a:r>
              <a:rPr lang="en-US" altLang="zh-CN" sz="2000" dirty="0">
                <a:solidFill>
                  <a:srgbClr val="00B0F0"/>
                </a:solidFill>
              </a:rPr>
              <a:t>] * </a:t>
            </a:r>
            <a:r>
              <a:rPr lang="en-US" altLang="zh-CN" sz="2000" dirty="0">
                <a:solidFill>
                  <a:schemeClr val="tx1">
                    <a:lumMod val="75000"/>
                    <a:lumOff val="25000"/>
                  </a:schemeClr>
                </a:solidFill>
              </a:rPr>
              <a:t>B</a:t>
            </a:r>
            <a:r>
              <a:rPr lang="en-US" altLang="zh-CN" sz="2000" dirty="0">
                <a:solidFill>
                  <a:srgbClr val="00B0F0"/>
                </a:solidFill>
              </a:rPr>
              <a:t>[</a:t>
            </a:r>
            <a:r>
              <a:rPr lang="en-US" altLang="zh-CN" sz="2000" dirty="0">
                <a:solidFill>
                  <a:schemeClr val="tx1">
                    <a:lumMod val="75000"/>
                    <a:lumOff val="25000"/>
                  </a:schemeClr>
                </a:solidFill>
              </a:rPr>
              <a:t>k</a:t>
            </a:r>
            <a:r>
              <a:rPr lang="en-US" altLang="zh-CN" sz="2000" dirty="0">
                <a:solidFill>
                  <a:srgbClr val="00B0F0"/>
                </a:solidFill>
              </a:rPr>
              <a:t>][</a:t>
            </a:r>
            <a:r>
              <a:rPr lang="en-US" altLang="zh-CN" sz="2000" dirty="0">
                <a:solidFill>
                  <a:schemeClr val="tx1">
                    <a:lumMod val="75000"/>
                    <a:lumOff val="25000"/>
                  </a:schemeClr>
                </a:solidFill>
              </a:rPr>
              <a:t>j</a:t>
            </a:r>
            <a:r>
              <a:rPr lang="en-US" altLang="zh-CN" sz="2000" dirty="0">
                <a:solidFill>
                  <a:srgbClr val="00B0F0"/>
                </a:solidFill>
              </a:rPr>
              <a:t>]</a:t>
            </a:r>
            <a:endParaRPr lang="zh-CN" altLang="en-US" sz="2000" dirty="0">
              <a:solidFill>
                <a:srgbClr val="00B0F0"/>
              </a:solidFill>
            </a:endParaRPr>
          </a:p>
        </p:txBody>
      </p:sp>
      <p:sp>
        <p:nvSpPr>
          <p:cNvPr id="6" name="TextBox 106">
            <a:extLst>
              <a:ext uri="{FF2B5EF4-FFF2-40B4-BE49-F238E27FC236}">
                <a16:creationId xmlns:a16="http://schemas.microsoft.com/office/drawing/2014/main" id="{D74C0FED-310B-44BF-8AC2-075D1E94EC6A}"/>
              </a:ext>
            </a:extLst>
          </p:cNvPr>
          <p:cNvSpPr txBox="1"/>
          <p:nvPr/>
        </p:nvSpPr>
        <p:spPr>
          <a:xfrm>
            <a:off x="561743" y="4251052"/>
            <a:ext cx="3400657" cy="1015663"/>
          </a:xfrm>
          <a:prstGeom prst="rect">
            <a:avLst/>
          </a:prstGeom>
          <a:solidFill>
            <a:schemeClr val="accent1">
              <a:lumMod val="20000"/>
              <a:lumOff val="80000"/>
            </a:schemeClr>
          </a:solidFill>
        </p:spPr>
        <p:txBody>
          <a:bodyPr wrap="square" rtlCol="0">
            <a:spAutoFit/>
          </a:bodyPr>
          <a:lstStyle/>
          <a:p>
            <a:r>
              <a:rPr lang="en-US" altLang="zh-CN" sz="2000" dirty="0">
                <a:solidFill>
                  <a:srgbClr val="00B0F0"/>
                </a:solidFill>
              </a:rPr>
              <a:t>for (int </a:t>
            </a:r>
            <a:r>
              <a:rPr lang="en-US" altLang="zh-CN" sz="2000" dirty="0" err="1">
                <a:solidFill>
                  <a:schemeClr val="tx1">
                    <a:lumMod val="75000"/>
                    <a:lumOff val="25000"/>
                  </a:schemeClr>
                </a:solidFill>
              </a:rPr>
              <a:t>i</a:t>
            </a:r>
            <a:r>
              <a:rPr lang="en-US" altLang="zh-CN" sz="2000" dirty="0">
                <a:solidFill>
                  <a:srgbClr val="00B0F0"/>
                </a:solidFill>
              </a:rPr>
              <a:t> = 0; </a:t>
            </a:r>
            <a:r>
              <a:rPr lang="en-US" altLang="zh-CN" sz="2000" dirty="0" err="1">
                <a:solidFill>
                  <a:schemeClr val="tx1">
                    <a:lumMod val="75000"/>
                    <a:lumOff val="25000"/>
                  </a:schemeClr>
                </a:solidFill>
              </a:rPr>
              <a:t>i</a:t>
            </a:r>
            <a:r>
              <a:rPr lang="en-US" altLang="zh-CN" sz="2000" dirty="0">
                <a:solidFill>
                  <a:schemeClr val="tx1">
                    <a:lumMod val="75000"/>
                    <a:lumOff val="25000"/>
                  </a:schemeClr>
                </a:solidFill>
              </a:rPr>
              <a:t> </a:t>
            </a:r>
            <a:r>
              <a:rPr lang="en-US" altLang="zh-CN" sz="2000" dirty="0">
                <a:solidFill>
                  <a:srgbClr val="00B0F0"/>
                </a:solidFill>
              </a:rPr>
              <a:t>&lt; </a:t>
            </a:r>
            <a:r>
              <a:rPr lang="en-US" altLang="zh-CN" sz="2000" dirty="0">
                <a:solidFill>
                  <a:schemeClr val="accent2"/>
                </a:solidFill>
              </a:rPr>
              <a:t>16</a:t>
            </a:r>
            <a:r>
              <a:rPr lang="en-US" altLang="zh-CN" sz="2000" dirty="0">
                <a:solidFill>
                  <a:srgbClr val="00B0F0"/>
                </a:solidFill>
              </a:rPr>
              <a:t>; </a:t>
            </a:r>
            <a:r>
              <a:rPr lang="en-US" altLang="zh-CN" sz="2000" dirty="0" err="1">
                <a:solidFill>
                  <a:schemeClr val="tx1">
                    <a:lumMod val="75000"/>
                    <a:lumOff val="25000"/>
                  </a:schemeClr>
                </a:solidFill>
              </a:rPr>
              <a:t>i</a:t>
            </a:r>
            <a:r>
              <a:rPr lang="en-US" altLang="zh-CN" sz="2000" dirty="0">
                <a:solidFill>
                  <a:srgbClr val="00B0F0"/>
                </a:solidFill>
              </a:rPr>
              <a:t>++)</a:t>
            </a:r>
          </a:p>
          <a:p>
            <a:r>
              <a:rPr lang="en-US" altLang="zh-CN" sz="2000" dirty="0">
                <a:solidFill>
                  <a:srgbClr val="00B0F0"/>
                </a:solidFill>
              </a:rPr>
              <a:t>    for (int </a:t>
            </a:r>
            <a:r>
              <a:rPr lang="en-US" altLang="zh-CN" sz="2000" dirty="0">
                <a:solidFill>
                  <a:schemeClr val="tx1">
                    <a:lumMod val="75000"/>
                    <a:lumOff val="25000"/>
                  </a:schemeClr>
                </a:solidFill>
              </a:rPr>
              <a:t>j</a:t>
            </a:r>
            <a:r>
              <a:rPr lang="en-US" altLang="zh-CN" sz="2000" dirty="0">
                <a:solidFill>
                  <a:srgbClr val="00B0F0"/>
                </a:solidFill>
              </a:rPr>
              <a:t> = 0; </a:t>
            </a:r>
            <a:r>
              <a:rPr lang="en-US" altLang="zh-CN" sz="2000" dirty="0">
                <a:solidFill>
                  <a:schemeClr val="tx1">
                    <a:lumMod val="75000"/>
                    <a:lumOff val="25000"/>
                  </a:schemeClr>
                </a:solidFill>
              </a:rPr>
              <a:t>j</a:t>
            </a:r>
            <a:r>
              <a:rPr lang="en-US" altLang="zh-CN" sz="2000" dirty="0"/>
              <a:t> </a:t>
            </a:r>
            <a:r>
              <a:rPr lang="en-US" altLang="zh-CN" sz="2000" dirty="0">
                <a:solidFill>
                  <a:srgbClr val="00B0F0"/>
                </a:solidFill>
              </a:rPr>
              <a:t>&lt; </a:t>
            </a:r>
            <a:r>
              <a:rPr lang="en-US" altLang="zh-CN" sz="2000" dirty="0">
                <a:solidFill>
                  <a:schemeClr val="accent2"/>
                </a:solidFill>
              </a:rPr>
              <a:t>16</a:t>
            </a:r>
            <a:r>
              <a:rPr lang="en-US" altLang="zh-CN" sz="2000" dirty="0">
                <a:solidFill>
                  <a:srgbClr val="00B0F0"/>
                </a:solidFill>
              </a:rPr>
              <a:t>; </a:t>
            </a:r>
            <a:r>
              <a:rPr lang="en-US" altLang="zh-CN" sz="2000" dirty="0" err="1">
                <a:solidFill>
                  <a:schemeClr val="tx1">
                    <a:lumMod val="75000"/>
                    <a:lumOff val="25000"/>
                  </a:schemeClr>
                </a:solidFill>
              </a:rPr>
              <a:t>j</a:t>
            </a:r>
            <a:r>
              <a:rPr lang="en-US" altLang="zh-CN" sz="2000" dirty="0" err="1">
                <a:solidFill>
                  <a:srgbClr val="00B0F0"/>
                </a:solidFill>
              </a:rPr>
              <a:t>++</a:t>
            </a:r>
            <a:r>
              <a:rPr lang="en-US" altLang="zh-CN" sz="2000" dirty="0">
                <a:solidFill>
                  <a:srgbClr val="00B0F0"/>
                </a:solidFill>
              </a:rPr>
              <a:t>)</a:t>
            </a:r>
          </a:p>
          <a:p>
            <a:r>
              <a:rPr lang="en-US" altLang="zh-CN" sz="2000" dirty="0">
                <a:solidFill>
                  <a:schemeClr val="tx1">
                    <a:lumMod val="75000"/>
                    <a:lumOff val="25000"/>
                  </a:schemeClr>
                </a:solidFill>
              </a:rPr>
              <a:t>       C</a:t>
            </a:r>
            <a:r>
              <a:rPr lang="en-US" altLang="zh-CN" sz="2000" dirty="0">
                <a:solidFill>
                  <a:srgbClr val="00B0F0"/>
                </a:solidFill>
              </a:rPr>
              <a:t>[</a:t>
            </a:r>
            <a:r>
              <a:rPr lang="en-US" altLang="zh-CN" sz="2000" dirty="0" err="1">
                <a:solidFill>
                  <a:schemeClr val="tx1">
                    <a:lumMod val="75000"/>
                    <a:lumOff val="25000"/>
                  </a:schemeClr>
                </a:solidFill>
              </a:rPr>
              <a:t>i</a:t>
            </a:r>
            <a:r>
              <a:rPr lang="en-US" altLang="zh-CN" sz="2000" dirty="0">
                <a:solidFill>
                  <a:srgbClr val="00B0F0"/>
                </a:solidFill>
              </a:rPr>
              <a:t>][</a:t>
            </a:r>
            <a:r>
              <a:rPr lang="en-US" altLang="zh-CN" sz="2000" dirty="0">
                <a:solidFill>
                  <a:schemeClr val="tx1">
                    <a:lumMod val="75000"/>
                    <a:lumOff val="25000"/>
                  </a:schemeClr>
                </a:solidFill>
              </a:rPr>
              <a:t>j</a:t>
            </a:r>
            <a:r>
              <a:rPr lang="en-US" altLang="zh-CN" sz="2000" dirty="0">
                <a:solidFill>
                  <a:srgbClr val="00B0F0"/>
                </a:solidFill>
              </a:rPr>
              <a:t>] = </a:t>
            </a:r>
            <a:r>
              <a:rPr lang="en-US" altLang="zh-CN" sz="2000" dirty="0">
                <a:solidFill>
                  <a:schemeClr val="tx1">
                    <a:lumMod val="75000"/>
                    <a:lumOff val="25000"/>
                  </a:schemeClr>
                </a:solidFill>
              </a:rPr>
              <a:t>A</a:t>
            </a:r>
            <a:r>
              <a:rPr lang="en-US" altLang="zh-CN" sz="2000" dirty="0">
                <a:solidFill>
                  <a:srgbClr val="00B0F0"/>
                </a:solidFill>
              </a:rPr>
              <a:t>[</a:t>
            </a:r>
            <a:r>
              <a:rPr lang="en-US" altLang="zh-CN" sz="2000" dirty="0" err="1">
                <a:solidFill>
                  <a:schemeClr val="tx1">
                    <a:lumMod val="75000"/>
                    <a:lumOff val="25000"/>
                  </a:schemeClr>
                </a:solidFill>
              </a:rPr>
              <a:t>i</a:t>
            </a:r>
            <a:r>
              <a:rPr lang="en-US" altLang="zh-CN" sz="2000" dirty="0">
                <a:solidFill>
                  <a:srgbClr val="00B0F0"/>
                </a:solidFill>
              </a:rPr>
              <a:t>][</a:t>
            </a:r>
            <a:r>
              <a:rPr lang="en-US" altLang="zh-CN" sz="2000" dirty="0"/>
              <a:t>:</a:t>
            </a:r>
            <a:r>
              <a:rPr lang="en-US" altLang="zh-CN" sz="2000" dirty="0">
                <a:solidFill>
                  <a:srgbClr val="00B0F0"/>
                </a:solidFill>
              </a:rPr>
              <a:t>] * </a:t>
            </a:r>
            <a:r>
              <a:rPr lang="en-US" altLang="zh-CN" sz="2000" dirty="0">
                <a:solidFill>
                  <a:schemeClr val="tx1">
                    <a:lumMod val="75000"/>
                    <a:lumOff val="25000"/>
                  </a:schemeClr>
                </a:solidFill>
              </a:rPr>
              <a:t>B</a:t>
            </a:r>
            <a:r>
              <a:rPr lang="en-US" altLang="zh-CN" sz="2000" dirty="0">
                <a:solidFill>
                  <a:srgbClr val="00B0F0"/>
                </a:solidFill>
              </a:rPr>
              <a:t>[</a:t>
            </a:r>
            <a:r>
              <a:rPr lang="en-US" altLang="zh-CN" sz="2000" dirty="0"/>
              <a:t>:</a:t>
            </a:r>
            <a:r>
              <a:rPr lang="en-US" altLang="zh-CN" sz="2000" dirty="0">
                <a:solidFill>
                  <a:srgbClr val="00B0F0"/>
                </a:solidFill>
              </a:rPr>
              <a:t>][</a:t>
            </a:r>
            <a:r>
              <a:rPr lang="en-US" altLang="zh-CN" sz="2000" dirty="0">
                <a:solidFill>
                  <a:schemeClr val="tx1">
                    <a:lumMod val="75000"/>
                    <a:lumOff val="25000"/>
                  </a:schemeClr>
                </a:solidFill>
              </a:rPr>
              <a:t>j</a:t>
            </a:r>
            <a:r>
              <a:rPr lang="en-US" altLang="zh-CN" sz="2000" dirty="0">
                <a:solidFill>
                  <a:srgbClr val="00B0F0"/>
                </a:solidFill>
              </a:rPr>
              <a:t>]</a:t>
            </a:r>
            <a:endParaRPr lang="zh-CN" altLang="en-US" sz="2000" dirty="0">
              <a:solidFill>
                <a:srgbClr val="00B0F0"/>
              </a:solidFill>
            </a:endParaRPr>
          </a:p>
        </p:txBody>
      </p:sp>
      <p:sp>
        <p:nvSpPr>
          <p:cNvPr id="7" name="TextBox 107">
            <a:extLst>
              <a:ext uri="{FF2B5EF4-FFF2-40B4-BE49-F238E27FC236}">
                <a16:creationId xmlns:a16="http://schemas.microsoft.com/office/drawing/2014/main" id="{3BB93DD9-350B-4CF0-84DE-EED19A2568E9}"/>
              </a:ext>
            </a:extLst>
          </p:cNvPr>
          <p:cNvSpPr txBox="1"/>
          <p:nvPr/>
        </p:nvSpPr>
        <p:spPr>
          <a:xfrm>
            <a:off x="485543" y="5889787"/>
            <a:ext cx="3476857" cy="400110"/>
          </a:xfrm>
          <a:prstGeom prst="rect">
            <a:avLst/>
          </a:prstGeom>
          <a:solidFill>
            <a:schemeClr val="accent1">
              <a:lumMod val="20000"/>
              <a:lumOff val="80000"/>
            </a:schemeClr>
          </a:solidFill>
        </p:spPr>
        <p:txBody>
          <a:bodyPr wrap="square" rtlCol="0">
            <a:spAutoFit/>
          </a:bodyPr>
          <a:lstStyle/>
          <a:p>
            <a:r>
              <a:rPr lang="en-US" altLang="zh-CN" sz="2000" dirty="0">
                <a:solidFill>
                  <a:schemeClr val="tx1">
                    <a:lumMod val="75000"/>
                    <a:lumOff val="25000"/>
                  </a:schemeClr>
                </a:solidFill>
              </a:rPr>
              <a:t>C</a:t>
            </a:r>
            <a:r>
              <a:rPr lang="en-US" altLang="zh-CN" sz="2000" dirty="0">
                <a:solidFill>
                  <a:srgbClr val="00B0F0"/>
                </a:solidFill>
              </a:rPr>
              <a:t>[</a:t>
            </a:r>
            <a:r>
              <a:rPr lang="en-US" altLang="zh-CN" sz="2000" dirty="0"/>
              <a:t>:</a:t>
            </a:r>
            <a:r>
              <a:rPr lang="en-US" altLang="zh-CN" sz="2000" dirty="0">
                <a:solidFill>
                  <a:srgbClr val="00B0F0"/>
                </a:solidFill>
              </a:rPr>
              <a:t>][</a:t>
            </a:r>
            <a:r>
              <a:rPr lang="en-US" altLang="zh-CN" sz="2000" dirty="0"/>
              <a:t>:</a:t>
            </a:r>
            <a:r>
              <a:rPr lang="en-US" altLang="zh-CN" sz="2000" dirty="0">
                <a:solidFill>
                  <a:srgbClr val="00B0F0"/>
                </a:solidFill>
              </a:rPr>
              <a:t>] = </a:t>
            </a:r>
            <a:r>
              <a:rPr lang="en-US" altLang="zh-CN" sz="2000" dirty="0">
                <a:solidFill>
                  <a:schemeClr val="tx1">
                    <a:lumMod val="75000"/>
                    <a:lumOff val="25000"/>
                  </a:schemeClr>
                </a:solidFill>
              </a:rPr>
              <a:t>A</a:t>
            </a:r>
            <a:r>
              <a:rPr lang="en-US" altLang="zh-CN" sz="2000" dirty="0">
                <a:solidFill>
                  <a:srgbClr val="00B0F0"/>
                </a:solidFill>
              </a:rPr>
              <a:t>[</a:t>
            </a:r>
            <a:r>
              <a:rPr lang="en-US" altLang="zh-CN" sz="2000" dirty="0"/>
              <a:t>:</a:t>
            </a:r>
            <a:r>
              <a:rPr lang="en-US" altLang="zh-CN" sz="2000" dirty="0">
                <a:solidFill>
                  <a:srgbClr val="00B0F0"/>
                </a:solidFill>
              </a:rPr>
              <a:t>][</a:t>
            </a:r>
            <a:r>
              <a:rPr lang="en-US" altLang="zh-CN" sz="2000" dirty="0"/>
              <a:t>:</a:t>
            </a:r>
            <a:r>
              <a:rPr lang="en-US" altLang="zh-CN" sz="2000" dirty="0">
                <a:solidFill>
                  <a:srgbClr val="00B0F0"/>
                </a:solidFill>
              </a:rPr>
              <a:t>] * </a:t>
            </a:r>
            <a:r>
              <a:rPr lang="en-US" altLang="zh-CN" sz="2000" dirty="0">
                <a:solidFill>
                  <a:schemeClr val="tx1">
                    <a:lumMod val="75000"/>
                    <a:lumOff val="25000"/>
                  </a:schemeClr>
                </a:solidFill>
              </a:rPr>
              <a:t>B</a:t>
            </a:r>
            <a:r>
              <a:rPr lang="en-US" altLang="zh-CN" sz="2000" dirty="0">
                <a:solidFill>
                  <a:srgbClr val="00B0F0"/>
                </a:solidFill>
              </a:rPr>
              <a:t>[</a:t>
            </a:r>
            <a:r>
              <a:rPr lang="en-US" altLang="zh-CN" sz="2000" dirty="0"/>
              <a:t>:</a:t>
            </a:r>
            <a:r>
              <a:rPr lang="en-US" altLang="zh-CN" sz="2000" dirty="0">
                <a:solidFill>
                  <a:srgbClr val="00B0F0"/>
                </a:solidFill>
              </a:rPr>
              <a:t>][</a:t>
            </a:r>
            <a:r>
              <a:rPr lang="en-US" altLang="zh-CN" sz="2000" dirty="0"/>
              <a:t>:</a:t>
            </a:r>
            <a:r>
              <a:rPr lang="en-US" altLang="zh-CN" sz="2000" dirty="0">
                <a:solidFill>
                  <a:srgbClr val="00B0F0"/>
                </a:solidFill>
              </a:rPr>
              <a:t>]</a:t>
            </a:r>
            <a:endParaRPr lang="zh-CN" altLang="en-US" sz="2000" dirty="0">
              <a:solidFill>
                <a:srgbClr val="00B0F0"/>
              </a:solidFill>
            </a:endParaRPr>
          </a:p>
        </p:txBody>
      </p:sp>
      <p:sp>
        <p:nvSpPr>
          <p:cNvPr id="8" name="TextBox 108">
            <a:extLst>
              <a:ext uri="{FF2B5EF4-FFF2-40B4-BE49-F238E27FC236}">
                <a16:creationId xmlns:a16="http://schemas.microsoft.com/office/drawing/2014/main" id="{30ABABED-1E86-46AB-82FF-9435B72F73AB}"/>
              </a:ext>
            </a:extLst>
          </p:cNvPr>
          <p:cNvSpPr txBox="1"/>
          <p:nvPr/>
        </p:nvSpPr>
        <p:spPr>
          <a:xfrm>
            <a:off x="36315" y="3685269"/>
            <a:ext cx="1278287" cy="523220"/>
          </a:xfrm>
          <a:prstGeom prst="rect">
            <a:avLst/>
          </a:prstGeom>
          <a:noFill/>
        </p:spPr>
        <p:txBody>
          <a:bodyPr wrap="square" rtlCol="0">
            <a:spAutoFit/>
          </a:bodyPr>
          <a:lstStyle/>
          <a:p>
            <a:r>
              <a:rPr lang="en-US" altLang="zh-CN" sz="2800" dirty="0">
                <a:latin typeface="DIN Condensed" pitchFamily="2" charset="0"/>
              </a:rPr>
              <a:t>Vector:</a:t>
            </a:r>
            <a:endParaRPr lang="zh-CN" altLang="en-US" sz="2800" dirty="0">
              <a:latin typeface="DIN Condensed" pitchFamily="2" charset="0"/>
            </a:endParaRPr>
          </a:p>
        </p:txBody>
      </p:sp>
      <p:sp>
        <p:nvSpPr>
          <p:cNvPr id="9" name="TextBox 109">
            <a:extLst>
              <a:ext uri="{FF2B5EF4-FFF2-40B4-BE49-F238E27FC236}">
                <a16:creationId xmlns:a16="http://schemas.microsoft.com/office/drawing/2014/main" id="{DC72015B-5150-4A2D-84EB-0590AEEE5E66}"/>
              </a:ext>
            </a:extLst>
          </p:cNvPr>
          <p:cNvSpPr txBox="1"/>
          <p:nvPr/>
        </p:nvSpPr>
        <p:spPr>
          <a:xfrm>
            <a:off x="132012" y="5368154"/>
            <a:ext cx="1278287" cy="523220"/>
          </a:xfrm>
          <a:prstGeom prst="rect">
            <a:avLst/>
          </a:prstGeom>
          <a:noFill/>
        </p:spPr>
        <p:txBody>
          <a:bodyPr wrap="square" rtlCol="0">
            <a:spAutoFit/>
          </a:bodyPr>
          <a:lstStyle/>
          <a:p>
            <a:r>
              <a:rPr lang="en-US" altLang="zh-CN" sz="2800" dirty="0">
                <a:latin typeface="DIN Condensed" pitchFamily="2" charset="0"/>
              </a:rPr>
              <a:t>Matrix:</a:t>
            </a:r>
            <a:endParaRPr lang="zh-CN" altLang="en-US" sz="2800" dirty="0">
              <a:latin typeface="DIN Condensed" pitchFamily="2" charset="0"/>
            </a:endParaRPr>
          </a:p>
        </p:txBody>
      </p:sp>
      <p:sp>
        <p:nvSpPr>
          <p:cNvPr id="10" name="TextBox 111">
            <a:extLst>
              <a:ext uri="{FF2B5EF4-FFF2-40B4-BE49-F238E27FC236}">
                <a16:creationId xmlns:a16="http://schemas.microsoft.com/office/drawing/2014/main" id="{347B9F50-22B2-4B60-B619-9226CA307AB0}"/>
              </a:ext>
            </a:extLst>
          </p:cNvPr>
          <p:cNvSpPr txBox="1"/>
          <p:nvPr/>
        </p:nvSpPr>
        <p:spPr>
          <a:xfrm>
            <a:off x="3962400" y="2595554"/>
            <a:ext cx="4335252" cy="707886"/>
          </a:xfrm>
          <a:prstGeom prst="rect">
            <a:avLst/>
          </a:prstGeom>
          <a:solidFill>
            <a:schemeClr val="bg1"/>
          </a:solidFill>
          <a:ln>
            <a:solidFill>
              <a:schemeClr val="accent4"/>
            </a:solidFill>
          </a:ln>
          <a:effectLst>
            <a:innerShdw blurRad="63500" dist="50800" dir="8100000">
              <a:prstClr val="black">
                <a:alpha val="50000"/>
              </a:prstClr>
            </a:innerShdw>
          </a:effectLst>
        </p:spPr>
        <p:txBody>
          <a:bodyPr wrap="square" rtlCol="0">
            <a:spAutoFit/>
          </a:bodyPr>
          <a:lstStyle/>
          <a:p>
            <a:r>
              <a:rPr lang="zh-CN" altLang="en-US" sz="2000" dirty="0">
                <a:solidFill>
                  <a:schemeClr val="accent2"/>
                </a:solidFill>
              </a:rPr>
              <a:t>周期数</a:t>
            </a:r>
            <a:r>
              <a:rPr lang="zh-CN" altLang="en-US" sz="2000" dirty="0">
                <a:solidFill>
                  <a:srgbClr val="00B0F0"/>
                </a:solidFill>
              </a:rPr>
              <a:t>：</a:t>
            </a:r>
            <a:r>
              <a:rPr lang="en-US" altLang="zh-CN" sz="2000" dirty="0">
                <a:solidFill>
                  <a:srgbClr val="00B0F0"/>
                </a:solidFill>
              </a:rPr>
              <a:t>16</a:t>
            </a:r>
            <a:r>
              <a:rPr lang="zh-CN" altLang="en-US" sz="2000" dirty="0">
                <a:solidFill>
                  <a:srgbClr val="00B0F0"/>
                </a:solidFill>
              </a:rPr>
              <a:t>*</a:t>
            </a:r>
            <a:r>
              <a:rPr lang="en-US" altLang="zh-CN" sz="2000" dirty="0">
                <a:solidFill>
                  <a:srgbClr val="00B0F0"/>
                </a:solidFill>
              </a:rPr>
              <a:t>16</a:t>
            </a:r>
            <a:r>
              <a:rPr lang="zh-CN" altLang="en-US" sz="2000" dirty="0">
                <a:solidFill>
                  <a:srgbClr val="00B0F0"/>
                </a:solidFill>
              </a:rPr>
              <a:t>*</a:t>
            </a:r>
            <a:r>
              <a:rPr lang="en-US" altLang="zh-CN" sz="2000" dirty="0">
                <a:solidFill>
                  <a:srgbClr val="00B0F0"/>
                </a:solidFill>
              </a:rPr>
              <a:t>16 = 4096</a:t>
            </a:r>
          </a:p>
          <a:p>
            <a:r>
              <a:rPr lang="zh-CN" altLang="en-CN" sz="2000" dirty="0">
                <a:solidFill>
                  <a:schemeClr val="accent2"/>
                </a:solidFill>
              </a:rPr>
              <a:t>每周期</a:t>
            </a:r>
            <a:r>
              <a:rPr lang="zh-CN" altLang="en-US" sz="2000" dirty="0">
                <a:solidFill>
                  <a:schemeClr val="accent2"/>
                </a:solidFill>
              </a:rPr>
              <a:t>内存访问量</a:t>
            </a:r>
            <a:r>
              <a:rPr lang="en-US" altLang="zh-CN" sz="2000" dirty="0">
                <a:solidFill>
                  <a:srgbClr val="00B0F0"/>
                </a:solidFill>
              </a:rPr>
              <a:t>: 2</a:t>
            </a:r>
            <a:r>
              <a:rPr lang="zh-CN" altLang="en-US" sz="2000" dirty="0">
                <a:solidFill>
                  <a:srgbClr val="00B0F0"/>
                </a:solidFill>
              </a:rPr>
              <a:t> </a:t>
            </a:r>
            <a:r>
              <a:rPr lang="en-US" altLang="zh-CN" sz="2000" dirty="0">
                <a:solidFill>
                  <a:srgbClr val="00B0F0"/>
                </a:solidFill>
              </a:rPr>
              <a:t>(</a:t>
            </a:r>
            <a:r>
              <a:rPr lang="en-US" altLang="zh-CN" sz="2000" dirty="0" err="1">
                <a:solidFill>
                  <a:srgbClr val="00B0F0"/>
                </a:solidFill>
              </a:rPr>
              <a:t>rd</a:t>
            </a:r>
            <a:r>
              <a:rPr lang="en-US" altLang="zh-CN" sz="2000" dirty="0">
                <a:solidFill>
                  <a:srgbClr val="00B0F0"/>
                </a:solidFill>
              </a:rPr>
              <a:t>), 1/16 (</a:t>
            </a:r>
            <a:r>
              <a:rPr lang="en-US" altLang="zh-CN" sz="2000" dirty="0" err="1">
                <a:solidFill>
                  <a:srgbClr val="00B0F0"/>
                </a:solidFill>
              </a:rPr>
              <a:t>wr</a:t>
            </a:r>
            <a:r>
              <a:rPr lang="en-US" altLang="zh-CN" sz="2000" dirty="0">
                <a:solidFill>
                  <a:srgbClr val="00B0F0"/>
                </a:solidFill>
              </a:rPr>
              <a:t>)</a:t>
            </a:r>
            <a:endParaRPr lang="zh-CN" altLang="en-US" sz="2000" dirty="0">
              <a:solidFill>
                <a:srgbClr val="00B0F0"/>
              </a:solidFill>
            </a:endParaRPr>
          </a:p>
        </p:txBody>
      </p:sp>
      <p:sp>
        <p:nvSpPr>
          <p:cNvPr id="11" name="TextBox 112">
            <a:extLst>
              <a:ext uri="{FF2B5EF4-FFF2-40B4-BE49-F238E27FC236}">
                <a16:creationId xmlns:a16="http://schemas.microsoft.com/office/drawing/2014/main" id="{44F8CE75-6490-45B9-910A-144BCD8A26B0}"/>
              </a:ext>
            </a:extLst>
          </p:cNvPr>
          <p:cNvSpPr txBox="1"/>
          <p:nvPr/>
        </p:nvSpPr>
        <p:spPr>
          <a:xfrm>
            <a:off x="3963545" y="4372838"/>
            <a:ext cx="4335252" cy="707886"/>
          </a:xfrm>
          <a:prstGeom prst="rect">
            <a:avLst/>
          </a:prstGeom>
          <a:solidFill>
            <a:schemeClr val="bg1"/>
          </a:solidFill>
          <a:ln>
            <a:solidFill>
              <a:schemeClr val="accent4"/>
            </a:solidFill>
          </a:ln>
          <a:effectLst>
            <a:innerShdw blurRad="63500" dist="50800" dir="8100000">
              <a:prstClr val="black">
                <a:alpha val="50000"/>
              </a:prstClr>
            </a:innerShdw>
          </a:effectLst>
        </p:spPr>
        <p:txBody>
          <a:bodyPr wrap="square" rtlCol="0">
            <a:spAutoFit/>
          </a:bodyPr>
          <a:lstStyle>
            <a:defPPr>
              <a:defRPr lang="en-US"/>
            </a:defPPr>
            <a:lvl1pPr>
              <a:defRPr sz="2200">
                <a:solidFill>
                  <a:schemeClr val="accent2"/>
                </a:solidFill>
              </a:defRPr>
            </a:lvl1pPr>
          </a:lstStyle>
          <a:p>
            <a:r>
              <a:rPr lang="zh-CN" altLang="en-US" sz="2000" dirty="0"/>
              <a:t>周期数：</a:t>
            </a:r>
            <a:r>
              <a:rPr lang="en-US" altLang="zh-CN" sz="2000" dirty="0">
                <a:solidFill>
                  <a:srgbClr val="00B0F0"/>
                </a:solidFill>
              </a:rPr>
              <a:t>16</a:t>
            </a:r>
            <a:r>
              <a:rPr lang="zh-CN" altLang="en-US" sz="2000" dirty="0">
                <a:solidFill>
                  <a:srgbClr val="00B0F0"/>
                </a:solidFill>
              </a:rPr>
              <a:t>*</a:t>
            </a:r>
            <a:r>
              <a:rPr lang="en-US" altLang="zh-CN" sz="2000" dirty="0">
                <a:solidFill>
                  <a:srgbClr val="00B0F0"/>
                </a:solidFill>
              </a:rPr>
              <a:t>16 = 256</a:t>
            </a:r>
          </a:p>
          <a:p>
            <a:r>
              <a:rPr lang="zh-CN" altLang="en-CN" sz="2000" dirty="0"/>
              <a:t>每周期</a:t>
            </a:r>
            <a:r>
              <a:rPr lang="zh-CN" altLang="en-US" sz="2000" dirty="0"/>
              <a:t>内存访问量</a:t>
            </a:r>
            <a:r>
              <a:rPr lang="en-US" altLang="zh-CN" sz="2000" dirty="0"/>
              <a:t>: </a:t>
            </a:r>
            <a:r>
              <a:rPr lang="en-US" altLang="zh-CN" sz="2000" dirty="0">
                <a:solidFill>
                  <a:srgbClr val="00B0F0"/>
                </a:solidFill>
              </a:rPr>
              <a:t>2*16</a:t>
            </a:r>
            <a:r>
              <a:rPr lang="zh-CN" altLang="en-US" sz="2000" dirty="0">
                <a:solidFill>
                  <a:srgbClr val="00B0F0"/>
                </a:solidFill>
              </a:rPr>
              <a:t> </a:t>
            </a:r>
            <a:r>
              <a:rPr lang="en-US" altLang="zh-CN" sz="2000" dirty="0">
                <a:solidFill>
                  <a:srgbClr val="00B0F0"/>
                </a:solidFill>
              </a:rPr>
              <a:t>(</a:t>
            </a:r>
            <a:r>
              <a:rPr lang="en-US" altLang="zh-CN" sz="2000" dirty="0" err="1">
                <a:solidFill>
                  <a:srgbClr val="00B0F0"/>
                </a:solidFill>
              </a:rPr>
              <a:t>rd</a:t>
            </a:r>
            <a:r>
              <a:rPr lang="en-US" altLang="zh-CN" sz="2000" dirty="0">
                <a:solidFill>
                  <a:srgbClr val="00B0F0"/>
                </a:solidFill>
              </a:rPr>
              <a:t>), 1 (</a:t>
            </a:r>
            <a:r>
              <a:rPr lang="en-US" altLang="zh-CN" sz="2000" dirty="0" err="1">
                <a:solidFill>
                  <a:srgbClr val="00B0F0"/>
                </a:solidFill>
              </a:rPr>
              <a:t>wr</a:t>
            </a:r>
            <a:r>
              <a:rPr lang="en-US" altLang="zh-CN" sz="2000" dirty="0">
                <a:solidFill>
                  <a:srgbClr val="00B0F0"/>
                </a:solidFill>
              </a:rPr>
              <a:t>)</a:t>
            </a:r>
            <a:endParaRPr lang="zh-CN" altLang="en-US" sz="2000" dirty="0">
              <a:solidFill>
                <a:srgbClr val="00B0F0"/>
              </a:solidFill>
            </a:endParaRPr>
          </a:p>
        </p:txBody>
      </p:sp>
      <p:sp>
        <p:nvSpPr>
          <p:cNvPr id="12" name="TextBox 113">
            <a:extLst>
              <a:ext uri="{FF2B5EF4-FFF2-40B4-BE49-F238E27FC236}">
                <a16:creationId xmlns:a16="http://schemas.microsoft.com/office/drawing/2014/main" id="{F7A9961C-3B48-4D39-A038-111A93BF2413}"/>
              </a:ext>
            </a:extLst>
          </p:cNvPr>
          <p:cNvSpPr txBox="1"/>
          <p:nvPr/>
        </p:nvSpPr>
        <p:spPr>
          <a:xfrm>
            <a:off x="3963545" y="5675741"/>
            <a:ext cx="5034345" cy="707886"/>
          </a:xfrm>
          <a:prstGeom prst="rect">
            <a:avLst/>
          </a:prstGeom>
          <a:solidFill>
            <a:schemeClr val="bg1"/>
          </a:solidFill>
          <a:ln>
            <a:solidFill>
              <a:schemeClr val="accent4"/>
            </a:solidFill>
          </a:ln>
          <a:effectLst>
            <a:innerShdw blurRad="63500" dist="50800" dir="8100000">
              <a:prstClr val="black">
                <a:alpha val="50000"/>
              </a:prstClr>
            </a:innerShdw>
          </a:effectLst>
        </p:spPr>
        <p:txBody>
          <a:bodyPr wrap="square" rtlCol="0">
            <a:spAutoFit/>
          </a:bodyPr>
          <a:lstStyle>
            <a:defPPr>
              <a:defRPr lang="en-US"/>
            </a:defPPr>
            <a:lvl1pPr>
              <a:defRPr sz="2200">
                <a:solidFill>
                  <a:schemeClr val="accent2"/>
                </a:solidFill>
              </a:defRPr>
            </a:lvl1pPr>
          </a:lstStyle>
          <a:p>
            <a:r>
              <a:rPr lang="zh-CN" altLang="en-US" sz="2000" dirty="0"/>
              <a:t>周期数：</a:t>
            </a:r>
            <a:r>
              <a:rPr lang="en-US" altLang="zh-CN" sz="2000" dirty="0">
                <a:solidFill>
                  <a:srgbClr val="00B0F0"/>
                </a:solidFill>
              </a:rPr>
              <a:t>1</a:t>
            </a:r>
          </a:p>
          <a:p>
            <a:r>
              <a:rPr lang="zh-CN" altLang="en-CN" sz="2000" dirty="0"/>
              <a:t>每周期</a:t>
            </a:r>
            <a:r>
              <a:rPr lang="zh-CN" altLang="en-US" sz="2000" dirty="0"/>
              <a:t>内存访问量</a:t>
            </a:r>
            <a:r>
              <a:rPr lang="en-US" altLang="zh-CN" sz="2000" dirty="0"/>
              <a:t>:</a:t>
            </a:r>
            <a:r>
              <a:rPr lang="en-US" altLang="zh-CN" sz="2000" dirty="0">
                <a:solidFill>
                  <a:srgbClr val="00B0F0"/>
                </a:solidFill>
              </a:rPr>
              <a:t> 2*16*16</a:t>
            </a:r>
            <a:r>
              <a:rPr lang="zh-CN" altLang="en-US" sz="2000" dirty="0">
                <a:solidFill>
                  <a:srgbClr val="00B0F0"/>
                </a:solidFill>
              </a:rPr>
              <a:t> </a:t>
            </a:r>
            <a:r>
              <a:rPr lang="en-US" altLang="zh-CN" sz="2000" dirty="0">
                <a:solidFill>
                  <a:srgbClr val="00B0F0"/>
                </a:solidFill>
              </a:rPr>
              <a:t>(</a:t>
            </a:r>
            <a:r>
              <a:rPr lang="en-US" altLang="zh-CN" sz="2000" dirty="0" err="1">
                <a:solidFill>
                  <a:srgbClr val="00B0F0"/>
                </a:solidFill>
              </a:rPr>
              <a:t>rd</a:t>
            </a:r>
            <a:r>
              <a:rPr lang="en-US" altLang="zh-CN" sz="2000" dirty="0">
                <a:solidFill>
                  <a:srgbClr val="00B0F0"/>
                </a:solidFill>
              </a:rPr>
              <a:t>), 16*16 (</a:t>
            </a:r>
            <a:r>
              <a:rPr lang="en-US" altLang="zh-CN" sz="2000" dirty="0" err="1">
                <a:solidFill>
                  <a:srgbClr val="00B0F0"/>
                </a:solidFill>
              </a:rPr>
              <a:t>wr</a:t>
            </a:r>
            <a:r>
              <a:rPr lang="en-US" altLang="zh-CN" sz="2000" dirty="0">
                <a:solidFill>
                  <a:srgbClr val="00B0F0"/>
                </a:solidFill>
              </a:rPr>
              <a:t>)</a:t>
            </a:r>
            <a:endParaRPr lang="zh-CN" altLang="en-US" sz="2000" dirty="0">
              <a:solidFill>
                <a:srgbClr val="00B0F0"/>
              </a:solidFill>
            </a:endParaRPr>
          </a:p>
        </p:txBody>
      </p:sp>
      <p:sp>
        <p:nvSpPr>
          <p:cNvPr id="13" name="Down Arrow 114">
            <a:extLst>
              <a:ext uri="{FF2B5EF4-FFF2-40B4-BE49-F238E27FC236}">
                <a16:creationId xmlns:a16="http://schemas.microsoft.com/office/drawing/2014/main" id="{01AF73FC-989E-457A-9E87-8BB3F47152CA}"/>
              </a:ext>
            </a:extLst>
          </p:cNvPr>
          <p:cNvSpPr/>
          <p:nvPr/>
        </p:nvSpPr>
        <p:spPr bwMode="auto">
          <a:xfrm>
            <a:off x="8350048" y="2928931"/>
            <a:ext cx="242047" cy="2312895"/>
          </a:xfrm>
          <a:prstGeom prst="downArrow">
            <a:avLst/>
          </a:prstGeom>
          <a:ln w="25400">
            <a:headEnd/>
            <a:tailEnd type="stealth" w="med" len="med"/>
          </a:ln>
        </p:spPr>
        <p:style>
          <a:lnRef idx="2">
            <a:schemeClr val="accent4"/>
          </a:lnRef>
          <a:fillRef idx="1">
            <a:schemeClr val="lt1"/>
          </a:fillRef>
          <a:effectRef idx="0">
            <a:schemeClr val="accent4"/>
          </a:effectRef>
          <a:fontRef idx="minor">
            <a:schemeClr val="dk1"/>
          </a:fontRef>
        </p:style>
        <p:txBody>
          <a:bodyPr lIns="73025" tIns="36512" rIns="73025" bIns="36512" rtlCol="0" anchor="ctr"/>
          <a:lstStyle/>
          <a:p>
            <a:pPr algn="ctr" fontAlgn="auto">
              <a:spcBef>
                <a:spcPts val="0"/>
              </a:spcBef>
              <a:spcAft>
                <a:spcPts val="0"/>
              </a:spcAft>
            </a:pPr>
            <a:endParaRPr lang="zh-CN" altLang="en-US" sz="1600" b="0" i="0" kern="0">
              <a:solidFill>
                <a:sysClr val="windowText" lastClr="000000"/>
              </a:solidFill>
              <a:ea typeface="华文细黑" panose="02010600040101010101" pitchFamily="2" charset="-122"/>
            </a:endParaRPr>
          </a:p>
        </p:txBody>
      </p:sp>
      <p:sp>
        <p:nvSpPr>
          <p:cNvPr id="14" name="TextBox 115">
            <a:extLst>
              <a:ext uri="{FF2B5EF4-FFF2-40B4-BE49-F238E27FC236}">
                <a16:creationId xmlns:a16="http://schemas.microsoft.com/office/drawing/2014/main" id="{D7E68A21-9922-4DAD-BB73-F630E52860A4}"/>
              </a:ext>
            </a:extLst>
          </p:cNvPr>
          <p:cNvSpPr txBox="1"/>
          <p:nvPr/>
        </p:nvSpPr>
        <p:spPr>
          <a:xfrm>
            <a:off x="7013279" y="3485214"/>
            <a:ext cx="1772979" cy="400110"/>
          </a:xfrm>
          <a:prstGeom prst="rect">
            <a:avLst/>
          </a:prstGeom>
          <a:noFill/>
        </p:spPr>
        <p:txBody>
          <a:bodyPr wrap="square" rtlCol="0">
            <a:spAutoFit/>
          </a:bodyPr>
          <a:lstStyle/>
          <a:p>
            <a:r>
              <a:rPr lang="zh-CN" altLang="en-US" sz="2000" b="1" dirty="0">
                <a:solidFill>
                  <a:srgbClr val="C00000"/>
                </a:solidFill>
              </a:rPr>
              <a:t>算力密度高</a:t>
            </a:r>
          </a:p>
        </p:txBody>
      </p:sp>
      <p:sp>
        <p:nvSpPr>
          <p:cNvPr id="15" name="Down Arrow 116">
            <a:extLst>
              <a:ext uri="{FF2B5EF4-FFF2-40B4-BE49-F238E27FC236}">
                <a16:creationId xmlns:a16="http://schemas.microsoft.com/office/drawing/2014/main" id="{A8A0339C-58E1-4E34-B081-6A04CB4E118B}"/>
              </a:ext>
            </a:extLst>
          </p:cNvPr>
          <p:cNvSpPr/>
          <p:nvPr/>
        </p:nvSpPr>
        <p:spPr bwMode="auto">
          <a:xfrm rot="10800000">
            <a:off x="8752227" y="3316869"/>
            <a:ext cx="242047" cy="2312895"/>
          </a:xfrm>
          <a:prstGeom prst="downArrow">
            <a:avLst/>
          </a:prstGeom>
          <a:ln w="25400">
            <a:headEnd/>
            <a:tailEnd type="stealth" w="med" len="med"/>
          </a:ln>
        </p:spPr>
        <p:style>
          <a:lnRef idx="2">
            <a:schemeClr val="accent4"/>
          </a:lnRef>
          <a:fillRef idx="1">
            <a:schemeClr val="lt1"/>
          </a:fillRef>
          <a:effectRef idx="0">
            <a:schemeClr val="accent4"/>
          </a:effectRef>
          <a:fontRef idx="minor">
            <a:schemeClr val="dk1"/>
          </a:fontRef>
        </p:style>
        <p:txBody>
          <a:bodyPr lIns="73025" tIns="36512" rIns="73025" bIns="36512" rtlCol="0" anchor="ctr"/>
          <a:lstStyle/>
          <a:p>
            <a:pPr algn="ctr" fontAlgn="auto">
              <a:spcBef>
                <a:spcPts val="0"/>
              </a:spcBef>
              <a:spcAft>
                <a:spcPts val="0"/>
              </a:spcAft>
            </a:pPr>
            <a:endParaRPr lang="zh-CN" altLang="en-US" sz="1600" b="0" i="0" kern="0">
              <a:solidFill>
                <a:sysClr val="windowText" lastClr="000000"/>
              </a:solidFill>
              <a:ea typeface="华文细黑" panose="02010600040101010101" pitchFamily="2" charset="-122"/>
            </a:endParaRPr>
          </a:p>
        </p:txBody>
      </p:sp>
      <p:sp>
        <p:nvSpPr>
          <p:cNvPr id="16" name="TextBox 117">
            <a:extLst>
              <a:ext uri="{FF2B5EF4-FFF2-40B4-BE49-F238E27FC236}">
                <a16:creationId xmlns:a16="http://schemas.microsoft.com/office/drawing/2014/main" id="{9CFF74CF-B29B-4AD6-BB5D-1F7465A34445}"/>
              </a:ext>
            </a:extLst>
          </p:cNvPr>
          <p:cNvSpPr txBox="1"/>
          <p:nvPr/>
        </p:nvSpPr>
        <p:spPr>
          <a:xfrm>
            <a:off x="8196819" y="5265886"/>
            <a:ext cx="857164" cy="400110"/>
          </a:xfrm>
          <a:prstGeom prst="rect">
            <a:avLst/>
          </a:prstGeom>
          <a:noFill/>
        </p:spPr>
        <p:txBody>
          <a:bodyPr wrap="square" rtlCol="0">
            <a:spAutoFit/>
          </a:bodyPr>
          <a:lstStyle/>
          <a:p>
            <a:r>
              <a:rPr lang="zh-CN" altLang="en-US" sz="2000" b="1" dirty="0">
                <a:solidFill>
                  <a:srgbClr val="C00000"/>
                </a:solidFill>
              </a:rPr>
              <a:t>灵活</a:t>
            </a:r>
          </a:p>
        </p:txBody>
      </p:sp>
      <p:grpSp>
        <p:nvGrpSpPr>
          <p:cNvPr id="17" name="Group 105">
            <a:extLst>
              <a:ext uri="{FF2B5EF4-FFF2-40B4-BE49-F238E27FC236}">
                <a16:creationId xmlns:a16="http://schemas.microsoft.com/office/drawing/2014/main" id="{EF32921C-FF29-43D9-8DEF-536D28ACDADA}"/>
              </a:ext>
            </a:extLst>
          </p:cNvPr>
          <p:cNvGrpSpPr/>
          <p:nvPr/>
        </p:nvGrpSpPr>
        <p:grpSpPr>
          <a:xfrm>
            <a:off x="3454595" y="848781"/>
            <a:ext cx="5762448" cy="1165599"/>
            <a:chOff x="279619" y="1315968"/>
            <a:chExt cx="6073490" cy="1330184"/>
          </a:xfrm>
        </p:grpSpPr>
        <p:sp>
          <p:nvSpPr>
            <p:cNvPr id="18" name="Rectangle 34">
              <a:extLst>
                <a:ext uri="{FF2B5EF4-FFF2-40B4-BE49-F238E27FC236}">
                  <a16:creationId xmlns:a16="http://schemas.microsoft.com/office/drawing/2014/main" id="{224CA886-B8EB-4C91-A480-356E503EE5AF}"/>
                </a:ext>
              </a:extLst>
            </p:cNvPr>
            <p:cNvSpPr/>
            <p:nvPr/>
          </p:nvSpPr>
          <p:spPr>
            <a:xfrm>
              <a:off x="723014" y="1646691"/>
              <a:ext cx="1212112" cy="999461"/>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N" sz="4000" dirty="0">
                  <a:solidFill>
                    <a:srgbClr val="44546A"/>
                  </a:solidFill>
                </a:rPr>
                <a:t>A</a:t>
              </a:r>
            </a:p>
          </p:txBody>
        </p:sp>
        <p:sp>
          <p:nvSpPr>
            <p:cNvPr id="19" name="TextBox 91">
              <a:extLst>
                <a:ext uri="{FF2B5EF4-FFF2-40B4-BE49-F238E27FC236}">
                  <a16:creationId xmlns:a16="http://schemas.microsoft.com/office/drawing/2014/main" id="{1EFE15AB-E0A9-49C4-805B-95F3E9C11BDA}"/>
                </a:ext>
              </a:extLst>
            </p:cNvPr>
            <p:cNvSpPr txBox="1"/>
            <p:nvPr/>
          </p:nvSpPr>
          <p:spPr>
            <a:xfrm>
              <a:off x="279619" y="2017101"/>
              <a:ext cx="474272" cy="369332"/>
            </a:xfrm>
            <a:prstGeom prst="rect">
              <a:avLst/>
            </a:prstGeom>
            <a:noFill/>
          </p:spPr>
          <p:txBody>
            <a:bodyPr wrap="square" rtlCol="0">
              <a:spAutoFit/>
            </a:bodyPr>
            <a:lstStyle/>
            <a:p>
              <a:r>
                <a:rPr lang="en-US" altLang="zh-CN" dirty="0">
                  <a:solidFill>
                    <a:schemeClr val="tx2"/>
                  </a:solidFill>
                </a:rPr>
                <a:t>16</a:t>
              </a:r>
              <a:endParaRPr lang="zh-CN" altLang="en-US" dirty="0">
                <a:solidFill>
                  <a:schemeClr val="tx2"/>
                </a:solidFill>
              </a:endParaRPr>
            </a:p>
          </p:txBody>
        </p:sp>
        <p:sp>
          <p:nvSpPr>
            <p:cNvPr id="20" name="TextBox 92">
              <a:extLst>
                <a:ext uri="{FF2B5EF4-FFF2-40B4-BE49-F238E27FC236}">
                  <a16:creationId xmlns:a16="http://schemas.microsoft.com/office/drawing/2014/main" id="{CE66EB86-04EF-47DB-A39A-D1946B1286EA}"/>
                </a:ext>
              </a:extLst>
            </p:cNvPr>
            <p:cNvSpPr txBox="1"/>
            <p:nvPr/>
          </p:nvSpPr>
          <p:spPr>
            <a:xfrm>
              <a:off x="1091934" y="1329315"/>
              <a:ext cx="474272" cy="369332"/>
            </a:xfrm>
            <a:prstGeom prst="rect">
              <a:avLst/>
            </a:prstGeom>
            <a:noFill/>
          </p:spPr>
          <p:txBody>
            <a:bodyPr wrap="square" rtlCol="0">
              <a:spAutoFit/>
            </a:bodyPr>
            <a:lstStyle/>
            <a:p>
              <a:r>
                <a:rPr lang="en-US" altLang="zh-CN" dirty="0">
                  <a:solidFill>
                    <a:schemeClr val="tx2"/>
                  </a:solidFill>
                </a:rPr>
                <a:t>16</a:t>
              </a:r>
              <a:endParaRPr lang="zh-CN" altLang="en-US" dirty="0">
                <a:solidFill>
                  <a:schemeClr val="tx2"/>
                </a:solidFill>
              </a:endParaRPr>
            </a:p>
          </p:txBody>
        </p:sp>
        <p:sp>
          <p:nvSpPr>
            <p:cNvPr id="21" name="Rectangle 93">
              <a:extLst>
                <a:ext uri="{FF2B5EF4-FFF2-40B4-BE49-F238E27FC236}">
                  <a16:creationId xmlns:a16="http://schemas.microsoft.com/office/drawing/2014/main" id="{91C6D738-9013-47E3-AA79-58B3B1BEE810}"/>
                </a:ext>
              </a:extLst>
            </p:cNvPr>
            <p:cNvSpPr/>
            <p:nvPr/>
          </p:nvSpPr>
          <p:spPr>
            <a:xfrm>
              <a:off x="2697387" y="1646691"/>
              <a:ext cx="1212112" cy="999461"/>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N" sz="4000" dirty="0">
                  <a:solidFill>
                    <a:srgbClr val="44546A"/>
                  </a:solidFill>
                </a:rPr>
                <a:t>B</a:t>
              </a:r>
              <a:endParaRPr lang="en-CN" dirty="0"/>
            </a:p>
          </p:txBody>
        </p:sp>
        <p:sp>
          <p:nvSpPr>
            <p:cNvPr id="22" name="TextBox 95">
              <a:extLst>
                <a:ext uri="{FF2B5EF4-FFF2-40B4-BE49-F238E27FC236}">
                  <a16:creationId xmlns:a16="http://schemas.microsoft.com/office/drawing/2014/main" id="{B33DD710-6054-4F2A-A4D9-4D4D17709716}"/>
                </a:ext>
              </a:extLst>
            </p:cNvPr>
            <p:cNvSpPr txBox="1"/>
            <p:nvPr/>
          </p:nvSpPr>
          <p:spPr>
            <a:xfrm>
              <a:off x="3066307" y="1329315"/>
              <a:ext cx="474272" cy="369332"/>
            </a:xfrm>
            <a:prstGeom prst="rect">
              <a:avLst/>
            </a:prstGeom>
            <a:noFill/>
          </p:spPr>
          <p:txBody>
            <a:bodyPr wrap="square" rtlCol="0">
              <a:spAutoFit/>
            </a:bodyPr>
            <a:lstStyle/>
            <a:p>
              <a:r>
                <a:rPr lang="en-US" altLang="zh-CN" dirty="0">
                  <a:solidFill>
                    <a:schemeClr val="tx2"/>
                  </a:solidFill>
                </a:rPr>
                <a:t>16</a:t>
              </a:r>
              <a:endParaRPr lang="zh-CN" altLang="en-US" dirty="0">
                <a:solidFill>
                  <a:schemeClr val="tx2"/>
                </a:solidFill>
              </a:endParaRPr>
            </a:p>
          </p:txBody>
        </p:sp>
        <p:sp>
          <p:nvSpPr>
            <p:cNvPr id="23" name="TextBox 96">
              <a:extLst>
                <a:ext uri="{FF2B5EF4-FFF2-40B4-BE49-F238E27FC236}">
                  <a16:creationId xmlns:a16="http://schemas.microsoft.com/office/drawing/2014/main" id="{70BBF42B-B07A-45C5-AB56-410029A3C25B}"/>
                </a:ext>
              </a:extLst>
            </p:cNvPr>
            <p:cNvSpPr txBox="1"/>
            <p:nvPr/>
          </p:nvSpPr>
          <p:spPr>
            <a:xfrm>
              <a:off x="2141385" y="1823710"/>
              <a:ext cx="474272" cy="584775"/>
            </a:xfrm>
            <a:prstGeom prst="rect">
              <a:avLst/>
            </a:prstGeom>
            <a:noFill/>
          </p:spPr>
          <p:txBody>
            <a:bodyPr wrap="square" rtlCol="0">
              <a:spAutoFit/>
            </a:bodyPr>
            <a:lstStyle/>
            <a:p>
              <a:r>
                <a:rPr lang="en-US" altLang="zh-CN" sz="3200" dirty="0">
                  <a:solidFill>
                    <a:schemeClr val="tx2"/>
                  </a:solidFill>
                </a:rPr>
                <a:t>X</a:t>
              </a:r>
              <a:endParaRPr lang="zh-CN" altLang="en-US" sz="3200" dirty="0">
                <a:solidFill>
                  <a:schemeClr val="tx2"/>
                </a:solidFill>
              </a:endParaRPr>
            </a:p>
          </p:txBody>
        </p:sp>
        <p:sp>
          <p:nvSpPr>
            <p:cNvPr id="24" name="Rectangle 97">
              <a:extLst>
                <a:ext uri="{FF2B5EF4-FFF2-40B4-BE49-F238E27FC236}">
                  <a16:creationId xmlns:a16="http://schemas.microsoft.com/office/drawing/2014/main" id="{ECA438DC-A79B-40F4-BDE7-AE7CD65CC8D1}"/>
                </a:ext>
              </a:extLst>
            </p:cNvPr>
            <p:cNvSpPr/>
            <p:nvPr/>
          </p:nvSpPr>
          <p:spPr>
            <a:xfrm>
              <a:off x="4671760" y="1646691"/>
              <a:ext cx="1212112" cy="999461"/>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N" sz="4000" dirty="0">
                  <a:solidFill>
                    <a:srgbClr val="44546A"/>
                  </a:solidFill>
                </a:rPr>
                <a:t>C</a:t>
              </a:r>
              <a:endParaRPr lang="en-CN" dirty="0"/>
            </a:p>
          </p:txBody>
        </p:sp>
        <p:sp>
          <p:nvSpPr>
            <p:cNvPr id="25" name="TextBox 98">
              <a:extLst>
                <a:ext uri="{FF2B5EF4-FFF2-40B4-BE49-F238E27FC236}">
                  <a16:creationId xmlns:a16="http://schemas.microsoft.com/office/drawing/2014/main" id="{69922EB6-C45C-46AA-A20E-C9D32666A7D4}"/>
                </a:ext>
              </a:extLst>
            </p:cNvPr>
            <p:cNvSpPr txBox="1"/>
            <p:nvPr/>
          </p:nvSpPr>
          <p:spPr>
            <a:xfrm>
              <a:off x="4103484" y="1834327"/>
              <a:ext cx="474272" cy="584775"/>
            </a:xfrm>
            <a:prstGeom prst="rect">
              <a:avLst/>
            </a:prstGeom>
            <a:noFill/>
          </p:spPr>
          <p:txBody>
            <a:bodyPr wrap="square" rtlCol="0">
              <a:spAutoFit/>
            </a:bodyPr>
            <a:lstStyle/>
            <a:p>
              <a:r>
                <a:rPr lang="en-US" altLang="zh-CN" sz="3200" dirty="0">
                  <a:solidFill>
                    <a:schemeClr val="tx2"/>
                  </a:solidFill>
                </a:rPr>
                <a:t>=</a:t>
              </a:r>
              <a:endParaRPr lang="zh-CN" altLang="en-US" sz="3200" dirty="0">
                <a:solidFill>
                  <a:schemeClr val="tx2"/>
                </a:solidFill>
              </a:endParaRPr>
            </a:p>
          </p:txBody>
        </p:sp>
        <p:sp>
          <p:nvSpPr>
            <p:cNvPr id="26" name="TextBox 100">
              <a:extLst>
                <a:ext uri="{FF2B5EF4-FFF2-40B4-BE49-F238E27FC236}">
                  <a16:creationId xmlns:a16="http://schemas.microsoft.com/office/drawing/2014/main" id="{B243B48D-BC59-4E5F-9303-37F331F2A099}"/>
                </a:ext>
              </a:extLst>
            </p:cNvPr>
            <p:cNvSpPr txBox="1"/>
            <p:nvPr/>
          </p:nvSpPr>
          <p:spPr>
            <a:xfrm>
              <a:off x="5040680" y="1315968"/>
              <a:ext cx="474272" cy="369332"/>
            </a:xfrm>
            <a:prstGeom prst="rect">
              <a:avLst/>
            </a:prstGeom>
            <a:noFill/>
          </p:spPr>
          <p:txBody>
            <a:bodyPr wrap="square" rtlCol="0">
              <a:spAutoFit/>
            </a:bodyPr>
            <a:lstStyle/>
            <a:p>
              <a:r>
                <a:rPr lang="en-US" altLang="zh-CN" dirty="0">
                  <a:solidFill>
                    <a:schemeClr val="tx2"/>
                  </a:solidFill>
                </a:rPr>
                <a:t>16</a:t>
              </a:r>
              <a:endParaRPr lang="zh-CN" altLang="en-US" dirty="0">
                <a:solidFill>
                  <a:schemeClr val="tx2"/>
                </a:solidFill>
              </a:endParaRPr>
            </a:p>
          </p:txBody>
        </p:sp>
        <p:sp>
          <p:nvSpPr>
            <p:cNvPr id="27" name="TextBox 101">
              <a:extLst>
                <a:ext uri="{FF2B5EF4-FFF2-40B4-BE49-F238E27FC236}">
                  <a16:creationId xmlns:a16="http://schemas.microsoft.com/office/drawing/2014/main" id="{246D7139-4C85-40FA-98CD-D061ABB096EB}"/>
                </a:ext>
              </a:extLst>
            </p:cNvPr>
            <p:cNvSpPr txBox="1"/>
            <p:nvPr/>
          </p:nvSpPr>
          <p:spPr>
            <a:xfrm>
              <a:off x="5878837" y="1961755"/>
              <a:ext cx="474272" cy="369332"/>
            </a:xfrm>
            <a:prstGeom prst="rect">
              <a:avLst/>
            </a:prstGeom>
            <a:noFill/>
          </p:spPr>
          <p:txBody>
            <a:bodyPr wrap="square" rtlCol="0">
              <a:spAutoFit/>
            </a:bodyPr>
            <a:lstStyle/>
            <a:p>
              <a:r>
                <a:rPr lang="en-US" altLang="zh-CN" dirty="0">
                  <a:solidFill>
                    <a:schemeClr val="tx2"/>
                  </a:solidFill>
                </a:rPr>
                <a:t>16</a:t>
              </a:r>
              <a:endParaRPr lang="zh-CN" altLang="en-US" dirty="0">
                <a:solidFill>
                  <a:schemeClr val="tx2"/>
                </a:solidFill>
              </a:endParaRPr>
            </a:p>
          </p:txBody>
        </p:sp>
      </p:grpSp>
      <p:sp>
        <p:nvSpPr>
          <p:cNvPr id="28" name="TextBox 102">
            <a:extLst>
              <a:ext uri="{FF2B5EF4-FFF2-40B4-BE49-F238E27FC236}">
                <a16:creationId xmlns:a16="http://schemas.microsoft.com/office/drawing/2014/main" id="{F487ACD2-A9E7-470C-8E22-99C6D83D567C}"/>
              </a:ext>
            </a:extLst>
          </p:cNvPr>
          <p:cNvSpPr txBox="1"/>
          <p:nvPr/>
        </p:nvSpPr>
        <p:spPr>
          <a:xfrm>
            <a:off x="1226284" y="921038"/>
            <a:ext cx="2194575" cy="1200329"/>
          </a:xfrm>
          <a:prstGeom prst="rect">
            <a:avLst/>
          </a:prstGeom>
          <a:noFill/>
        </p:spPr>
        <p:txBody>
          <a:bodyPr wrap="square" rtlCol="0">
            <a:spAutoFit/>
          </a:bodyPr>
          <a:lstStyle/>
          <a:p>
            <a:r>
              <a:rPr lang="en-US" altLang="zh-CN" sz="2400" dirty="0">
                <a:solidFill>
                  <a:srgbClr val="00B0F0"/>
                </a:solidFill>
              </a:rPr>
              <a:t>float</a:t>
            </a:r>
            <a:r>
              <a:rPr lang="zh-CN" altLang="en-US" sz="2400" dirty="0">
                <a:solidFill>
                  <a:schemeClr val="tx2"/>
                </a:solidFill>
              </a:rPr>
              <a:t> </a:t>
            </a:r>
            <a:r>
              <a:rPr lang="en-US" altLang="zh-CN" sz="2400" dirty="0">
                <a:solidFill>
                  <a:schemeClr val="tx2"/>
                </a:solidFill>
              </a:rPr>
              <a:t>A[</a:t>
            </a:r>
            <a:r>
              <a:rPr lang="en-US" altLang="zh-CN" sz="2400" dirty="0">
                <a:solidFill>
                  <a:schemeClr val="accent2"/>
                </a:solidFill>
              </a:rPr>
              <a:t>16</a:t>
            </a:r>
            <a:r>
              <a:rPr lang="en-US" altLang="zh-CN" sz="2400" dirty="0">
                <a:solidFill>
                  <a:schemeClr val="tx2"/>
                </a:solidFill>
              </a:rPr>
              <a:t>][</a:t>
            </a:r>
            <a:r>
              <a:rPr lang="en-US" altLang="zh-CN" sz="2400" dirty="0">
                <a:solidFill>
                  <a:schemeClr val="accent2"/>
                </a:solidFill>
              </a:rPr>
              <a:t>16</a:t>
            </a:r>
            <a:r>
              <a:rPr lang="en-US" altLang="zh-CN" sz="2400" dirty="0">
                <a:solidFill>
                  <a:schemeClr val="tx2"/>
                </a:solidFill>
              </a:rPr>
              <a:t>],                 B[</a:t>
            </a:r>
            <a:r>
              <a:rPr lang="en-US" altLang="zh-CN" sz="2400" dirty="0">
                <a:solidFill>
                  <a:schemeClr val="accent2"/>
                </a:solidFill>
              </a:rPr>
              <a:t>16</a:t>
            </a:r>
            <a:r>
              <a:rPr lang="en-US" altLang="zh-CN" sz="2400" dirty="0">
                <a:solidFill>
                  <a:schemeClr val="tx2"/>
                </a:solidFill>
              </a:rPr>
              <a:t>][</a:t>
            </a:r>
            <a:r>
              <a:rPr lang="en-US" altLang="zh-CN" sz="2400" dirty="0">
                <a:solidFill>
                  <a:schemeClr val="accent2"/>
                </a:solidFill>
              </a:rPr>
              <a:t>16</a:t>
            </a:r>
            <a:r>
              <a:rPr lang="en-US" altLang="zh-CN" sz="2400" dirty="0">
                <a:solidFill>
                  <a:schemeClr val="tx2"/>
                </a:solidFill>
              </a:rPr>
              <a:t>], C[</a:t>
            </a:r>
            <a:r>
              <a:rPr lang="en-US" altLang="zh-CN" sz="2400" dirty="0">
                <a:solidFill>
                  <a:schemeClr val="accent2"/>
                </a:solidFill>
              </a:rPr>
              <a:t>16</a:t>
            </a:r>
            <a:r>
              <a:rPr lang="en-US" altLang="zh-CN" sz="2400" dirty="0">
                <a:solidFill>
                  <a:schemeClr val="tx2"/>
                </a:solidFill>
              </a:rPr>
              <a:t>][</a:t>
            </a:r>
            <a:r>
              <a:rPr lang="en-US" altLang="zh-CN" sz="2400" dirty="0">
                <a:solidFill>
                  <a:schemeClr val="accent2"/>
                </a:solidFill>
              </a:rPr>
              <a:t>16</a:t>
            </a:r>
            <a:r>
              <a:rPr lang="en-US" altLang="zh-CN" sz="2400" dirty="0">
                <a:solidFill>
                  <a:schemeClr val="tx2"/>
                </a:solidFill>
              </a:rPr>
              <a:t>];</a:t>
            </a:r>
            <a:endParaRPr lang="zh-CN" altLang="en-US" sz="2400" dirty="0">
              <a:solidFill>
                <a:schemeClr val="tx2"/>
              </a:solidFill>
            </a:endParaRPr>
          </a:p>
        </p:txBody>
      </p:sp>
    </p:spTree>
    <p:extLst>
      <p:ext uri="{BB962C8B-B14F-4D97-AF65-F5344CB8AC3E}">
        <p14:creationId xmlns:p14="http://schemas.microsoft.com/office/powerpoint/2010/main" val="41665335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p:bldP spid="9" grpId="0"/>
      <p:bldP spid="10" grpId="0" animBg="1"/>
      <p:bldP spid="11" grpId="0" animBg="1"/>
      <p:bldP spid="12" grpId="0" animBg="1"/>
      <p:bldP spid="13" grpId="0" animBg="1"/>
      <p:bldP spid="14" grpId="0"/>
      <p:bldP spid="15" grpId="0" animBg="1"/>
      <p:bldP spid="16" grpId="0"/>
      <p:bldP spid="28"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en-US" altLang="zh-CN" b="1" dirty="0"/>
              <a:t>AI Chips</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4" name="Picture 28">
            <a:extLst>
              <a:ext uri="{FF2B5EF4-FFF2-40B4-BE49-F238E27FC236}">
                <a16:creationId xmlns:a16="http://schemas.microsoft.com/office/drawing/2014/main" id="{3828740A-5372-4833-AFD8-D55A199FE7BE}"/>
              </a:ext>
            </a:extLst>
          </p:cNvPr>
          <p:cNvPicPr>
            <a:picLocks noChangeAspect="1"/>
          </p:cNvPicPr>
          <p:nvPr/>
        </p:nvPicPr>
        <p:blipFill>
          <a:blip r:embed="rId2"/>
          <a:stretch>
            <a:fillRect/>
          </a:stretch>
        </p:blipFill>
        <p:spPr>
          <a:xfrm>
            <a:off x="457200" y="2778003"/>
            <a:ext cx="1996250" cy="1528379"/>
          </a:xfrm>
          <a:prstGeom prst="rect">
            <a:avLst/>
          </a:prstGeom>
        </p:spPr>
      </p:pic>
      <p:sp>
        <p:nvSpPr>
          <p:cNvPr id="5" name="Title 1">
            <a:extLst>
              <a:ext uri="{FF2B5EF4-FFF2-40B4-BE49-F238E27FC236}">
                <a16:creationId xmlns:a16="http://schemas.microsoft.com/office/drawing/2014/main" id="{5E4F44C4-C442-4B99-8CA7-EC1E6AB015F1}"/>
              </a:ext>
            </a:extLst>
          </p:cNvPr>
          <p:cNvSpPr txBox="1">
            <a:spLocks/>
          </p:cNvSpPr>
          <p:nvPr/>
        </p:nvSpPr>
        <p:spPr>
          <a:xfrm>
            <a:off x="0" y="1817341"/>
            <a:ext cx="3071459" cy="8017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DINPro" charset="0"/>
                <a:ea typeface="DINPro" charset="0"/>
                <a:cs typeface="DINPro" charset="0"/>
              </a:defRPr>
            </a:lvl1pPr>
          </a:lstStyle>
          <a:p>
            <a:pPr algn="ctr"/>
            <a:r>
              <a:rPr lang="en-US" sz="3600" b="1" dirty="0">
                <a:latin typeface="+mn-lt"/>
              </a:rPr>
              <a:t>TPU</a:t>
            </a:r>
          </a:p>
        </p:txBody>
      </p:sp>
      <p:sp>
        <p:nvSpPr>
          <p:cNvPr id="6" name="Title 1">
            <a:extLst>
              <a:ext uri="{FF2B5EF4-FFF2-40B4-BE49-F238E27FC236}">
                <a16:creationId xmlns:a16="http://schemas.microsoft.com/office/drawing/2014/main" id="{16B7BC0C-FCAE-4B33-A174-3A97777DB3A1}"/>
              </a:ext>
            </a:extLst>
          </p:cNvPr>
          <p:cNvSpPr txBox="1">
            <a:spLocks/>
          </p:cNvSpPr>
          <p:nvPr/>
        </p:nvSpPr>
        <p:spPr>
          <a:xfrm>
            <a:off x="3067410" y="1752598"/>
            <a:ext cx="3071459" cy="8017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DINPro" charset="0"/>
                <a:ea typeface="DINPro" charset="0"/>
                <a:cs typeface="DINPro" charset="0"/>
              </a:defRPr>
            </a:lvl1pPr>
          </a:lstStyle>
          <a:p>
            <a:pPr algn="ctr"/>
            <a:r>
              <a:rPr lang="en-US" sz="3600" b="1" dirty="0">
                <a:latin typeface="+mn-lt"/>
              </a:rPr>
              <a:t>Ascend</a:t>
            </a:r>
          </a:p>
        </p:txBody>
      </p:sp>
      <p:pic>
        <p:nvPicPr>
          <p:cNvPr id="7" name="Picture 2">
            <a:extLst>
              <a:ext uri="{FF2B5EF4-FFF2-40B4-BE49-F238E27FC236}">
                <a16:creationId xmlns:a16="http://schemas.microsoft.com/office/drawing/2014/main" id="{5FF3A0F3-2246-48DC-86CF-9A9CA941F2AF}"/>
              </a:ext>
            </a:extLst>
          </p:cNvPr>
          <p:cNvPicPr>
            <a:picLocks noChangeAspect="1"/>
          </p:cNvPicPr>
          <p:nvPr/>
        </p:nvPicPr>
        <p:blipFill>
          <a:blip r:embed="rId3"/>
          <a:stretch>
            <a:fillRect/>
          </a:stretch>
        </p:blipFill>
        <p:spPr>
          <a:xfrm>
            <a:off x="3520731" y="2683817"/>
            <a:ext cx="2102538" cy="1716752"/>
          </a:xfrm>
          <a:prstGeom prst="rect">
            <a:avLst/>
          </a:prstGeom>
        </p:spPr>
      </p:pic>
      <p:pic>
        <p:nvPicPr>
          <p:cNvPr id="8" name="Picture 3">
            <a:extLst>
              <a:ext uri="{FF2B5EF4-FFF2-40B4-BE49-F238E27FC236}">
                <a16:creationId xmlns:a16="http://schemas.microsoft.com/office/drawing/2014/main" id="{213067CE-B691-45EB-9F33-4F8008951665}"/>
              </a:ext>
            </a:extLst>
          </p:cNvPr>
          <p:cNvPicPr>
            <a:picLocks noChangeAspect="1"/>
          </p:cNvPicPr>
          <p:nvPr/>
        </p:nvPicPr>
        <p:blipFill>
          <a:blip r:embed="rId4"/>
          <a:stretch>
            <a:fillRect/>
          </a:stretch>
        </p:blipFill>
        <p:spPr>
          <a:xfrm>
            <a:off x="6778766" y="2697744"/>
            <a:ext cx="1659007" cy="1688899"/>
          </a:xfrm>
          <a:prstGeom prst="rect">
            <a:avLst/>
          </a:prstGeom>
        </p:spPr>
      </p:pic>
      <p:sp>
        <p:nvSpPr>
          <p:cNvPr id="9" name="Title 1">
            <a:extLst>
              <a:ext uri="{FF2B5EF4-FFF2-40B4-BE49-F238E27FC236}">
                <a16:creationId xmlns:a16="http://schemas.microsoft.com/office/drawing/2014/main" id="{F828B1AE-A46C-437F-9B02-AFD37330B97C}"/>
              </a:ext>
            </a:extLst>
          </p:cNvPr>
          <p:cNvSpPr txBox="1">
            <a:spLocks/>
          </p:cNvSpPr>
          <p:nvPr/>
        </p:nvSpPr>
        <p:spPr>
          <a:xfrm>
            <a:off x="6072541" y="1752598"/>
            <a:ext cx="3071459" cy="8017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DINPro" charset="0"/>
                <a:ea typeface="DINPro" charset="0"/>
                <a:cs typeface="DINPro" charset="0"/>
              </a:defRPr>
            </a:lvl1pPr>
          </a:lstStyle>
          <a:p>
            <a:pPr algn="ctr"/>
            <a:r>
              <a:rPr lang="en-US" sz="3600" b="1" dirty="0" err="1">
                <a:latin typeface="+mn-lt"/>
              </a:rPr>
              <a:t>Cambricon</a:t>
            </a:r>
            <a:endParaRPr lang="en-US" sz="3600" b="1" dirty="0">
              <a:latin typeface="+mn-lt"/>
            </a:endParaRPr>
          </a:p>
        </p:txBody>
      </p:sp>
      <p:sp>
        <p:nvSpPr>
          <p:cNvPr id="10" name="Rectangle 8">
            <a:extLst>
              <a:ext uri="{FF2B5EF4-FFF2-40B4-BE49-F238E27FC236}">
                <a16:creationId xmlns:a16="http://schemas.microsoft.com/office/drawing/2014/main" id="{4263637D-B12D-4523-A4C8-B120C8AC7191}"/>
              </a:ext>
            </a:extLst>
          </p:cNvPr>
          <p:cNvSpPr/>
          <p:nvPr/>
        </p:nvSpPr>
        <p:spPr>
          <a:xfrm>
            <a:off x="3387239" y="1752598"/>
            <a:ext cx="2369521" cy="2935318"/>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17665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zh-CN" altLang="en-US" dirty="0">
                <a:ea typeface="ＭＳ Ｐゴシック" panose="020B0600070205080204" pitchFamily="34" charset="-128"/>
              </a:rPr>
              <a:t>晟腾</a:t>
            </a:r>
            <a:r>
              <a:rPr lang="en-US" altLang="zh-CN" dirty="0">
                <a:ea typeface="ＭＳ Ｐゴシック" panose="020B0600070205080204" pitchFamily="34" charset="-128"/>
              </a:rPr>
              <a:t>310/910 </a:t>
            </a:r>
            <a:r>
              <a:rPr lang="zh-CN" altLang="en-US" dirty="0">
                <a:ea typeface="ＭＳ Ｐゴシック" panose="020B0600070205080204" pitchFamily="34" charset="-128"/>
              </a:rPr>
              <a:t>芯片结构示意图</a:t>
            </a: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4" name="Picture 11">
            <a:extLst>
              <a:ext uri="{FF2B5EF4-FFF2-40B4-BE49-F238E27FC236}">
                <a16:creationId xmlns:a16="http://schemas.microsoft.com/office/drawing/2014/main" id="{6C5AAAAB-DA53-4D9E-926D-EFEF6EF176FE}"/>
              </a:ext>
            </a:extLst>
          </p:cNvPr>
          <p:cNvPicPr>
            <a:picLocks noChangeAspect="1"/>
          </p:cNvPicPr>
          <p:nvPr/>
        </p:nvPicPr>
        <p:blipFill>
          <a:blip r:embed="rId2"/>
          <a:stretch>
            <a:fillRect/>
          </a:stretch>
        </p:blipFill>
        <p:spPr>
          <a:xfrm>
            <a:off x="1371600" y="990600"/>
            <a:ext cx="5715000" cy="3711889"/>
          </a:xfrm>
          <a:prstGeom prst="rect">
            <a:avLst/>
          </a:prstGeom>
        </p:spPr>
      </p:pic>
      <p:sp>
        <p:nvSpPr>
          <p:cNvPr id="5" name="TextBox 17">
            <a:extLst>
              <a:ext uri="{FF2B5EF4-FFF2-40B4-BE49-F238E27FC236}">
                <a16:creationId xmlns:a16="http://schemas.microsoft.com/office/drawing/2014/main" id="{1C7A9E00-5093-445E-8C3E-068F89548CA1}"/>
              </a:ext>
            </a:extLst>
          </p:cNvPr>
          <p:cNvSpPr txBox="1"/>
          <p:nvPr/>
        </p:nvSpPr>
        <p:spPr>
          <a:xfrm>
            <a:off x="495300" y="4647502"/>
            <a:ext cx="7467600" cy="2123658"/>
          </a:xfrm>
          <a:prstGeom prst="rect">
            <a:avLst/>
          </a:prstGeom>
          <a:noFill/>
        </p:spPr>
        <p:txBody>
          <a:bodyPr wrap="square" rtlCol="0">
            <a:spAutoFit/>
          </a:bodyPr>
          <a:lstStyle/>
          <a:p>
            <a:pPr marL="285750" indent="-285750">
              <a:buFont typeface="Wingdings" panose="05000000000000000000" pitchFamily="2" charset="2"/>
              <a:buChar char="Ø"/>
            </a:pPr>
            <a:r>
              <a:rPr lang="en-US" altLang="zh-CN" b="1" dirty="0"/>
              <a:t>L2 Buffer vs. L2 Cache</a:t>
            </a:r>
          </a:p>
          <a:p>
            <a:pPr marL="742950" lvl="1" indent="-285750">
              <a:buFont typeface="Arial" panose="020B0604020202020204" pitchFamily="34" charset="0"/>
              <a:buChar char="•"/>
            </a:pPr>
            <a:r>
              <a:rPr lang="zh-CN" altLang="en-US" sz="1600" dirty="0"/>
              <a:t>同一个介质，两种使用模式</a:t>
            </a:r>
            <a:endParaRPr lang="en-US" altLang="zh-CN" sz="1600" dirty="0"/>
          </a:p>
          <a:p>
            <a:pPr marL="742950" lvl="1" indent="-285750">
              <a:buFont typeface="Arial" panose="020B0604020202020204" pitchFamily="34" charset="0"/>
              <a:buChar char="•"/>
            </a:pPr>
            <a:r>
              <a:rPr lang="en-US" altLang="zh-CN" sz="1600" b="1" dirty="0"/>
              <a:t>Buffer</a:t>
            </a:r>
            <a:r>
              <a:rPr lang="zh-CN" altLang="en-US" sz="1600" dirty="0"/>
              <a:t>：程序员可见并可以直接读写（地址空间和</a:t>
            </a:r>
            <a:r>
              <a:rPr lang="en-US" altLang="zh-CN" sz="1600" dirty="0"/>
              <a:t>DDR/HBM</a:t>
            </a:r>
            <a:r>
              <a:rPr lang="zh-CN" altLang="en-US" sz="1600" dirty="0"/>
              <a:t>不重合）</a:t>
            </a:r>
            <a:endParaRPr lang="en-US" altLang="zh-CN" sz="1600" dirty="0"/>
          </a:p>
          <a:p>
            <a:pPr marL="742950" lvl="1" indent="-285750">
              <a:buFont typeface="Arial" panose="020B0604020202020204" pitchFamily="34" charset="0"/>
              <a:buChar char="•"/>
            </a:pPr>
            <a:r>
              <a:rPr lang="en-US" altLang="zh-CN" sz="1600" b="1" dirty="0"/>
              <a:t>Cache</a:t>
            </a:r>
            <a:r>
              <a:rPr lang="en-US" altLang="zh-CN" sz="1600" dirty="0"/>
              <a:t>: </a:t>
            </a:r>
            <a:r>
              <a:rPr lang="zh-CN" altLang="en-US" sz="1600" dirty="0"/>
              <a:t>作为</a:t>
            </a:r>
            <a:r>
              <a:rPr lang="en-US" altLang="zh-CN" sz="1600" dirty="0"/>
              <a:t>DDR/HBM</a:t>
            </a:r>
            <a:r>
              <a:rPr lang="zh-CN" altLang="en-US" sz="1600" dirty="0"/>
              <a:t>高速缓存，程序员不可见</a:t>
            </a:r>
            <a:endParaRPr lang="en-US" altLang="zh-CN" dirty="0"/>
          </a:p>
          <a:p>
            <a:pPr marL="285750" indent="-285750">
              <a:buFont typeface="Wingdings" panose="05000000000000000000" pitchFamily="2" charset="2"/>
              <a:buChar char="Ø"/>
            </a:pPr>
            <a:r>
              <a:rPr lang="en-US" altLang="zh-CN" b="1" dirty="0"/>
              <a:t>DDR/HBM</a:t>
            </a:r>
          </a:p>
          <a:p>
            <a:pPr marL="742950" lvl="1" indent="-285750">
              <a:buFont typeface="Arial" panose="020B0604020202020204" pitchFamily="34" charset="0"/>
              <a:buChar char="•"/>
            </a:pPr>
            <a:r>
              <a:rPr lang="en-US" altLang="zh-CN" sz="1600" b="1" dirty="0"/>
              <a:t>DDR</a:t>
            </a:r>
            <a:r>
              <a:rPr lang="en-US" altLang="zh-CN" sz="1600" dirty="0"/>
              <a:t>:  </a:t>
            </a:r>
            <a:r>
              <a:rPr lang="zh-CN" altLang="en-US" sz="1600" dirty="0"/>
              <a:t>普通内存，带宽低</a:t>
            </a:r>
            <a:r>
              <a:rPr lang="en-US" altLang="zh-CN" sz="1600" dirty="0"/>
              <a:t>/</a:t>
            </a:r>
            <a:r>
              <a:rPr lang="zh-CN" altLang="en-US" sz="1600" dirty="0"/>
              <a:t>价格低，在推理芯片</a:t>
            </a:r>
            <a:r>
              <a:rPr lang="en-US" altLang="zh-CN" sz="1600" dirty="0"/>
              <a:t>310</a:t>
            </a:r>
            <a:r>
              <a:rPr lang="zh-CN" altLang="en-US" sz="1600" dirty="0"/>
              <a:t>中</a:t>
            </a:r>
            <a:endParaRPr lang="en-US" altLang="zh-CN" sz="1600" dirty="0"/>
          </a:p>
          <a:p>
            <a:pPr marL="742950" lvl="1" indent="-285750">
              <a:buFont typeface="Arial" panose="020B0604020202020204" pitchFamily="34" charset="0"/>
              <a:buChar char="•"/>
            </a:pPr>
            <a:r>
              <a:rPr lang="en-US" altLang="zh-CN" sz="1600" b="1" dirty="0"/>
              <a:t>HBM</a:t>
            </a:r>
            <a:r>
              <a:rPr lang="zh-CN" altLang="en-US" sz="1600" dirty="0"/>
              <a:t>： </a:t>
            </a:r>
            <a:r>
              <a:rPr lang="en-US" altLang="zh-CN" sz="1600" dirty="0"/>
              <a:t>High Bandwidth Memory, </a:t>
            </a:r>
            <a:r>
              <a:rPr lang="zh-CN" altLang="en-US" sz="1600" dirty="0"/>
              <a:t>带宽高</a:t>
            </a:r>
            <a:r>
              <a:rPr lang="en-US" altLang="zh-CN" sz="1600" dirty="0"/>
              <a:t>, </a:t>
            </a:r>
            <a:r>
              <a:rPr lang="zh-CN" altLang="en-US" sz="1600" dirty="0"/>
              <a:t>成本高，在训练芯片</a:t>
            </a:r>
            <a:r>
              <a:rPr lang="en-US" altLang="zh-CN" sz="1600" dirty="0"/>
              <a:t>310</a:t>
            </a:r>
            <a:r>
              <a:rPr lang="zh-CN" altLang="en-US" sz="1600" dirty="0"/>
              <a:t>中</a:t>
            </a:r>
            <a:endParaRPr lang="en-US" altLang="zh-CN" sz="1600" dirty="0"/>
          </a:p>
          <a:p>
            <a:pPr marL="742950" lvl="1" indent="-285750">
              <a:buFont typeface="Arial" panose="020B0604020202020204" pitchFamily="34" charset="0"/>
              <a:buChar char="•"/>
            </a:pPr>
            <a:endParaRPr lang="zh-CN" altLang="en-US" sz="1600" dirty="0"/>
          </a:p>
        </p:txBody>
      </p:sp>
    </p:spTree>
    <p:extLst>
      <p:ext uri="{BB962C8B-B14F-4D97-AF65-F5344CB8AC3E}">
        <p14:creationId xmlns:p14="http://schemas.microsoft.com/office/powerpoint/2010/main" val="4166899140"/>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zh-CN" altLang="en-US" dirty="0">
                <a:ea typeface="ＭＳ Ｐゴシック" panose="020B0600070205080204" pitchFamily="34" charset="-128"/>
              </a:rPr>
              <a:t>华为晟腾</a:t>
            </a:r>
            <a:r>
              <a:rPr lang="en-US" altLang="zh-CN" dirty="0">
                <a:ea typeface="ＭＳ Ｐゴシック" panose="020B0600070205080204" pitchFamily="34" charset="-128"/>
              </a:rPr>
              <a:t>310</a:t>
            </a:r>
            <a:r>
              <a:rPr lang="zh-CN" altLang="en-US" dirty="0">
                <a:ea typeface="ＭＳ Ｐゴシック" panose="020B0600070205080204" pitchFamily="34" charset="-128"/>
              </a:rPr>
              <a:t>推理芯片</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4" name="Group 4">
            <a:extLst>
              <a:ext uri="{FF2B5EF4-FFF2-40B4-BE49-F238E27FC236}">
                <a16:creationId xmlns:a16="http://schemas.microsoft.com/office/drawing/2014/main" id="{C8752854-F36C-4CE1-9DBF-D44469D3F79F}"/>
              </a:ext>
            </a:extLst>
          </p:cNvPr>
          <p:cNvGrpSpPr/>
          <p:nvPr/>
        </p:nvGrpSpPr>
        <p:grpSpPr>
          <a:xfrm>
            <a:off x="152400" y="990600"/>
            <a:ext cx="8534400" cy="5486400"/>
            <a:chOff x="1473797" y="1197577"/>
            <a:chExt cx="9476726" cy="5490878"/>
          </a:xfrm>
        </p:grpSpPr>
        <p:pic>
          <p:nvPicPr>
            <p:cNvPr id="5" name="Picture 2">
              <a:extLst>
                <a:ext uri="{FF2B5EF4-FFF2-40B4-BE49-F238E27FC236}">
                  <a16:creationId xmlns:a16="http://schemas.microsoft.com/office/drawing/2014/main" id="{915D6E52-F421-4D69-BE95-024C7DD7BF82}"/>
                </a:ext>
              </a:extLst>
            </p:cNvPr>
            <p:cNvPicPr>
              <a:picLocks noChangeAspect="1"/>
            </p:cNvPicPr>
            <p:nvPr/>
          </p:nvPicPr>
          <p:blipFill>
            <a:blip r:embed="rId2"/>
            <a:stretch>
              <a:fillRect/>
            </a:stretch>
          </p:blipFill>
          <p:spPr>
            <a:xfrm>
              <a:off x="1473798" y="1197577"/>
              <a:ext cx="9476725" cy="5490878"/>
            </a:xfrm>
            <a:prstGeom prst="rect">
              <a:avLst/>
            </a:prstGeom>
          </p:spPr>
        </p:pic>
        <p:sp>
          <p:nvSpPr>
            <p:cNvPr id="6" name="Rectangle 3">
              <a:extLst>
                <a:ext uri="{FF2B5EF4-FFF2-40B4-BE49-F238E27FC236}">
                  <a16:creationId xmlns:a16="http://schemas.microsoft.com/office/drawing/2014/main" id="{30DA15C5-F33E-490D-B55D-FC8D872C04BF}"/>
                </a:ext>
              </a:extLst>
            </p:cNvPr>
            <p:cNvSpPr/>
            <p:nvPr/>
          </p:nvSpPr>
          <p:spPr>
            <a:xfrm>
              <a:off x="1473797" y="1197577"/>
              <a:ext cx="2693759" cy="355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pSp>
    </p:spTree>
    <p:extLst>
      <p:ext uri="{BB962C8B-B14F-4D97-AF65-F5344CB8AC3E}">
        <p14:creationId xmlns:p14="http://schemas.microsoft.com/office/powerpoint/2010/main" val="13939092"/>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zh-CN" altLang="en-US" dirty="0"/>
              <a:t>华为晟腾</a:t>
            </a:r>
            <a:r>
              <a:rPr lang="en-US" altLang="zh-CN" dirty="0"/>
              <a:t>910</a:t>
            </a:r>
            <a:r>
              <a:rPr lang="zh-CN" altLang="en-US" dirty="0"/>
              <a:t>训练芯片</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4" name="Picture 5">
            <a:extLst>
              <a:ext uri="{FF2B5EF4-FFF2-40B4-BE49-F238E27FC236}">
                <a16:creationId xmlns:a16="http://schemas.microsoft.com/office/drawing/2014/main" id="{F55B01CB-DF96-4516-96F9-D4384EBF39EB}"/>
              </a:ext>
            </a:extLst>
          </p:cNvPr>
          <p:cNvPicPr>
            <a:picLocks noChangeAspect="1"/>
          </p:cNvPicPr>
          <p:nvPr/>
        </p:nvPicPr>
        <p:blipFill>
          <a:blip r:embed="rId2"/>
          <a:stretch>
            <a:fillRect/>
          </a:stretch>
        </p:blipFill>
        <p:spPr>
          <a:xfrm>
            <a:off x="0" y="1371600"/>
            <a:ext cx="9114263" cy="4267200"/>
          </a:xfrm>
          <a:prstGeom prst="rect">
            <a:avLst/>
          </a:prstGeom>
        </p:spPr>
      </p:pic>
    </p:spTree>
    <p:extLst>
      <p:ext uri="{BB962C8B-B14F-4D97-AF65-F5344CB8AC3E}">
        <p14:creationId xmlns:p14="http://schemas.microsoft.com/office/powerpoint/2010/main" val="374437336"/>
      </p:ext>
    </p:extLst>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zh-CN" altLang="en-US" dirty="0">
                <a:ea typeface="ＭＳ Ｐゴシック" panose="020B0600070205080204" pitchFamily="34" charset="-128"/>
              </a:rPr>
              <a:t> </a:t>
            </a:r>
            <a:r>
              <a:rPr lang="en-US" altLang="zh-CN" dirty="0">
                <a:ea typeface="ＭＳ Ｐゴシック" panose="020B0600070205080204" pitchFamily="34" charset="-128"/>
              </a:rPr>
              <a:t>Recall</a:t>
            </a:r>
            <a:r>
              <a:rPr lang="en-US" altLang="zh-CN">
                <a:ea typeface="ＭＳ Ｐゴシック" panose="020B0600070205080204" pitchFamily="34" charset="-128"/>
              </a:rPr>
              <a:t>: Ascend Cube</a:t>
            </a:r>
            <a:r>
              <a:rPr lang="zh-CN" altLang="en-US" dirty="0">
                <a:ea typeface="ＭＳ Ｐゴシック" panose="020B0600070205080204" pitchFamily="34" charset="-128"/>
              </a:rPr>
              <a:t>模块 （算力担当）</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4" name="Picture 12">
            <a:extLst>
              <a:ext uri="{FF2B5EF4-FFF2-40B4-BE49-F238E27FC236}">
                <a16:creationId xmlns:a16="http://schemas.microsoft.com/office/drawing/2014/main" id="{D248CB7B-2A85-4C6F-8006-1A648FD1E0EB}"/>
              </a:ext>
            </a:extLst>
          </p:cNvPr>
          <p:cNvPicPr>
            <a:picLocks noChangeAspect="1"/>
          </p:cNvPicPr>
          <p:nvPr/>
        </p:nvPicPr>
        <p:blipFill>
          <a:blip r:embed="rId3"/>
          <a:stretch>
            <a:fillRect/>
          </a:stretch>
        </p:blipFill>
        <p:spPr>
          <a:xfrm>
            <a:off x="1060831" y="925200"/>
            <a:ext cx="7131707" cy="3015336"/>
          </a:xfrm>
          <a:prstGeom prst="rect">
            <a:avLst/>
          </a:prstGeom>
        </p:spPr>
      </p:pic>
      <p:sp>
        <p:nvSpPr>
          <p:cNvPr id="7" name="矩形 3">
            <a:extLst>
              <a:ext uri="{FF2B5EF4-FFF2-40B4-BE49-F238E27FC236}">
                <a16:creationId xmlns:a16="http://schemas.microsoft.com/office/drawing/2014/main" id="{A1A850A1-6F7E-4B05-9C54-CBA1CBDE892A}"/>
              </a:ext>
            </a:extLst>
          </p:cNvPr>
          <p:cNvSpPr/>
          <p:nvPr/>
        </p:nvSpPr>
        <p:spPr bwMode="auto">
          <a:xfrm>
            <a:off x="3048000" y="1152904"/>
            <a:ext cx="4959276" cy="839096"/>
          </a:xfrm>
          <a:prstGeom prst="rect">
            <a:avLst/>
          </a:prstGeom>
          <a:noFill/>
          <a:ln w="50800">
            <a:solidFill>
              <a:srgbClr val="FF0000"/>
            </a:solidFill>
            <a:round/>
            <a:headEnd/>
            <a:tailEnd type="stealth" w="med" len="med"/>
          </a:ln>
          <a:effectLst/>
        </p:spPr>
        <p:txBody>
          <a:bodyPr lIns="73025" tIns="36512" rIns="73025" bIns="36512" rtlCol="0" anchor="ctr"/>
          <a:lstStyle/>
          <a:p>
            <a:pPr algn="ctr" fontAlgn="auto">
              <a:spcBef>
                <a:spcPts val="0"/>
              </a:spcBef>
              <a:spcAft>
                <a:spcPts val="0"/>
              </a:spcAft>
            </a:pPr>
            <a:endParaRPr lang="zh-CN" altLang="en-US" b="0" i="0" kern="0">
              <a:solidFill>
                <a:sysClr val="windowText" lastClr="000000"/>
              </a:solidFill>
              <a:ea typeface="华文细黑" panose="02010600040101010101" pitchFamily="2" charset="-122"/>
            </a:endParaRPr>
          </a:p>
        </p:txBody>
      </p:sp>
      <p:sp>
        <p:nvSpPr>
          <p:cNvPr id="8" name="TextBox 31">
            <a:extLst>
              <a:ext uri="{FF2B5EF4-FFF2-40B4-BE49-F238E27FC236}">
                <a16:creationId xmlns:a16="http://schemas.microsoft.com/office/drawing/2014/main" id="{13BA2875-2A85-4422-AED6-EA5D72B1B368}"/>
              </a:ext>
            </a:extLst>
          </p:cNvPr>
          <p:cNvSpPr txBox="1"/>
          <p:nvPr/>
        </p:nvSpPr>
        <p:spPr>
          <a:xfrm>
            <a:off x="76200" y="3979148"/>
            <a:ext cx="9067800" cy="2369880"/>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CN" altLang="en-US" sz="1600" b="1" dirty="0"/>
              <a:t>矩阵乘运算单元</a:t>
            </a:r>
            <a:r>
              <a:rPr lang="en-US" altLang="zh-CN" sz="1600" b="1" dirty="0"/>
              <a:t>Cube</a:t>
            </a:r>
            <a:r>
              <a:rPr lang="en-US" altLang="zh-CN" sz="1600" dirty="0"/>
              <a:t> : </a:t>
            </a:r>
            <a:r>
              <a:rPr lang="zh-CN" altLang="en-US" sz="1600" dirty="0"/>
              <a:t>一拍完成一个</a:t>
            </a:r>
            <a:r>
              <a:rPr lang="en-US" altLang="zh-CN" sz="1600" dirty="0"/>
              <a:t>fp16</a:t>
            </a:r>
            <a:r>
              <a:rPr lang="zh-CN" altLang="en-US" sz="1600" dirty="0"/>
              <a:t>的</a:t>
            </a:r>
            <a:r>
              <a:rPr lang="en-US" altLang="zh-CN" sz="1600" dirty="0"/>
              <a:t> 2</a:t>
            </a:r>
            <a:r>
              <a:rPr lang="zh-CN" altLang="en-US" sz="1600" dirty="0"/>
              <a:t>个</a:t>
            </a:r>
            <a:r>
              <a:rPr lang="en-US" altLang="zh-CN" sz="1600" dirty="0"/>
              <a:t>16x16</a:t>
            </a:r>
            <a:r>
              <a:rPr lang="zh-CN" altLang="en-US" sz="1600" dirty="0"/>
              <a:t>矩阵相乘； </a:t>
            </a:r>
            <a:r>
              <a:rPr lang="en-US" altLang="zh-CN" sz="1600" b="1" dirty="0"/>
              <a:t>C</a:t>
            </a:r>
            <a:r>
              <a:rPr lang="en-US" altLang="zh-CN" sz="1600" dirty="0"/>
              <a:t> = </a:t>
            </a:r>
            <a:r>
              <a:rPr lang="en-US" altLang="zh-CN" sz="1600" b="1" dirty="0"/>
              <a:t>A</a:t>
            </a:r>
            <a:r>
              <a:rPr lang="en-US" altLang="zh-CN" sz="1600" dirty="0"/>
              <a:t> * </a:t>
            </a:r>
            <a:r>
              <a:rPr lang="en-US" altLang="zh-CN" sz="1600" b="1" dirty="0"/>
              <a:t>B</a:t>
            </a:r>
            <a:r>
              <a:rPr lang="en-US" altLang="zh-CN" sz="1600" dirty="0"/>
              <a:t>; </a:t>
            </a:r>
            <a:r>
              <a:rPr lang="zh-CN" altLang="en-US" sz="1600" dirty="0"/>
              <a:t>如果是</a:t>
            </a:r>
            <a:r>
              <a:rPr lang="en-US" altLang="zh-CN" sz="1600" dirty="0"/>
              <a:t>int8</a:t>
            </a:r>
            <a:r>
              <a:rPr lang="zh-CN" altLang="en-US" sz="1600" dirty="0"/>
              <a:t>输入</a:t>
            </a:r>
            <a:r>
              <a:rPr lang="en-US" altLang="zh-CN" sz="1600" dirty="0"/>
              <a:t>,</a:t>
            </a:r>
            <a:r>
              <a:rPr lang="zh-CN" altLang="en-US" sz="1600" dirty="0"/>
              <a:t>则一拍完成 </a:t>
            </a:r>
            <a:r>
              <a:rPr lang="en-US" altLang="zh-CN" sz="1600" dirty="0"/>
              <a:t>16*32 </a:t>
            </a:r>
            <a:r>
              <a:rPr lang="zh-CN" altLang="en-US" sz="1600" dirty="0"/>
              <a:t>与 </a:t>
            </a:r>
            <a:r>
              <a:rPr lang="en-US" altLang="zh-CN" sz="1600" dirty="0"/>
              <a:t>32*16 </a:t>
            </a:r>
            <a:r>
              <a:rPr lang="zh-CN" altLang="en-US" sz="1600" dirty="0"/>
              <a:t>矩阵乘。</a:t>
            </a:r>
            <a:endParaRPr lang="en-US" altLang="zh-CN" sz="1600" dirty="0"/>
          </a:p>
          <a:p>
            <a:pPr marL="285750" indent="-285750">
              <a:spcAft>
                <a:spcPts val="600"/>
              </a:spcAft>
              <a:buFont typeface="Arial" panose="020B0604020202020204" pitchFamily="34" charset="0"/>
              <a:buChar char="•"/>
            </a:pPr>
            <a:r>
              <a:rPr lang="zh-CN" altLang="en-US" sz="1600" b="1" dirty="0"/>
              <a:t>累加器</a:t>
            </a:r>
            <a:r>
              <a:rPr lang="en-US" altLang="zh-CN" sz="1600" b="1" dirty="0"/>
              <a:t>Accumulator</a:t>
            </a:r>
            <a:r>
              <a:rPr lang="en-US" altLang="zh-CN" sz="1600" dirty="0"/>
              <a:t>:</a:t>
            </a:r>
            <a:r>
              <a:rPr lang="zh-CN" altLang="en-US" sz="1600" dirty="0"/>
              <a:t> 把当前矩阵乘的结果与前次计算的中间结果相加 （</a:t>
            </a:r>
            <a:r>
              <a:rPr lang="en-US" altLang="zh-CN" sz="1600" b="1" dirty="0"/>
              <a:t> C</a:t>
            </a:r>
            <a:r>
              <a:rPr lang="en-US" altLang="zh-CN" sz="1600" dirty="0"/>
              <a:t> = </a:t>
            </a:r>
            <a:r>
              <a:rPr lang="en-US" altLang="zh-CN" sz="1600" b="1" dirty="0"/>
              <a:t>A</a:t>
            </a:r>
            <a:r>
              <a:rPr lang="en-US" altLang="zh-CN" sz="1600" dirty="0"/>
              <a:t> * </a:t>
            </a:r>
            <a:r>
              <a:rPr lang="en-US" altLang="zh-CN" sz="1600" b="1" dirty="0"/>
              <a:t>B + C </a:t>
            </a:r>
            <a:r>
              <a:rPr lang="zh-CN" altLang="en-US" sz="1600" dirty="0"/>
              <a:t>）， 可以用于完成卷积中加</a:t>
            </a:r>
            <a:r>
              <a:rPr lang="en-US" altLang="zh-CN" sz="1600" dirty="0"/>
              <a:t>bias</a:t>
            </a:r>
            <a:r>
              <a:rPr lang="zh-CN" altLang="en-US" sz="1600" dirty="0"/>
              <a:t>操作。</a:t>
            </a:r>
            <a:endParaRPr lang="en-US" altLang="zh-CN" sz="1600" dirty="0"/>
          </a:p>
          <a:p>
            <a:pPr marL="285750" indent="-285750">
              <a:spcAft>
                <a:spcPts val="600"/>
              </a:spcAft>
              <a:buFont typeface="Arial" panose="020B0604020202020204" pitchFamily="34" charset="0"/>
              <a:buChar char="•"/>
            </a:pPr>
            <a:r>
              <a:rPr lang="en-US" altLang="zh-CN" sz="1600" b="1" dirty="0"/>
              <a:t>L0A/L0B/L0C Buffer</a:t>
            </a:r>
            <a:r>
              <a:rPr lang="en-US" altLang="zh-CN" sz="1600" dirty="0"/>
              <a:t>:  L0A </a:t>
            </a:r>
            <a:r>
              <a:rPr lang="zh-CN" altLang="en-US" sz="1600" dirty="0"/>
              <a:t>存储矩阵乘的左矩阵数据，</a:t>
            </a:r>
            <a:r>
              <a:rPr lang="en-US" altLang="zh-CN" sz="1600" dirty="0"/>
              <a:t>L0B </a:t>
            </a:r>
            <a:r>
              <a:rPr lang="zh-CN" altLang="en-US" sz="1600" dirty="0"/>
              <a:t>存储矩阵乘的右矩阵数据， </a:t>
            </a:r>
            <a:r>
              <a:rPr lang="en-US" altLang="zh-CN" sz="1600" dirty="0"/>
              <a:t>L0C </a:t>
            </a:r>
            <a:r>
              <a:rPr lang="zh-CN" altLang="en-US" sz="1600" dirty="0"/>
              <a:t>存储矩阵乘的结果和中间结果。</a:t>
            </a:r>
            <a:endParaRPr lang="en-US" altLang="zh-CN" sz="1600" dirty="0"/>
          </a:p>
          <a:p>
            <a:pPr marL="285750" indent="-285750">
              <a:spcAft>
                <a:spcPts val="600"/>
              </a:spcAft>
              <a:buFont typeface="Arial" panose="020B0604020202020204" pitchFamily="34" charset="0"/>
              <a:buChar char="•"/>
            </a:pPr>
            <a:r>
              <a:rPr lang="en-US" altLang="zh-CN" sz="1600" b="1" dirty="0"/>
              <a:t>A/B DFF</a:t>
            </a:r>
            <a:r>
              <a:rPr lang="en-US" altLang="zh-CN" sz="1600" dirty="0"/>
              <a:t>: </a:t>
            </a:r>
            <a:r>
              <a:rPr lang="zh-CN" altLang="en-US" sz="1600" dirty="0"/>
              <a:t>数据寄存器，缓存当前计算的</a:t>
            </a:r>
            <a:r>
              <a:rPr lang="en-US" altLang="zh-CN" sz="1600" dirty="0"/>
              <a:t>16</a:t>
            </a:r>
            <a:r>
              <a:rPr lang="zh-CN" altLang="en-US" sz="1600" dirty="0"/>
              <a:t>*</a:t>
            </a:r>
            <a:r>
              <a:rPr lang="en-US" altLang="zh-CN" sz="1600" dirty="0"/>
              <a:t>16 </a:t>
            </a:r>
            <a:r>
              <a:rPr lang="zh-CN" altLang="en-US" sz="1600" dirty="0"/>
              <a:t>左</a:t>
            </a:r>
            <a:r>
              <a:rPr lang="en-US" altLang="zh-CN" sz="1600" dirty="0"/>
              <a:t>/</a:t>
            </a:r>
            <a:r>
              <a:rPr lang="zh-CN" altLang="en-US" sz="1600" dirty="0"/>
              <a:t>右子矩阵。</a:t>
            </a:r>
            <a:endParaRPr lang="en-US" altLang="zh-CN" sz="1600" dirty="0"/>
          </a:p>
          <a:p>
            <a:pPr marL="285750" indent="-285750">
              <a:spcAft>
                <a:spcPts val="600"/>
              </a:spcAft>
              <a:buFont typeface="Arial" panose="020B0604020202020204" pitchFamily="34" charset="0"/>
              <a:buChar char="•"/>
            </a:pPr>
            <a:r>
              <a:rPr lang="en-US" altLang="zh-CN" sz="1600" b="1" dirty="0" err="1"/>
              <a:t>Accum</a:t>
            </a:r>
            <a:r>
              <a:rPr lang="en-US" altLang="zh-CN" sz="1600" b="1" dirty="0"/>
              <a:t> DFF</a:t>
            </a:r>
            <a:r>
              <a:rPr lang="en-US" altLang="zh-CN" sz="1600" dirty="0"/>
              <a:t> : </a:t>
            </a:r>
            <a:r>
              <a:rPr lang="zh-CN" altLang="en-US" sz="1600" dirty="0"/>
              <a:t>数据寄存器，缓存当前计算的</a:t>
            </a:r>
            <a:r>
              <a:rPr lang="en-US" altLang="zh-CN" sz="1600" dirty="0"/>
              <a:t>16*16</a:t>
            </a:r>
            <a:r>
              <a:rPr lang="zh-CN" altLang="en-US" sz="1600" dirty="0"/>
              <a:t>结果矩阵。</a:t>
            </a:r>
            <a:endParaRPr lang="en-US" altLang="zh-CN" sz="1600" dirty="0"/>
          </a:p>
        </p:txBody>
      </p:sp>
    </p:spTree>
    <p:extLst>
      <p:ext uri="{BB962C8B-B14F-4D97-AF65-F5344CB8AC3E}">
        <p14:creationId xmlns:p14="http://schemas.microsoft.com/office/powerpoint/2010/main" val="2318597859"/>
      </p:ext>
    </p:extLst>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en-US" altLang="zh-CN" dirty="0">
                <a:ea typeface="ＭＳ Ｐゴシック" panose="020B0600070205080204" pitchFamily="34" charset="-128"/>
              </a:rPr>
              <a:t>Recall: </a:t>
            </a:r>
            <a:r>
              <a:rPr lang="en-US" altLang="zh-CN" dirty="0"/>
              <a:t>Vector</a:t>
            </a:r>
            <a:r>
              <a:rPr lang="zh-CN" altLang="en-US" dirty="0"/>
              <a:t>模块</a:t>
            </a:r>
            <a:r>
              <a:rPr lang="en-US" altLang="zh-CN" dirty="0"/>
              <a:t> </a:t>
            </a:r>
            <a:r>
              <a:rPr lang="zh-CN" altLang="en-US" dirty="0"/>
              <a:t>（多面手）</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4" name="Picture 12">
            <a:extLst>
              <a:ext uri="{FF2B5EF4-FFF2-40B4-BE49-F238E27FC236}">
                <a16:creationId xmlns:a16="http://schemas.microsoft.com/office/drawing/2014/main" id="{C2B36749-C68D-488D-8DC0-6D59C7D54194}"/>
              </a:ext>
            </a:extLst>
          </p:cNvPr>
          <p:cNvPicPr>
            <a:picLocks noChangeAspect="1"/>
          </p:cNvPicPr>
          <p:nvPr/>
        </p:nvPicPr>
        <p:blipFill>
          <a:blip r:embed="rId3"/>
          <a:stretch>
            <a:fillRect/>
          </a:stretch>
        </p:blipFill>
        <p:spPr>
          <a:xfrm>
            <a:off x="914400" y="1143000"/>
            <a:ext cx="7131707" cy="3015336"/>
          </a:xfrm>
          <a:prstGeom prst="rect">
            <a:avLst/>
          </a:prstGeom>
        </p:spPr>
      </p:pic>
      <p:grpSp>
        <p:nvGrpSpPr>
          <p:cNvPr id="5" name="Group 28">
            <a:extLst>
              <a:ext uri="{FF2B5EF4-FFF2-40B4-BE49-F238E27FC236}">
                <a16:creationId xmlns:a16="http://schemas.microsoft.com/office/drawing/2014/main" id="{732F9A17-C563-4283-A524-1F9EF81481E1}"/>
              </a:ext>
            </a:extLst>
          </p:cNvPr>
          <p:cNvGrpSpPr/>
          <p:nvPr/>
        </p:nvGrpSpPr>
        <p:grpSpPr>
          <a:xfrm>
            <a:off x="2874699" y="2175889"/>
            <a:ext cx="5019409" cy="895893"/>
            <a:chOff x="1983819" y="2287201"/>
            <a:chExt cx="5019409" cy="895893"/>
          </a:xfrm>
        </p:grpSpPr>
        <p:cxnSp>
          <p:nvCxnSpPr>
            <p:cNvPr id="6" name="Straight Connector 15">
              <a:extLst>
                <a:ext uri="{FF2B5EF4-FFF2-40B4-BE49-F238E27FC236}">
                  <a16:creationId xmlns:a16="http://schemas.microsoft.com/office/drawing/2014/main" id="{9B3BA56F-3ED9-4645-B32C-CFB174F0259E}"/>
                </a:ext>
              </a:extLst>
            </p:cNvPr>
            <p:cNvCxnSpPr>
              <a:cxnSpLocks/>
            </p:cNvCxnSpPr>
            <p:nvPr/>
          </p:nvCxnSpPr>
          <p:spPr>
            <a:xfrm>
              <a:off x="1983819" y="2287201"/>
              <a:ext cx="0" cy="895893"/>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16">
              <a:extLst>
                <a:ext uri="{FF2B5EF4-FFF2-40B4-BE49-F238E27FC236}">
                  <a16:creationId xmlns:a16="http://schemas.microsoft.com/office/drawing/2014/main" id="{2EB77E60-7A14-48C9-A45B-2087ED94706B}"/>
                </a:ext>
              </a:extLst>
            </p:cNvPr>
            <p:cNvCxnSpPr>
              <a:cxnSpLocks/>
            </p:cNvCxnSpPr>
            <p:nvPr/>
          </p:nvCxnSpPr>
          <p:spPr>
            <a:xfrm>
              <a:off x="1983819" y="3183094"/>
              <a:ext cx="2616918"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17">
              <a:extLst>
                <a:ext uri="{FF2B5EF4-FFF2-40B4-BE49-F238E27FC236}">
                  <a16:creationId xmlns:a16="http://schemas.microsoft.com/office/drawing/2014/main" id="{B9CD7E86-444F-4289-9368-A8B1904D2F2E}"/>
                </a:ext>
              </a:extLst>
            </p:cNvPr>
            <p:cNvCxnSpPr>
              <a:cxnSpLocks/>
            </p:cNvCxnSpPr>
            <p:nvPr/>
          </p:nvCxnSpPr>
          <p:spPr>
            <a:xfrm>
              <a:off x="1985961" y="2308717"/>
              <a:ext cx="5017267"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18">
              <a:extLst>
                <a:ext uri="{FF2B5EF4-FFF2-40B4-BE49-F238E27FC236}">
                  <a16:creationId xmlns:a16="http://schemas.microsoft.com/office/drawing/2014/main" id="{D35E2CF4-03E2-4D19-9B23-81A96631F2C7}"/>
                </a:ext>
              </a:extLst>
            </p:cNvPr>
            <p:cNvCxnSpPr>
              <a:cxnSpLocks/>
            </p:cNvCxnSpPr>
            <p:nvPr/>
          </p:nvCxnSpPr>
          <p:spPr>
            <a:xfrm>
              <a:off x="6978335" y="2297959"/>
              <a:ext cx="0" cy="531302"/>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19">
              <a:extLst>
                <a:ext uri="{FF2B5EF4-FFF2-40B4-BE49-F238E27FC236}">
                  <a16:creationId xmlns:a16="http://schemas.microsoft.com/office/drawing/2014/main" id="{B19DA2F9-5703-4D56-B544-3198977F1052}"/>
                </a:ext>
              </a:extLst>
            </p:cNvPr>
            <p:cNvCxnSpPr>
              <a:cxnSpLocks/>
            </p:cNvCxnSpPr>
            <p:nvPr/>
          </p:nvCxnSpPr>
          <p:spPr>
            <a:xfrm>
              <a:off x="4572000" y="2807745"/>
              <a:ext cx="2406335"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20">
              <a:extLst>
                <a:ext uri="{FF2B5EF4-FFF2-40B4-BE49-F238E27FC236}">
                  <a16:creationId xmlns:a16="http://schemas.microsoft.com/office/drawing/2014/main" id="{101F4FFD-A019-4D1D-AA3F-8290E98D0334}"/>
                </a:ext>
              </a:extLst>
            </p:cNvPr>
            <p:cNvCxnSpPr>
              <a:cxnSpLocks/>
            </p:cNvCxnSpPr>
            <p:nvPr/>
          </p:nvCxnSpPr>
          <p:spPr>
            <a:xfrm>
              <a:off x="4600737" y="2788260"/>
              <a:ext cx="0" cy="394834"/>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TextBox 11">
            <a:extLst>
              <a:ext uri="{FF2B5EF4-FFF2-40B4-BE49-F238E27FC236}">
                <a16:creationId xmlns:a16="http://schemas.microsoft.com/office/drawing/2014/main" id="{B419EDDB-5336-4110-8C82-D9CB62570B55}"/>
              </a:ext>
            </a:extLst>
          </p:cNvPr>
          <p:cNvSpPr txBox="1"/>
          <p:nvPr/>
        </p:nvSpPr>
        <p:spPr>
          <a:xfrm>
            <a:off x="0" y="4222055"/>
            <a:ext cx="9174908" cy="2262158"/>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CN" altLang="en-US" b="1" dirty="0"/>
              <a:t>向量运算单元</a:t>
            </a:r>
            <a:r>
              <a:rPr lang="en-US" altLang="zh-CN" b="1" dirty="0"/>
              <a:t>Vector Unit</a:t>
            </a:r>
            <a:r>
              <a:rPr lang="zh-CN" altLang="en-US" dirty="0"/>
              <a:t>： 覆盖各种基本的计算类型和许多定制的计算类型，主要包括</a:t>
            </a:r>
            <a:r>
              <a:rPr lang="en-US" altLang="zh-CN" dirty="0"/>
              <a:t>FP16/FP32/int32/Int8</a:t>
            </a:r>
            <a:r>
              <a:rPr lang="zh-CN" altLang="en-US" dirty="0"/>
              <a:t>等数据类型的计算，支持连续或者固定间隔寻址；或者</a:t>
            </a:r>
            <a:r>
              <a:rPr lang="en-US" altLang="zh-CN" dirty="0"/>
              <a:t>VA</a:t>
            </a:r>
            <a:r>
              <a:rPr lang="zh-CN" altLang="en-US" dirty="0"/>
              <a:t>寄存器寻址（不规则向量运算）</a:t>
            </a:r>
            <a:endParaRPr lang="en-US" altLang="zh-CN" dirty="0"/>
          </a:p>
          <a:p>
            <a:pPr marL="285750" indent="-285750">
              <a:spcAft>
                <a:spcPts val="600"/>
              </a:spcAft>
              <a:buFont typeface="Arial" panose="020B0604020202020204" pitchFamily="34" charset="0"/>
              <a:buChar char="•"/>
            </a:pPr>
            <a:r>
              <a:rPr lang="en-US" altLang="zh-CN" b="1" dirty="0"/>
              <a:t>SIMD</a:t>
            </a:r>
            <a:r>
              <a:rPr lang="zh-CN" altLang="en-US" b="1" dirty="0"/>
              <a:t>长度</a:t>
            </a:r>
            <a:r>
              <a:rPr lang="zh-CN" altLang="en-US" dirty="0"/>
              <a:t>：一条</a:t>
            </a:r>
            <a:r>
              <a:rPr lang="en-US" altLang="zh-CN" dirty="0"/>
              <a:t>Vector</a:t>
            </a:r>
            <a:r>
              <a:rPr lang="zh-CN" altLang="en-US" dirty="0"/>
              <a:t>指令可以完成两个</a:t>
            </a:r>
            <a:r>
              <a:rPr lang="en-US" altLang="zh-CN" dirty="0"/>
              <a:t>128</a:t>
            </a:r>
            <a:r>
              <a:rPr lang="zh-CN" altLang="en-US" dirty="0"/>
              <a:t>长度</a:t>
            </a:r>
            <a:r>
              <a:rPr lang="en-US" altLang="zh-CN" dirty="0"/>
              <a:t>fp16</a:t>
            </a:r>
            <a:r>
              <a:rPr lang="zh-CN" altLang="en-US" dirty="0"/>
              <a:t>类型的向量相加</a:t>
            </a:r>
            <a:r>
              <a:rPr lang="en-US" altLang="zh-CN" dirty="0"/>
              <a:t>/</a:t>
            </a:r>
            <a:r>
              <a:rPr lang="zh-CN" altLang="en-US" dirty="0"/>
              <a:t>乘，或者</a:t>
            </a:r>
            <a:r>
              <a:rPr lang="en-US" altLang="zh-CN" dirty="0"/>
              <a:t>64</a:t>
            </a:r>
            <a:r>
              <a:rPr lang="zh-CN" altLang="en-US" dirty="0"/>
              <a:t>个</a:t>
            </a:r>
            <a:r>
              <a:rPr lang="en-US" altLang="zh-CN" dirty="0"/>
              <a:t>fp32/int32</a:t>
            </a:r>
            <a:r>
              <a:rPr lang="zh-CN" altLang="en-US" dirty="0"/>
              <a:t>类型的向量相加</a:t>
            </a:r>
            <a:r>
              <a:rPr lang="en-US" altLang="zh-CN" dirty="0"/>
              <a:t>/</a:t>
            </a:r>
            <a:r>
              <a:rPr lang="zh-CN" altLang="en-US" dirty="0"/>
              <a:t>乘</a:t>
            </a:r>
            <a:endParaRPr lang="en-US" altLang="zh-CN" dirty="0"/>
          </a:p>
          <a:p>
            <a:pPr marL="285750" indent="-285750">
              <a:spcAft>
                <a:spcPts val="600"/>
              </a:spcAft>
              <a:buFont typeface="Arial" panose="020B0604020202020204" pitchFamily="34" charset="0"/>
              <a:buChar char="•"/>
            </a:pPr>
            <a:r>
              <a:rPr lang="en-US" altLang="zh-CN" b="1" dirty="0"/>
              <a:t>Unified Buffer(UB)</a:t>
            </a:r>
            <a:r>
              <a:rPr lang="zh-CN" altLang="en-US" dirty="0"/>
              <a:t>： 保存</a:t>
            </a:r>
            <a:r>
              <a:rPr lang="en-US" altLang="zh-CN" dirty="0"/>
              <a:t>Vector</a:t>
            </a:r>
            <a:r>
              <a:rPr lang="zh-CN" altLang="en-US" dirty="0"/>
              <a:t>运算的源操作数和目的操作数； 一般要求</a:t>
            </a:r>
            <a:r>
              <a:rPr lang="en-US" altLang="zh-CN" dirty="0"/>
              <a:t>32Byte</a:t>
            </a:r>
            <a:r>
              <a:rPr lang="zh-CN" altLang="en-US" dirty="0"/>
              <a:t>对齐；</a:t>
            </a:r>
            <a:endParaRPr lang="en-US" altLang="zh-CN" dirty="0"/>
          </a:p>
          <a:p>
            <a:pPr marL="285750" indent="-285750">
              <a:spcAft>
                <a:spcPts val="600"/>
              </a:spcAft>
              <a:buFont typeface="Arial" panose="020B0604020202020204" pitchFamily="34" charset="0"/>
              <a:buChar char="•"/>
            </a:pPr>
            <a:r>
              <a:rPr lang="zh-CN" altLang="en-US" b="1" dirty="0"/>
              <a:t>数据从</a:t>
            </a:r>
            <a:r>
              <a:rPr lang="en-US" altLang="zh-CN" b="1" dirty="0"/>
              <a:t>L0C-&gt;UB</a:t>
            </a:r>
            <a:r>
              <a:rPr lang="zh-CN" altLang="en-US" dirty="0"/>
              <a:t>：随数据搬运在</a:t>
            </a:r>
            <a:r>
              <a:rPr lang="en-US" altLang="zh-CN" dirty="0"/>
              <a:t>Vector Unit</a:t>
            </a:r>
            <a:r>
              <a:rPr lang="zh-CN" altLang="en-US" dirty="0"/>
              <a:t>完成一些</a:t>
            </a:r>
            <a:r>
              <a:rPr lang="en-US" altLang="zh-CN" dirty="0"/>
              <a:t>RELU/</a:t>
            </a:r>
            <a:r>
              <a:rPr lang="zh-CN" altLang="en-US" dirty="0"/>
              <a:t>数据格式转换等操作</a:t>
            </a:r>
            <a:endParaRPr lang="en-US" altLang="zh-CN" dirty="0"/>
          </a:p>
        </p:txBody>
      </p:sp>
    </p:spTree>
    <p:extLst>
      <p:ext uri="{BB962C8B-B14F-4D97-AF65-F5344CB8AC3E}">
        <p14:creationId xmlns:p14="http://schemas.microsoft.com/office/powerpoint/2010/main" val="1917565617"/>
      </p:ext>
    </p:extLst>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en-US" altLang="zh-CN" dirty="0">
                <a:ea typeface="ＭＳ Ｐゴシック" panose="020B0600070205080204" pitchFamily="34" charset="-128"/>
              </a:rPr>
              <a:t>Recall: </a:t>
            </a:r>
            <a:r>
              <a:rPr lang="en-US" altLang="zh-CN" dirty="0"/>
              <a:t>Scalar</a:t>
            </a:r>
            <a:r>
              <a:rPr lang="zh-CN" altLang="en-US" dirty="0"/>
              <a:t>模块</a:t>
            </a:r>
            <a:r>
              <a:rPr lang="en-US" altLang="zh-CN" dirty="0"/>
              <a:t> </a:t>
            </a:r>
            <a:r>
              <a:rPr lang="zh-CN" altLang="en-US" dirty="0"/>
              <a:t>（司令部）</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4" name="Picture 12">
            <a:extLst>
              <a:ext uri="{FF2B5EF4-FFF2-40B4-BE49-F238E27FC236}">
                <a16:creationId xmlns:a16="http://schemas.microsoft.com/office/drawing/2014/main" id="{4286310E-10B5-4AA3-9CC8-D70FD00F9117}"/>
              </a:ext>
            </a:extLst>
          </p:cNvPr>
          <p:cNvPicPr>
            <a:picLocks noChangeAspect="1"/>
          </p:cNvPicPr>
          <p:nvPr/>
        </p:nvPicPr>
        <p:blipFill>
          <a:blip r:embed="rId2"/>
          <a:stretch>
            <a:fillRect/>
          </a:stretch>
        </p:blipFill>
        <p:spPr>
          <a:xfrm>
            <a:off x="1006146" y="1143000"/>
            <a:ext cx="7131707" cy="3015336"/>
          </a:xfrm>
          <a:prstGeom prst="rect">
            <a:avLst/>
          </a:prstGeom>
        </p:spPr>
      </p:pic>
      <p:grpSp>
        <p:nvGrpSpPr>
          <p:cNvPr id="5" name="Group 28">
            <a:extLst>
              <a:ext uri="{FF2B5EF4-FFF2-40B4-BE49-F238E27FC236}">
                <a16:creationId xmlns:a16="http://schemas.microsoft.com/office/drawing/2014/main" id="{9B349DC8-605F-4A04-9464-2B1B1115CB03}"/>
              </a:ext>
            </a:extLst>
          </p:cNvPr>
          <p:cNvGrpSpPr/>
          <p:nvPr/>
        </p:nvGrpSpPr>
        <p:grpSpPr>
          <a:xfrm>
            <a:off x="5554369" y="2574051"/>
            <a:ext cx="2431228" cy="531302"/>
            <a:chOff x="4572000" y="2297959"/>
            <a:chExt cx="2431228" cy="531302"/>
          </a:xfrm>
        </p:grpSpPr>
        <p:cxnSp>
          <p:nvCxnSpPr>
            <p:cNvPr id="6" name="Straight Connector 17">
              <a:extLst>
                <a:ext uri="{FF2B5EF4-FFF2-40B4-BE49-F238E27FC236}">
                  <a16:creationId xmlns:a16="http://schemas.microsoft.com/office/drawing/2014/main" id="{F4E6394D-B745-49A1-B1BF-D140CB19F651}"/>
                </a:ext>
              </a:extLst>
            </p:cNvPr>
            <p:cNvCxnSpPr>
              <a:cxnSpLocks/>
            </p:cNvCxnSpPr>
            <p:nvPr/>
          </p:nvCxnSpPr>
          <p:spPr>
            <a:xfrm>
              <a:off x="4572000" y="2308717"/>
              <a:ext cx="2431228"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18">
              <a:extLst>
                <a:ext uri="{FF2B5EF4-FFF2-40B4-BE49-F238E27FC236}">
                  <a16:creationId xmlns:a16="http://schemas.microsoft.com/office/drawing/2014/main" id="{FEE3F45A-4BC8-4CE4-913F-909B48CD7DBF}"/>
                </a:ext>
              </a:extLst>
            </p:cNvPr>
            <p:cNvCxnSpPr>
              <a:cxnSpLocks/>
            </p:cNvCxnSpPr>
            <p:nvPr/>
          </p:nvCxnSpPr>
          <p:spPr>
            <a:xfrm>
              <a:off x="6978335" y="2297959"/>
              <a:ext cx="0" cy="531302"/>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19">
              <a:extLst>
                <a:ext uri="{FF2B5EF4-FFF2-40B4-BE49-F238E27FC236}">
                  <a16:creationId xmlns:a16="http://schemas.microsoft.com/office/drawing/2014/main" id="{ABC6BBA3-A465-42B0-A71E-B742F1A30718}"/>
                </a:ext>
              </a:extLst>
            </p:cNvPr>
            <p:cNvCxnSpPr>
              <a:cxnSpLocks/>
            </p:cNvCxnSpPr>
            <p:nvPr/>
          </p:nvCxnSpPr>
          <p:spPr>
            <a:xfrm>
              <a:off x="4572000" y="2807745"/>
              <a:ext cx="2406335"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20">
              <a:extLst>
                <a:ext uri="{FF2B5EF4-FFF2-40B4-BE49-F238E27FC236}">
                  <a16:creationId xmlns:a16="http://schemas.microsoft.com/office/drawing/2014/main" id="{5678B87B-8816-4B8C-A853-05A28F5EFD99}"/>
                </a:ext>
              </a:extLst>
            </p:cNvPr>
            <p:cNvCxnSpPr>
              <a:cxnSpLocks/>
            </p:cNvCxnSpPr>
            <p:nvPr/>
          </p:nvCxnSpPr>
          <p:spPr>
            <a:xfrm flipV="1">
              <a:off x="4600737" y="2308717"/>
              <a:ext cx="0" cy="479543"/>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0" name="TextBox 14">
            <a:extLst>
              <a:ext uri="{FF2B5EF4-FFF2-40B4-BE49-F238E27FC236}">
                <a16:creationId xmlns:a16="http://schemas.microsoft.com/office/drawing/2014/main" id="{DFE54979-2EF2-43D7-8BA2-CDE11197E526}"/>
              </a:ext>
            </a:extLst>
          </p:cNvPr>
          <p:cNvSpPr txBox="1"/>
          <p:nvPr/>
        </p:nvSpPr>
        <p:spPr>
          <a:xfrm>
            <a:off x="114299" y="4273191"/>
            <a:ext cx="8915399" cy="2046714"/>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altLang="zh-CN" sz="1600" b="1" dirty="0"/>
              <a:t>Scalar Unit</a:t>
            </a:r>
            <a:r>
              <a:rPr lang="zh-CN" altLang="en-US" sz="1600" dirty="0"/>
              <a:t>： 负责完成</a:t>
            </a:r>
            <a:r>
              <a:rPr lang="en-US" altLang="zh-CN" sz="1600" dirty="0" err="1"/>
              <a:t>AICore</a:t>
            </a:r>
            <a:r>
              <a:rPr lang="zh-CN" altLang="en-US" sz="1600" dirty="0"/>
              <a:t>中的标量运算，功能上可以看做一个小</a:t>
            </a:r>
            <a:r>
              <a:rPr lang="en-US" altLang="zh-CN" sz="1600" dirty="0"/>
              <a:t>CPU</a:t>
            </a:r>
            <a:r>
              <a:rPr lang="zh-CN" altLang="en-US" sz="1600" dirty="0"/>
              <a:t>；完成整个程序的循环控制、分支判断、</a:t>
            </a:r>
            <a:r>
              <a:rPr lang="en-US" altLang="zh-CN" sz="1600" dirty="0"/>
              <a:t>CUBE/Vector</a:t>
            </a:r>
            <a:r>
              <a:rPr lang="zh-CN" altLang="en-US" sz="1600" dirty="0"/>
              <a:t>等指令的地址和参数计算以及基本的算术运算等</a:t>
            </a:r>
            <a:r>
              <a:rPr lang="zh-CN" altLang="en-US" sz="1200" i="1" dirty="0"/>
              <a:t>‘</a:t>
            </a:r>
            <a:endParaRPr lang="en-US" altLang="zh-CN" sz="1600" dirty="0"/>
          </a:p>
          <a:p>
            <a:pPr marL="285750" indent="-285750">
              <a:spcAft>
                <a:spcPts val="600"/>
              </a:spcAft>
              <a:buFont typeface="Arial" panose="020B0604020202020204" pitchFamily="34" charset="0"/>
              <a:buChar char="•"/>
            </a:pPr>
            <a:r>
              <a:rPr lang="en-US" altLang="zh-CN" sz="1600" b="1" dirty="0"/>
              <a:t>Unified Buffer or  Scalar Buffer</a:t>
            </a:r>
            <a:r>
              <a:rPr lang="en-US" altLang="zh-CN" sz="1600" dirty="0"/>
              <a:t>: </a:t>
            </a:r>
            <a:r>
              <a:rPr lang="zh-CN" altLang="en-US" sz="1600" dirty="0"/>
              <a:t>晟腾</a:t>
            </a:r>
            <a:r>
              <a:rPr lang="en-US" altLang="zh-CN" sz="1600" dirty="0"/>
              <a:t>310/910 Scalar Unit</a:t>
            </a:r>
            <a:r>
              <a:rPr lang="zh-CN" altLang="en-US" sz="1600" dirty="0"/>
              <a:t>不能直接访问外面的</a:t>
            </a:r>
            <a:r>
              <a:rPr lang="en-US" altLang="zh-CN" sz="1600" dirty="0"/>
              <a:t>DDR/HBM, </a:t>
            </a:r>
            <a:r>
              <a:rPr lang="zh-CN" altLang="en-US" sz="1600" dirty="0"/>
              <a:t>需要预留</a:t>
            </a:r>
            <a:r>
              <a:rPr lang="en-US" altLang="zh-CN" sz="1600" dirty="0"/>
              <a:t>UB</a:t>
            </a:r>
            <a:r>
              <a:rPr lang="zh-CN" altLang="en-US" sz="1600" dirty="0"/>
              <a:t>的一部分</a:t>
            </a:r>
            <a:r>
              <a:rPr lang="en-US" altLang="zh-CN" sz="1600" dirty="0"/>
              <a:t>(310)</a:t>
            </a:r>
            <a:r>
              <a:rPr lang="zh-CN" altLang="en-US" sz="1600" dirty="0"/>
              <a:t>或者使用专门的</a:t>
            </a:r>
            <a:r>
              <a:rPr lang="en-US" altLang="zh-CN" sz="1600" dirty="0"/>
              <a:t>Scalar Buffer(910)</a:t>
            </a:r>
            <a:r>
              <a:rPr lang="zh-CN" altLang="en-US" sz="1600" dirty="0"/>
              <a:t>用作</a:t>
            </a:r>
            <a:r>
              <a:rPr lang="en-US" altLang="zh-CN" sz="1600" dirty="0"/>
              <a:t>Scalar Unit</a:t>
            </a:r>
            <a:r>
              <a:rPr lang="zh-CN" altLang="en-US" sz="1600" dirty="0"/>
              <a:t>的堆栈空间</a:t>
            </a:r>
            <a:endParaRPr lang="en-US" altLang="zh-CN" sz="1600" dirty="0"/>
          </a:p>
          <a:p>
            <a:pPr marL="285750" indent="-285750">
              <a:spcAft>
                <a:spcPts val="600"/>
              </a:spcAft>
              <a:buFont typeface="Arial" panose="020B0604020202020204" pitchFamily="34" charset="0"/>
              <a:buChar char="•"/>
            </a:pPr>
            <a:r>
              <a:rPr lang="en-US" altLang="zh-CN" sz="1600" b="1" dirty="0"/>
              <a:t>GPR</a:t>
            </a:r>
            <a:r>
              <a:rPr lang="zh-CN" altLang="en-US" sz="1600" dirty="0"/>
              <a:t>：通用寄存器，目前包含</a:t>
            </a:r>
            <a:r>
              <a:rPr lang="en-US" altLang="zh-CN" sz="1600" dirty="0"/>
              <a:t>32</a:t>
            </a:r>
            <a:r>
              <a:rPr lang="zh-CN" altLang="en-US" sz="1600" dirty="0"/>
              <a:t>个通用寄存器</a:t>
            </a:r>
            <a:endParaRPr lang="en-US" altLang="zh-CN" sz="1600" dirty="0"/>
          </a:p>
          <a:p>
            <a:pPr marL="285750" indent="-285750">
              <a:spcAft>
                <a:spcPts val="600"/>
              </a:spcAft>
              <a:buFont typeface="Arial" panose="020B0604020202020204" pitchFamily="34" charset="0"/>
              <a:buChar char="•"/>
            </a:pPr>
            <a:r>
              <a:rPr lang="en-US" altLang="zh-CN" sz="1600" b="1" dirty="0"/>
              <a:t>SPR</a:t>
            </a:r>
            <a:r>
              <a:rPr lang="en-US" altLang="zh-CN" sz="1600" dirty="0"/>
              <a:t>:  </a:t>
            </a:r>
            <a:r>
              <a:rPr lang="zh-CN" altLang="en-US" sz="1600" dirty="0"/>
              <a:t>专用寄存器，为了支持指令集一些指令的特殊需要，</a:t>
            </a:r>
            <a:r>
              <a:rPr lang="en-US" altLang="zh-CN" sz="1600" dirty="0" err="1"/>
              <a:t>Davinci</a:t>
            </a:r>
            <a:r>
              <a:rPr lang="zh-CN" altLang="en-US" sz="1600" dirty="0"/>
              <a:t>设计了许多专用寄存器，比如</a:t>
            </a:r>
            <a:r>
              <a:rPr lang="en-US" altLang="zh-CN" sz="1600" dirty="0" err="1"/>
              <a:t>CoreID</a:t>
            </a:r>
            <a:r>
              <a:rPr lang="en-US" altLang="zh-CN" sz="1600" dirty="0"/>
              <a:t>, BLOCKID, VA, </a:t>
            </a:r>
            <a:r>
              <a:rPr lang="zh-CN" altLang="en-US" sz="1600" dirty="0"/>
              <a:t> </a:t>
            </a:r>
            <a:r>
              <a:rPr lang="en-US" altLang="zh-CN" sz="1600" dirty="0"/>
              <a:t>STATUS, CTRL</a:t>
            </a:r>
            <a:r>
              <a:rPr lang="zh-CN" altLang="en-US" sz="1600" dirty="0"/>
              <a:t>等寄存器</a:t>
            </a:r>
            <a:endParaRPr lang="en-US" altLang="zh-CN" sz="1600" dirty="0"/>
          </a:p>
        </p:txBody>
      </p:sp>
    </p:spTree>
    <p:extLst>
      <p:ext uri="{BB962C8B-B14F-4D97-AF65-F5344CB8AC3E}">
        <p14:creationId xmlns:p14="http://schemas.microsoft.com/office/powerpoint/2010/main" val="120749686"/>
      </p:ext>
    </p:extLst>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p:txBody>
          <a:bodyPr/>
          <a:lstStyle/>
          <a:p>
            <a:r>
              <a:rPr lang="en-US" altLang="zh-CN" dirty="0"/>
              <a:t>TPU</a:t>
            </a:r>
            <a:r>
              <a:rPr lang="zh-CN" altLang="en-US" dirty="0"/>
              <a:t> </a:t>
            </a:r>
            <a:r>
              <a:rPr lang="en-US" altLang="zh-CN" dirty="0"/>
              <a:t>v1</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6" name="Picture 3">
            <a:extLst>
              <a:ext uri="{FF2B5EF4-FFF2-40B4-BE49-F238E27FC236}">
                <a16:creationId xmlns:a16="http://schemas.microsoft.com/office/drawing/2014/main" id="{6507CA36-1283-4A19-9090-8B05BF7DDC7E}"/>
              </a:ext>
            </a:extLst>
          </p:cNvPr>
          <p:cNvPicPr>
            <a:picLocks noChangeAspect="1"/>
          </p:cNvPicPr>
          <p:nvPr/>
        </p:nvPicPr>
        <p:blipFill>
          <a:blip r:embed="rId2"/>
          <a:stretch>
            <a:fillRect/>
          </a:stretch>
        </p:blipFill>
        <p:spPr>
          <a:xfrm>
            <a:off x="0" y="914400"/>
            <a:ext cx="6019800" cy="4277960"/>
          </a:xfrm>
          <a:prstGeom prst="rect">
            <a:avLst/>
          </a:prstGeom>
        </p:spPr>
      </p:pic>
      <p:sp>
        <p:nvSpPr>
          <p:cNvPr id="7" name="内容占位符 2">
            <a:extLst>
              <a:ext uri="{FF2B5EF4-FFF2-40B4-BE49-F238E27FC236}">
                <a16:creationId xmlns:a16="http://schemas.microsoft.com/office/drawing/2014/main" id="{FCD80A82-12BD-4B8C-95D4-C37621D34B80}"/>
              </a:ext>
            </a:extLst>
          </p:cNvPr>
          <p:cNvSpPr txBox="1">
            <a:spLocks/>
          </p:cNvSpPr>
          <p:nvPr/>
        </p:nvSpPr>
        <p:spPr>
          <a:xfrm>
            <a:off x="6172200" y="1974629"/>
            <a:ext cx="3124200" cy="38993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Matrix</a:t>
            </a:r>
            <a:r>
              <a:rPr lang="zh-CN" altLang="en-US" sz="2000" b="1" dirty="0"/>
              <a:t> </a:t>
            </a:r>
            <a:r>
              <a:rPr lang="en-US" altLang="zh-CN" sz="2000" b="1" dirty="0"/>
              <a:t>Multiply</a:t>
            </a:r>
            <a:r>
              <a:rPr lang="zh-CN" altLang="en-US" sz="2000" b="1" dirty="0"/>
              <a:t> </a:t>
            </a:r>
            <a:r>
              <a:rPr lang="en-US" altLang="zh-CN" sz="2000" b="1" dirty="0"/>
              <a:t>Unit</a:t>
            </a:r>
          </a:p>
          <a:p>
            <a:pPr lvl="1"/>
            <a:r>
              <a:rPr lang="en-US" sz="1800" dirty="0"/>
              <a:t>256x256 MACs</a:t>
            </a:r>
          </a:p>
          <a:p>
            <a:pPr lvl="1"/>
            <a:r>
              <a:rPr lang="en-US" sz="1800" dirty="0"/>
              <a:t>Systolic</a:t>
            </a:r>
            <a:r>
              <a:rPr lang="zh-CN" altLang="en-US" sz="1800" dirty="0"/>
              <a:t> </a:t>
            </a:r>
            <a:r>
              <a:rPr lang="en-US" altLang="zh-CN" sz="1800" dirty="0"/>
              <a:t>Array</a:t>
            </a:r>
            <a:endParaRPr lang="en-US" sz="1800" dirty="0"/>
          </a:p>
          <a:p>
            <a:pPr lvl="1"/>
            <a:r>
              <a:rPr lang="en-US" sz="1800" dirty="0"/>
              <a:t> </a:t>
            </a:r>
            <a:r>
              <a:rPr lang="en-US" altLang="zh-CN" sz="1800" dirty="0"/>
              <a:t>24%</a:t>
            </a:r>
            <a:r>
              <a:rPr lang="zh-CN" altLang="en-US" sz="1800" dirty="0"/>
              <a:t> </a:t>
            </a:r>
            <a:r>
              <a:rPr lang="en-US" altLang="zh-CN" sz="1800" dirty="0"/>
              <a:t>area</a:t>
            </a:r>
          </a:p>
          <a:p>
            <a:pPr lvl="1"/>
            <a:endParaRPr lang="en-US" sz="1800" dirty="0"/>
          </a:p>
          <a:p>
            <a:r>
              <a:rPr lang="en-US" altLang="zh-CN" sz="2000" b="1" dirty="0"/>
              <a:t>Unified</a:t>
            </a:r>
            <a:r>
              <a:rPr lang="zh-CN" altLang="en-US" sz="2000" b="1" dirty="0"/>
              <a:t> </a:t>
            </a:r>
            <a:r>
              <a:rPr lang="en-US" altLang="zh-CN" sz="2000" b="1" dirty="0"/>
              <a:t>Buffer</a:t>
            </a:r>
          </a:p>
          <a:p>
            <a:pPr lvl="1"/>
            <a:r>
              <a:rPr lang="en-US" altLang="zh-CN" sz="1800" dirty="0"/>
              <a:t>24 MB</a:t>
            </a:r>
          </a:p>
          <a:p>
            <a:pPr lvl="1"/>
            <a:r>
              <a:rPr lang="en-US" altLang="zh-CN" sz="1800" dirty="0"/>
              <a:t>29%</a:t>
            </a:r>
            <a:r>
              <a:rPr lang="zh-CN" altLang="en-US" sz="1800" dirty="0"/>
              <a:t> </a:t>
            </a:r>
            <a:r>
              <a:rPr lang="en-US" altLang="zh-CN" sz="1800" dirty="0"/>
              <a:t>area</a:t>
            </a:r>
          </a:p>
          <a:p>
            <a:endParaRPr lang="en-US" altLang="zh-CN" sz="2000" dirty="0"/>
          </a:p>
        </p:txBody>
      </p:sp>
      <p:sp>
        <p:nvSpPr>
          <p:cNvPr id="8" name="Rectangle 2">
            <a:extLst>
              <a:ext uri="{FF2B5EF4-FFF2-40B4-BE49-F238E27FC236}">
                <a16:creationId xmlns:a16="http://schemas.microsoft.com/office/drawing/2014/main" id="{4B486F24-2EDF-4F86-B20B-0FD2B086DBD7}"/>
              </a:ext>
            </a:extLst>
          </p:cNvPr>
          <p:cNvSpPr/>
          <p:nvPr/>
        </p:nvSpPr>
        <p:spPr>
          <a:xfrm>
            <a:off x="228600" y="6520934"/>
            <a:ext cx="9629548" cy="369332"/>
          </a:xfrm>
          <a:prstGeom prst="rect">
            <a:avLst/>
          </a:prstGeom>
        </p:spPr>
        <p:txBody>
          <a:bodyPr wrap="square">
            <a:spAutoFit/>
          </a:bodyPr>
          <a:lstStyle/>
          <a:p>
            <a:r>
              <a:rPr lang="en-US" i="1" dirty="0">
                <a:latin typeface="GoogleSans"/>
              </a:rPr>
              <a:t>[Google, In-Datacenter Performance Analysis of a Tensor Processing Unit</a:t>
            </a:r>
            <a:r>
              <a:rPr lang="en-US" i="1" dirty="0">
                <a:solidFill>
                  <a:srgbClr val="424242"/>
                </a:solidFill>
                <a:latin typeface="GoogleSans"/>
              </a:rPr>
              <a:t>, ISCA, 2017] </a:t>
            </a:r>
            <a:endParaRPr lang="en-US" i="1" dirty="0"/>
          </a:p>
        </p:txBody>
      </p:sp>
      <p:sp>
        <p:nvSpPr>
          <p:cNvPr id="9" name="内容占位符 2">
            <a:extLst>
              <a:ext uri="{FF2B5EF4-FFF2-40B4-BE49-F238E27FC236}">
                <a16:creationId xmlns:a16="http://schemas.microsoft.com/office/drawing/2014/main" id="{D7A455AF-B162-4BA5-A3BC-076BB16CE125}"/>
              </a:ext>
            </a:extLst>
          </p:cNvPr>
          <p:cNvSpPr txBox="1">
            <a:spLocks/>
          </p:cNvSpPr>
          <p:nvPr/>
        </p:nvSpPr>
        <p:spPr>
          <a:xfrm>
            <a:off x="152400" y="5334000"/>
            <a:ext cx="6019800" cy="10799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TPU v1</a:t>
            </a:r>
            <a:endParaRPr lang="en-US" altLang="zh-CN" sz="2400" b="1" dirty="0"/>
          </a:p>
          <a:p>
            <a:pPr lvl="1"/>
            <a:r>
              <a:rPr lang="en-US" sz="2000" dirty="0"/>
              <a:t>For inference, model is pre-stored in DDR3, and data is from the host via PCIe</a:t>
            </a:r>
            <a:endParaRPr lang="en-US" altLang="zh-CN" sz="2000" dirty="0"/>
          </a:p>
          <a:p>
            <a:endParaRPr lang="en-US" altLang="zh-CN" sz="2400" dirty="0"/>
          </a:p>
        </p:txBody>
      </p:sp>
    </p:spTree>
    <p:extLst>
      <p:ext uri="{BB962C8B-B14F-4D97-AF65-F5344CB8AC3E}">
        <p14:creationId xmlns:p14="http://schemas.microsoft.com/office/powerpoint/2010/main" val="1041709353"/>
      </p:ext>
    </p:extLst>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a:ea typeface="ＭＳ Ｐゴシック" panose="020B0600070205080204" pitchFamily="34" charset="-128"/>
              </a:rPr>
              <a:t>Systolic Arrays in AI Accelerator</a:t>
            </a: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137</a:t>
            </a:fld>
            <a:endParaRPr lang="en-US" altLang="en-US" sz="1600">
              <a:solidFill>
                <a:srgbClr val="000000"/>
              </a:solidFill>
              <a:latin typeface="Garamond" panose="02020404030301010803" pitchFamily="18" charset="0"/>
            </a:endParaRPr>
          </a:p>
        </p:txBody>
      </p:sp>
      <p:sp>
        <p:nvSpPr>
          <p:cNvPr id="73" name="Content Placeholder 2">
            <a:extLst>
              <a:ext uri="{FF2B5EF4-FFF2-40B4-BE49-F238E27FC236}">
                <a16:creationId xmlns:a16="http://schemas.microsoft.com/office/drawing/2014/main" id="{A68E0EB9-E9EC-4BAF-8850-59AFED946832}"/>
              </a:ext>
            </a:extLst>
          </p:cNvPr>
          <p:cNvSpPr txBox="1">
            <a:spLocks/>
          </p:cNvSpPr>
          <p:nvPr/>
        </p:nvSpPr>
        <p:spPr bwMode="auto">
          <a:xfrm>
            <a:off x="152400" y="991744"/>
            <a:ext cx="9220200" cy="11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kern="0" dirty="0">
                <a:ea typeface="ＭＳ Ｐゴシック" panose="020B0600070205080204" pitchFamily="34" charset="-128"/>
              </a:rPr>
              <a:t>Systolic array can be multi-dimensional</a:t>
            </a:r>
          </a:p>
          <a:p>
            <a:pPr lvl="1"/>
            <a:r>
              <a:rPr lang="en-US" altLang="zh-CN" kern="0" dirty="0">
                <a:solidFill>
                  <a:srgbClr val="0432FF"/>
                </a:solidFill>
                <a:ea typeface="ＭＳ Ｐゴシック" panose="020B0600070205080204" pitchFamily="34" charset="-128"/>
              </a:rPr>
              <a:t>The most popular one used by AI </a:t>
            </a:r>
            <a:r>
              <a:rPr lang="zh-CN" altLang="en-US" kern="0" dirty="0">
                <a:solidFill>
                  <a:srgbClr val="0432FF"/>
                </a:solidFill>
                <a:ea typeface="ＭＳ Ｐゴシック" panose="020B0600070205080204" pitchFamily="34" charset="-128"/>
              </a:rPr>
              <a:t>ａｃｃｅｌｅｒａｔｏｒ</a:t>
            </a:r>
            <a:r>
              <a:rPr lang="en-US" altLang="zh-CN" kern="0" dirty="0">
                <a:solidFill>
                  <a:srgbClr val="0432FF"/>
                </a:solidFill>
                <a:ea typeface="ＭＳ Ｐゴシック" panose="020B0600070205080204" pitchFamily="34" charset="-128"/>
              </a:rPr>
              <a:t> is two-dimensional</a:t>
            </a:r>
            <a:r>
              <a:rPr lang="zh-CN" altLang="en-US" kern="0" dirty="0">
                <a:solidFill>
                  <a:srgbClr val="0432FF"/>
                </a:solidFill>
                <a:ea typeface="ＭＳ Ｐゴシック" panose="020B0600070205080204" pitchFamily="34" charset="-128"/>
              </a:rPr>
              <a:t>．</a:t>
            </a:r>
            <a:endParaRPr lang="en-US" altLang="en-US" kern="0" dirty="0">
              <a:ea typeface="ＭＳ Ｐゴシック" panose="020B0600070205080204" pitchFamily="34" charset="-128"/>
            </a:endParaRPr>
          </a:p>
          <a:p>
            <a:pPr lvl="1"/>
            <a:endParaRPr lang="en-US" altLang="en-US" kern="0" dirty="0">
              <a:solidFill>
                <a:srgbClr val="0000FF"/>
              </a:solidFill>
              <a:ea typeface="ＭＳ Ｐゴシック" panose="020B0600070205080204" pitchFamily="34" charset="-128"/>
            </a:endParaRPr>
          </a:p>
        </p:txBody>
      </p:sp>
      <p:grpSp>
        <p:nvGrpSpPr>
          <p:cNvPr id="6" name="组合 5">
            <a:extLst>
              <a:ext uri="{FF2B5EF4-FFF2-40B4-BE49-F238E27FC236}">
                <a16:creationId xmlns:a16="http://schemas.microsoft.com/office/drawing/2014/main" id="{A42BCF23-5BBC-48FB-B912-899C23EE0D2E}"/>
              </a:ext>
            </a:extLst>
          </p:cNvPr>
          <p:cNvGrpSpPr/>
          <p:nvPr/>
        </p:nvGrpSpPr>
        <p:grpSpPr>
          <a:xfrm>
            <a:off x="3926840" y="2298205"/>
            <a:ext cx="5029200" cy="3941998"/>
            <a:chOff x="3926840" y="2298205"/>
            <a:chExt cx="5029200" cy="3941998"/>
          </a:xfrm>
        </p:grpSpPr>
        <p:sp>
          <p:nvSpPr>
            <p:cNvPr id="18" name="矩形 17">
              <a:extLst>
                <a:ext uri="{FF2B5EF4-FFF2-40B4-BE49-F238E27FC236}">
                  <a16:creationId xmlns:a16="http://schemas.microsoft.com/office/drawing/2014/main" id="{971842F9-7C22-4E6A-A8E9-24CF9CFBFE21}"/>
                </a:ext>
              </a:extLst>
            </p:cNvPr>
            <p:cNvSpPr/>
            <p:nvPr/>
          </p:nvSpPr>
          <p:spPr bwMode="auto">
            <a:xfrm>
              <a:off x="4536440" y="2621907"/>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solidFill>
                  <a:srgbClr val="000000"/>
                </a:solidFill>
              </a:endParaRPr>
            </a:p>
            <a:p>
              <a:endParaRPr kumimoji="0" lang="zh-CN" altLang="en-US" b="0" i="0" u="none" strike="noStrike" cap="none" normalizeH="0" baseline="0" dirty="0">
                <a:ln>
                  <a:noFill/>
                </a:ln>
                <a:solidFill>
                  <a:schemeClr val="tx1"/>
                </a:solidFill>
                <a:effectLst/>
                <a:latin typeface="Arial" pitchFamily="34" charset="0"/>
              </a:endParaRPr>
            </a:p>
          </p:txBody>
        </p:sp>
        <p:sp>
          <p:nvSpPr>
            <p:cNvPr id="19" name="矩形 18">
              <a:extLst>
                <a:ext uri="{FF2B5EF4-FFF2-40B4-BE49-F238E27FC236}">
                  <a16:creationId xmlns:a16="http://schemas.microsoft.com/office/drawing/2014/main" id="{5DE57696-C471-41AD-A436-0AEE86EA6E0C}"/>
                </a:ext>
              </a:extLst>
            </p:cNvPr>
            <p:cNvSpPr/>
            <p:nvPr/>
          </p:nvSpPr>
          <p:spPr bwMode="auto">
            <a:xfrm>
              <a:off x="6212840" y="2621907"/>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kumimoji="0" lang="zh-CN" altLang="en-US" b="0" i="0" u="none" strike="noStrike" cap="none" normalizeH="0" baseline="0" dirty="0">
                <a:ln>
                  <a:noFill/>
                </a:ln>
                <a:solidFill>
                  <a:schemeClr val="tx1"/>
                </a:solidFill>
                <a:effectLst/>
                <a:latin typeface="Arial" pitchFamily="34" charset="0"/>
              </a:endParaRPr>
            </a:p>
          </p:txBody>
        </p:sp>
        <p:sp>
          <p:nvSpPr>
            <p:cNvPr id="20" name="矩形 19">
              <a:extLst>
                <a:ext uri="{FF2B5EF4-FFF2-40B4-BE49-F238E27FC236}">
                  <a16:creationId xmlns:a16="http://schemas.microsoft.com/office/drawing/2014/main" id="{0A0538A2-A27A-4DC2-B951-D5FFC3D76CC8}"/>
                </a:ext>
              </a:extLst>
            </p:cNvPr>
            <p:cNvSpPr/>
            <p:nvPr/>
          </p:nvSpPr>
          <p:spPr bwMode="auto">
            <a:xfrm>
              <a:off x="7889240" y="2621907"/>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kumimoji="0" lang="zh-CN" altLang="en-US" b="0" i="0" u="none" strike="noStrike" cap="none" normalizeH="0" baseline="0" dirty="0">
                <a:ln>
                  <a:noFill/>
                </a:ln>
                <a:solidFill>
                  <a:schemeClr val="tx1"/>
                </a:solidFill>
                <a:effectLst/>
                <a:latin typeface="Arial" pitchFamily="34" charset="0"/>
              </a:endParaRPr>
            </a:p>
          </p:txBody>
        </p:sp>
        <p:sp>
          <p:nvSpPr>
            <p:cNvPr id="21" name="矩形 20">
              <a:extLst>
                <a:ext uri="{FF2B5EF4-FFF2-40B4-BE49-F238E27FC236}">
                  <a16:creationId xmlns:a16="http://schemas.microsoft.com/office/drawing/2014/main" id="{2F31F298-6345-4827-9FA0-2CB9EB08B76E}"/>
                </a:ext>
              </a:extLst>
            </p:cNvPr>
            <p:cNvSpPr/>
            <p:nvPr/>
          </p:nvSpPr>
          <p:spPr bwMode="auto">
            <a:xfrm>
              <a:off x="4536440" y="3980582"/>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solidFill>
                  <a:srgbClr val="000000"/>
                </a:solidFill>
              </a:endParaRPr>
            </a:p>
            <a:p>
              <a:endParaRPr kumimoji="0" lang="zh-CN" altLang="en-US" b="0" i="0" u="none" strike="noStrike" cap="none" normalizeH="0" baseline="0" dirty="0">
                <a:ln>
                  <a:noFill/>
                </a:ln>
                <a:solidFill>
                  <a:schemeClr val="tx1"/>
                </a:solidFill>
                <a:effectLst/>
                <a:latin typeface="Arial" pitchFamily="34" charset="0"/>
              </a:endParaRPr>
            </a:p>
          </p:txBody>
        </p:sp>
        <p:sp>
          <p:nvSpPr>
            <p:cNvPr id="22" name="矩形 21">
              <a:extLst>
                <a:ext uri="{FF2B5EF4-FFF2-40B4-BE49-F238E27FC236}">
                  <a16:creationId xmlns:a16="http://schemas.microsoft.com/office/drawing/2014/main" id="{19E9EEE3-E623-40E0-95F7-1FB410D485DA}"/>
                </a:ext>
              </a:extLst>
            </p:cNvPr>
            <p:cNvSpPr/>
            <p:nvPr/>
          </p:nvSpPr>
          <p:spPr bwMode="auto">
            <a:xfrm>
              <a:off x="6212840" y="3980582"/>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solidFill>
                  <a:srgbClr val="000000"/>
                </a:solidFill>
              </a:endParaRPr>
            </a:p>
            <a:p>
              <a:endParaRPr kumimoji="0" lang="zh-CN" altLang="en-US" b="0" i="0" u="none" strike="noStrike" cap="none" normalizeH="0" baseline="0" dirty="0">
                <a:ln>
                  <a:noFill/>
                </a:ln>
                <a:solidFill>
                  <a:schemeClr val="tx1"/>
                </a:solidFill>
                <a:effectLst/>
                <a:latin typeface="Arial" pitchFamily="34" charset="0"/>
              </a:endParaRPr>
            </a:p>
          </p:txBody>
        </p:sp>
        <p:sp>
          <p:nvSpPr>
            <p:cNvPr id="23" name="矩形 22">
              <a:extLst>
                <a:ext uri="{FF2B5EF4-FFF2-40B4-BE49-F238E27FC236}">
                  <a16:creationId xmlns:a16="http://schemas.microsoft.com/office/drawing/2014/main" id="{9463B354-D3A1-4212-83C4-F81791526E99}"/>
                </a:ext>
              </a:extLst>
            </p:cNvPr>
            <p:cNvSpPr/>
            <p:nvPr/>
          </p:nvSpPr>
          <p:spPr bwMode="auto">
            <a:xfrm>
              <a:off x="7889240" y="3980582"/>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kumimoji="0" lang="zh-CN" altLang="en-US" b="0" i="0" u="none" strike="noStrike" cap="none" normalizeH="0" baseline="0" dirty="0">
                <a:ln>
                  <a:noFill/>
                </a:ln>
                <a:solidFill>
                  <a:schemeClr val="tx1"/>
                </a:solidFill>
                <a:effectLst/>
                <a:latin typeface="Arial" pitchFamily="34" charset="0"/>
              </a:endParaRPr>
            </a:p>
          </p:txBody>
        </p:sp>
        <p:sp>
          <p:nvSpPr>
            <p:cNvPr id="24" name="矩形 23">
              <a:extLst>
                <a:ext uri="{FF2B5EF4-FFF2-40B4-BE49-F238E27FC236}">
                  <a16:creationId xmlns:a16="http://schemas.microsoft.com/office/drawing/2014/main" id="{71CDCD51-4B4D-42F7-BB0D-5FFC8779FF15}"/>
                </a:ext>
              </a:extLst>
            </p:cNvPr>
            <p:cNvSpPr/>
            <p:nvPr/>
          </p:nvSpPr>
          <p:spPr bwMode="auto">
            <a:xfrm>
              <a:off x="4536440" y="5325803"/>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kumimoji="0" lang="zh-CN" altLang="en-US" b="0" i="0" u="none" strike="noStrike" cap="none" normalizeH="0" baseline="0" dirty="0">
                <a:ln>
                  <a:noFill/>
                </a:ln>
                <a:solidFill>
                  <a:schemeClr val="tx1"/>
                </a:solidFill>
                <a:effectLst/>
                <a:latin typeface="Arial" pitchFamily="34" charset="0"/>
              </a:endParaRPr>
            </a:p>
          </p:txBody>
        </p:sp>
        <p:sp>
          <p:nvSpPr>
            <p:cNvPr id="25" name="矩形 24">
              <a:extLst>
                <a:ext uri="{FF2B5EF4-FFF2-40B4-BE49-F238E27FC236}">
                  <a16:creationId xmlns:a16="http://schemas.microsoft.com/office/drawing/2014/main" id="{77C9B240-FA10-4295-88B5-04F167103312}"/>
                </a:ext>
              </a:extLst>
            </p:cNvPr>
            <p:cNvSpPr/>
            <p:nvPr/>
          </p:nvSpPr>
          <p:spPr bwMode="auto">
            <a:xfrm>
              <a:off x="6212840" y="5325803"/>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solidFill>
                  <a:srgbClr val="000000"/>
                </a:solidFill>
              </a:endParaRPr>
            </a:p>
            <a:p>
              <a:endParaRPr kumimoji="0" lang="zh-CN" altLang="en-US" b="0" i="0" u="none" strike="noStrike" cap="none" normalizeH="0" baseline="0" dirty="0">
                <a:ln>
                  <a:noFill/>
                </a:ln>
                <a:solidFill>
                  <a:schemeClr val="tx1"/>
                </a:solidFill>
                <a:effectLst/>
                <a:latin typeface="Arial" pitchFamily="34" charset="0"/>
              </a:endParaRPr>
            </a:p>
          </p:txBody>
        </p:sp>
        <p:sp>
          <p:nvSpPr>
            <p:cNvPr id="26" name="矩形 25">
              <a:extLst>
                <a:ext uri="{FF2B5EF4-FFF2-40B4-BE49-F238E27FC236}">
                  <a16:creationId xmlns:a16="http://schemas.microsoft.com/office/drawing/2014/main" id="{BA60CF42-E486-48CD-BDFA-2F76C08D6AA2}"/>
                </a:ext>
              </a:extLst>
            </p:cNvPr>
            <p:cNvSpPr/>
            <p:nvPr/>
          </p:nvSpPr>
          <p:spPr bwMode="auto">
            <a:xfrm>
              <a:off x="7889240" y="5325803"/>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solidFill>
                  <a:srgbClr val="000000"/>
                </a:solidFill>
              </a:endParaRPr>
            </a:p>
            <a:p>
              <a:endParaRPr kumimoji="0" lang="zh-CN" altLang="en-US" b="0" i="0" u="none" strike="noStrike" cap="none" normalizeH="0" baseline="0" dirty="0">
                <a:ln>
                  <a:noFill/>
                </a:ln>
                <a:solidFill>
                  <a:schemeClr val="tx1"/>
                </a:solidFill>
                <a:effectLst/>
                <a:latin typeface="Arial" pitchFamily="34" charset="0"/>
              </a:endParaRPr>
            </a:p>
          </p:txBody>
        </p:sp>
        <p:cxnSp>
          <p:nvCxnSpPr>
            <p:cNvPr id="27" name="直接箭头连接符 26">
              <a:extLst>
                <a:ext uri="{FF2B5EF4-FFF2-40B4-BE49-F238E27FC236}">
                  <a16:creationId xmlns:a16="http://schemas.microsoft.com/office/drawing/2014/main" id="{48293CA6-86B0-42D4-AD45-E1922F1BD6C3}"/>
                </a:ext>
              </a:extLst>
            </p:cNvPr>
            <p:cNvCxnSpPr>
              <a:endCxn id="18" idx="0"/>
            </p:cNvCxnSpPr>
            <p:nvPr/>
          </p:nvCxnSpPr>
          <p:spPr bwMode="auto">
            <a:xfrm>
              <a:off x="5069840" y="2298205"/>
              <a:ext cx="0" cy="323702"/>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28" name="直接箭头连接符 27">
              <a:extLst>
                <a:ext uri="{FF2B5EF4-FFF2-40B4-BE49-F238E27FC236}">
                  <a16:creationId xmlns:a16="http://schemas.microsoft.com/office/drawing/2014/main" id="{0EB5C297-CF7B-4A7D-A7E8-F5CE6989A531}"/>
                </a:ext>
              </a:extLst>
            </p:cNvPr>
            <p:cNvCxnSpPr/>
            <p:nvPr/>
          </p:nvCxnSpPr>
          <p:spPr bwMode="auto">
            <a:xfrm>
              <a:off x="6746240" y="2298205"/>
              <a:ext cx="0" cy="323702"/>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29" name="直接箭头连接符 28">
              <a:extLst>
                <a:ext uri="{FF2B5EF4-FFF2-40B4-BE49-F238E27FC236}">
                  <a16:creationId xmlns:a16="http://schemas.microsoft.com/office/drawing/2014/main" id="{63C6ADAA-7432-45E5-B579-0977FC978F63}"/>
                </a:ext>
              </a:extLst>
            </p:cNvPr>
            <p:cNvCxnSpPr/>
            <p:nvPr/>
          </p:nvCxnSpPr>
          <p:spPr bwMode="auto">
            <a:xfrm>
              <a:off x="8422640" y="2298205"/>
              <a:ext cx="0" cy="323702"/>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30" name="直接箭头连接符 29">
              <a:extLst>
                <a:ext uri="{FF2B5EF4-FFF2-40B4-BE49-F238E27FC236}">
                  <a16:creationId xmlns:a16="http://schemas.microsoft.com/office/drawing/2014/main" id="{D037A792-5726-41B2-8C38-3CFA1DEC0D82}"/>
                </a:ext>
              </a:extLst>
            </p:cNvPr>
            <p:cNvCxnSpPr>
              <a:cxnSpLocks/>
              <a:stCxn id="18" idx="2"/>
              <a:endCxn id="21" idx="0"/>
            </p:cNvCxnSpPr>
            <p:nvPr/>
          </p:nvCxnSpPr>
          <p:spPr bwMode="auto">
            <a:xfrm>
              <a:off x="5069840" y="3536307"/>
              <a:ext cx="0" cy="444275"/>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31" name="直接箭头连接符 30">
              <a:extLst>
                <a:ext uri="{FF2B5EF4-FFF2-40B4-BE49-F238E27FC236}">
                  <a16:creationId xmlns:a16="http://schemas.microsoft.com/office/drawing/2014/main" id="{9E0DB49F-7E40-49CF-8C7C-5AEE2EB2A5EC}"/>
                </a:ext>
              </a:extLst>
            </p:cNvPr>
            <p:cNvCxnSpPr>
              <a:cxnSpLocks/>
              <a:stCxn id="19" idx="2"/>
              <a:endCxn id="22" idx="0"/>
            </p:cNvCxnSpPr>
            <p:nvPr/>
          </p:nvCxnSpPr>
          <p:spPr bwMode="auto">
            <a:xfrm>
              <a:off x="6746240" y="3536307"/>
              <a:ext cx="0" cy="444275"/>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32" name="直接箭头连接符 31">
              <a:extLst>
                <a:ext uri="{FF2B5EF4-FFF2-40B4-BE49-F238E27FC236}">
                  <a16:creationId xmlns:a16="http://schemas.microsoft.com/office/drawing/2014/main" id="{58DC1D15-ADAC-439D-B594-A95394510E76}"/>
                </a:ext>
              </a:extLst>
            </p:cNvPr>
            <p:cNvCxnSpPr>
              <a:cxnSpLocks/>
              <a:stCxn id="20" idx="2"/>
              <a:endCxn id="23" idx="0"/>
            </p:cNvCxnSpPr>
            <p:nvPr/>
          </p:nvCxnSpPr>
          <p:spPr bwMode="auto">
            <a:xfrm>
              <a:off x="8422640" y="3536307"/>
              <a:ext cx="0" cy="444275"/>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33" name="直接箭头连接符 32">
              <a:extLst>
                <a:ext uri="{FF2B5EF4-FFF2-40B4-BE49-F238E27FC236}">
                  <a16:creationId xmlns:a16="http://schemas.microsoft.com/office/drawing/2014/main" id="{676C24BA-9E39-4449-A402-D4E0EA0AB24D}"/>
                </a:ext>
              </a:extLst>
            </p:cNvPr>
            <p:cNvCxnSpPr>
              <a:cxnSpLocks/>
              <a:stCxn id="21" idx="2"/>
              <a:endCxn id="24" idx="0"/>
            </p:cNvCxnSpPr>
            <p:nvPr/>
          </p:nvCxnSpPr>
          <p:spPr bwMode="auto">
            <a:xfrm>
              <a:off x="5069840" y="4894982"/>
              <a:ext cx="0" cy="430821"/>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34" name="直接箭头连接符 33">
              <a:extLst>
                <a:ext uri="{FF2B5EF4-FFF2-40B4-BE49-F238E27FC236}">
                  <a16:creationId xmlns:a16="http://schemas.microsoft.com/office/drawing/2014/main" id="{264F4FAD-0C5D-4BBD-9F99-B095DFF654C7}"/>
                </a:ext>
              </a:extLst>
            </p:cNvPr>
            <p:cNvCxnSpPr>
              <a:cxnSpLocks/>
              <a:stCxn id="22" idx="2"/>
              <a:endCxn id="25" idx="0"/>
            </p:cNvCxnSpPr>
            <p:nvPr/>
          </p:nvCxnSpPr>
          <p:spPr bwMode="auto">
            <a:xfrm>
              <a:off x="6746240" y="4894982"/>
              <a:ext cx="0" cy="430821"/>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35" name="直接箭头连接符 34">
              <a:extLst>
                <a:ext uri="{FF2B5EF4-FFF2-40B4-BE49-F238E27FC236}">
                  <a16:creationId xmlns:a16="http://schemas.microsoft.com/office/drawing/2014/main" id="{B9DDBEC7-5303-46BB-AA31-FDE49AEAD3B0}"/>
                </a:ext>
              </a:extLst>
            </p:cNvPr>
            <p:cNvCxnSpPr>
              <a:cxnSpLocks/>
              <a:stCxn id="23" idx="2"/>
              <a:endCxn id="26" idx="0"/>
            </p:cNvCxnSpPr>
            <p:nvPr/>
          </p:nvCxnSpPr>
          <p:spPr bwMode="auto">
            <a:xfrm>
              <a:off x="8422640" y="4894982"/>
              <a:ext cx="0" cy="430821"/>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36" name="直接箭头连接符 35">
              <a:extLst>
                <a:ext uri="{FF2B5EF4-FFF2-40B4-BE49-F238E27FC236}">
                  <a16:creationId xmlns:a16="http://schemas.microsoft.com/office/drawing/2014/main" id="{20451F71-1B74-4A18-B57F-32F5DB992804}"/>
                </a:ext>
              </a:extLst>
            </p:cNvPr>
            <p:cNvCxnSpPr>
              <a:cxnSpLocks/>
              <a:stCxn id="18" idx="3"/>
              <a:endCxn id="19" idx="1"/>
            </p:cNvCxnSpPr>
            <p:nvPr/>
          </p:nvCxnSpPr>
          <p:spPr bwMode="auto">
            <a:xfrm>
              <a:off x="5603240" y="3079107"/>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37" name="直接箭头连接符 36">
              <a:extLst>
                <a:ext uri="{FF2B5EF4-FFF2-40B4-BE49-F238E27FC236}">
                  <a16:creationId xmlns:a16="http://schemas.microsoft.com/office/drawing/2014/main" id="{EE417655-5D1B-4E9C-A68D-E858A41E24BB}"/>
                </a:ext>
              </a:extLst>
            </p:cNvPr>
            <p:cNvCxnSpPr>
              <a:cxnSpLocks/>
              <a:stCxn id="21" idx="3"/>
              <a:endCxn id="22" idx="1"/>
            </p:cNvCxnSpPr>
            <p:nvPr/>
          </p:nvCxnSpPr>
          <p:spPr bwMode="auto">
            <a:xfrm>
              <a:off x="5603240" y="4437782"/>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38" name="直接箭头连接符 37">
              <a:extLst>
                <a:ext uri="{FF2B5EF4-FFF2-40B4-BE49-F238E27FC236}">
                  <a16:creationId xmlns:a16="http://schemas.microsoft.com/office/drawing/2014/main" id="{1257D017-5C31-40D9-819F-D4BF137FC11B}"/>
                </a:ext>
              </a:extLst>
            </p:cNvPr>
            <p:cNvCxnSpPr>
              <a:cxnSpLocks/>
              <a:stCxn id="24" idx="3"/>
              <a:endCxn id="25" idx="1"/>
            </p:cNvCxnSpPr>
            <p:nvPr/>
          </p:nvCxnSpPr>
          <p:spPr bwMode="auto">
            <a:xfrm>
              <a:off x="5603240" y="5783003"/>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39" name="直接箭头连接符 38">
              <a:extLst>
                <a:ext uri="{FF2B5EF4-FFF2-40B4-BE49-F238E27FC236}">
                  <a16:creationId xmlns:a16="http://schemas.microsoft.com/office/drawing/2014/main" id="{5C1A2485-9CFA-41F3-95BE-053DC3DEB42A}"/>
                </a:ext>
              </a:extLst>
            </p:cNvPr>
            <p:cNvCxnSpPr>
              <a:cxnSpLocks/>
              <a:stCxn id="19" idx="3"/>
              <a:endCxn id="20" idx="1"/>
            </p:cNvCxnSpPr>
            <p:nvPr/>
          </p:nvCxnSpPr>
          <p:spPr bwMode="auto">
            <a:xfrm>
              <a:off x="7279640" y="3079107"/>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40" name="直接箭头连接符 39">
              <a:extLst>
                <a:ext uri="{FF2B5EF4-FFF2-40B4-BE49-F238E27FC236}">
                  <a16:creationId xmlns:a16="http://schemas.microsoft.com/office/drawing/2014/main" id="{F5B3BD2F-D45A-47CD-84F3-4F4BDC111EE9}"/>
                </a:ext>
              </a:extLst>
            </p:cNvPr>
            <p:cNvCxnSpPr>
              <a:cxnSpLocks/>
              <a:stCxn id="22" idx="3"/>
              <a:endCxn id="23" idx="1"/>
            </p:cNvCxnSpPr>
            <p:nvPr/>
          </p:nvCxnSpPr>
          <p:spPr bwMode="auto">
            <a:xfrm>
              <a:off x="7279640" y="4437782"/>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41" name="直接箭头连接符 40">
              <a:extLst>
                <a:ext uri="{FF2B5EF4-FFF2-40B4-BE49-F238E27FC236}">
                  <a16:creationId xmlns:a16="http://schemas.microsoft.com/office/drawing/2014/main" id="{32C20070-4E0E-4B8A-8474-241CB8F778B8}"/>
                </a:ext>
              </a:extLst>
            </p:cNvPr>
            <p:cNvCxnSpPr>
              <a:cxnSpLocks/>
              <a:stCxn id="25" idx="3"/>
              <a:endCxn id="26" idx="1"/>
            </p:cNvCxnSpPr>
            <p:nvPr/>
          </p:nvCxnSpPr>
          <p:spPr bwMode="auto">
            <a:xfrm>
              <a:off x="7279640" y="5783003"/>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42" name="直接箭头连接符 41">
              <a:extLst>
                <a:ext uri="{FF2B5EF4-FFF2-40B4-BE49-F238E27FC236}">
                  <a16:creationId xmlns:a16="http://schemas.microsoft.com/office/drawing/2014/main" id="{9B4E34F6-A795-49C9-B62B-9DE1CA600FC1}"/>
                </a:ext>
              </a:extLst>
            </p:cNvPr>
            <p:cNvCxnSpPr>
              <a:cxnSpLocks/>
            </p:cNvCxnSpPr>
            <p:nvPr/>
          </p:nvCxnSpPr>
          <p:spPr bwMode="auto">
            <a:xfrm>
              <a:off x="3926840" y="3085181"/>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43" name="直接箭头连接符 42">
              <a:extLst>
                <a:ext uri="{FF2B5EF4-FFF2-40B4-BE49-F238E27FC236}">
                  <a16:creationId xmlns:a16="http://schemas.microsoft.com/office/drawing/2014/main" id="{74482EAE-FDA0-4291-B316-E0884CC8045D}"/>
                </a:ext>
              </a:extLst>
            </p:cNvPr>
            <p:cNvCxnSpPr>
              <a:cxnSpLocks/>
            </p:cNvCxnSpPr>
            <p:nvPr/>
          </p:nvCxnSpPr>
          <p:spPr bwMode="auto">
            <a:xfrm>
              <a:off x="3926840" y="4437782"/>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44" name="直接箭头连接符 43">
              <a:extLst>
                <a:ext uri="{FF2B5EF4-FFF2-40B4-BE49-F238E27FC236}">
                  <a16:creationId xmlns:a16="http://schemas.microsoft.com/office/drawing/2014/main" id="{79291BF5-6582-4651-A390-0F2D03A1FD08}"/>
                </a:ext>
              </a:extLst>
            </p:cNvPr>
            <p:cNvCxnSpPr>
              <a:cxnSpLocks/>
            </p:cNvCxnSpPr>
            <p:nvPr/>
          </p:nvCxnSpPr>
          <p:spPr bwMode="auto">
            <a:xfrm>
              <a:off x="3926840" y="5783003"/>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grpSp>
      <p:sp>
        <p:nvSpPr>
          <p:cNvPr id="58" name="矩形 57">
            <a:extLst>
              <a:ext uri="{FF2B5EF4-FFF2-40B4-BE49-F238E27FC236}">
                <a16:creationId xmlns:a16="http://schemas.microsoft.com/office/drawing/2014/main" id="{8A1D24D2-530E-4B99-9CD2-BC92152D4CD9}"/>
              </a:ext>
            </a:extLst>
          </p:cNvPr>
          <p:cNvSpPr/>
          <p:nvPr/>
        </p:nvSpPr>
        <p:spPr>
          <a:xfrm>
            <a:off x="4799584" y="2827885"/>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sp>
        <p:nvSpPr>
          <p:cNvPr id="59" name="矩形 58">
            <a:extLst>
              <a:ext uri="{FF2B5EF4-FFF2-40B4-BE49-F238E27FC236}">
                <a16:creationId xmlns:a16="http://schemas.microsoft.com/office/drawing/2014/main" id="{6D96C689-CF81-459D-94D7-033E92F1D112}"/>
              </a:ext>
            </a:extLst>
          </p:cNvPr>
          <p:cNvSpPr/>
          <p:nvPr/>
        </p:nvSpPr>
        <p:spPr>
          <a:xfrm>
            <a:off x="6496812" y="2839579"/>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sp>
        <p:nvSpPr>
          <p:cNvPr id="60" name="矩形 59">
            <a:extLst>
              <a:ext uri="{FF2B5EF4-FFF2-40B4-BE49-F238E27FC236}">
                <a16:creationId xmlns:a16="http://schemas.microsoft.com/office/drawing/2014/main" id="{D415C4D4-AADC-481E-A5A9-C87744ED115A}"/>
              </a:ext>
            </a:extLst>
          </p:cNvPr>
          <p:cNvSpPr/>
          <p:nvPr/>
        </p:nvSpPr>
        <p:spPr>
          <a:xfrm>
            <a:off x="8153400" y="2846265"/>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sp>
        <p:nvSpPr>
          <p:cNvPr id="61" name="矩形 60">
            <a:extLst>
              <a:ext uri="{FF2B5EF4-FFF2-40B4-BE49-F238E27FC236}">
                <a16:creationId xmlns:a16="http://schemas.microsoft.com/office/drawing/2014/main" id="{095ADDA1-ECAE-4E77-9644-CD1739DCB4ED}"/>
              </a:ext>
            </a:extLst>
          </p:cNvPr>
          <p:cNvSpPr/>
          <p:nvPr/>
        </p:nvSpPr>
        <p:spPr>
          <a:xfrm>
            <a:off x="4804156" y="4194024"/>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sp>
        <p:nvSpPr>
          <p:cNvPr id="62" name="矩形 61">
            <a:extLst>
              <a:ext uri="{FF2B5EF4-FFF2-40B4-BE49-F238E27FC236}">
                <a16:creationId xmlns:a16="http://schemas.microsoft.com/office/drawing/2014/main" id="{B4C3F119-57BC-4932-A170-B8F715D16940}"/>
              </a:ext>
            </a:extLst>
          </p:cNvPr>
          <p:cNvSpPr/>
          <p:nvPr/>
        </p:nvSpPr>
        <p:spPr>
          <a:xfrm>
            <a:off x="6475985" y="4194023"/>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sp>
        <p:nvSpPr>
          <p:cNvPr id="63" name="矩形 62">
            <a:extLst>
              <a:ext uri="{FF2B5EF4-FFF2-40B4-BE49-F238E27FC236}">
                <a16:creationId xmlns:a16="http://schemas.microsoft.com/office/drawing/2014/main" id="{EAFA5A78-D986-44D5-8419-401BC6FE89E9}"/>
              </a:ext>
            </a:extLst>
          </p:cNvPr>
          <p:cNvSpPr/>
          <p:nvPr/>
        </p:nvSpPr>
        <p:spPr>
          <a:xfrm>
            <a:off x="8153399" y="4205566"/>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sp>
        <p:nvSpPr>
          <p:cNvPr id="64" name="矩形 63">
            <a:extLst>
              <a:ext uri="{FF2B5EF4-FFF2-40B4-BE49-F238E27FC236}">
                <a16:creationId xmlns:a16="http://schemas.microsoft.com/office/drawing/2014/main" id="{0E3A237F-4804-4765-AFAF-7B7D7289F1E2}"/>
              </a:ext>
            </a:extLst>
          </p:cNvPr>
          <p:cNvSpPr/>
          <p:nvPr/>
        </p:nvSpPr>
        <p:spPr>
          <a:xfrm>
            <a:off x="4820412" y="5552170"/>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sp>
        <p:nvSpPr>
          <p:cNvPr id="65" name="矩形 64">
            <a:extLst>
              <a:ext uri="{FF2B5EF4-FFF2-40B4-BE49-F238E27FC236}">
                <a16:creationId xmlns:a16="http://schemas.microsoft.com/office/drawing/2014/main" id="{6A1B2E2A-5260-4459-BC3F-F4F16BB868D3}"/>
              </a:ext>
            </a:extLst>
          </p:cNvPr>
          <p:cNvSpPr/>
          <p:nvPr/>
        </p:nvSpPr>
        <p:spPr>
          <a:xfrm>
            <a:off x="6496811" y="5525791"/>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sp>
        <p:nvSpPr>
          <p:cNvPr id="66" name="矩形 65">
            <a:extLst>
              <a:ext uri="{FF2B5EF4-FFF2-40B4-BE49-F238E27FC236}">
                <a16:creationId xmlns:a16="http://schemas.microsoft.com/office/drawing/2014/main" id="{52DFD547-EAFE-4C59-9090-F252D06CEEDE}"/>
              </a:ext>
            </a:extLst>
          </p:cNvPr>
          <p:cNvSpPr/>
          <p:nvPr/>
        </p:nvSpPr>
        <p:spPr>
          <a:xfrm>
            <a:off x="8183372" y="5552170"/>
            <a:ext cx="498855" cy="461665"/>
          </a:xfrm>
          <a:prstGeom prst="rect">
            <a:avLst/>
          </a:prstGeom>
        </p:spPr>
        <p:txBody>
          <a:bodyPr wrap="none">
            <a:spAutoFit/>
          </a:bodyPr>
          <a:lstStyle/>
          <a:p>
            <a:r>
              <a:rPr lang="en-US" altLang="zh-CN" sz="2400" dirty="0">
                <a:latin typeface="Bahnschrift Condensed" panose="020B0502040204020203" pitchFamily="34" charset="0"/>
              </a:rPr>
              <a:t> PE</a:t>
            </a:r>
            <a:endParaRPr lang="zh-CN" altLang="en-US" sz="2400" dirty="0"/>
          </a:p>
        </p:txBody>
      </p:sp>
      <p:grpSp>
        <p:nvGrpSpPr>
          <p:cNvPr id="9" name="组合 8">
            <a:extLst>
              <a:ext uri="{FF2B5EF4-FFF2-40B4-BE49-F238E27FC236}">
                <a16:creationId xmlns:a16="http://schemas.microsoft.com/office/drawing/2014/main" id="{AD49CAD0-9997-4DC2-871D-DD492B22DE18}"/>
              </a:ext>
            </a:extLst>
          </p:cNvPr>
          <p:cNvGrpSpPr/>
          <p:nvPr/>
        </p:nvGrpSpPr>
        <p:grpSpPr>
          <a:xfrm>
            <a:off x="357974" y="1996119"/>
            <a:ext cx="2635137" cy="2232949"/>
            <a:chOff x="357974" y="1996119"/>
            <a:chExt cx="2635137" cy="2232949"/>
          </a:xfrm>
        </p:grpSpPr>
        <p:sp>
          <p:nvSpPr>
            <p:cNvPr id="49" name="矩形 48">
              <a:extLst>
                <a:ext uri="{FF2B5EF4-FFF2-40B4-BE49-F238E27FC236}">
                  <a16:creationId xmlns:a16="http://schemas.microsoft.com/office/drawing/2014/main" id="{545D4780-1188-4E08-B1FE-EE30CA8A6721}"/>
                </a:ext>
              </a:extLst>
            </p:cNvPr>
            <p:cNvSpPr/>
            <p:nvPr/>
          </p:nvSpPr>
          <p:spPr bwMode="auto">
            <a:xfrm>
              <a:off x="1305559" y="2870393"/>
              <a:ext cx="1066800" cy="914400"/>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solidFill>
                  <a:srgbClr val="000000"/>
                </a:solidFill>
              </a:endParaRPr>
            </a:p>
            <a:p>
              <a:pPr algn="ctr"/>
              <a:r>
                <a:rPr lang="en-US" altLang="zh-CN" dirty="0"/>
                <a:t>Cell</a:t>
              </a:r>
              <a:endParaRPr kumimoji="0" lang="zh-CN" altLang="en-US" b="0" i="0" u="none" strike="noStrike" cap="none" normalizeH="0" baseline="0" dirty="0">
                <a:ln>
                  <a:noFill/>
                </a:ln>
                <a:solidFill>
                  <a:schemeClr val="tx1"/>
                </a:solidFill>
                <a:effectLst/>
                <a:latin typeface="Arial" pitchFamily="34" charset="0"/>
              </a:endParaRPr>
            </a:p>
          </p:txBody>
        </p:sp>
        <p:cxnSp>
          <p:nvCxnSpPr>
            <p:cNvPr id="50" name="直接箭头连接符 49">
              <a:extLst>
                <a:ext uri="{FF2B5EF4-FFF2-40B4-BE49-F238E27FC236}">
                  <a16:creationId xmlns:a16="http://schemas.microsoft.com/office/drawing/2014/main" id="{39E0DC76-040A-4B16-8CC5-56FA743BC91C}"/>
                </a:ext>
              </a:extLst>
            </p:cNvPr>
            <p:cNvCxnSpPr>
              <a:endCxn id="49" idx="0"/>
            </p:cNvCxnSpPr>
            <p:nvPr/>
          </p:nvCxnSpPr>
          <p:spPr bwMode="auto">
            <a:xfrm>
              <a:off x="1838959" y="2546691"/>
              <a:ext cx="0" cy="323702"/>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51" name="直接箭头连接符 50">
              <a:extLst>
                <a:ext uri="{FF2B5EF4-FFF2-40B4-BE49-F238E27FC236}">
                  <a16:creationId xmlns:a16="http://schemas.microsoft.com/office/drawing/2014/main" id="{C667647C-5DB0-48E9-9412-0DE95A95F3C1}"/>
                </a:ext>
              </a:extLst>
            </p:cNvPr>
            <p:cNvCxnSpPr>
              <a:cxnSpLocks/>
              <a:stCxn id="49" idx="2"/>
            </p:cNvCxnSpPr>
            <p:nvPr/>
          </p:nvCxnSpPr>
          <p:spPr bwMode="auto">
            <a:xfrm>
              <a:off x="1838959" y="3784793"/>
              <a:ext cx="0" cy="444275"/>
            </a:xfrm>
            <a:prstGeom prst="straightConnector1">
              <a:avLst/>
            </a:prstGeom>
            <a:solidFill>
              <a:srgbClr val="C0C0C0"/>
            </a:solidFill>
            <a:ln w="22225" cap="flat" cmpd="sng" algn="ctr">
              <a:solidFill>
                <a:srgbClr val="0432FF"/>
              </a:solidFill>
              <a:prstDash val="solid"/>
              <a:round/>
              <a:headEnd type="none" w="med" len="med"/>
              <a:tailEnd type="triangle"/>
            </a:ln>
            <a:effectLst/>
          </p:spPr>
        </p:cxnSp>
        <p:cxnSp>
          <p:nvCxnSpPr>
            <p:cNvPr id="52" name="直接箭头连接符 51">
              <a:extLst>
                <a:ext uri="{FF2B5EF4-FFF2-40B4-BE49-F238E27FC236}">
                  <a16:creationId xmlns:a16="http://schemas.microsoft.com/office/drawing/2014/main" id="{5DFFBD0D-FD0B-4DB2-AA47-9D202AB50DB5}"/>
                </a:ext>
              </a:extLst>
            </p:cNvPr>
            <p:cNvCxnSpPr>
              <a:cxnSpLocks/>
              <a:stCxn id="49" idx="3"/>
            </p:cNvCxnSpPr>
            <p:nvPr/>
          </p:nvCxnSpPr>
          <p:spPr bwMode="auto">
            <a:xfrm>
              <a:off x="2372359" y="3327593"/>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cxnSp>
          <p:nvCxnSpPr>
            <p:cNvPr id="53" name="直接箭头连接符 52">
              <a:extLst>
                <a:ext uri="{FF2B5EF4-FFF2-40B4-BE49-F238E27FC236}">
                  <a16:creationId xmlns:a16="http://schemas.microsoft.com/office/drawing/2014/main" id="{CB25935D-17EF-44D8-A974-4A6602DC6B6F}"/>
                </a:ext>
              </a:extLst>
            </p:cNvPr>
            <p:cNvCxnSpPr>
              <a:cxnSpLocks/>
            </p:cNvCxnSpPr>
            <p:nvPr/>
          </p:nvCxnSpPr>
          <p:spPr bwMode="auto">
            <a:xfrm>
              <a:off x="695959" y="3333667"/>
              <a:ext cx="609600" cy="0"/>
            </a:xfrm>
            <a:prstGeom prst="straightConnector1">
              <a:avLst/>
            </a:prstGeom>
            <a:solidFill>
              <a:srgbClr val="C0C0C0"/>
            </a:solidFill>
            <a:ln w="22225" cap="flat" cmpd="sng" algn="ctr">
              <a:solidFill>
                <a:srgbClr val="C00000"/>
              </a:solidFill>
              <a:prstDash val="solid"/>
              <a:round/>
              <a:headEnd type="none" w="med" len="med"/>
              <a:tailEnd type="triangle"/>
            </a:ln>
            <a:effectLst/>
          </p:spPr>
        </p:cxnSp>
        <p:sp>
          <p:nvSpPr>
            <p:cNvPr id="8" name="矩形 7">
              <a:extLst>
                <a:ext uri="{FF2B5EF4-FFF2-40B4-BE49-F238E27FC236}">
                  <a16:creationId xmlns:a16="http://schemas.microsoft.com/office/drawing/2014/main" id="{7DD2151E-2560-4021-87C4-EA13AC7C5B2F}"/>
                </a:ext>
              </a:extLst>
            </p:cNvPr>
            <p:cNvSpPr/>
            <p:nvPr/>
          </p:nvSpPr>
          <p:spPr>
            <a:xfrm>
              <a:off x="695959" y="2958261"/>
              <a:ext cx="524503" cy="369332"/>
            </a:xfrm>
            <a:prstGeom prst="rect">
              <a:avLst/>
            </a:prstGeom>
          </p:spPr>
          <p:txBody>
            <a:bodyPr wrap="none">
              <a:spAutoFit/>
            </a:bodyPr>
            <a:lstStyle/>
            <a:p>
              <a:r>
                <a:rPr lang="en-US" altLang="zh-CN" dirty="0">
                  <a:solidFill>
                    <a:srgbClr val="C00000"/>
                  </a:solidFill>
                  <a:latin typeface="Bahnschrift Condensed" panose="020B0502040204020203" pitchFamily="34" charset="0"/>
                </a:rPr>
                <a:t> Left</a:t>
              </a:r>
              <a:endParaRPr lang="zh-CN" altLang="en-US" dirty="0">
                <a:solidFill>
                  <a:srgbClr val="C00000"/>
                </a:solidFill>
              </a:endParaRPr>
            </a:p>
          </p:txBody>
        </p:sp>
        <p:sp>
          <p:nvSpPr>
            <p:cNvPr id="55" name="矩形 54">
              <a:extLst>
                <a:ext uri="{FF2B5EF4-FFF2-40B4-BE49-F238E27FC236}">
                  <a16:creationId xmlns:a16="http://schemas.microsoft.com/office/drawing/2014/main" id="{63FE4957-B77F-4803-AB66-245089A5B4F4}"/>
                </a:ext>
              </a:extLst>
            </p:cNvPr>
            <p:cNvSpPr/>
            <p:nvPr/>
          </p:nvSpPr>
          <p:spPr>
            <a:xfrm>
              <a:off x="2361207" y="2958261"/>
              <a:ext cx="631904" cy="369332"/>
            </a:xfrm>
            <a:prstGeom prst="rect">
              <a:avLst/>
            </a:prstGeom>
          </p:spPr>
          <p:txBody>
            <a:bodyPr wrap="none">
              <a:spAutoFit/>
            </a:bodyPr>
            <a:lstStyle/>
            <a:p>
              <a:r>
                <a:rPr lang="en-US" altLang="zh-CN" dirty="0">
                  <a:solidFill>
                    <a:srgbClr val="C00000"/>
                  </a:solidFill>
                  <a:latin typeface="Bahnschrift Condensed" panose="020B0502040204020203" pitchFamily="34" charset="0"/>
                </a:rPr>
                <a:t> Right</a:t>
              </a:r>
              <a:endParaRPr lang="zh-CN" altLang="en-US" dirty="0">
                <a:solidFill>
                  <a:srgbClr val="C00000"/>
                </a:solidFill>
              </a:endParaRPr>
            </a:p>
          </p:txBody>
        </p:sp>
        <p:sp>
          <p:nvSpPr>
            <p:cNvPr id="56" name="矩形 55">
              <a:extLst>
                <a:ext uri="{FF2B5EF4-FFF2-40B4-BE49-F238E27FC236}">
                  <a16:creationId xmlns:a16="http://schemas.microsoft.com/office/drawing/2014/main" id="{8A2866A3-FAFC-490E-A651-0568BD324905}"/>
                </a:ext>
              </a:extLst>
            </p:cNvPr>
            <p:cNvSpPr/>
            <p:nvPr/>
          </p:nvSpPr>
          <p:spPr>
            <a:xfrm>
              <a:off x="1775459" y="2438816"/>
              <a:ext cx="673582" cy="369332"/>
            </a:xfrm>
            <a:prstGeom prst="rect">
              <a:avLst/>
            </a:prstGeom>
          </p:spPr>
          <p:txBody>
            <a:bodyPr wrap="none">
              <a:spAutoFit/>
            </a:bodyPr>
            <a:lstStyle/>
            <a:p>
              <a:r>
                <a:rPr lang="en-US" altLang="zh-CN" dirty="0">
                  <a:solidFill>
                    <a:srgbClr val="C00000"/>
                  </a:solidFill>
                  <a:latin typeface="Bahnschrift Condensed" panose="020B0502040204020203" pitchFamily="34" charset="0"/>
                </a:rPr>
                <a:t> </a:t>
              </a:r>
              <a:r>
                <a:rPr lang="en-US" altLang="zh-CN" dirty="0">
                  <a:solidFill>
                    <a:srgbClr val="0000FF"/>
                  </a:solidFill>
                  <a:latin typeface="Bahnschrift Condensed" panose="020B0502040204020203" pitchFamily="34" charset="0"/>
                </a:rPr>
                <a:t>Upper</a:t>
              </a:r>
              <a:endParaRPr lang="zh-CN" altLang="en-US" dirty="0">
                <a:solidFill>
                  <a:srgbClr val="0000FF"/>
                </a:solidFill>
              </a:endParaRPr>
            </a:p>
          </p:txBody>
        </p:sp>
        <p:sp>
          <p:nvSpPr>
            <p:cNvPr id="57" name="矩形 56">
              <a:extLst>
                <a:ext uri="{FF2B5EF4-FFF2-40B4-BE49-F238E27FC236}">
                  <a16:creationId xmlns:a16="http://schemas.microsoft.com/office/drawing/2014/main" id="{3467EF16-2C1E-443C-9B25-6B6790F3E84C}"/>
                </a:ext>
              </a:extLst>
            </p:cNvPr>
            <p:cNvSpPr/>
            <p:nvPr/>
          </p:nvSpPr>
          <p:spPr>
            <a:xfrm>
              <a:off x="1775459" y="3784793"/>
              <a:ext cx="646331" cy="369332"/>
            </a:xfrm>
            <a:prstGeom prst="rect">
              <a:avLst/>
            </a:prstGeom>
          </p:spPr>
          <p:txBody>
            <a:bodyPr wrap="none">
              <a:spAutoFit/>
            </a:bodyPr>
            <a:lstStyle/>
            <a:p>
              <a:r>
                <a:rPr lang="en-US" altLang="zh-CN" dirty="0">
                  <a:solidFill>
                    <a:srgbClr val="C00000"/>
                  </a:solidFill>
                  <a:latin typeface="Bahnschrift Condensed" panose="020B0502040204020203" pitchFamily="34" charset="0"/>
                </a:rPr>
                <a:t> </a:t>
              </a:r>
              <a:r>
                <a:rPr lang="en-US" altLang="zh-CN" dirty="0">
                  <a:solidFill>
                    <a:srgbClr val="0000FF"/>
                  </a:solidFill>
                  <a:latin typeface="Bahnschrift Condensed" panose="020B0502040204020203" pitchFamily="34" charset="0"/>
                </a:rPr>
                <a:t>Down</a:t>
              </a:r>
              <a:endParaRPr lang="zh-CN" altLang="en-US" dirty="0">
                <a:solidFill>
                  <a:srgbClr val="0000FF"/>
                </a:solidFill>
              </a:endParaRPr>
            </a:p>
          </p:txBody>
        </p:sp>
        <p:sp>
          <p:nvSpPr>
            <p:cNvPr id="68" name="矩形 67">
              <a:extLst>
                <a:ext uri="{FF2B5EF4-FFF2-40B4-BE49-F238E27FC236}">
                  <a16:creationId xmlns:a16="http://schemas.microsoft.com/office/drawing/2014/main" id="{501C483E-BEFD-4E96-A38C-446A742DD11F}"/>
                </a:ext>
              </a:extLst>
            </p:cNvPr>
            <p:cNvSpPr/>
            <p:nvPr/>
          </p:nvSpPr>
          <p:spPr>
            <a:xfrm>
              <a:off x="357974" y="1996119"/>
              <a:ext cx="2614818" cy="461665"/>
            </a:xfrm>
            <a:prstGeom prst="rect">
              <a:avLst/>
            </a:prstGeom>
          </p:spPr>
          <p:txBody>
            <a:bodyPr wrap="none">
              <a:spAutoFit/>
            </a:bodyPr>
            <a:lstStyle/>
            <a:p>
              <a:r>
                <a:rPr lang="en-US" altLang="zh-CN" sz="2400" dirty="0">
                  <a:latin typeface="Bahnschrift Condensed" panose="020B0502040204020203" pitchFamily="34" charset="0"/>
                </a:rPr>
                <a:t> Processing engine (PE):</a:t>
              </a:r>
              <a:endParaRPr lang="zh-CN" altLang="en-US" sz="2400" dirty="0"/>
            </a:p>
          </p:txBody>
        </p:sp>
      </p:grpSp>
      <p:sp>
        <p:nvSpPr>
          <p:cNvPr id="69" name="矩形 68">
            <a:extLst>
              <a:ext uri="{FF2B5EF4-FFF2-40B4-BE49-F238E27FC236}">
                <a16:creationId xmlns:a16="http://schemas.microsoft.com/office/drawing/2014/main" id="{23CD3BC5-64DB-47EA-B9E9-653DD42A07F7}"/>
              </a:ext>
            </a:extLst>
          </p:cNvPr>
          <p:cNvSpPr/>
          <p:nvPr/>
        </p:nvSpPr>
        <p:spPr>
          <a:xfrm>
            <a:off x="357974" y="4443477"/>
            <a:ext cx="2031325" cy="461665"/>
          </a:xfrm>
          <a:prstGeom prst="rect">
            <a:avLst/>
          </a:prstGeom>
        </p:spPr>
        <p:txBody>
          <a:bodyPr wrap="none">
            <a:spAutoFit/>
          </a:bodyPr>
          <a:lstStyle/>
          <a:p>
            <a:r>
              <a:rPr lang="en-US" altLang="zh-CN" sz="2400" dirty="0">
                <a:latin typeface="Bahnschrift Condensed" panose="020B0502040204020203" pitchFamily="34" charset="0"/>
              </a:rPr>
              <a:t>How a PE updates:</a:t>
            </a:r>
            <a:endParaRPr lang="zh-CN" altLang="en-US" sz="2400" dirty="0"/>
          </a:p>
        </p:txBody>
      </p:sp>
      <p:sp>
        <p:nvSpPr>
          <p:cNvPr id="71" name="矩形 70">
            <a:extLst>
              <a:ext uri="{FF2B5EF4-FFF2-40B4-BE49-F238E27FC236}">
                <a16:creationId xmlns:a16="http://schemas.microsoft.com/office/drawing/2014/main" id="{88F0F9F2-B263-41AC-9AFB-92B76C2FD798}"/>
              </a:ext>
            </a:extLst>
          </p:cNvPr>
          <p:cNvSpPr/>
          <p:nvPr/>
        </p:nvSpPr>
        <p:spPr>
          <a:xfrm>
            <a:off x="1000759" y="4934885"/>
            <a:ext cx="1128835" cy="369332"/>
          </a:xfrm>
          <a:prstGeom prst="rect">
            <a:avLst/>
          </a:prstGeom>
        </p:spPr>
        <p:txBody>
          <a:bodyPr wrap="none">
            <a:spAutoFit/>
          </a:bodyPr>
          <a:lstStyle/>
          <a:p>
            <a:r>
              <a:rPr lang="en-US" altLang="zh-CN" dirty="0">
                <a:solidFill>
                  <a:srgbClr val="C00000"/>
                </a:solidFill>
                <a:latin typeface="Bahnschrift Condensed" panose="020B0502040204020203" pitchFamily="34" charset="0"/>
              </a:rPr>
              <a:t> Right  = Left</a:t>
            </a:r>
            <a:endParaRPr lang="zh-CN" altLang="en-US" dirty="0">
              <a:solidFill>
                <a:srgbClr val="C00000"/>
              </a:solidFill>
            </a:endParaRPr>
          </a:p>
        </p:txBody>
      </p:sp>
      <p:sp>
        <p:nvSpPr>
          <p:cNvPr id="72" name="矩形 71">
            <a:extLst>
              <a:ext uri="{FF2B5EF4-FFF2-40B4-BE49-F238E27FC236}">
                <a16:creationId xmlns:a16="http://schemas.microsoft.com/office/drawing/2014/main" id="{B6595D74-6667-4487-8FB1-29861B60406B}"/>
              </a:ext>
            </a:extLst>
          </p:cNvPr>
          <p:cNvSpPr/>
          <p:nvPr/>
        </p:nvSpPr>
        <p:spPr>
          <a:xfrm>
            <a:off x="983415" y="5410345"/>
            <a:ext cx="1292341" cy="369332"/>
          </a:xfrm>
          <a:prstGeom prst="rect">
            <a:avLst/>
          </a:prstGeom>
        </p:spPr>
        <p:txBody>
          <a:bodyPr wrap="none">
            <a:spAutoFit/>
          </a:bodyPr>
          <a:lstStyle/>
          <a:p>
            <a:r>
              <a:rPr lang="en-US" altLang="zh-CN" dirty="0">
                <a:solidFill>
                  <a:srgbClr val="C00000"/>
                </a:solidFill>
                <a:latin typeface="Bahnschrift Condensed" panose="020B0502040204020203" pitchFamily="34" charset="0"/>
              </a:rPr>
              <a:t> </a:t>
            </a:r>
            <a:r>
              <a:rPr lang="en-US" altLang="zh-CN" dirty="0">
                <a:solidFill>
                  <a:srgbClr val="0432FF"/>
                </a:solidFill>
                <a:latin typeface="Bahnschrift Condensed" panose="020B0502040204020203" pitchFamily="34" charset="0"/>
              </a:rPr>
              <a:t>Down  = Upper</a:t>
            </a:r>
            <a:endParaRPr lang="zh-CN" altLang="en-US" dirty="0">
              <a:solidFill>
                <a:srgbClr val="0432FF"/>
              </a:solidFill>
            </a:endParaRPr>
          </a:p>
        </p:txBody>
      </p:sp>
      <p:sp>
        <p:nvSpPr>
          <p:cNvPr id="10" name="矩形 9">
            <a:extLst>
              <a:ext uri="{FF2B5EF4-FFF2-40B4-BE49-F238E27FC236}">
                <a16:creationId xmlns:a16="http://schemas.microsoft.com/office/drawing/2014/main" id="{60729B3D-747E-4E1B-941C-B9322B7D06C3}"/>
              </a:ext>
            </a:extLst>
          </p:cNvPr>
          <p:cNvSpPr/>
          <p:nvPr/>
        </p:nvSpPr>
        <p:spPr>
          <a:xfrm>
            <a:off x="1014453" y="5858847"/>
            <a:ext cx="2424062" cy="369332"/>
          </a:xfrm>
          <a:prstGeom prst="rect">
            <a:avLst/>
          </a:prstGeom>
        </p:spPr>
        <p:txBody>
          <a:bodyPr wrap="none">
            <a:spAutoFit/>
          </a:bodyPr>
          <a:lstStyle/>
          <a:p>
            <a:r>
              <a:rPr lang="en-US" altLang="zh-CN" dirty="0"/>
              <a:t>Cell = Cell + </a:t>
            </a:r>
            <a:r>
              <a:rPr lang="en-US" altLang="zh-CN" dirty="0">
                <a:solidFill>
                  <a:srgbClr val="0432FF"/>
                </a:solidFill>
                <a:latin typeface="Bahnschrift Condensed" panose="020B0502040204020203" pitchFamily="34" charset="0"/>
              </a:rPr>
              <a:t>Upper </a:t>
            </a:r>
            <a:r>
              <a:rPr lang="en-US" altLang="zh-CN" dirty="0"/>
              <a:t>*</a:t>
            </a:r>
            <a:r>
              <a:rPr lang="en-US" altLang="zh-CN" dirty="0">
                <a:solidFill>
                  <a:srgbClr val="C00000"/>
                </a:solidFill>
                <a:latin typeface="Bahnschrift Condensed" panose="020B0502040204020203" pitchFamily="34" charset="0"/>
              </a:rPr>
              <a:t> Left</a:t>
            </a:r>
            <a:endParaRPr lang="zh-CN" altLang="en-US" dirty="0"/>
          </a:p>
        </p:txBody>
      </p:sp>
    </p:spTree>
    <p:extLst>
      <p:ext uri="{BB962C8B-B14F-4D97-AF65-F5344CB8AC3E}">
        <p14:creationId xmlns:p14="http://schemas.microsoft.com/office/powerpoint/2010/main" val="19470720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p:bldP spid="61" grpId="0"/>
      <p:bldP spid="62" grpId="0"/>
      <p:bldP spid="63" grpId="0"/>
      <p:bldP spid="64" grpId="0"/>
      <p:bldP spid="65" grpId="0"/>
      <p:bldP spid="66" grpId="0"/>
      <p:bldP spid="69" grpId="0"/>
      <p:bldP spid="71" grpId="0"/>
      <p:bldP spid="72" grpId="0"/>
      <p:bldP spid="10"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en-US" dirty="0" err="1">
                <a:ea typeface="ＭＳ Ｐゴシック" panose="020B0600070205080204" pitchFamily="34" charset="-128"/>
              </a:rPr>
              <a:t>Cambricon</a:t>
            </a:r>
            <a:r>
              <a:rPr lang="en-US" altLang="en-US" dirty="0">
                <a:ea typeface="ＭＳ Ｐゴシック" panose="020B0600070205080204" pitchFamily="34" charset="-128"/>
              </a:rPr>
              <a:t> AI Accelerator </a:t>
            </a:r>
            <a:r>
              <a:rPr lang="en-US" altLang="zh-CN" dirty="0"/>
              <a:t>DLP-S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138</a:t>
            </a:fld>
            <a:endParaRPr lang="en-US" altLang="en-US" sz="1600">
              <a:solidFill>
                <a:srgbClr val="000000"/>
              </a:solidFill>
              <a:latin typeface="Garamond" panose="02020404030301010803" pitchFamily="18" charset="0"/>
            </a:endParaRPr>
          </a:p>
        </p:txBody>
      </p:sp>
      <p:pic>
        <p:nvPicPr>
          <p:cNvPr id="13" name="图片 4">
            <a:extLst>
              <a:ext uri="{FF2B5EF4-FFF2-40B4-BE49-F238E27FC236}">
                <a16:creationId xmlns:a16="http://schemas.microsoft.com/office/drawing/2014/main" id="{B9439F16-F7EF-4C5A-9A0A-515BE4AAAFFA}"/>
              </a:ext>
            </a:extLst>
          </p:cNvPr>
          <p:cNvPicPr>
            <a:picLocks noChangeAspect="1"/>
          </p:cNvPicPr>
          <p:nvPr/>
        </p:nvPicPr>
        <p:blipFill>
          <a:blip r:embed="rId2"/>
          <a:stretch>
            <a:fillRect/>
          </a:stretch>
        </p:blipFill>
        <p:spPr>
          <a:xfrm>
            <a:off x="5562600" y="1048985"/>
            <a:ext cx="2681302" cy="2820458"/>
          </a:xfrm>
          <a:prstGeom prst="rect">
            <a:avLst/>
          </a:prstGeom>
        </p:spPr>
      </p:pic>
      <p:pic>
        <p:nvPicPr>
          <p:cNvPr id="8" name="内容占位符 4">
            <a:extLst>
              <a:ext uri="{FF2B5EF4-FFF2-40B4-BE49-F238E27FC236}">
                <a16:creationId xmlns:a16="http://schemas.microsoft.com/office/drawing/2014/main" id="{DA48D4C3-F988-4811-930C-1E322ED2FD0C}"/>
              </a:ext>
            </a:extLst>
          </p:cNvPr>
          <p:cNvPicPr>
            <a:picLocks noChangeAspect="1"/>
          </p:cNvPicPr>
          <p:nvPr/>
        </p:nvPicPr>
        <p:blipFill>
          <a:blip r:embed="rId3"/>
          <a:stretch>
            <a:fillRect/>
          </a:stretch>
        </p:blipFill>
        <p:spPr>
          <a:xfrm>
            <a:off x="217317" y="3938146"/>
            <a:ext cx="8709366" cy="2918707"/>
          </a:xfrm>
          <a:prstGeom prst="rect">
            <a:avLst/>
          </a:prstGeom>
        </p:spPr>
      </p:pic>
      <p:sp>
        <p:nvSpPr>
          <p:cNvPr id="9" name="内容占位符 2">
            <a:extLst>
              <a:ext uri="{FF2B5EF4-FFF2-40B4-BE49-F238E27FC236}">
                <a16:creationId xmlns:a16="http://schemas.microsoft.com/office/drawing/2014/main" id="{8AF922F9-55FF-4BF5-A51A-0FEB700D3333}"/>
              </a:ext>
            </a:extLst>
          </p:cNvPr>
          <p:cNvSpPr>
            <a:spLocks noGrp="1"/>
          </p:cNvSpPr>
          <p:nvPr>
            <p:ph idx="1"/>
          </p:nvPr>
        </p:nvSpPr>
        <p:spPr>
          <a:xfrm>
            <a:off x="228600" y="990601"/>
            <a:ext cx="4572000" cy="2133600"/>
          </a:xfrm>
        </p:spPr>
        <p:txBody>
          <a:bodyPr/>
          <a:lstStyle/>
          <a:p>
            <a:r>
              <a:rPr lang="en-US" altLang="zh-CN" sz="3200" b="1" dirty="0"/>
              <a:t>DLP-S</a:t>
            </a:r>
          </a:p>
          <a:p>
            <a:pPr lvl="1"/>
            <a:r>
              <a:rPr lang="en-US" altLang="zh-CN" sz="3000" dirty="0"/>
              <a:t>Control Module</a:t>
            </a:r>
            <a:endParaRPr lang="en-US" altLang="zh-CN" dirty="0"/>
          </a:p>
          <a:p>
            <a:pPr lvl="1"/>
            <a:r>
              <a:rPr lang="en-US" altLang="zh-CN" sz="3000" dirty="0"/>
              <a:t>Compute Unit</a:t>
            </a:r>
            <a:endParaRPr lang="en-US" altLang="zh-CN" dirty="0"/>
          </a:p>
          <a:p>
            <a:pPr lvl="1"/>
            <a:r>
              <a:rPr lang="en-US" altLang="zh-CN" sz="3000" dirty="0"/>
              <a:t>SRAM Unit</a:t>
            </a:r>
          </a:p>
        </p:txBody>
      </p:sp>
    </p:spTree>
    <p:extLst>
      <p:ext uri="{BB962C8B-B14F-4D97-AF65-F5344CB8AC3E}">
        <p14:creationId xmlns:p14="http://schemas.microsoft.com/office/powerpoint/2010/main" val="28436229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C62E53EA-3AB1-4CB2-A314-EF235F44B1D5}"/>
              </a:ext>
            </a:extLst>
          </p:cNvPr>
          <p:cNvPicPr>
            <a:picLocks noChangeAspect="1"/>
          </p:cNvPicPr>
          <p:nvPr/>
        </p:nvPicPr>
        <p:blipFill>
          <a:blip r:embed="rId2"/>
          <a:stretch>
            <a:fillRect/>
          </a:stretch>
        </p:blipFill>
        <p:spPr>
          <a:xfrm>
            <a:off x="-76200" y="1151467"/>
            <a:ext cx="9144000" cy="5237544"/>
          </a:xfrm>
          <a:prstGeom prst="rect">
            <a:avLst/>
          </a:prstGeom>
        </p:spPr>
      </p:pic>
      <p:sp>
        <p:nvSpPr>
          <p:cNvPr id="2" name="文本框 1">
            <a:extLst>
              <a:ext uri="{FF2B5EF4-FFF2-40B4-BE49-F238E27FC236}">
                <a16:creationId xmlns:a16="http://schemas.microsoft.com/office/drawing/2014/main" id="{98656C8A-00E7-4B64-B6CC-E1C1DCBAB57B}"/>
              </a:ext>
            </a:extLst>
          </p:cNvPr>
          <p:cNvSpPr txBox="1"/>
          <p:nvPr/>
        </p:nvSpPr>
        <p:spPr>
          <a:xfrm>
            <a:off x="228600" y="228600"/>
            <a:ext cx="2715167" cy="523220"/>
          </a:xfrm>
          <a:prstGeom prst="rect">
            <a:avLst/>
          </a:prstGeom>
          <a:noFill/>
        </p:spPr>
        <p:txBody>
          <a:bodyPr wrap="none" rtlCol="0">
            <a:spAutoFit/>
          </a:bodyPr>
          <a:lstStyle/>
          <a:p>
            <a:r>
              <a:rPr lang="en-US" altLang="zh-CN" sz="2800" dirty="0"/>
              <a:t>Where Are We?</a:t>
            </a:r>
            <a:endParaRPr lang="zh-CN" altLang="en-US" sz="2800" dirty="0"/>
          </a:p>
        </p:txBody>
      </p:sp>
      <p:sp>
        <p:nvSpPr>
          <p:cNvPr id="389" name="Rectangle 36">
            <a:extLst>
              <a:ext uri="{FF2B5EF4-FFF2-40B4-BE49-F238E27FC236}">
                <a16:creationId xmlns:a16="http://schemas.microsoft.com/office/drawing/2014/main" id="{3A283E61-5523-4D37-92A5-039A226F26F7}"/>
              </a:ext>
            </a:extLst>
          </p:cNvPr>
          <p:cNvSpPr/>
          <p:nvPr/>
        </p:nvSpPr>
        <p:spPr>
          <a:xfrm flipV="1">
            <a:off x="4114800" y="1143000"/>
            <a:ext cx="1447800" cy="1041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39180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a:xfrm>
            <a:off x="228600" y="152400"/>
            <a:ext cx="8610600" cy="739341"/>
          </a:xfrm>
        </p:spPr>
        <p:txBody>
          <a:bodyPr/>
          <a:lstStyle/>
          <a:p>
            <a:r>
              <a:rPr lang="en-US" altLang="zh-CN" dirty="0">
                <a:ea typeface="ＭＳ Ｐゴシック" panose="020B0600070205080204" pitchFamily="34" charset="-128"/>
              </a:rPr>
              <a:t>AI Architecture</a:t>
            </a: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xfrm>
            <a:off x="7378637"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60" name="矩形 59">
            <a:extLst>
              <a:ext uri="{FF2B5EF4-FFF2-40B4-BE49-F238E27FC236}">
                <a16:creationId xmlns:a16="http://schemas.microsoft.com/office/drawing/2014/main" id="{B23F33D8-3442-4D2C-A4BC-2015C7AB8258}"/>
              </a:ext>
            </a:extLst>
          </p:cNvPr>
          <p:cNvSpPr/>
          <p:nvPr/>
        </p:nvSpPr>
        <p:spPr>
          <a:xfrm>
            <a:off x="1413632" y="1413178"/>
            <a:ext cx="7401223" cy="913776"/>
          </a:xfrm>
          <a:prstGeom prst="rect">
            <a:avLst/>
          </a:prstGeom>
          <a:gradFill rotWithShape="1">
            <a:gsLst>
              <a:gs pos="0">
                <a:srgbClr val="EBEBEB"/>
              </a:gs>
              <a:gs pos="50000">
                <a:srgbClr val="FFFFFF"/>
              </a:gs>
              <a:gs pos="100000">
                <a:srgbClr val="EBEBEB"/>
              </a:gs>
            </a:gsLst>
            <a:lin ang="5400000" scaled="1"/>
          </a:gradFill>
          <a:ln w="28575" algn="ctr">
            <a:noFill/>
            <a:miter lim="800000"/>
          </a:ln>
          <a:effectLst>
            <a:outerShdw blurRad="50800" dist="38100" dir="2700000" algn="tl" rotWithShape="0">
              <a:prstClr val="black">
                <a:alpha val="40000"/>
              </a:prstClr>
            </a:outerShdw>
          </a:effectLst>
        </p:spPr>
        <p:txBody>
          <a:bodyPr wrap="none" lIns="118964" tIns="59485" rIns="118964" bIns="59485" anchor="ctr"/>
          <a:lstStyle/>
          <a:p>
            <a:pPr defTabSz="1189355">
              <a:defRPr/>
            </a:pPr>
            <a:endParaRPr lang="zh-CN" altLang="en-US" sz="1600" b="1" kern="0">
              <a:solidFill>
                <a:srgbClr val="C00000"/>
              </a:solidFill>
              <a:latin typeface="微软雅黑" panose="020B0503020204020204" pitchFamily="34" charset="-122"/>
              <a:sym typeface="Arial" panose="020B0604020202020204" pitchFamily="34" charset="0"/>
            </a:endParaRPr>
          </a:p>
        </p:txBody>
      </p:sp>
      <p:sp>
        <p:nvSpPr>
          <p:cNvPr id="61" name="矩形 60">
            <a:extLst>
              <a:ext uri="{FF2B5EF4-FFF2-40B4-BE49-F238E27FC236}">
                <a16:creationId xmlns:a16="http://schemas.microsoft.com/office/drawing/2014/main" id="{24126BE7-951B-4B1F-A08E-18F4F6F268F0}"/>
              </a:ext>
            </a:extLst>
          </p:cNvPr>
          <p:cNvSpPr/>
          <p:nvPr/>
        </p:nvSpPr>
        <p:spPr>
          <a:xfrm>
            <a:off x="1396241" y="2391913"/>
            <a:ext cx="7425729" cy="905892"/>
          </a:xfrm>
          <a:prstGeom prst="rect">
            <a:avLst/>
          </a:prstGeom>
          <a:gradFill rotWithShape="1">
            <a:gsLst>
              <a:gs pos="0">
                <a:srgbClr val="EBEBEB"/>
              </a:gs>
              <a:gs pos="50000">
                <a:srgbClr val="FFFFFF"/>
              </a:gs>
              <a:gs pos="100000">
                <a:srgbClr val="EBEBEB"/>
              </a:gs>
            </a:gsLst>
            <a:lin ang="5400000" scaled="1"/>
          </a:gradFill>
          <a:ln w="28575" algn="ctr">
            <a:noFill/>
            <a:miter lim="800000"/>
          </a:ln>
          <a:effectLst>
            <a:outerShdw blurRad="50800" dist="38100" dir="2700000" algn="tl" rotWithShape="0">
              <a:prstClr val="black">
                <a:alpha val="40000"/>
              </a:prstClr>
            </a:outerShdw>
          </a:effectLst>
        </p:spPr>
        <p:txBody>
          <a:bodyPr wrap="none" lIns="118964" tIns="59485" rIns="118964" bIns="59485" anchor="ctr"/>
          <a:lstStyle/>
          <a:p>
            <a:pPr defTabSz="1189355">
              <a:defRPr/>
            </a:pPr>
            <a:endParaRPr lang="zh-CN" altLang="en-US" sz="1600" b="1" kern="0">
              <a:solidFill>
                <a:srgbClr val="C00000"/>
              </a:solidFill>
              <a:latin typeface="微软雅黑" panose="020B0503020204020204" pitchFamily="34" charset="-122"/>
              <a:sym typeface="Arial" panose="020B0604020202020204" pitchFamily="34" charset="0"/>
            </a:endParaRPr>
          </a:p>
        </p:txBody>
      </p:sp>
      <p:sp>
        <p:nvSpPr>
          <p:cNvPr id="62" name="矩形 61">
            <a:extLst>
              <a:ext uri="{FF2B5EF4-FFF2-40B4-BE49-F238E27FC236}">
                <a16:creationId xmlns:a16="http://schemas.microsoft.com/office/drawing/2014/main" id="{EA3B895C-6FA8-450F-A026-839D6F3B30EA}"/>
              </a:ext>
            </a:extLst>
          </p:cNvPr>
          <p:cNvSpPr/>
          <p:nvPr/>
        </p:nvSpPr>
        <p:spPr>
          <a:xfrm>
            <a:off x="1396241" y="3389362"/>
            <a:ext cx="7425730" cy="825127"/>
          </a:xfrm>
          <a:prstGeom prst="rect">
            <a:avLst/>
          </a:prstGeom>
          <a:gradFill rotWithShape="1">
            <a:gsLst>
              <a:gs pos="0">
                <a:srgbClr val="EBEBEB"/>
              </a:gs>
              <a:gs pos="50000">
                <a:srgbClr val="FFFFFF"/>
              </a:gs>
              <a:gs pos="100000">
                <a:srgbClr val="EBEBEB"/>
              </a:gs>
            </a:gsLst>
            <a:lin ang="5400000" scaled="1"/>
          </a:gradFill>
          <a:ln w="28575" algn="ctr">
            <a:noFill/>
            <a:miter lim="800000"/>
          </a:ln>
          <a:effectLst>
            <a:outerShdw blurRad="50800" dist="38100" dir="2700000" algn="tl" rotWithShape="0">
              <a:prstClr val="black">
                <a:alpha val="40000"/>
              </a:prstClr>
            </a:outerShdw>
          </a:effectLst>
        </p:spPr>
        <p:txBody>
          <a:bodyPr wrap="none" lIns="118964" tIns="59485" rIns="118964" bIns="59485" anchor="ctr"/>
          <a:lstStyle/>
          <a:p>
            <a:pPr defTabSz="1189355">
              <a:defRPr/>
            </a:pPr>
            <a:endParaRPr lang="zh-CN" altLang="en-US" sz="1600" b="1" kern="0">
              <a:solidFill>
                <a:srgbClr val="C00000"/>
              </a:solidFill>
              <a:latin typeface="微软雅黑" panose="020B0503020204020204" pitchFamily="34" charset="-122"/>
              <a:sym typeface="Arial" panose="020B0604020202020204" pitchFamily="34" charset="0"/>
            </a:endParaRPr>
          </a:p>
        </p:txBody>
      </p:sp>
      <p:sp>
        <p:nvSpPr>
          <p:cNvPr id="63" name="矩形 62">
            <a:extLst>
              <a:ext uri="{FF2B5EF4-FFF2-40B4-BE49-F238E27FC236}">
                <a16:creationId xmlns:a16="http://schemas.microsoft.com/office/drawing/2014/main" id="{D9AD3D84-771B-460D-AE21-1D0F1F1F6F6F}"/>
              </a:ext>
            </a:extLst>
          </p:cNvPr>
          <p:cNvSpPr/>
          <p:nvPr/>
        </p:nvSpPr>
        <p:spPr>
          <a:xfrm>
            <a:off x="1396241" y="4295400"/>
            <a:ext cx="7425728" cy="1711789"/>
          </a:xfrm>
          <a:prstGeom prst="rect">
            <a:avLst/>
          </a:prstGeom>
          <a:gradFill rotWithShape="1">
            <a:gsLst>
              <a:gs pos="0">
                <a:srgbClr val="EBEBEB"/>
              </a:gs>
              <a:gs pos="50000">
                <a:srgbClr val="FFFFFF"/>
              </a:gs>
              <a:gs pos="100000">
                <a:srgbClr val="EBEBEB"/>
              </a:gs>
            </a:gsLst>
            <a:lin ang="5400000" scaled="1"/>
          </a:gradFill>
          <a:ln w="28575" algn="ctr">
            <a:noFill/>
            <a:miter lim="800000"/>
          </a:ln>
          <a:effectLst>
            <a:outerShdw blurRad="50800" dist="38100" dir="2700000" algn="tl" rotWithShape="0">
              <a:prstClr val="black">
                <a:alpha val="40000"/>
              </a:prstClr>
            </a:outerShdw>
          </a:effectLst>
        </p:spPr>
        <p:txBody>
          <a:bodyPr wrap="none" lIns="118964" tIns="59485" rIns="118964" bIns="59485" anchor="ctr"/>
          <a:lstStyle/>
          <a:p>
            <a:pPr defTabSz="1189355">
              <a:defRPr/>
            </a:pPr>
            <a:endParaRPr lang="zh-CN" altLang="en-US" sz="1600" b="1" kern="0">
              <a:solidFill>
                <a:srgbClr val="C00000"/>
              </a:solidFill>
              <a:latin typeface="微软雅黑" panose="020B0503020204020204" pitchFamily="34" charset="-122"/>
              <a:sym typeface="Arial" panose="020B0604020202020204" pitchFamily="34" charset="0"/>
            </a:endParaRPr>
          </a:p>
        </p:txBody>
      </p:sp>
      <p:sp>
        <p:nvSpPr>
          <p:cNvPr id="64" name="芯片使能">
            <a:extLst>
              <a:ext uri="{FF2B5EF4-FFF2-40B4-BE49-F238E27FC236}">
                <a16:creationId xmlns:a16="http://schemas.microsoft.com/office/drawing/2014/main" id="{2A7DF596-3827-43E3-A849-65839C54F7DC}"/>
              </a:ext>
            </a:extLst>
          </p:cNvPr>
          <p:cNvSpPr txBox="1"/>
          <p:nvPr/>
        </p:nvSpPr>
        <p:spPr>
          <a:xfrm>
            <a:off x="227571" y="3674223"/>
            <a:ext cx="1500275" cy="246221"/>
          </a:xfrm>
          <a:prstGeom prst="rect">
            <a:avLst/>
          </a:prstGeom>
          <a:ln w="3175">
            <a:miter lim="400000"/>
          </a:ln>
        </p:spPr>
        <p:txBody>
          <a:bodyPr wrap="square" lIns="0" tIns="0" rIns="0" bIns="0" anchor="b">
            <a:spAutoFit/>
          </a:bodyPr>
          <a:lstStyle>
            <a:defPPr>
              <a:defRPr lang="zh-CN"/>
            </a:defPPr>
            <a:lvl1pPr algn="ctr" defTabSz="902970" hangingPunct="0">
              <a:defRPr sz="700" b="0" kern="0">
                <a:solidFill>
                  <a:schemeClr val="bg1"/>
                </a:solidFill>
                <a:latin typeface="+mn-ea"/>
                <a:cs typeface="FZLanTingHei-M-GBK"/>
              </a:defRPr>
            </a:lvl1pPr>
          </a:lstStyle>
          <a:p>
            <a:pPr algn="l"/>
            <a:r>
              <a:rPr lang="en-US" altLang="zh-CN" sz="1600" b="1" dirty="0">
                <a:solidFill>
                  <a:srgbClr val="1D1D1A"/>
                </a:solidFill>
                <a:latin typeface="Arial" panose="020B0604020202020204" pitchFamily="34" charset="0"/>
                <a:cs typeface="Arial" panose="020B0604020202020204" pitchFamily="34" charset="0"/>
                <a:sym typeface="Arial" panose="020B0604020202020204" pitchFamily="34" charset="0"/>
              </a:rPr>
              <a:t>AI Runtime</a:t>
            </a:r>
            <a:endParaRPr lang="zh-CN" altLang="en-US" sz="1600" b="1"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65" name="框架">
            <a:extLst>
              <a:ext uri="{FF2B5EF4-FFF2-40B4-BE49-F238E27FC236}">
                <a16:creationId xmlns:a16="http://schemas.microsoft.com/office/drawing/2014/main" id="{67290B6E-9D9B-4B9A-BDC4-ECE7DB45E799}"/>
              </a:ext>
            </a:extLst>
          </p:cNvPr>
          <p:cNvSpPr txBox="1"/>
          <p:nvPr/>
        </p:nvSpPr>
        <p:spPr>
          <a:xfrm>
            <a:off x="23589" y="2796205"/>
            <a:ext cx="1390043" cy="246221"/>
          </a:xfrm>
          <a:prstGeom prst="rect">
            <a:avLst/>
          </a:prstGeom>
          <a:ln w="3175">
            <a:miter lim="400000"/>
          </a:ln>
        </p:spPr>
        <p:txBody>
          <a:bodyPr wrap="square" lIns="0" tIns="0" rIns="0" bIns="0" anchor="b">
            <a:spAutoFit/>
          </a:bodyPr>
          <a:lstStyle>
            <a:defPPr>
              <a:defRPr lang="zh-CN"/>
            </a:defPPr>
            <a:lvl1pPr algn="ctr" defTabSz="902970" hangingPunct="0">
              <a:defRPr sz="700" b="0" kern="0">
                <a:solidFill>
                  <a:schemeClr val="bg1"/>
                </a:solidFill>
                <a:latin typeface="+mn-ea"/>
                <a:cs typeface="FZLanTingHei-M-GBK"/>
              </a:defRPr>
            </a:lvl1pPr>
          </a:lstStyle>
          <a:p>
            <a:pPr algn="l"/>
            <a:r>
              <a:rPr lang="en-US" altLang="zh-CN" sz="1600" b="1" dirty="0">
                <a:solidFill>
                  <a:srgbClr val="1D1D1A"/>
                </a:solidFill>
                <a:latin typeface="Arial" panose="020B0604020202020204" pitchFamily="34" charset="0"/>
                <a:cs typeface="Arial" panose="020B0604020202020204" pitchFamily="34" charset="0"/>
                <a:sym typeface="Arial" panose="020B0604020202020204" pitchFamily="34" charset="0"/>
              </a:rPr>
              <a:t>AI</a:t>
            </a:r>
            <a:r>
              <a:rPr lang="zh-CN" altLang="en-US" sz="1600" b="1" dirty="0">
                <a:solidFill>
                  <a:srgbClr val="1D1D1A"/>
                </a:solidFill>
                <a:latin typeface="Arial" panose="020B0604020202020204" pitchFamily="34" charset="0"/>
                <a:cs typeface="Arial" panose="020B0604020202020204" pitchFamily="34" charset="0"/>
                <a:sym typeface="Arial" panose="020B0604020202020204" pitchFamily="34" charset="0"/>
              </a:rPr>
              <a:t> </a:t>
            </a:r>
            <a:r>
              <a:rPr lang="en-US" altLang="zh-CN" sz="1600" b="1" dirty="0">
                <a:solidFill>
                  <a:srgbClr val="1D1D1A"/>
                </a:solidFill>
                <a:latin typeface="Arial" panose="020B0604020202020204" pitchFamily="34" charset="0"/>
                <a:cs typeface="Arial" panose="020B0604020202020204" pitchFamily="34" charset="0"/>
                <a:sym typeface="Arial" panose="020B0604020202020204" pitchFamily="34" charset="0"/>
              </a:rPr>
              <a:t>Framework</a:t>
            </a:r>
            <a:endParaRPr lang="zh-CN" altLang="en-US" sz="1600" b="1"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66" name="框架">
            <a:extLst>
              <a:ext uri="{FF2B5EF4-FFF2-40B4-BE49-F238E27FC236}">
                <a16:creationId xmlns:a16="http://schemas.microsoft.com/office/drawing/2014/main" id="{882D45AD-417A-47B6-9820-F6CE94DA6AEC}"/>
              </a:ext>
            </a:extLst>
          </p:cNvPr>
          <p:cNvSpPr txBox="1"/>
          <p:nvPr/>
        </p:nvSpPr>
        <p:spPr>
          <a:xfrm>
            <a:off x="367245" y="1569239"/>
            <a:ext cx="846941" cy="430887"/>
          </a:xfrm>
          <a:prstGeom prst="rect">
            <a:avLst/>
          </a:prstGeom>
          <a:ln w="3175">
            <a:miter lim="400000"/>
          </a:ln>
        </p:spPr>
        <p:txBody>
          <a:bodyPr wrap="square" lIns="0" tIns="0" rIns="0" bIns="0" anchor="b">
            <a:spAutoFit/>
          </a:bodyPr>
          <a:lstStyle>
            <a:defPPr>
              <a:defRPr lang="zh-CN"/>
            </a:defPPr>
            <a:lvl1pPr algn="ctr" defTabSz="902970" hangingPunct="0">
              <a:defRPr sz="700" b="0" kern="0">
                <a:solidFill>
                  <a:schemeClr val="bg1"/>
                </a:solidFill>
                <a:latin typeface="+mn-ea"/>
                <a:cs typeface="FZLanTingHei-M-GBK"/>
              </a:defRPr>
            </a:lvl1pPr>
          </a:lstStyle>
          <a:p>
            <a:pPr algn="l"/>
            <a:r>
              <a:rPr lang="en-US" altLang="zh-CN" sz="1400" b="1" dirty="0">
                <a:solidFill>
                  <a:srgbClr val="1D1D1A"/>
                </a:solidFill>
                <a:latin typeface="Arial" panose="020B0604020202020204" pitchFamily="34" charset="0"/>
                <a:cs typeface="Arial" panose="020B0604020202020204" pitchFamily="34" charset="0"/>
                <a:sym typeface="Arial" panose="020B0604020202020204" pitchFamily="34" charset="0"/>
              </a:rPr>
              <a:t>Parallel </a:t>
            </a:r>
          </a:p>
          <a:p>
            <a:pPr algn="l"/>
            <a:r>
              <a:rPr lang="en-US" altLang="zh-CN" sz="1400" b="1" dirty="0">
                <a:solidFill>
                  <a:srgbClr val="1D1D1A"/>
                </a:solidFill>
                <a:latin typeface="Arial" panose="020B0604020202020204" pitchFamily="34" charset="0"/>
                <a:cs typeface="Arial" panose="020B0604020202020204" pitchFamily="34" charset="0"/>
                <a:sym typeface="Arial" panose="020B0604020202020204" pitchFamily="34" charset="0"/>
              </a:rPr>
              <a:t>Training</a:t>
            </a:r>
            <a:endParaRPr lang="zh-CN" altLang="en-US" sz="1400" b="1"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67" name="Ascend-Nano">
            <a:extLst>
              <a:ext uri="{FF2B5EF4-FFF2-40B4-BE49-F238E27FC236}">
                <a16:creationId xmlns:a16="http://schemas.microsoft.com/office/drawing/2014/main" id="{66FF35CC-0D6B-477E-B86B-DAC0D11334F4}"/>
              </a:ext>
            </a:extLst>
          </p:cNvPr>
          <p:cNvSpPr txBox="1"/>
          <p:nvPr/>
        </p:nvSpPr>
        <p:spPr>
          <a:xfrm>
            <a:off x="1853585" y="3800725"/>
            <a:ext cx="799361" cy="347944"/>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800" b="1" u="sng" dirty="0">
                <a:solidFill>
                  <a:srgbClr val="C00000"/>
                </a:solidFill>
                <a:latin typeface="Arial" panose="020B0604020202020204" pitchFamily="34" charset="0"/>
                <a:cs typeface="Arial" panose="020B0604020202020204" pitchFamily="34" charset="0"/>
                <a:sym typeface="Arial" panose="020B0604020202020204" pitchFamily="34" charset="0"/>
              </a:rPr>
              <a:t>CANN</a:t>
            </a:r>
            <a:r>
              <a:rPr lang="en-US" altLang="zh-CN" sz="1800" b="1" u="sng" dirty="0">
                <a:solidFill>
                  <a:srgbClr val="1D1D1A"/>
                </a:solidFill>
                <a:latin typeface="Arial" panose="020B0604020202020204" pitchFamily="34" charset="0"/>
                <a:cs typeface="Arial" panose="020B0604020202020204" pitchFamily="34" charset="0"/>
                <a:sym typeface="Arial" panose="020B0604020202020204" pitchFamily="34" charset="0"/>
              </a:rPr>
              <a:t>*</a:t>
            </a:r>
            <a:endParaRPr lang="en-US" altLang="zh-CN" sz="1600"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68" name="芯片使能">
            <a:extLst>
              <a:ext uri="{FF2B5EF4-FFF2-40B4-BE49-F238E27FC236}">
                <a16:creationId xmlns:a16="http://schemas.microsoft.com/office/drawing/2014/main" id="{62E7545D-8AC7-44CE-BAE8-B417CFB6A86F}"/>
              </a:ext>
            </a:extLst>
          </p:cNvPr>
          <p:cNvSpPr txBox="1"/>
          <p:nvPr/>
        </p:nvSpPr>
        <p:spPr>
          <a:xfrm>
            <a:off x="358673" y="4960394"/>
            <a:ext cx="1234213" cy="246221"/>
          </a:xfrm>
          <a:prstGeom prst="rect">
            <a:avLst/>
          </a:prstGeom>
          <a:ln w="3175">
            <a:miter lim="400000"/>
          </a:ln>
        </p:spPr>
        <p:txBody>
          <a:bodyPr wrap="square" lIns="0" tIns="0" rIns="0" bIns="0" anchor="b">
            <a:spAutoFit/>
          </a:bodyPr>
          <a:lstStyle>
            <a:defPPr>
              <a:defRPr lang="zh-CN"/>
            </a:defPPr>
            <a:lvl1pPr algn="ctr" defTabSz="902970" hangingPunct="0">
              <a:defRPr sz="700" b="0" kern="0">
                <a:solidFill>
                  <a:schemeClr val="bg1"/>
                </a:solidFill>
                <a:latin typeface="+mn-ea"/>
                <a:cs typeface="FZLanTingHei-M-GBK"/>
              </a:defRPr>
            </a:lvl1pPr>
          </a:lstStyle>
          <a:p>
            <a:pPr algn="l"/>
            <a:r>
              <a:rPr lang="en-US" altLang="zh-CN" sz="1600" b="1" dirty="0">
                <a:solidFill>
                  <a:srgbClr val="1D1D1A"/>
                </a:solidFill>
                <a:latin typeface="Arial" panose="020B0604020202020204" pitchFamily="34" charset="0"/>
                <a:cs typeface="Arial" panose="020B0604020202020204" pitchFamily="34" charset="0"/>
                <a:sym typeface="Arial" panose="020B0604020202020204" pitchFamily="34" charset="0"/>
              </a:rPr>
              <a:t>AI Chip</a:t>
            </a:r>
            <a:endParaRPr lang="zh-CN" altLang="en-US" sz="1600" b="1"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70" name="Ascend-Nano">
            <a:extLst>
              <a:ext uri="{FF2B5EF4-FFF2-40B4-BE49-F238E27FC236}">
                <a16:creationId xmlns:a16="http://schemas.microsoft.com/office/drawing/2014/main" id="{FC9C5F6F-418D-4A7E-8563-0E4BC5A4F4B9}"/>
              </a:ext>
            </a:extLst>
          </p:cNvPr>
          <p:cNvSpPr txBox="1"/>
          <p:nvPr/>
        </p:nvSpPr>
        <p:spPr>
          <a:xfrm>
            <a:off x="4038599" y="2441923"/>
            <a:ext cx="2133601" cy="266011"/>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00" b="1" kern="1200" dirty="0">
                <a:solidFill>
                  <a:srgbClr val="C00000"/>
                </a:solidFill>
                <a:latin typeface="Arial" panose="020B0604020202020204" pitchFamily="34" charset="0"/>
                <a:cs typeface="Arial" panose="020B0604020202020204" pitchFamily="34" charset="0"/>
                <a:sym typeface="Arial" panose="020B0604020202020204" pitchFamily="34" charset="0"/>
              </a:rPr>
              <a:t>模型训练和推理框架</a:t>
            </a:r>
            <a:endParaRPr lang="en-US" altLang="zh-CN" sz="1600" b="1" kern="1200" dirty="0">
              <a:solidFill>
                <a:srgbClr val="C00000"/>
              </a:solidFill>
              <a:latin typeface="Arial" panose="020B0604020202020204" pitchFamily="34" charset="0"/>
              <a:cs typeface="Arial" panose="020B0604020202020204" pitchFamily="34" charset="0"/>
              <a:sym typeface="Arial" panose="020B0604020202020204" pitchFamily="34" charset="0"/>
            </a:endParaRPr>
          </a:p>
        </p:txBody>
      </p:sp>
      <p:sp>
        <p:nvSpPr>
          <p:cNvPr id="71" name="Ascend-Nano">
            <a:extLst>
              <a:ext uri="{FF2B5EF4-FFF2-40B4-BE49-F238E27FC236}">
                <a16:creationId xmlns:a16="http://schemas.microsoft.com/office/drawing/2014/main" id="{29C5CB4A-8308-43EA-B956-D0232C861062}"/>
              </a:ext>
            </a:extLst>
          </p:cNvPr>
          <p:cNvSpPr txBox="1"/>
          <p:nvPr/>
        </p:nvSpPr>
        <p:spPr>
          <a:xfrm>
            <a:off x="2652946" y="3902784"/>
            <a:ext cx="3692567" cy="304566"/>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050" dirty="0">
                <a:solidFill>
                  <a:srgbClr val="1D1D1A"/>
                </a:solidFill>
                <a:latin typeface="Arial" panose="020B0604020202020204" pitchFamily="34" charset="0"/>
                <a:cs typeface="Arial" panose="020B0604020202020204" pitchFamily="34" charset="0"/>
                <a:sym typeface="Arial" panose="020B0604020202020204" pitchFamily="34" charset="0"/>
              </a:rPr>
              <a:t>Compute Architecture for Neural Network</a:t>
            </a:r>
          </a:p>
        </p:txBody>
      </p:sp>
      <p:sp>
        <p:nvSpPr>
          <p:cNvPr id="72" name="Ascend-Nano">
            <a:extLst>
              <a:ext uri="{FF2B5EF4-FFF2-40B4-BE49-F238E27FC236}">
                <a16:creationId xmlns:a16="http://schemas.microsoft.com/office/drawing/2014/main" id="{823A7274-9F45-452A-BDB5-4FC50A5964FA}"/>
              </a:ext>
            </a:extLst>
          </p:cNvPr>
          <p:cNvSpPr txBox="1"/>
          <p:nvPr/>
        </p:nvSpPr>
        <p:spPr>
          <a:xfrm>
            <a:off x="7550337" y="3420223"/>
            <a:ext cx="3035424" cy="413449"/>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en-US" altLang="zh-CN" sz="1200" b="1" dirty="0">
              <a:solidFill>
                <a:srgbClr val="C7000A"/>
              </a:solidFill>
              <a:latin typeface="Arial" panose="020B0604020202020204" pitchFamily="34" charset="0"/>
              <a:cs typeface="Arial" panose="020B0604020202020204" pitchFamily="34" charset="0"/>
              <a:sym typeface="Arial" panose="020B0604020202020204" pitchFamily="34" charset="0"/>
            </a:endParaRPr>
          </a:p>
        </p:txBody>
      </p:sp>
      <p:sp>
        <p:nvSpPr>
          <p:cNvPr id="74" name="矩形 73">
            <a:extLst>
              <a:ext uri="{FF2B5EF4-FFF2-40B4-BE49-F238E27FC236}">
                <a16:creationId xmlns:a16="http://schemas.microsoft.com/office/drawing/2014/main" id="{BAD4D783-492E-442A-A333-2DFE86DA8923}"/>
              </a:ext>
            </a:extLst>
          </p:cNvPr>
          <p:cNvSpPr/>
          <p:nvPr/>
        </p:nvSpPr>
        <p:spPr>
          <a:xfrm>
            <a:off x="4732055" y="4389121"/>
            <a:ext cx="1257075" cy="338554"/>
          </a:xfrm>
          <a:prstGeom prst="rect">
            <a:avLst/>
          </a:prstGeom>
          <a:noFill/>
        </p:spPr>
        <p:txBody>
          <a:bodyPr wrap="none" rtlCol="0">
            <a:spAutoFit/>
          </a:bodyPr>
          <a:lstStyle/>
          <a:p>
            <a:pPr algn="ctr"/>
            <a:r>
              <a:rPr lang="en-US" altLang="zh-CN" sz="16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AI IP</a:t>
            </a:r>
            <a:r>
              <a:rPr lang="zh-CN" altLang="en-US" sz="16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和芯片</a:t>
            </a:r>
            <a:endParaRPr lang="en-US" altLang="zh-CN" sz="16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cxnSp>
        <p:nvCxnSpPr>
          <p:cNvPr id="84" name="直接连接符 83">
            <a:extLst>
              <a:ext uri="{FF2B5EF4-FFF2-40B4-BE49-F238E27FC236}">
                <a16:creationId xmlns:a16="http://schemas.microsoft.com/office/drawing/2014/main" id="{3B33C7E7-990F-496C-A243-C541F9D16884}"/>
              </a:ext>
            </a:extLst>
          </p:cNvPr>
          <p:cNvCxnSpPr/>
          <p:nvPr/>
        </p:nvCxnSpPr>
        <p:spPr>
          <a:xfrm>
            <a:off x="2418085" y="5057839"/>
            <a:ext cx="0" cy="469819"/>
          </a:xfrm>
          <a:prstGeom prst="line">
            <a:avLst/>
          </a:prstGeom>
          <a:noFill/>
          <a:ln w="6350" cap="flat" cmpd="sng" algn="ctr">
            <a:solidFill>
              <a:srgbClr val="666666">
                <a:lumMod val="50000"/>
                <a:alpha val="50000"/>
              </a:srgbClr>
            </a:solidFill>
            <a:prstDash val="solid"/>
            <a:miter lim="800000"/>
          </a:ln>
          <a:effectLst/>
        </p:spPr>
      </p:cxnSp>
      <p:grpSp>
        <p:nvGrpSpPr>
          <p:cNvPr id="87" name="组合 86">
            <a:extLst>
              <a:ext uri="{FF2B5EF4-FFF2-40B4-BE49-F238E27FC236}">
                <a16:creationId xmlns:a16="http://schemas.microsoft.com/office/drawing/2014/main" id="{9C2F3341-761C-43FC-ACB6-AB1A8C00BFC8}"/>
              </a:ext>
            </a:extLst>
          </p:cNvPr>
          <p:cNvGrpSpPr/>
          <p:nvPr/>
        </p:nvGrpSpPr>
        <p:grpSpPr>
          <a:xfrm>
            <a:off x="2053761" y="4439597"/>
            <a:ext cx="766125" cy="650866"/>
            <a:chOff x="2888264" y="5179987"/>
            <a:chExt cx="842431" cy="700850"/>
          </a:xfrm>
        </p:grpSpPr>
        <p:grpSp>
          <p:nvGrpSpPr>
            <p:cNvPr id="88" name="组合 87">
              <a:extLst>
                <a:ext uri="{FF2B5EF4-FFF2-40B4-BE49-F238E27FC236}">
                  <a16:creationId xmlns:a16="http://schemas.microsoft.com/office/drawing/2014/main" id="{0A3FD569-2A78-4DD8-8810-21CC0E711757}"/>
                </a:ext>
              </a:extLst>
            </p:cNvPr>
            <p:cNvGrpSpPr/>
            <p:nvPr/>
          </p:nvGrpSpPr>
          <p:grpSpPr>
            <a:xfrm>
              <a:off x="2888264" y="5179987"/>
              <a:ext cx="842431" cy="700850"/>
              <a:chOff x="13537343" y="1516428"/>
              <a:chExt cx="4371090" cy="3636474"/>
            </a:xfrm>
          </p:grpSpPr>
          <p:pic>
            <p:nvPicPr>
              <p:cNvPr id="90" name="图片 21" descr="图片 21">
                <a:extLst>
                  <a:ext uri="{FF2B5EF4-FFF2-40B4-BE49-F238E27FC236}">
                    <a16:creationId xmlns:a16="http://schemas.microsoft.com/office/drawing/2014/main" id="{91EC5411-3E63-4484-8689-BAFE519A5EEF}"/>
                  </a:ext>
                </a:extLst>
              </p:cNvPr>
              <p:cNvPicPr>
                <a:picLocks noChangeAspect="1"/>
              </p:cNvPicPr>
              <p:nvPr/>
            </p:nvPicPr>
            <p:blipFill>
              <a:blip r:embed="rId3" cstate="screen"/>
              <a:srcRect l="25744" t="20102" r="29763" b="14024"/>
              <a:stretch>
                <a:fillRect/>
              </a:stretch>
            </p:blipFill>
            <p:spPr>
              <a:xfrm>
                <a:off x="13537343" y="1516428"/>
                <a:ext cx="4371090" cy="363647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4395" y="23"/>
                    </a:lnTo>
                    <a:lnTo>
                      <a:pt x="7188" y="44"/>
                    </a:lnTo>
                    <a:lnTo>
                      <a:pt x="7152" y="1606"/>
                    </a:lnTo>
                    <a:lnTo>
                      <a:pt x="7116" y="3168"/>
                    </a:lnTo>
                    <a:lnTo>
                      <a:pt x="3558" y="3191"/>
                    </a:lnTo>
                    <a:lnTo>
                      <a:pt x="0" y="3211"/>
                    </a:lnTo>
                    <a:lnTo>
                      <a:pt x="0" y="12406"/>
                    </a:lnTo>
                    <a:lnTo>
                      <a:pt x="0" y="21600"/>
                    </a:lnTo>
                    <a:lnTo>
                      <a:pt x="7693" y="21600"/>
                    </a:lnTo>
                    <a:lnTo>
                      <a:pt x="15386" y="21600"/>
                    </a:lnTo>
                    <a:lnTo>
                      <a:pt x="15405" y="19541"/>
                    </a:lnTo>
                    <a:lnTo>
                      <a:pt x="15424" y="17482"/>
                    </a:lnTo>
                    <a:lnTo>
                      <a:pt x="18513" y="17459"/>
                    </a:lnTo>
                    <a:lnTo>
                      <a:pt x="21600" y="17436"/>
                    </a:lnTo>
                    <a:lnTo>
                      <a:pt x="21600" y="8718"/>
                    </a:lnTo>
                    <a:lnTo>
                      <a:pt x="21600" y="0"/>
                    </a:lnTo>
                    <a:close/>
                  </a:path>
                </a:pathLst>
              </a:custGeom>
              <a:ln w="3175" cap="flat">
                <a:noFill/>
                <a:miter lim="400000"/>
                <a:headEnd/>
                <a:tailEnd/>
              </a:ln>
              <a:effectLst/>
            </p:spPr>
          </p:pic>
          <p:grpSp>
            <p:nvGrpSpPr>
              <p:cNvPr id="91" name="成组">
                <a:extLst>
                  <a:ext uri="{FF2B5EF4-FFF2-40B4-BE49-F238E27FC236}">
                    <a16:creationId xmlns:a16="http://schemas.microsoft.com/office/drawing/2014/main" id="{D521A3DE-DC62-42B6-B683-CD891F8052B7}"/>
                  </a:ext>
                </a:extLst>
              </p:cNvPr>
              <p:cNvGrpSpPr/>
              <p:nvPr/>
            </p:nvGrpSpPr>
            <p:grpSpPr>
              <a:xfrm>
                <a:off x="13537348" y="2017508"/>
                <a:ext cx="3107492" cy="3135394"/>
                <a:chOff x="-3" y="0"/>
                <a:chExt cx="3198127" cy="3226839"/>
              </a:xfrm>
            </p:grpSpPr>
            <p:sp>
              <p:nvSpPr>
                <p:cNvPr id="92" name="矩形">
                  <a:extLst>
                    <a:ext uri="{FF2B5EF4-FFF2-40B4-BE49-F238E27FC236}">
                      <a16:creationId xmlns:a16="http://schemas.microsoft.com/office/drawing/2014/main" id="{FD2F4F22-1B62-4594-9B83-EBA57300808D}"/>
                    </a:ext>
                  </a:extLst>
                </p:cNvPr>
                <p:cNvSpPr/>
                <p:nvPr/>
              </p:nvSpPr>
              <p:spPr>
                <a:xfrm>
                  <a:off x="-3" y="0"/>
                  <a:ext cx="3198127" cy="3226839"/>
                </a:xfrm>
                <a:prstGeom prst="rect">
                  <a:avLst/>
                </a:prstGeom>
                <a:gradFill flip="none" rotWithShape="1">
                  <a:gsLst>
                    <a:gs pos="0">
                      <a:srgbClr val="000000"/>
                    </a:gs>
                    <a:gs pos="100000">
                      <a:srgbClr val="434343"/>
                    </a:gs>
                  </a:gsLst>
                  <a:lin ang="2606235" scaled="0"/>
                </a:gradFill>
                <a:ln w="3175" cap="flat">
                  <a:noFill/>
                  <a:miter lim="400000"/>
                </a:ln>
                <a:effectLst/>
              </p:spPr>
              <p:txBody>
                <a:bodyPr wrap="square" lIns="25399" tIns="25399" rIns="25399" bIns="25399" numCol="1" anchor="ctr">
                  <a:noAutofit/>
                </a:bodyPr>
                <a:lstStyle/>
                <a:p>
                  <a:pPr algn="ctr" defTabSz="412750" hangingPunct="0">
                    <a:defRPr sz="2200" b="0">
                      <a:latin typeface="+mn-lt"/>
                      <a:ea typeface="+mn-ea"/>
                      <a:cs typeface="+mn-cs"/>
                      <a:sym typeface="Helvetica Neue Medium"/>
                    </a:defRPr>
                  </a:pPr>
                  <a:endParaRPr sz="1485" kern="0">
                    <a:solidFill>
                      <a:srgbClr val="FFFFFF"/>
                    </a:solidFill>
                    <a:latin typeface="Arial" panose="020B0604020202020204" pitchFamily="34" charset="0"/>
                    <a:sym typeface="Arial" panose="020B0604020202020204" pitchFamily="34" charset="0"/>
                  </a:endParaRPr>
                </a:p>
              </p:txBody>
            </p:sp>
            <p:sp>
              <p:nvSpPr>
                <p:cNvPr id="93" name="矩形">
                  <a:extLst>
                    <a:ext uri="{FF2B5EF4-FFF2-40B4-BE49-F238E27FC236}">
                      <a16:creationId xmlns:a16="http://schemas.microsoft.com/office/drawing/2014/main" id="{B8C8861F-6C48-42DE-A7B7-57008CB708C2}"/>
                    </a:ext>
                  </a:extLst>
                </p:cNvPr>
                <p:cNvSpPr/>
                <p:nvPr/>
              </p:nvSpPr>
              <p:spPr>
                <a:xfrm>
                  <a:off x="380790" y="387730"/>
                  <a:ext cx="2441998" cy="2463922"/>
                </a:xfrm>
                <a:prstGeom prst="rect">
                  <a:avLst/>
                </a:prstGeom>
                <a:gradFill flip="none" rotWithShape="1">
                  <a:gsLst>
                    <a:gs pos="40469">
                      <a:srgbClr val="3E3D3E"/>
                    </a:gs>
                    <a:gs pos="76437">
                      <a:srgbClr val="565656"/>
                    </a:gs>
                    <a:gs pos="100000">
                      <a:srgbClr val="6E6E6E"/>
                    </a:gs>
                  </a:gsLst>
                  <a:path path="shape">
                    <a:fillToRect l="-37827" t="129036" r="137827" b="-29036"/>
                  </a:path>
                </a:gradFill>
                <a:ln w="3175" cap="flat">
                  <a:noFill/>
                  <a:miter lim="400000"/>
                </a:ln>
                <a:effectLst/>
              </p:spPr>
              <p:txBody>
                <a:bodyPr wrap="square" lIns="25399" tIns="25399" rIns="25399" bIns="25399" numCol="1" anchor="ctr">
                  <a:noAutofit/>
                </a:bodyPr>
                <a:lstStyle/>
                <a:p>
                  <a:pPr algn="ctr" defTabSz="412750" hangingPunct="0">
                    <a:defRPr sz="2200" b="0">
                      <a:latin typeface="+mn-lt"/>
                      <a:ea typeface="+mn-ea"/>
                      <a:cs typeface="+mn-cs"/>
                      <a:sym typeface="Helvetica Neue Medium"/>
                    </a:defRPr>
                  </a:pPr>
                  <a:endParaRPr sz="1485" kern="0">
                    <a:solidFill>
                      <a:srgbClr val="FFFFFF"/>
                    </a:solidFill>
                    <a:latin typeface="Arial" panose="020B0604020202020204" pitchFamily="34" charset="0"/>
                    <a:sym typeface="Arial" panose="020B0604020202020204" pitchFamily="34" charset="0"/>
                  </a:endParaRPr>
                </a:p>
              </p:txBody>
            </p:sp>
            <p:pic>
              <p:nvPicPr>
                <p:cNvPr id="94" name="image12.png" descr="image12.png">
                  <a:extLst>
                    <a:ext uri="{FF2B5EF4-FFF2-40B4-BE49-F238E27FC236}">
                      <a16:creationId xmlns:a16="http://schemas.microsoft.com/office/drawing/2014/main" id="{5E904948-A453-4633-9B61-8298F290C3C6}"/>
                    </a:ext>
                  </a:extLst>
                </p:cNvPr>
                <p:cNvPicPr>
                  <a:picLocks noChangeAspect="1"/>
                </p:cNvPicPr>
                <p:nvPr/>
              </p:nvPicPr>
              <p:blipFill rotWithShape="1">
                <a:blip r:embed="rId4" cstate="screen"/>
                <a:srcRect l="6085" r="6085" b="25603"/>
                <a:stretch>
                  <a:fillRect/>
                </a:stretch>
              </p:blipFill>
              <p:spPr>
                <a:xfrm>
                  <a:off x="954367" y="1082153"/>
                  <a:ext cx="1929322" cy="1089512"/>
                </a:xfrm>
                <a:prstGeom prst="rect">
                  <a:avLst/>
                </a:prstGeom>
                <a:ln w="3175" cap="flat">
                  <a:noFill/>
                  <a:miter lim="400000"/>
                  <a:headEnd/>
                  <a:tailEnd/>
                </a:ln>
                <a:effectLst/>
              </p:spPr>
            </p:pic>
          </p:grpSp>
        </p:grpSp>
        <p:sp>
          <p:nvSpPr>
            <p:cNvPr id="89" name="Ascend-Nano">
              <a:extLst>
                <a:ext uri="{FF2B5EF4-FFF2-40B4-BE49-F238E27FC236}">
                  <a16:creationId xmlns:a16="http://schemas.microsoft.com/office/drawing/2014/main" id="{4D977AB0-60F6-490F-9326-FEEA6FEF8E16}"/>
                </a:ext>
              </a:extLst>
            </p:cNvPr>
            <p:cNvSpPr txBox="1"/>
            <p:nvPr/>
          </p:nvSpPr>
          <p:spPr>
            <a:xfrm>
              <a:off x="2888264" y="5624483"/>
              <a:ext cx="572516" cy="221224"/>
            </a:xfrm>
            <a:prstGeom prst="rect">
              <a:avLst/>
            </a:prstGeom>
            <a:noFill/>
            <a:ln w="6350">
              <a:noFill/>
              <a:miter lim="400000"/>
            </a:ln>
          </p:spPr>
          <p:txBody>
            <a:bodyPr lIns="0" tIns="11997" rIns="0" bIns="11997" anchor="ctr"/>
            <a:lstStyle>
              <a:defPPr>
                <a:defRPr lang="zh-CN"/>
              </a:defPPr>
              <a:lvl1pPr algn="ctr" defTabSz="194945" hangingPunct="0">
                <a:defRPr sz="700" b="0" kern="0">
                  <a:solidFill>
                    <a:srgbClr val="FFFFFF"/>
                  </a:solidFill>
                  <a:latin typeface="+mn-ea"/>
                </a:defRPr>
              </a:lvl1pPr>
            </a:lstStyle>
            <a:p>
              <a:pPr defTabSz="194945">
                <a:defRPr/>
              </a:pPr>
              <a:r>
                <a:rPr lang="en-US" altLang="zh-CN" sz="800" i="1" dirty="0">
                  <a:latin typeface="Arial" panose="020B0604020202020204" pitchFamily="34" charset="0"/>
                  <a:cs typeface="Arial" panose="020B0604020202020204" pitchFamily="34" charset="0"/>
                  <a:sym typeface="Arial" panose="020B0604020202020204" pitchFamily="34" charset="0"/>
                </a:rPr>
                <a:t>Ascend</a:t>
              </a:r>
            </a:p>
          </p:txBody>
        </p:sp>
      </p:grpSp>
      <p:sp>
        <p:nvSpPr>
          <p:cNvPr id="113" name="矩形 112">
            <a:extLst>
              <a:ext uri="{FF2B5EF4-FFF2-40B4-BE49-F238E27FC236}">
                <a16:creationId xmlns:a16="http://schemas.microsoft.com/office/drawing/2014/main" id="{1F8749C1-B5D9-4C0A-A47C-AE955ADB8807}"/>
              </a:ext>
            </a:extLst>
          </p:cNvPr>
          <p:cNvSpPr/>
          <p:nvPr/>
        </p:nvSpPr>
        <p:spPr>
          <a:xfrm>
            <a:off x="2668735" y="3410714"/>
            <a:ext cx="5335294" cy="338554"/>
          </a:xfrm>
          <a:prstGeom prst="rect">
            <a:avLst/>
          </a:prstGeom>
        </p:spPr>
        <p:txBody>
          <a:bodyPr wrap="square">
            <a:spAutoFit/>
          </a:bodyPr>
          <a:lstStyle/>
          <a:p>
            <a:pPr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00" b="1" dirty="0">
                <a:solidFill>
                  <a:srgbClr val="C00000"/>
                </a:solidFill>
                <a:latin typeface="Arial" panose="020B0604020202020204" pitchFamily="34" charset="0"/>
                <a:cs typeface="Arial" panose="020B0604020202020204" pitchFamily="34" charset="0"/>
                <a:sym typeface="Arial" panose="020B0604020202020204" pitchFamily="34" charset="0"/>
              </a:rPr>
              <a:t>计算加速库、芯片算子库和高度自动化的算子开发工具</a:t>
            </a:r>
            <a:endParaRPr lang="en-US" altLang="zh-CN" sz="1600" b="1" dirty="0">
              <a:solidFill>
                <a:srgbClr val="C00000"/>
              </a:solidFill>
              <a:latin typeface="Arial" panose="020B0604020202020204" pitchFamily="34" charset="0"/>
              <a:cs typeface="Arial" panose="020B0604020202020204" pitchFamily="34" charset="0"/>
              <a:sym typeface="Arial" panose="020B0604020202020204" pitchFamily="34" charset="0"/>
            </a:endParaRPr>
          </a:p>
        </p:txBody>
      </p:sp>
      <p:sp>
        <p:nvSpPr>
          <p:cNvPr id="114" name="圆角矩形 190">
            <a:extLst>
              <a:ext uri="{FF2B5EF4-FFF2-40B4-BE49-F238E27FC236}">
                <a16:creationId xmlns:a16="http://schemas.microsoft.com/office/drawing/2014/main" id="{C16E85FF-86FD-428B-B837-13042C7872B8}"/>
              </a:ext>
            </a:extLst>
          </p:cNvPr>
          <p:cNvSpPr/>
          <p:nvPr/>
        </p:nvSpPr>
        <p:spPr>
          <a:xfrm>
            <a:off x="1727846" y="2874679"/>
            <a:ext cx="1270151"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MindSpore</a:t>
            </a:r>
          </a:p>
        </p:txBody>
      </p:sp>
      <p:sp>
        <p:nvSpPr>
          <p:cNvPr id="115" name="圆角矩形 191">
            <a:extLst>
              <a:ext uri="{FF2B5EF4-FFF2-40B4-BE49-F238E27FC236}">
                <a16:creationId xmlns:a16="http://schemas.microsoft.com/office/drawing/2014/main" id="{A1638CAF-8C50-440E-A0C5-4B132323F2A2}"/>
              </a:ext>
            </a:extLst>
          </p:cNvPr>
          <p:cNvSpPr/>
          <p:nvPr/>
        </p:nvSpPr>
        <p:spPr>
          <a:xfrm>
            <a:off x="3060224" y="2874679"/>
            <a:ext cx="844796"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900" dirty="0" err="1">
                <a:solidFill>
                  <a:srgbClr val="1D1D1A"/>
                </a:solidFill>
                <a:latin typeface="微软雅黑" panose="020B0503020204020204" pitchFamily="34" charset="-122"/>
                <a:sym typeface="微软雅黑" panose="020B0503020204020204" pitchFamily="34" charset="-122"/>
              </a:rPr>
              <a:t>TensorFlow</a:t>
            </a:r>
            <a:endParaRPr lang="en-US" altLang="zh-CN" sz="900" dirty="0">
              <a:solidFill>
                <a:srgbClr val="1D1D1A"/>
              </a:solidFill>
              <a:latin typeface="微软雅黑" panose="020B0503020204020204" pitchFamily="34" charset="-122"/>
              <a:sym typeface="微软雅黑" panose="020B0503020204020204" pitchFamily="34" charset="-122"/>
            </a:endParaRPr>
          </a:p>
        </p:txBody>
      </p:sp>
      <p:sp>
        <p:nvSpPr>
          <p:cNvPr id="116" name="圆角矩形 192">
            <a:extLst>
              <a:ext uri="{FF2B5EF4-FFF2-40B4-BE49-F238E27FC236}">
                <a16:creationId xmlns:a16="http://schemas.microsoft.com/office/drawing/2014/main" id="{0B6D1E48-902E-4980-892F-9E11984D7754}"/>
              </a:ext>
            </a:extLst>
          </p:cNvPr>
          <p:cNvSpPr/>
          <p:nvPr/>
        </p:nvSpPr>
        <p:spPr>
          <a:xfrm>
            <a:off x="3984052" y="2874679"/>
            <a:ext cx="722666"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900" dirty="0" err="1">
                <a:solidFill>
                  <a:srgbClr val="1D1D1A"/>
                </a:solidFill>
                <a:latin typeface="微软雅黑" panose="020B0503020204020204" pitchFamily="34" charset="-122"/>
                <a:sym typeface="微软雅黑" panose="020B0503020204020204" pitchFamily="34" charset="-122"/>
              </a:rPr>
              <a:t>PyTorch</a:t>
            </a:r>
            <a:endParaRPr lang="en-US" altLang="zh-CN" sz="900" dirty="0">
              <a:solidFill>
                <a:srgbClr val="1D1D1A"/>
              </a:solidFill>
              <a:latin typeface="微软雅黑" panose="020B0503020204020204" pitchFamily="34" charset="-122"/>
              <a:sym typeface="微软雅黑" panose="020B0503020204020204" pitchFamily="34" charset="-122"/>
            </a:endParaRPr>
          </a:p>
        </p:txBody>
      </p:sp>
      <p:sp>
        <p:nvSpPr>
          <p:cNvPr id="117" name="圆角矩形 192">
            <a:extLst>
              <a:ext uri="{FF2B5EF4-FFF2-40B4-BE49-F238E27FC236}">
                <a16:creationId xmlns:a16="http://schemas.microsoft.com/office/drawing/2014/main" id="{BCAB7467-AE02-4F2D-86D3-5CE962100D0B}"/>
              </a:ext>
            </a:extLst>
          </p:cNvPr>
          <p:cNvSpPr/>
          <p:nvPr/>
        </p:nvSpPr>
        <p:spPr>
          <a:xfrm>
            <a:off x="4784152" y="2874679"/>
            <a:ext cx="918820"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900" dirty="0" err="1">
                <a:solidFill>
                  <a:srgbClr val="1D1D1A"/>
                </a:solidFill>
                <a:latin typeface="微软雅黑" panose="020B0503020204020204" pitchFamily="34" charset="-122"/>
                <a:sym typeface="微软雅黑" panose="020B0503020204020204" pitchFamily="34" charset="-122"/>
              </a:rPr>
              <a:t>PaddlePaddle</a:t>
            </a:r>
            <a:endParaRPr lang="en-US" altLang="zh-CN" sz="900" dirty="0">
              <a:solidFill>
                <a:srgbClr val="1D1D1A"/>
              </a:solidFill>
              <a:latin typeface="微软雅黑" panose="020B0503020204020204" pitchFamily="34" charset="-122"/>
              <a:sym typeface="微软雅黑" panose="020B0503020204020204" pitchFamily="34" charset="-122"/>
            </a:endParaRPr>
          </a:p>
        </p:txBody>
      </p:sp>
      <p:sp>
        <p:nvSpPr>
          <p:cNvPr id="118" name="圆角矩形 192">
            <a:extLst>
              <a:ext uri="{FF2B5EF4-FFF2-40B4-BE49-F238E27FC236}">
                <a16:creationId xmlns:a16="http://schemas.microsoft.com/office/drawing/2014/main" id="{B79E8ECD-D36F-4DA2-932C-0C37F4A3124D}"/>
              </a:ext>
            </a:extLst>
          </p:cNvPr>
          <p:cNvSpPr/>
          <p:nvPr/>
        </p:nvSpPr>
        <p:spPr>
          <a:xfrm>
            <a:off x="5780406" y="2874679"/>
            <a:ext cx="539212" cy="320724"/>
          </a:xfrm>
          <a:prstGeom prst="roundRect">
            <a:avLst/>
          </a:prstGeom>
          <a:noFill/>
          <a:ln w="12700" cap="flat" cmpd="sng" algn="ctr">
            <a:solidFill>
              <a:srgbClr val="666666">
                <a:lumMod val="60000"/>
                <a:lumOff val="4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900" dirty="0">
                <a:solidFill>
                  <a:srgbClr val="1D1D1A"/>
                </a:solidFill>
                <a:latin typeface="微软雅黑" panose="020B0503020204020204" pitchFamily="34" charset="-122"/>
                <a:sym typeface="微软雅黑" panose="020B0503020204020204" pitchFamily="34" charset="-122"/>
              </a:rPr>
              <a:t>…</a:t>
            </a:r>
          </a:p>
        </p:txBody>
      </p:sp>
      <p:sp>
        <p:nvSpPr>
          <p:cNvPr id="119" name="圆角矩形 181">
            <a:extLst>
              <a:ext uri="{FF2B5EF4-FFF2-40B4-BE49-F238E27FC236}">
                <a16:creationId xmlns:a16="http://schemas.microsoft.com/office/drawing/2014/main" id="{1A803CDE-7A53-435D-9B0B-F5894A40963D}"/>
              </a:ext>
            </a:extLst>
          </p:cNvPr>
          <p:cNvSpPr/>
          <p:nvPr/>
        </p:nvSpPr>
        <p:spPr>
          <a:xfrm>
            <a:off x="2286000" y="1905000"/>
            <a:ext cx="1568018" cy="306891"/>
          </a:xfrm>
          <a:prstGeom prst="roundRect">
            <a:avLst/>
          </a:prstGeom>
          <a:noFill/>
          <a:ln w="12700" cap="flat" cmpd="sng" algn="ctr">
            <a:solidFill>
              <a:srgbClr val="1D1D1A">
                <a:lumMod val="50000"/>
                <a:lumOff val="5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Data parallel</a:t>
            </a:r>
          </a:p>
        </p:txBody>
      </p:sp>
      <p:grpSp>
        <p:nvGrpSpPr>
          <p:cNvPr id="126" name="Group 119">
            <a:extLst>
              <a:ext uri="{FF2B5EF4-FFF2-40B4-BE49-F238E27FC236}">
                <a16:creationId xmlns:a16="http://schemas.microsoft.com/office/drawing/2014/main" id="{115DC066-A91B-4647-8FFB-4A2A327E2189}"/>
              </a:ext>
            </a:extLst>
          </p:cNvPr>
          <p:cNvGrpSpPr/>
          <p:nvPr/>
        </p:nvGrpSpPr>
        <p:grpSpPr>
          <a:xfrm>
            <a:off x="2163569" y="5322050"/>
            <a:ext cx="578169" cy="569506"/>
            <a:chOff x="5154290" y="1948220"/>
            <a:chExt cx="1222310" cy="1093534"/>
          </a:xfrm>
          <a:effectLst>
            <a:reflection blurRad="25400" stA="37000" endPos="24000" dir="5400000" sy="-100000" algn="bl" rotWithShape="0"/>
          </a:effectLst>
        </p:grpSpPr>
        <p:grpSp>
          <p:nvGrpSpPr>
            <p:cNvPr id="127" name="Group 120">
              <a:extLst>
                <a:ext uri="{FF2B5EF4-FFF2-40B4-BE49-F238E27FC236}">
                  <a16:creationId xmlns:a16="http://schemas.microsoft.com/office/drawing/2014/main" id="{D7F62B8B-D3A7-4840-A3E1-0FC45C79C4D9}"/>
                </a:ext>
              </a:extLst>
            </p:cNvPr>
            <p:cNvGrpSpPr/>
            <p:nvPr/>
          </p:nvGrpSpPr>
          <p:grpSpPr>
            <a:xfrm>
              <a:off x="5154290" y="1948220"/>
              <a:ext cx="1222310" cy="1093534"/>
              <a:chOff x="6066625" y="2062882"/>
              <a:chExt cx="869841" cy="833600"/>
            </a:xfrm>
          </p:grpSpPr>
          <p:sp>
            <p:nvSpPr>
              <p:cNvPr id="129" name="矩形">
                <a:extLst>
                  <a:ext uri="{FF2B5EF4-FFF2-40B4-BE49-F238E27FC236}">
                    <a16:creationId xmlns:a16="http://schemas.microsoft.com/office/drawing/2014/main" id="{3642598C-3409-4246-BF3C-9A7254BDC7E2}"/>
                  </a:ext>
                </a:extLst>
              </p:cNvPr>
              <p:cNvSpPr/>
              <p:nvPr/>
            </p:nvSpPr>
            <p:spPr>
              <a:xfrm>
                <a:off x="6066625" y="2062882"/>
                <a:ext cx="869841" cy="833600"/>
              </a:xfrm>
              <a:prstGeom prst="rect">
                <a:avLst/>
              </a:prstGeom>
              <a:gradFill flip="none" rotWithShape="1">
                <a:gsLst>
                  <a:gs pos="0">
                    <a:srgbClr val="000000"/>
                  </a:gs>
                  <a:gs pos="100000">
                    <a:srgbClr val="434343"/>
                  </a:gs>
                </a:gsLst>
                <a:lin ang="2606235" scaled="0"/>
              </a:gradFill>
              <a:ln w="3175" cap="flat">
                <a:noFill/>
                <a:miter lim="400000"/>
              </a:ln>
              <a:effectLst/>
            </p:spPr>
            <p:txBody>
              <a:bodyPr wrap="square" lIns="37629" tIns="37629" rIns="37629" bIns="37629" numCol="1" anchor="ctr">
                <a:noAutofit/>
              </a:bodyPr>
              <a:lstStyle/>
              <a:p>
                <a:pPr defTabSz="914400">
                  <a:defRPr sz="2200" b="0">
                    <a:latin typeface="+mn-lt"/>
                    <a:ea typeface="+mn-ea"/>
                    <a:cs typeface="+mn-cs"/>
                    <a:sym typeface="Helvetica Neue Medium"/>
                  </a:defRPr>
                </a:pPr>
                <a:endParaRPr sz="2200">
                  <a:solidFill>
                    <a:prstClr val="black"/>
                  </a:solidFill>
                  <a:latin typeface="Arial" panose="020B0604020202020204" pitchFamily="34" charset="0"/>
                  <a:cs typeface="Arial" panose="020B0604020202020204" pitchFamily="34" charset="0"/>
                  <a:sym typeface="Helvetica Neue Medium"/>
                </a:endParaRPr>
              </a:p>
            </p:txBody>
          </p:sp>
          <p:sp>
            <p:nvSpPr>
              <p:cNvPr id="130" name="矩形">
                <a:extLst>
                  <a:ext uri="{FF2B5EF4-FFF2-40B4-BE49-F238E27FC236}">
                    <a16:creationId xmlns:a16="http://schemas.microsoft.com/office/drawing/2014/main" id="{E8B31972-AA7A-479F-BD2B-D45500246D18}"/>
                  </a:ext>
                </a:extLst>
              </p:cNvPr>
              <p:cNvSpPr/>
              <p:nvPr/>
            </p:nvSpPr>
            <p:spPr>
              <a:xfrm>
                <a:off x="6170194" y="2163046"/>
                <a:ext cx="664186" cy="636513"/>
              </a:xfrm>
              <a:prstGeom prst="rect">
                <a:avLst/>
              </a:prstGeom>
              <a:gradFill flip="none" rotWithShape="1">
                <a:gsLst>
                  <a:gs pos="40469">
                    <a:srgbClr val="3E3D3E"/>
                  </a:gs>
                  <a:gs pos="76437">
                    <a:srgbClr val="565656"/>
                  </a:gs>
                  <a:gs pos="100000">
                    <a:srgbClr val="6E6E6E"/>
                  </a:gs>
                </a:gsLst>
                <a:path path="shape">
                  <a:fillToRect l="-37827" t="129036" r="137827" b="-29036"/>
                </a:path>
              </a:gradFill>
              <a:ln w="3175" cap="flat">
                <a:noFill/>
                <a:miter lim="400000"/>
              </a:ln>
              <a:effectLst/>
            </p:spPr>
            <p:txBody>
              <a:bodyPr wrap="square" lIns="37629" tIns="37629" rIns="37629" bIns="37629" numCol="1" anchor="ctr">
                <a:noAutofit/>
              </a:bodyPr>
              <a:lstStyle/>
              <a:p>
                <a:pPr defTabSz="914400">
                  <a:defRPr sz="2200" b="0">
                    <a:latin typeface="+mn-lt"/>
                    <a:ea typeface="+mn-ea"/>
                    <a:cs typeface="+mn-cs"/>
                    <a:sym typeface="Helvetica Neue Medium"/>
                  </a:defRPr>
                </a:pPr>
                <a:endParaRPr sz="2200">
                  <a:solidFill>
                    <a:prstClr val="black"/>
                  </a:solidFill>
                  <a:latin typeface="Arial" panose="020B0604020202020204" pitchFamily="34" charset="0"/>
                  <a:cs typeface="Arial" panose="020B0604020202020204" pitchFamily="34" charset="0"/>
                  <a:sym typeface="Helvetica Neue Medium"/>
                </a:endParaRPr>
              </a:p>
            </p:txBody>
          </p:sp>
          <p:pic>
            <p:nvPicPr>
              <p:cNvPr id="131" name="image12.png" descr="image12.png">
                <a:extLst>
                  <a:ext uri="{FF2B5EF4-FFF2-40B4-BE49-F238E27FC236}">
                    <a16:creationId xmlns:a16="http://schemas.microsoft.com/office/drawing/2014/main" id="{0C065CCD-9557-49E5-A244-F0079C049650}"/>
                  </a:ext>
                </a:extLst>
              </p:cNvPr>
              <p:cNvPicPr>
                <a:picLocks noChangeAspect="1"/>
              </p:cNvPicPr>
              <p:nvPr/>
            </p:nvPicPr>
            <p:blipFill>
              <a:blip r:embed="rId5"/>
              <a:srcRect l="6085" r="6085"/>
              <a:stretch>
                <a:fillRect/>
              </a:stretch>
            </p:blipFill>
            <p:spPr>
              <a:xfrm>
                <a:off x="6269941" y="2290540"/>
                <a:ext cx="524746" cy="378320"/>
              </a:xfrm>
              <a:prstGeom prst="rect">
                <a:avLst/>
              </a:prstGeom>
              <a:ln w="3175" cap="flat">
                <a:noFill/>
                <a:miter lim="400000"/>
                <a:headEnd/>
                <a:tailEnd/>
              </a:ln>
              <a:effectLst/>
            </p:spPr>
          </p:pic>
          <p:pic>
            <p:nvPicPr>
              <p:cNvPr id="132" name="图片 42">
                <a:extLst>
                  <a:ext uri="{FF2B5EF4-FFF2-40B4-BE49-F238E27FC236}">
                    <a16:creationId xmlns:a16="http://schemas.microsoft.com/office/drawing/2014/main" id="{B01F85AF-F0E0-4D56-BF02-152B4FBD03EE}"/>
                  </a:ext>
                </a:extLst>
              </p:cNvPr>
              <p:cNvPicPr>
                <a:picLocks noChangeAspect="1"/>
              </p:cNvPicPr>
              <p:nvPr/>
            </p:nvPicPr>
            <p:blipFill rotWithShape="1">
              <a:blip r:embed="rId6"/>
              <a:srcRect l="43396" t="44242" r="50410" b="30936"/>
              <a:stretch>
                <a:fillRect/>
              </a:stretch>
            </p:blipFill>
            <p:spPr>
              <a:xfrm>
                <a:off x="6159619" y="2150880"/>
                <a:ext cx="682024" cy="655281"/>
              </a:xfrm>
              <a:prstGeom prst="rect">
                <a:avLst/>
              </a:prstGeom>
            </p:spPr>
          </p:pic>
        </p:grpSp>
        <p:pic>
          <p:nvPicPr>
            <p:cNvPr id="128" name="Picture 121">
              <a:extLst>
                <a:ext uri="{FF2B5EF4-FFF2-40B4-BE49-F238E27FC236}">
                  <a16:creationId xmlns:a16="http://schemas.microsoft.com/office/drawing/2014/main" id="{16F4DDDF-2588-46F8-B743-3CEE348B422C}"/>
                </a:ext>
              </a:extLst>
            </p:cNvPr>
            <p:cNvPicPr>
              <a:picLocks noChangeAspect="1"/>
            </p:cNvPicPr>
            <p:nvPr/>
          </p:nvPicPr>
          <p:blipFill>
            <a:blip r:embed="rId7"/>
            <a:stretch>
              <a:fillRect/>
            </a:stretch>
          </p:blipFill>
          <p:spPr>
            <a:xfrm>
              <a:off x="5296532" y="2067601"/>
              <a:ext cx="938229" cy="851442"/>
            </a:xfrm>
            <a:prstGeom prst="rect">
              <a:avLst/>
            </a:prstGeom>
          </p:spPr>
        </p:pic>
      </p:grpSp>
      <p:sp>
        <p:nvSpPr>
          <p:cNvPr id="146" name="矩形 145">
            <a:extLst>
              <a:ext uri="{FF2B5EF4-FFF2-40B4-BE49-F238E27FC236}">
                <a16:creationId xmlns:a16="http://schemas.microsoft.com/office/drawing/2014/main" id="{878B00BF-DDA9-4BAD-8BBB-8764144D8B9E}"/>
              </a:ext>
            </a:extLst>
          </p:cNvPr>
          <p:cNvSpPr/>
          <p:nvPr/>
        </p:nvSpPr>
        <p:spPr>
          <a:xfrm>
            <a:off x="121076" y="3285358"/>
            <a:ext cx="8795353" cy="1037590"/>
          </a:xfrm>
          <a:prstGeom prst="rect">
            <a:avLst/>
          </a:prstGeom>
          <a:noFill/>
          <a:ln w="57150">
            <a:solidFill>
              <a:schemeClr val="accent1"/>
            </a:solidFill>
          </a:ln>
          <a:extLst>
            <a:ext uri="{909E8E84-426E-40DD-AFC4-6F175D3DCCD1}">
              <a14:hiddenFill xmlns:a14="http://schemas.microsoft.com/office/drawing/2010/main">
                <a:solidFill>
                  <a:srgbClr val="EA002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Ascend-Nano">
            <a:extLst>
              <a:ext uri="{FF2B5EF4-FFF2-40B4-BE49-F238E27FC236}">
                <a16:creationId xmlns:a16="http://schemas.microsoft.com/office/drawing/2014/main" id="{F274BA06-FFD4-408A-A0EF-57EBF9AE74E8}"/>
              </a:ext>
            </a:extLst>
          </p:cNvPr>
          <p:cNvSpPr txBox="1"/>
          <p:nvPr/>
        </p:nvSpPr>
        <p:spPr>
          <a:xfrm>
            <a:off x="5574245" y="3833710"/>
            <a:ext cx="799361" cy="347944"/>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800" b="1" u="sng" dirty="0">
                <a:solidFill>
                  <a:srgbClr val="C00000"/>
                </a:solidFill>
                <a:latin typeface="Arial" panose="020B0604020202020204" pitchFamily="34" charset="0"/>
                <a:cs typeface="Arial" panose="020B0604020202020204" pitchFamily="34" charset="0"/>
                <a:sym typeface="Arial" panose="020B0604020202020204" pitchFamily="34" charset="0"/>
              </a:rPr>
              <a:t>CUDA</a:t>
            </a:r>
            <a:r>
              <a:rPr lang="en-US" altLang="zh-CN" sz="1800" b="1" u="sng" dirty="0">
                <a:solidFill>
                  <a:srgbClr val="1D1D1A"/>
                </a:solidFill>
                <a:latin typeface="Arial" panose="020B0604020202020204" pitchFamily="34" charset="0"/>
                <a:cs typeface="Arial" panose="020B0604020202020204" pitchFamily="34" charset="0"/>
                <a:sym typeface="Arial" panose="020B0604020202020204" pitchFamily="34" charset="0"/>
              </a:rPr>
              <a:t>*</a:t>
            </a:r>
            <a:endParaRPr lang="en-US" altLang="zh-CN" sz="1600" dirty="0">
              <a:solidFill>
                <a:srgbClr val="1D1D1A"/>
              </a:solidFill>
              <a:latin typeface="Arial" panose="020B0604020202020204" pitchFamily="34" charset="0"/>
              <a:cs typeface="Arial" panose="020B0604020202020204" pitchFamily="34" charset="0"/>
              <a:sym typeface="Arial" panose="020B0604020202020204" pitchFamily="34" charset="0"/>
            </a:endParaRPr>
          </a:p>
        </p:txBody>
      </p:sp>
      <p:sp>
        <p:nvSpPr>
          <p:cNvPr id="148" name="Ascend-Nano">
            <a:extLst>
              <a:ext uri="{FF2B5EF4-FFF2-40B4-BE49-F238E27FC236}">
                <a16:creationId xmlns:a16="http://schemas.microsoft.com/office/drawing/2014/main" id="{CF82D653-09C4-4DC7-A6C5-C893C1962905}"/>
              </a:ext>
            </a:extLst>
          </p:cNvPr>
          <p:cNvSpPr txBox="1"/>
          <p:nvPr/>
        </p:nvSpPr>
        <p:spPr>
          <a:xfrm>
            <a:off x="6353587" y="3935322"/>
            <a:ext cx="2409414" cy="304566"/>
          </a:xfrm>
          <a:prstGeom prst="rect">
            <a:avLst/>
          </a:prstGeom>
          <a:noFill/>
          <a:ln w="6350">
            <a:noFill/>
            <a:miter lim="400000"/>
          </a:ln>
        </p:spPr>
        <p:txBody>
          <a:bodyPr lIns="0" tIns="11997" rIns="0" bIns="11997" anchor="t"/>
          <a:lstStyle>
            <a:defPPr>
              <a:defRPr lang="zh-CN"/>
            </a:defPPr>
            <a:lvl1pPr algn="ctr" defTabSz="194945" hangingPunct="0">
              <a:defRPr sz="700" b="0" kern="0">
                <a:solidFill>
                  <a:srgbClr val="FFFFFF"/>
                </a:solidFill>
                <a:latin typeface="+mn-ea"/>
              </a:defRPr>
            </a:lvl1pPr>
          </a:lstStyle>
          <a:p>
            <a:pPr algn="l" defTabSz="287655">
              <a:defRPr sz="2800">
                <a:solidFill>
                  <a:srgbClr val="EE220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050" dirty="0">
                <a:solidFill>
                  <a:srgbClr val="1D1D1A"/>
                </a:solidFill>
                <a:latin typeface="Arial" panose="020B0604020202020204" pitchFamily="34" charset="0"/>
                <a:cs typeface="Arial" panose="020B0604020202020204" pitchFamily="34" charset="0"/>
                <a:sym typeface="Arial" panose="020B0604020202020204" pitchFamily="34" charset="0"/>
              </a:rPr>
              <a:t>Compute Unified Device Architecture</a:t>
            </a:r>
          </a:p>
        </p:txBody>
      </p:sp>
      <p:pic>
        <p:nvPicPr>
          <p:cNvPr id="149" name="Picture 28">
            <a:extLst>
              <a:ext uri="{FF2B5EF4-FFF2-40B4-BE49-F238E27FC236}">
                <a16:creationId xmlns:a16="http://schemas.microsoft.com/office/drawing/2014/main" id="{2D8E8C0C-E194-4A6F-87D0-1DEE516462E9}"/>
              </a:ext>
            </a:extLst>
          </p:cNvPr>
          <p:cNvPicPr>
            <a:picLocks noChangeAspect="1"/>
          </p:cNvPicPr>
          <p:nvPr/>
        </p:nvPicPr>
        <p:blipFill>
          <a:blip r:embed="rId8"/>
          <a:stretch>
            <a:fillRect/>
          </a:stretch>
        </p:blipFill>
        <p:spPr>
          <a:xfrm>
            <a:off x="6938136" y="4790394"/>
            <a:ext cx="1388814" cy="1063311"/>
          </a:xfrm>
          <a:prstGeom prst="rect">
            <a:avLst/>
          </a:prstGeom>
        </p:spPr>
      </p:pic>
      <p:pic>
        <p:nvPicPr>
          <p:cNvPr id="150" name="Picture 3">
            <a:extLst>
              <a:ext uri="{FF2B5EF4-FFF2-40B4-BE49-F238E27FC236}">
                <a16:creationId xmlns:a16="http://schemas.microsoft.com/office/drawing/2014/main" id="{5D603FDA-7D0B-450B-B3DD-9C5127309EE9}"/>
              </a:ext>
            </a:extLst>
          </p:cNvPr>
          <p:cNvPicPr>
            <a:picLocks noChangeAspect="1"/>
          </p:cNvPicPr>
          <p:nvPr/>
        </p:nvPicPr>
        <p:blipFill>
          <a:blip r:embed="rId9"/>
          <a:stretch>
            <a:fillRect/>
          </a:stretch>
        </p:blipFill>
        <p:spPr>
          <a:xfrm>
            <a:off x="3529291" y="4922791"/>
            <a:ext cx="932527" cy="949330"/>
          </a:xfrm>
          <a:prstGeom prst="rect">
            <a:avLst/>
          </a:prstGeom>
        </p:spPr>
      </p:pic>
      <p:pic>
        <p:nvPicPr>
          <p:cNvPr id="1026" name="Picture 2" descr="Ampere架構NVIDIA A100 GPU正式亮相，確認發行GeForce產品線| 4Gamers">
            <a:extLst>
              <a:ext uri="{FF2B5EF4-FFF2-40B4-BE49-F238E27FC236}">
                <a16:creationId xmlns:a16="http://schemas.microsoft.com/office/drawing/2014/main" id="{15050EC4-4BD8-43E7-9DF2-F35074F5FA0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54304" y="4763886"/>
            <a:ext cx="1388814" cy="1178215"/>
          </a:xfrm>
          <a:prstGeom prst="rect">
            <a:avLst/>
          </a:prstGeom>
          <a:noFill/>
          <a:extLst>
            <a:ext uri="{909E8E84-426E-40DD-AFC4-6F175D3DCCD1}">
              <a14:hiddenFill xmlns:a14="http://schemas.microsoft.com/office/drawing/2010/main">
                <a:solidFill>
                  <a:srgbClr val="FFFFFF"/>
                </a:solidFill>
              </a14:hiddenFill>
            </a:ext>
          </a:extLst>
        </p:spPr>
      </p:pic>
      <p:sp>
        <p:nvSpPr>
          <p:cNvPr id="151" name="圆角矩形 181">
            <a:extLst>
              <a:ext uri="{FF2B5EF4-FFF2-40B4-BE49-F238E27FC236}">
                <a16:creationId xmlns:a16="http://schemas.microsoft.com/office/drawing/2014/main" id="{A1CBE018-18B7-483A-901C-2F5000A86D36}"/>
              </a:ext>
            </a:extLst>
          </p:cNvPr>
          <p:cNvSpPr/>
          <p:nvPr/>
        </p:nvSpPr>
        <p:spPr>
          <a:xfrm>
            <a:off x="4135008" y="1909545"/>
            <a:ext cx="1656191" cy="306891"/>
          </a:xfrm>
          <a:prstGeom prst="roundRect">
            <a:avLst/>
          </a:prstGeom>
          <a:noFill/>
          <a:ln w="12700" cap="flat" cmpd="sng" algn="ctr">
            <a:solidFill>
              <a:srgbClr val="1D1D1A">
                <a:lumMod val="50000"/>
                <a:lumOff val="5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Model parallel</a:t>
            </a:r>
          </a:p>
        </p:txBody>
      </p:sp>
      <p:sp>
        <p:nvSpPr>
          <p:cNvPr id="152" name="圆角矩形 181">
            <a:extLst>
              <a:ext uri="{FF2B5EF4-FFF2-40B4-BE49-F238E27FC236}">
                <a16:creationId xmlns:a16="http://schemas.microsoft.com/office/drawing/2014/main" id="{4359ACFF-BA86-4B99-94CA-43EBF1A1EF14}"/>
              </a:ext>
            </a:extLst>
          </p:cNvPr>
          <p:cNvSpPr/>
          <p:nvPr/>
        </p:nvSpPr>
        <p:spPr>
          <a:xfrm>
            <a:off x="5974617" y="1907111"/>
            <a:ext cx="1797783" cy="306891"/>
          </a:xfrm>
          <a:prstGeom prst="roundRect">
            <a:avLst/>
          </a:prstGeom>
          <a:noFill/>
          <a:ln w="12700" cap="flat" cmpd="sng" algn="ctr">
            <a:solidFill>
              <a:srgbClr val="1D1D1A">
                <a:lumMod val="50000"/>
                <a:lumOff val="5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Pipeline parallel</a:t>
            </a:r>
          </a:p>
        </p:txBody>
      </p:sp>
      <p:sp>
        <p:nvSpPr>
          <p:cNvPr id="153" name="圆角矩形 181">
            <a:extLst>
              <a:ext uri="{FF2B5EF4-FFF2-40B4-BE49-F238E27FC236}">
                <a16:creationId xmlns:a16="http://schemas.microsoft.com/office/drawing/2014/main" id="{B669D47E-B29D-4FB2-9275-EAC991D4BAAB}"/>
              </a:ext>
            </a:extLst>
          </p:cNvPr>
          <p:cNvSpPr/>
          <p:nvPr/>
        </p:nvSpPr>
        <p:spPr>
          <a:xfrm>
            <a:off x="3003982" y="1524000"/>
            <a:ext cx="4006418" cy="306891"/>
          </a:xfrm>
          <a:prstGeom prst="roundRect">
            <a:avLst/>
          </a:prstGeom>
          <a:noFill/>
          <a:ln w="12700" cap="flat" cmpd="sng" algn="ctr">
            <a:solidFill>
              <a:srgbClr val="1D1D1A">
                <a:lumMod val="50000"/>
                <a:lumOff val="50000"/>
              </a:srgbClr>
            </a:solidFill>
            <a:prstDash val="solid"/>
          </a:ln>
          <a:effectLst/>
        </p:spPr>
        <p:txBody>
          <a:bodyPr lIns="36000" tIns="36000" rIns="36000" bIns="36000"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defRPr/>
            </a:pPr>
            <a:r>
              <a:rPr lang="en-US" altLang="zh-CN" sz="1600" b="1" dirty="0">
                <a:solidFill>
                  <a:srgbClr val="1D1D1A"/>
                </a:solidFill>
                <a:latin typeface="微软雅黑" panose="020B0503020204020204" pitchFamily="34" charset="-122"/>
                <a:sym typeface="微软雅黑" panose="020B0503020204020204" pitchFamily="34" charset="-122"/>
              </a:rPr>
              <a:t>Hybrid parallel</a:t>
            </a:r>
          </a:p>
        </p:txBody>
      </p:sp>
    </p:spTree>
    <p:extLst>
      <p:ext uri="{BB962C8B-B14F-4D97-AF65-F5344CB8AC3E}">
        <p14:creationId xmlns:p14="http://schemas.microsoft.com/office/powerpoint/2010/main" val="2306908015"/>
      </p:ext>
    </p:extLst>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a:xfrm>
            <a:off x="152400" y="152400"/>
            <a:ext cx="8686800" cy="739341"/>
          </a:xfrm>
        </p:spPr>
        <p:txBody>
          <a:bodyPr/>
          <a:lstStyle/>
          <a:p>
            <a:r>
              <a:rPr lang="en-US" altLang="zh-CN" sz="3200" dirty="0">
                <a:ea typeface="ＭＳ Ｐゴシック" panose="020B0600070205080204" pitchFamily="34" charset="-128"/>
                <a:sym typeface="Arial" panose="020B0604020202020204" pitchFamily="34" charset="0"/>
              </a:rPr>
              <a:t>Compute Architecture for Neural Network (CANN)</a:t>
            </a:r>
            <a:br>
              <a:rPr lang="en-US" altLang="zh-CN" sz="3200" dirty="0">
                <a:ea typeface="ＭＳ Ｐゴシック" panose="020B0600070205080204" pitchFamily="34" charset="-128"/>
                <a:sym typeface="Arial" panose="020B0604020202020204" pitchFamily="34" charset="0"/>
              </a:rPr>
            </a:br>
            <a:endParaRPr lang="en-US" altLang="en-US" sz="3200"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xfrm>
            <a:off x="7378637"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50" name="图片 49">
            <a:extLst>
              <a:ext uri="{FF2B5EF4-FFF2-40B4-BE49-F238E27FC236}">
                <a16:creationId xmlns:a16="http://schemas.microsoft.com/office/drawing/2014/main" id="{94ACEC0C-9C0A-4D2A-AE96-EECB7D681E8C}"/>
              </a:ext>
            </a:extLst>
          </p:cNvPr>
          <p:cNvPicPr>
            <a:picLocks noChangeAspect="1"/>
          </p:cNvPicPr>
          <p:nvPr>
            <p:custDataLst>
              <p:tags r:id="rId1"/>
            </p:custDataLst>
          </p:nvPr>
        </p:nvPicPr>
        <p:blipFill>
          <a:blip r:embed="rId4"/>
          <a:stretch>
            <a:fillRect/>
          </a:stretch>
        </p:blipFill>
        <p:spPr>
          <a:xfrm>
            <a:off x="228600" y="991018"/>
            <a:ext cx="8799195" cy="5310505"/>
          </a:xfrm>
          <a:prstGeom prst="rect">
            <a:avLst/>
          </a:prstGeom>
        </p:spPr>
      </p:pic>
      <p:sp>
        <p:nvSpPr>
          <p:cNvPr id="51" name="矩形 50">
            <a:extLst>
              <a:ext uri="{FF2B5EF4-FFF2-40B4-BE49-F238E27FC236}">
                <a16:creationId xmlns:a16="http://schemas.microsoft.com/office/drawing/2014/main" id="{CE9A4002-F2E3-4C5F-9F7F-04FCB640E323}"/>
              </a:ext>
            </a:extLst>
          </p:cNvPr>
          <p:cNvSpPr/>
          <p:nvPr/>
        </p:nvSpPr>
        <p:spPr>
          <a:xfrm>
            <a:off x="152400" y="1828800"/>
            <a:ext cx="7249795" cy="2947670"/>
          </a:xfrm>
          <a:prstGeom prst="rect">
            <a:avLst/>
          </a:prstGeom>
          <a:noFill/>
          <a:ln w="38100">
            <a:solidFill>
              <a:schemeClr val="accent1"/>
            </a:solidFill>
          </a:ln>
          <a:extLst>
            <a:ext uri="{909E8E84-426E-40DD-AFC4-6F175D3DCCD1}">
              <a14:hiddenFill xmlns:a14="http://schemas.microsoft.com/office/drawing/2010/main">
                <a:solidFill>
                  <a:srgbClr val="EA002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58617235"/>
      </p:ext>
    </p:extLst>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609600"/>
          </a:xfrm>
        </p:spPr>
        <p:txBody>
          <a:bodyPr/>
          <a:lstStyle/>
          <a:p>
            <a:r>
              <a:rPr lang="en-US" altLang="zh-CN" dirty="0">
                <a:ea typeface="ＭＳ Ｐゴシック" panose="020B0600070205080204" pitchFamily="34" charset="-128"/>
              </a:rPr>
              <a:t>CANN</a:t>
            </a:r>
            <a:r>
              <a:rPr lang="zh-CN" altLang="en-US" dirty="0">
                <a:ea typeface="ＭＳ Ｐゴシック" panose="020B0600070205080204" pitchFamily="34" charset="-128"/>
              </a:rPr>
              <a:t>算子开发方式比较</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142</a:t>
            </a:fld>
            <a:endParaRPr lang="en-US" altLang="en-US" sz="1600">
              <a:solidFill>
                <a:srgbClr val="000000"/>
              </a:solidFill>
              <a:latin typeface="Garamond" panose="02020404030301010803" pitchFamily="18" charset="0"/>
            </a:endParaRPr>
          </a:p>
        </p:txBody>
      </p:sp>
      <p:graphicFrame>
        <p:nvGraphicFramePr>
          <p:cNvPr id="5" name="表格 4">
            <a:extLst>
              <a:ext uri="{FF2B5EF4-FFF2-40B4-BE49-F238E27FC236}">
                <a16:creationId xmlns:a16="http://schemas.microsoft.com/office/drawing/2014/main" id="{8D5B3CCC-5ACE-4CF6-A885-C17F09EDD046}"/>
              </a:ext>
            </a:extLst>
          </p:cNvPr>
          <p:cNvGraphicFramePr>
            <a:graphicFrameLocks noGrp="1"/>
          </p:cNvGraphicFramePr>
          <p:nvPr/>
        </p:nvGraphicFramePr>
        <p:xfrm>
          <a:off x="76199" y="1143000"/>
          <a:ext cx="8991601" cy="5014290"/>
        </p:xfrm>
        <a:graphic>
          <a:graphicData uri="http://schemas.openxmlformats.org/drawingml/2006/table">
            <a:tbl>
              <a:tblPr firstRow="1" firstCol="1" lastRow="1" lastCol="1" bandRow="1" bandCol="1">
                <a:tableStyleId>{5C22544A-7EE6-4342-B048-85BDC9FD1C3A}</a:tableStyleId>
              </a:tblPr>
              <a:tblGrid>
                <a:gridCol w="876301">
                  <a:extLst>
                    <a:ext uri="{9D8B030D-6E8A-4147-A177-3AD203B41FA5}">
                      <a16:colId xmlns:a16="http://schemas.microsoft.com/office/drawing/2014/main" val="20000"/>
                    </a:ext>
                  </a:extLst>
                </a:gridCol>
                <a:gridCol w="2934340">
                  <a:extLst>
                    <a:ext uri="{9D8B030D-6E8A-4147-A177-3AD203B41FA5}">
                      <a16:colId xmlns:a16="http://schemas.microsoft.com/office/drawing/2014/main" val="20001"/>
                    </a:ext>
                  </a:extLst>
                </a:gridCol>
                <a:gridCol w="2715521">
                  <a:extLst>
                    <a:ext uri="{9D8B030D-6E8A-4147-A177-3AD203B41FA5}">
                      <a16:colId xmlns:a16="http://schemas.microsoft.com/office/drawing/2014/main" val="20002"/>
                    </a:ext>
                  </a:extLst>
                </a:gridCol>
                <a:gridCol w="2465439">
                  <a:extLst>
                    <a:ext uri="{9D8B030D-6E8A-4147-A177-3AD203B41FA5}">
                      <a16:colId xmlns:a16="http://schemas.microsoft.com/office/drawing/2014/main" val="20003"/>
                    </a:ext>
                  </a:extLst>
                </a:gridCol>
              </a:tblGrid>
              <a:tr h="274328">
                <a:tc>
                  <a:txBody>
                    <a:bodyPr/>
                    <a:lstStyle/>
                    <a:p>
                      <a:pPr algn="ctr">
                        <a:lnSpc>
                          <a:spcPct val="150000"/>
                        </a:lnSpc>
                        <a:spcBef>
                          <a:spcPts val="300"/>
                        </a:spcBef>
                        <a:spcAft>
                          <a:spcPts val="300"/>
                        </a:spcAft>
                      </a:pPr>
                      <a:r>
                        <a:rPr lang="zh-CN" sz="1300" b="1" kern="1200" dirty="0">
                          <a:solidFill>
                            <a:schemeClr val="dk1"/>
                          </a:solidFill>
                          <a:effectLst/>
                          <a:latin typeface="+mn-ea"/>
                          <a:ea typeface="+mn-ea"/>
                          <a:cs typeface="+mn-cs"/>
                        </a:rPr>
                        <a:t>参数</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indent="266700" algn="ctr">
                        <a:lnSpc>
                          <a:spcPct val="150000"/>
                        </a:lnSpc>
                        <a:spcBef>
                          <a:spcPts val="300"/>
                        </a:spcBef>
                        <a:spcAft>
                          <a:spcPts val="300"/>
                        </a:spcAft>
                      </a:pPr>
                      <a:r>
                        <a:rPr lang="en-US" sz="1300" b="1" kern="1200" dirty="0">
                          <a:solidFill>
                            <a:schemeClr val="dk1"/>
                          </a:solidFill>
                          <a:effectLst/>
                          <a:latin typeface="+mn-ea"/>
                          <a:ea typeface="+mn-ea"/>
                          <a:cs typeface="+mn-cs"/>
                        </a:rPr>
                        <a:t>TBE DSL</a:t>
                      </a:r>
                      <a:r>
                        <a:rPr lang="zh-CN" sz="1300" b="1" kern="1200" dirty="0">
                          <a:solidFill>
                            <a:schemeClr val="dk1"/>
                          </a:solidFill>
                          <a:effectLst/>
                          <a:latin typeface="+mn-ea"/>
                          <a:ea typeface="+mn-ea"/>
                          <a:cs typeface="+mn-cs"/>
                        </a:rPr>
                        <a:t>方式</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indent="266700" algn="ctr">
                        <a:lnSpc>
                          <a:spcPct val="150000"/>
                        </a:lnSpc>
                        <a:spcBef>
                          <a:spcPts val="300"/>
                        </a:spcBef>
                        <a:spcAft>
                          <a:spcPts val="300"/>
                        </a:spcAft>
                      </a:pPr>
                      <a:r>
                        <a:rPr lang="en-US" sz="1300" b="1" kern="1200" dirty="0">
                          <a:solidFill>
                            <a:schemeClr val="dk1"/>
                          </a:solidFill>
                          <a:effectLst/>
                          <a:latin typeface="+mn-ea"/>
                          <a:ea typeface="+mn-ea"/>
                          <a:cs typeface="+mn-cs"/>
                        </a:rPr>
                        <a:t>TIK</a:t>
                      </a:r>
                      <a:r>
                        <a:rPr lang="zh-CN" sz="1300" b="1" kern="1200" dirty="0">
                          <a:solidFill>
                            <a:schemeClr val="dk1"/>
                          </a:solidFill>
                          <a:effectLst/>
                          <a:latin typeface="+mn-ea"/>
                          <a:ea typeface="+mn-ea"/>
                          <a:cs typeface="+mn-cs"/>
                        </a:rPr>
                        <a:t>方式</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indent="266700" algn="ctr">
                        <a:lnSpc>
                          <a:spcPct val="150000"/>
                        </a:lnSpc>
                        <a:spcBef>
                          <a:spcPts val="300"/>
                        </a:spcBef>
                        <a:spcAft>
                          <a:spcPts val="300"/>
                        </a:spcAft>
                      </a:pPr>
                      <a:r>
                        <a:rPr lang="en-US" sz="1300" b="1" kern="1200" dirty="0">
                          <a:solidFill>
                            <a:schemeClr val="dk1"/>
                          </a:solidFill>
                          <a:effectLst/>
                          <a:latin typeface="+mn-ea"/>
                          <a:ea typeface="+mn-ea"/>
                          <a:cs typeface="+mn-cs"/>
                        </a:rPr>
                        <a:t>AI CPU</a:t>
                      </a:r>
                      <a:r>
                        <a:rPr lang="zh-CN" sz="1300" b="1" kern="1200" dirty="0">
                          <a:solidFill>
                            <a:schemeClr val="dk1"/>
                          </a:solidFill>
                          <a:effectLst/>
                          <a:latin typeface="+mn-ea"/>
                          <a:ea typeface="+mn-ea"/>
                          <a:cs typeface="+mn-cs"/>
                        </a:rPr>
                        <a:t>方式</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extLst>
                  <a:ext uri="{0D108BD9-81ED-4DB2-BD59-A6C34878D82A}">
                    <a16:rowId xmlns:a16="http://schemas.microsoft.com/office/drawing/2014/main" val="10000"/>
                  </a:ext>
                </a:extLst>
              </a:tr>
              <a:tr h="274328">
                <a:tc>
                  <a:txBody>
                    <a:bodyPr/>
                    <a:lstStyle/>
                    <a:p>
                      <a:pPr indent="106680" algn="ctr">
                        <a:lnSpc>
                          <a:spcPct val="150000"/>
                        </a:lnSpc>
                        <a:spcBef>
                          <a:spcPts val="0"/>
                        </a:spcBef>
                        <a:spcAft>
                          <a:spcPts val="0"/>
                        </a:spcAft>
                      </a:pPr>
                      <a:r>
                        <a:rPr lang="zh-CN" sz="1300" b="1" kern="1200" dirty="0">
                          <a:solidFill>
                            <a:schemeClr val="dk1"/>
                          </a:solidFill>
                          <a:effectLst/>
                          <a:latin typeface="+mn-ea"/>
                          <a:ea typeface="+mn-ea"/>
                          <a:cs typeface="+mn-cs"/>
                        </a:rPr>
                        <a:t>语言</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indent="266700" algn="ctr">
                        <a:lnSpc>
                          <a:spcPct val="150000"/>
                        </a:lnSpc>
                        <a:spcBef>
                          <a:spcPts val="300"/>
                        </a:spcBef>
                        <a:spcAft>
                          <a:spcPts val="300"/>
                        </a:spcAft>
                      </a:pPr>
                      <a:r>
                        <a:rPr lang="en-US" sz="1300" b="0" kern="1200" dirty="0">
                          <a:solidFill>
                            <a:schemeClr val="dk1"/>
                          </a:solidFill>
                          <a:effectLst/>
                          <a:latin typeface="+mn-ea"/>
                          <a:ea typeface="+mn-ea"/>
                          <a:cs typeface="+mn-cs"/>
                        </a:rPr>
                        <a:t>Python</a:t>
                      </a:r>
                      <a:endParaRPr lang="zh-CN" sz="1300" b="0" kern="1200" dirty="0">
                        <a:solidFill>
                          <a:schemeClr val="dk1"/>
                        </a:solidFill>
                        <a:effectLst/>
                        <a:latin typeface="+mn-ea"/>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266700" algn="ctr">
                        <a:lnSpc>
                          <a:spcPct val="150000"/>
                        </a:lnSpc>
                        <a:spcBef>
                          <a:spcPts val="300"/>
                        </a:spcBef>
                        <a:spcAft>
                          <a:spcPts val="300"/>
                        </a:spcAft>
                      </a:pPr>
                      <a:r>
                        <a:rPr lang="en-US" sz="1300" b="0" kern="1200" dirty="0">
                          <a:solidFill>
                            <a:schemeClr val="dk1"/>
                          </a:solidFill>
                          <a:effectLst/>
                          <a:latin typeface="+mn-ea"/>
                          <a:ea typeface="+mn-ea"/>
                          <a:cs typeface="+mn-cs"/>
                        </a:rPr>
                        <a:t>Python</a:t>
                      </a:r>
                      <a:endParaRPr lang="zh-CN" sz="1300" b="0" kern="1200" dirty="0">
                        <a:solidFill>
                          <a:schemeClr val="dk1"/>
                        </a:solidFill>
                        <a:effectLst/>
                        <a:latin typeface="+mn-ea"/>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266700" algn="ctr">
                        <a:lnSpc>
                          <a:spcPct val="150000"/>
                        </a:lnSpc>
                        <a:spcBef>
                          <a:spcPts val="300"/>
                        </a:spcBef>
                        <a:spcAft>
                          <a:spcPts val="300"/>
                        </a:spcAft>
                      </a:pPr>
                      <a:r>
                        <a:rPr lang="en-US" sz="1300" b="0" kern="1200" dirty="0">
                          <a:solidFill>
                            <a:schemeClr val="dk1"/>
                          </a:solidFill>
                          <a:effectLst/>
                          <a:latin typeface="+mn-ea"/>
                          <a:ea typeface="+mn-ea"/>
                          <a:cs typeface="+mn-cs"/>
                        </a:rPr>
                        <a:t>C++</a:t>
                      </a:r>
                      <a:endParaRPr lang="zh-CN" sz="1300" b="0" kern="1200" dirty="0">
                        <a:solidFill>
                          <a:schemeClr val="dk1"/>
                        </a:solidFill>
                        <a:effectLst/>
                        <a:latin typeface="+mn-ea"/>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2589">
                <a:tc>
                  <a:txBody>
                    <a:bodyPr/>
                    <a:lstStyle/>
                    <a:p>
                      <a:pPr algn="ctr">
                        <a:lnSpc>
                          <a:spcPct val="150000"/>
                        </a:lnSpc>
                        <a:spcBef>
                          <a:spcPts val="0"/>
                        </a:spcBef>
                        <a:spcAft>
                          <a:spcPts val="0"/>
                        </a:spcAft>
                      </a:pPr>
                      <a:r>
                        <a:rPr lang="zh-CN" sz="1300" b="1" kern="1200" dirty="0">
                          <a:solidFill>
                            <a:schemeClr val="dk1"/>
                          </a:solidFill>
                          <a:effectLst/>
                          <a:latin typeface="+mn-ea"/>
                          <a:ea typeface="+mn-ea"/>
                          <a:cs typeface="+mn-cs"/>
                        </a:rPr>
                        <a:t>计算单元</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indent="228600" algn="ctr">
                        <a:lnSpc>
                          <a:spcPct val="150000"/>
                        </a:lnSpc>
                        <a:spcBef>
                          <a:spcPts val="300"/>
                        </a:spcBef>
                        <a:spcAft>
                          <a:spcPts val="300"/>
                        </a:spcAft>
                      </a:pPr>
                      <a:r>
                        <a:rPr lang="en-US" sz="1300" b="0" kern="1200" dirty="0">
                          <a:solidFill>
                            <a:schemeClr val="dk1"/>
                          </a:solidFill>
                          <a:effectLst/>
                          <a:latin typeface="+mn-ea"/>
                          <a:ea typeface="+mn-ea"/>
                          <a:cs typeface="+mn-cs"/>
                        </a:rPr>
                        <a:t>AI Core</a:t>
                      </a:r>
                      <a:endParaRPr lang="zh-CN" sz="1300" b="0" kern="1200" dirty="0">
                        <a:solidFill>
                          <a:schemeClr val="dk1"/>
                        </a:solidFill>
                        <a:effectLst/>
                        <a:latin typeface="+mn-ea"/>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285750" algn="ctr">
                        <a:lnSpc>
                          <a:spcPct val="150000"/>
                        </a:lnSpc>
                        <a:spcBef>
                          <a:spcPts val="300"/>
                        </a:spcBef>
                        <a:spcAft>
                          <a:spcPts val="300"/>
                        </a:spcAft>
                      </a:pPr>
                      <a:r>
                        <a:rPr lang="en-US" sz="1300" b="0" kern="1200" dirty="0">
                          <a:solidFill>
                            <a:schemeClr val="dk1"/>
                          </a:solidFill>
                          <a:effectLst/>
                          <a:latin typeface="+mn-ea"/>
                          <a:ea typeface="+mn-ea"/>
                          <a:cs typeface="+mn-cs"/>
                        </a:rPr>
                        <a:t>AI Core</a:t>
                      </a:r>
                      <a:endParaRPr lang="zh-CN" sz="1300" b="0" kern="1200" dirty="0">
                        <a:solidFill>
                          <a:schemeClr val="dk1"/>
                        </a:solidFill>
                        <a:effectLst/>
                        <a:latin typeface="+mn-ea"/>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228600" algn="ctr">
                        <a:lnSpc>
                          <a:spcPct val="150000"/>
                        </a:lnSpc>
                        <a:spcBef>
                          <a:spcPts val="300"/>
                        </a:spcBef>
                        <a:spcAft>
                          <a:spcPts val="300"/>
                        </a:spcAft>
                      </a:pPr>
                      <a:r>
                        <a:rPr lang="en-US" sz="1300" b="0" kern="1200" dirty="0">
                          <a:solidFill>
                            <a:schemeClr val="dk1"/>
                          </a:solidFill>
                          <a:effectLst/>
                          <a:latin typeface="+mn-ea"/>
                          <a:ea typeface="+mn-ea"/>
                          <a:cs typeface="+mn-cs"/>
                        </a:rPr>
                        <a:t>AI CPU</a:t>
                      </a:r>
                      <a:endParaRPr lang="zh-CN" sz="1300" b="0" kern="1200" dirty="0">
                        <a:solidFill>
                          <a:schemeClr val="dk1"/>
                        </a:solidFill>
                        <a:effectLst/>
                        <a:latin typeface="+mn-ea"/>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75867">
                <a:tc>
                  <a:txBody>
                    <a:bodyPr/>
                    <a:lstStyle/>
                    <a:p>
                      <a:pPr algn="ctr">
                        <a:lnSpc>
                          <a:spcPct val="150000"/>
                        </a:lnSpc>
                        <a:spcBef>
                          <a:spcPts val="0"/>
                        </a:spcBef>
                        <a:spcAft>
                          <a:spcPts val="0"/>
                        </a:spcAft>
                      </a:pPr>
                      <a:r>
                        <a:rPr lang="zh-CN" sz="1300" b="1" kern="1200" dirty="0">
                          <a:solidFill>
                            <a:schemeClr val="dk1"/>
                          </a:solidFill>
                          <a:effectLst/>
                          <a:latin typeface="+mn-ea"/>
                          <a:ea typeface="+mn-ea"/>
                          <a:cs typeface="+mn-cs"/>
                        </a:rPr>
                        <a:t>运用场景</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algn="l">
                        <a:lnSpc>
                          <a:spcPct val="120000"/>
                        </a:lnSpc>
                        <a:spcBef>
                          <a:spcPts val="0"/>
                        </a:spcBef>
                        <a:spcAft>
                          <a:spcPts val="0"/>
                        </a:spcAft>
                      </a:pPr>
                      <a:r>
                        <a:rPr lang="zh-CN" sz="1300" b="0" kern="1200" dirty="0">
                          <a:solidFill>
                            <a:schemeClr val="dk1"/>
                          </a:solidFill>
                          <a:effectLst/>
                          <a:latin typeface="+mn-ea"/>
                          <a:ea typeface="+mn-ea"/>
                          <a:cs typeface="+mn-cs"/>
                        </a:rPr>
                        <a:t>常用于各种算术逻辑简单向量运算，或内置支持的矩阵运算及池化运算</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20000"/>
                        </a:lnSpc>
                        <a:spcBef>
                          <a:spcPts val="0"/>
                        </a:spcBef>
                        <a:spcAft>
                          <a:spcPts val="0"/>
                        </a:spcAft>
                      </a:pPr>
                      <a:r>
                        <a:rPr lang="zh-CN" sz="1300" b="0" kern="1200" dirty="0">
                          <a:solidFill>
                            <a:schemeClr val="dk1"/>
                          </a:solidFill>
                          <a:effectLst/>
                          <a:latin typeface="+mn-ea"/>
                          <a:ea typeface="+mn-ea"/>
                          <a:cs typeface="+mn-cs"/>
                        </a:rPr>
                        <a:t>适用各类算子的开发，对于无法通过</a:t>
                      </a:r>
                      <a:r>
                        <a:rPr lang="en-US" sz="1300" b="0" kern="1200" dirty="0">
                          <a:solidFill>
                            <a:schemeClr val="dk1"/>
                          </a:solidFill>
                          <a:effectLst/>
                          <a:latin typeface="+mn-ea"/>
                          <a:ea typeface="+mn-ea"/>
                          <a:cs typeface="+mn-cs"/>
                        </a:rPr>
                        <a:t>lambda</a:t>
                      </a:r>
                      <a:r>
                        <a:rPr lang="zh-CN" sz="1300" b="0" kern="1200" dirty="0">
                          <a:solidFill>
                            <a:schemeClr val="dk1"/>
                          </a:solidFill>
                          <a:effectLst/>
                          <a:latin typeface="+mn-ea"/>
                          <a:ea typeface="+mn-ea"/>
                          <a:cs typeface="+mn-cs"/>
                        </a:rPr>
                        <a:t>表达描述的复杂计算场景也有很好的支持，例如排序类操作</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20000"/>
                        </a:lnSpc>
                        <a:spcBef>
                          <a:spcPts val="0"/>
                        </a:spcBef>
                        <a:spcAft>
                          <a:spcPts val="0"/>
                        </a:spcAft>
                      </a:pPr>
                      <a:r>
                        <a:rPr lang="zh-CN" sz="1300" b="0" kern="1200" dirty="0">
                          <a:solidFill>
                            <a:schemeClr val="dk1"/>
                          </a:solidFill>
                          <a:effectLst/>
                          <a:latin typeface="+mn-ea"/>
                          <a:ea typeface="+mn-ea"/>
                          <a:cs typeface="+mn-cs"/>
                        </a:rPr>
                        <a:t>某些场景下，无法通过</a:t>
                      </a:r>
                      <a:r>
                        <a:rPr lang="en-US" sz="1300" b="0" kern="1200" dirty="0">
                          <a:solidFill>
                            <a:schemeClr val="dk1"/>
                          </a:solidFill>
                          <a:effectLst/>
                          <a:latin typeface="+mn-ea"/>
                          <a:ea typeface="+mn-ea"/>
                          <a:cs typeface="+mn-cs"/>
                        </a:rPr>
                        <a:t>AI Core</a:t>
                      </a:r>
                      <a:r>
                        <a:rPr lang="zh-CN" sz="1300" b="0" kern="1200" dirty="0">
                          <a:solidFill>
                            <a:schemeClr val="dk1"/>
                          </a:solidFill>
                          <a:effectLst/>
                          <a:latin typeface="+mn-ea"/>
                          <a:ea typeface="+mn-ea"/>
                          <a:cs typeface="+mn-cs"/>
                        </a:rPr>
                        <a:t>实现的自定义算子</a:t>
                      </a:r>
                      <a:r>
                        <a:rPr lang="zh-CN" altLang="en-US" sz="1300" b="0" kern="1200" dirty="0">
                          <a:solidFill>
                            <a:schemeClr val="dk1"/>
                          </a:solidFill>
                          <a:effectLst/>
                          <a:latin typeface="+mn-ea"/>
                          <a:ea typeface="+mn-ea"/>
                          <a:cs typeface="+mn-cs"/>
                        </a:rPr>
                        <a:t>，或者需要临时快速打通网络的场景下使用</a:t>
                      </a:r>
                      <a:endParaRPr lang="zh-CN" sz="1300" b="0" kern="1200" dirty="0">
                        <a:solidFill>
                          <a:schemeClr val="dk1"/>
                        </a:solidFill>
                        <a:effectLst/>
                        <a:latin typeface="+mn-ea"/>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14077">
                <a:tc>
                  <a:txBody>
                    <a:bodyPr/>
                    <a:lstStyle/>
                    <a:p>
                      <a:pPr algn="ctr">
                        <a:lnSpc>
                          <a:spcPct val="150000"/>
                        </a:lnSpc>
                        <a:spcBef>
                          <a:spcPts val="0"/>
                        </a:spcBef>
                        <a:spcAft>
                          <a:spcPts val="0"/>
                        </a:spcAft>
                      </a:pPr>
                      <a:r>
                        <a:rPr lang="zh-CN" sz="1300" b="1" kern="1200" dirty="0">
                          <a:solidFill>
                            <a:schemeClr val="dk1"/>
                          </a:solidFill>
                          <a:effectLst/>
                          <a:latin typeface="+mn-ea"/>
                          <a:ea typeface="+mn-ea"/>
                          <a:cs typeface="+mn-cs"/>
                        </a:rPr>
                        <a:t>入门难度</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algn="ctr">
                        <a:lnSpc>
                          <a:spcPct val="120000"/>
                        </a:lnSpc>
                        <a:spcBef>
                          <a:spcPts val="0"/>
                        </a:spcBef>
                        <a:spcAft>
                          <a:spcPts val="0"/>
                        </a:spcAft>
                      </a:pPr>
                      <a:r>
                        <a:rPr lang="zh-CN" sz="1300" b="0" kern="1200" dirty="0">
                          <a:solidFill>
                            <a:schemeClr val="dk1"/>
                          </a:solidFill>
                          <a:effectLst/>
                          <a:latin typeface="+mn-ea"/>
                          <a:ea typeface="+mn-ea"/>
                          <a:cs typeface="+mn-cs"/>
                        </a:rPr>
                        <a:t>较低</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20000"/>
                        </a:lnSpc>
                        <a:spcBef>
                          <a:spcPts val="0"/>
                        </a:spcBef>
                        <a:spcAft>
                          <a:spcPts val="0"/>
                        </a:spcAft>
                      </a:pPr>
                      <a:r>
                        <a:rPr lang="zh-CN" sz="1300" b="0" kern="1200" dirty="0">
                          <a:solidFill>
                            <a:schemeClr val="dk1"/>
                          </a:solidFill>
                          <a:effectLst/>
                          <a:latin typeface="+mn-ea"/>
                          <a:ea typeface="+mn-ea"/>
                          <a:cs typeface="+mn-cs"/>
                        </a:rPr>
                        <a:t>较高</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20000"/>
                        </a:lnSpc>
                        <a:spcBef>
                          <a:spcPts val="0"/>
                        </a:spcBef>
                        <a:spcAft>
                          <a:spcPts val="0"/>
                        </a:spcAft>
                      </a:pPr>
                      <a:r>
                        <a:rPr lang="zh-CN" sz="1300" b="0" kern="1200" dirty="0">
                          <a:solidFill>
                            <a:schemeClr val="dk1"/>
                          </a:solidFill>
                          <a:effectLst/>
                          <a:latin typeface="+mn-ea"/>
                          <a:ea typeface="+mn-ea"/>
                          <a:cs typeface="+mn-cs"/>
                        </a:rPr>
                        <a:t>中等</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26308">
                <a:tc>
                  <a:txBody>
                    <a:bodyPr/>
                    <a:lstStyle/>
                    <a:p>
                      <a:pPr algn="ctr">
                        <a:lnSpc>
                          <a:spcPct val="150000"/>
                        </a:lnSpc>
                        <a:spcBef>
                          <a:spcPts val="0"/>
                        </a:spcBef>
                        <a:spcAft>
                          <a:spcPts val="0"/>
                        </a:spcAft>
                      </a:pPr>
                      <a:r>
                        <a:rPr lang="zh-CN" sz="1300" b="1" kern="1200" dirty="0">
                          <a:solidFill>
                            <a:schemeClr val="dk1"/>
                          </a:solidFill>
                          <a:effectLst/>
                          <a:latin typeface="+mn-ea"/>
                          <a:ea typeface="+mn-ea"/>
                          <a:cs typeface="+mn-cs"/>
                        </a:rPr>
                        <a:t>适用人群</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marL="0" algn="l" defTabSz="1188085" rtl="0" eaLnBrk="1" latinLnBrk="0" hangingPunct="1">
                        <a:lnSpc>
                          <a:spcPct val="120000"/>
                        </a:lnSpc>
                        <a:spcBef>
                          <a:spcPts val="0"/>
                        </a:spcBef>
                        <a:spcAft>
                          <a:spcPts val="0"/>
                        </a:spcAft>
                      </a:pPr>
                      <a:r>
                        <a:rPr lang="zh-CN" sz="1300" b="0" kern="1200" dirty="0">
                          <a:solidFill>
                            <a:schemeClr val="dk1"/>
                          </a:solidFill>
                          <a:effectLst/>
                          <a:latin typeface="+mn-ea"/>
                          <a:ea typeface="+mn-ea"/>
                          <a:cs typeface="+mn-cs"/>
                        </a:rPr>
                        <a:t>入门用户，需要了解</a:t>
                      </a:r>
                      <a:r>
                        <a:rPr lang="en-US" sz="1300" b="0" kern="1200" dirty="0">
                          <a:solidFill>
                            <a:schemeClr val="dk1"/>
                          </a:solidFill>
                          <a:effectLst/>
                          <a:latin typeface="+mn-ea"/>
                          <a:ea typeface="+mn-ea"/>
                          <a:cs typeface="+mn-cs"/>
                        </a:rPr>
                        <a:t>NN</a:t>
                      </a:r>
                      <a:r>
                        <a:rPr lang="zh-CN" sz="1300" b="0" kern="1200" dirty="0">
                          <a:solidFill>
                            <a:schemeClr val="dk1"/>
                          </a:solidFill>
                          <a:effectLst/>
                          <a:latin typeface="+mn-ea"/>
                          <a:ea typeface="+mn-ea"/>
                          <a:cs typeface="+mn-cs"/>
                        </a:rPr>
                        <a:t>、</a:t>
                      </a:r>
                      <a:r>
                        <a:rPr lang="en-US" sz="1300" b="0" kern="1200" dirty="0">
                          <a:solidFill>
                            <a:schemeClr val="dk1"/>
                          </a:solidFill>
                          <a:effectLst/>
                          <a:latin typeface="+mn-ea"/>
                          <a:ea typeface="+mn-ea"/>
                          <a:cs typeface="+mn-cs"/>
                        </a:rPr>
                        <a:t>TBE DSL</a:t>
                      </a:r>
                      <a:r>
                        <a:rPr lang="zh-CN" sz="1300" b="0" kern="1200" dirty="0">
                          <a:solidFill>
                            <a:schemeClr val="dk1"/>
                          </a:solidFill>
                          <a:effectLst/>
                          <a:latin typeface="+mn-ea"/>
                          <a:ea typeface="+mn-ea"/>
                          <a:cs typeface="+mn-cs"/>
                        </a:rPr>
                        <a:t>相关知识</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1188085" rtl="0" eaLnBrk="1" latinLnBrk="0" hangingPunct="1">
                        <a:lnSpc>
                          <a:spcPct val="120000"/>
                        </a:lnSpc>
                        <a:spcBef>
                          <a:spcPts val="0"/>
                        </a:spcBef>
                        <a:spcAft>
                          <a:spcPts val="0"/>
                        </a:spcAft>
                      </a:pPr>
                      <a:r>
                        <a:rPr lang="zh-CN" sz="1300" b="0" kern="1200" dirty="0">
                          <a:solidFill>
                            <a:schemeClr val="dk1"/>
                          </a:solidFill>
                          <a:effectLst/>
                          <a:latin typeface="+mn-ea"/>
                          <a:ea typeface="+mn-ea"/>
                          <a:cs typeface="+mn-cs"/>
                        </a:rPr>
                        <a:t>高级用户，需要了解</a:t>
                      </a:r>
                      <a:r>
                        <a:rPr lang="en-US" sz="1300" b="0" kern="1200" dirty="0">
                          <a:solidFill>
                            <a:schemeClr val="dk1"/>
                          </a:solidFill>
                          <a:effectLst/>
                          <a:latin typeface="+mn-ea"/>
                          <a:ea typeface="+mn-ea"/>
                          <a:cs typeface="+mn-cs"/>
                        </a:rPr>
                        <a:t>NN</a:t>
                      </a:r>
                      <a:r>
                        <a:rPr lang="zh-CN" sz="1300" b="0" kern="1200" dirty="0">
                          <a:solidFill>
                            <a:schemeClr val="dk1"/>
                          </a:solidFill>
                          <a:effectLst/>
                          <a:latin typeface="+mn-ea"/>
                          <a:ea typeface="+mn-ea"/>
                          <a:cs typeface="+mn-cs"/>
                        </a:rPr>
                        <a:t>，深入理解昇腾</a:t>
                      </a:r>
                      <a:r>
                        <a:rPr lang="en-US" sz="1300" b="0" kern="1200" dirty="0">
                          <a:solidFill>
                            <a:schemeClr val="dk1"/>
                          </a:solidFill>
                          <a:effectLst/>
                          <a:latin typeface="+mn-ea"/>
                          <a:ea typeface="+mn-ea"/>
                          <a:cs typeface="+mn-cs"/>
                        </a:rPr>
                        <a:t>AI</a:t>
                      </a:r>
                      <a:r>
                        <a:rPr lang="zh-CN" sz="1300" b="0" kern="1200" dirty="0">
                          <a:solidFill>
                            <a:schemeClr val="dk1"/>
                          </a:solidFill>
                          <a:effectLst/>
                          <a:latin typeface="+mn-ea"/>
                          <a:ea typeface="+mn-ea"/>
                          <a:cs typeface="+mn-cs"/>
                        </a:rPr>
                        <a:t>处理器架构、指令集、数据搬运等相关知识</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1188085" rtl="0" eaLnBrk="1" latinLnBrk="0" hangingPunct="1">
                        <a:lnSpc>
                          <a:spcPct val="120000"/>
                        </a:lnSpc>
                        <a:spcBef>
                          <a:spcPts val="0"/>
                        </a:spcBef>
                        <a:spcAft>
                          <a:spcPts val="0"/>
                        </a:spcAft>
                      </a:pPr>
                      <a:r>
                        <a:rPr lang="zh-CN" sz="1300" b="0" kern="1200" dirty="0">
                          <a:solidFill>
                            <a:schemeClr val="dk1"/>
                          </a:solidFill>
                          <a:effectLst/>
                          <a:latin typeface="+mn-ea"/>
                          <a:ea typeface="+mn-ea"/>
                          <a:cs typeface="+mn-cs"/>
                        </a:rPr>
                        <a:t>具备</a:t>
                      </a:r>
                      <a:r>
                        <a:rPr lang="en-US" sz="1300" b="0" kern="1200" dirty="0">
                          <a:solidFill>
                            <a:schemeClr val="dk1"/>
                          </a:solidFill>
                          <a:effectLst/>
                          <a:latin typeface="+mn-ea"/>
                          <a:ea typeface="+mn-ea"/>
                          <a:cs typeface="+mn-cs"/>
                        </a:rPr>
                        <a:t>C++</a:t>
                      </a:r>
                      <a:r>
                        <a:rPr lang="zh-CN" sz="1300" b="0" kern="1200" dirty="0">
                          <a:solidFill>
                            <a:schemeClr val="dk1"/>
                          </a:solidFill>
                          <a:effectLst/>
                          <a:latin typeface="+mn-ea"/>
                          <a:ea typeface="+mn-ea"/>
                          <a:cs typeface="+mn-cs"/>
                        </a:rPr>
                        <a:t>程序开发能力，对机器学习、深度学习、</a:t>
                      </a:r>
                      <a:r>
                        <a:rPr lang="en-US" sz="1300" b="0" kern="1200" dirty="0">
                          <a:solidFill>
                            <a:schemeClr val="dk1"/>
                          </a:solidFill>
                          <a:effectLst/>
                          <a:latin typeface="+mn-ea"/>
                          <a:ea typeface="+mn-ea"/>
                          <a:cs typeface="+mn-cs"/>
                        </a:rPr>
                        <a:t>AI CPU</a:t>
                      </a:r>
                      <a:r>
                        <a:rPr lang="zh-CN" sz="1300" b="0" kern="1200" dirty="0">
                          <a:solidFill>
                            <a:schemeClr val="dk1"/>
                          </a:solidFill>
                          <a:effectLst/>
                          <a:latin typeface="+mn-ea"/>
                          <a:ea typeface="+mn-ea"/>
                          <a:cs typeface="+mn-cs"/>
                        </a:rPr>
                        <a:t>开发流程有一定的了解</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56523">
                <a:tc>
                  <a:txBody>
                    <a:bodyPr/>
                    <a:lstStyle/>
                    <a:p>
                      <a:pPr algn="ctr">
                        <a:lnSpc>
                          <a:spcPct val="150000"/>
                        </a:lnSpc>
                        <a:spcBef>
                          <a:spcPts val="0"/>
                        </a:spcBef>
                        <a:spcAft>
                          <a:spcPts val="0"/>
                        </a:spcAft>
                      </a:pPr>
                      <a:r>
                        <a:rPr lang="zh-CN" sz="1300" b="1" kern="1200" dirty="0">
                          <a:solidFill>
                            <a:schemeClr val="dk1"/>
                          </a:solidFill>
                          <a:effectLst/>
                          <a:latin typeface="+mn-ea"/>
                          <a:ea typeface="+mn-ea"/>
                          <a:cs typeface="+mn-cs"/>
                        </a:rPr>
                        <a:t>特点</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marL="0" algn="l" defTabSz="1188085" rtl="0" eaLnBrk="1" latinLnBrk="0" hangingPunct="1">
                        <a:lnSpc>
                          <a:spcPct val="120000"/>
                        </a:lnSpc>
                        <a:spcBef>
                          <a:spcPts val="0"/>
                        </a:spcBef>
                        <a:spcAft>
                          <a:spcPts val="0"/>
                        </a:spcAft>
                      </a:pPr>
                      <a:r>
                        <a:rPr lang="en-US" sz="1300" b="0" kern="1200" dirty="0">
                          <a:solidFill>
                            <a:schemeClr val="dk1"/>
                          </a:solidFill>
                          <a:effectLst/>
                          <a:latin typeface="+mn-ea"/>
                          <a:ea typeface="+mn-ea"/>
                          <a:cs typeface="+mn-cs"/>
                        </a:rPr>
                        <a:t>TBE DSL</a:t>
                      </a:r>
                      <a:r>
                        <a:rPr lang="zh-CN" sz="1300" b="0" kern="1200" dirty="0">
                          <a:solidFill>
                            <a:schemeClr val="dk1"/>
                          </a:solidFill>
                          <a:effectLst/>
                          <a:latin typeface="+mn-ea"/>
                          <a:ea typeface="+mn-ea"/>
                          <a:cs typeface="+mn-cs"/>
                        </a:rPr>
                        <a:t>接口已高度封装，用户仅需要使用</a:t>
                      </a:r>
                      <a:r>
                        <a:rPr lang="en-US" sz="1300" b="0" kern="1200" dirty="0">
                          <a:solidFill>
                            <a:schemeClr val="dk1"/>
                          </a:solidFill>
                          <a:effectLst/>
                          <a:latin typeface="+mn-ea"/>
                          <a:ea typeface="+mn-ea"/>
                          <a:cs typeface="+mn-cs"/>
                        </a:rPr>
                        <a:t>DSL</a:t>
                      </a:r>
                      <a:r>
                        <a:rPr lang="zh-CN" sz="1300" b="0" kern="1200" dirty="0">
                          <a:solidFill>
                            <a:schemeClr val="dk1"/>
                          </a:solidFill>
                          <a:effectLst/>
                          <a:latin typeface="+mn-ea"/>
                          <a:ea typeface="+mn-ea"/>
                          <a:cs typeface="+mn-cs"/>
                        </a:rPr>
                        <a:t>接口完成计算过程的表达，后续的</a:t>
                      </a:r>
                      <a:r>
                        <a:rPr lang="en-US" sz="1300" b="0" kern="1200" dirty="0">
                          <a:solidFill>
                            <a:schemeClr val="dk1"/>
                          </a:solidFill>
                          <a:effectLst/>
                          <a:latin typeface="+mn-ea"/>
                          <a:ea typeface="+mn-ea"/>
                          <a:cs typeface="+mn-cs"/>
                        </a:rPr>
                        <a:t>Schedule</a:t>
                      </a:r>
                      <a:r>
                        <a:rPr lang="zh-CN" sz="1300" b="0" kern="1200" dirty="0">
                          <a:solidFill>
                            <a:schemeClr val="dk1"/>
                          </a:solidFill>
                          <a:effectLst/>
                          <a:latin typeface="+mn-ea"/>
                          <a:ea typeface="+mn-ea"/>
                          <a:cs typeface="+mn-cs"/>
                        </a:rPr>
                        <a:t>创建、优化及编译都可通过已有接口一键式完成</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1188085" rtl="0" eaLnBrk="1" latinLnBrk="0" hangingPunct="1">
                        <a:lnSpc>
                          <a:spcPct val="120000"/>
                        </a:lnSpc>
                        <a:spcBef>
                          <a:spcPts val="0"/>
                        </a:spcBef>
                        <a:spcAft>
                          <a:spcPts val="0"/>
                        </a:spcAft>
                      </a:pPr>
                      <a:r>
                        <a:rPr lang="zh-CN" sz="1300" b="0" kern="1200" dirty="0">
                          <a:solidFill>
                            <a:schemeClr val="dk1"/>
                          </a:solidFill>
                          <a:effectLst/>
                          <a:latin typeface="+mn-ea"/>
                          <a:ea typeface="+mn-ea"/>
                          <a:cs typeface="+mn-cs"/>
                        </a:rPr>
                        <a:t>入门难度高，程序员直接使用</a:t>
                      </a:r>
                      <a:r>
                        <a:rPr lang="en-US" sz="1300" b="0" kern="1200" dirty="0">
                          <a:solidFill>
                            <a:schemeClr val="dk1"/>
                          </a:solidFill>
                          <a:effectLst/>
                          <a:latin typeface="+mn-ea"/>
                          <a:ea typeface="+mn-ea"/>
                          <a:cs typeface="+mn-cs"/>
                        </a:rPr>
                        <a:t>TIK</a:t>
                      </a:r>
                      <a:r>
                        <a:rPr lang="zh-CN" sz="1300" b="0" kern="1200" dirty="0">
                          <a:solidFill>
                            <a:schemeClr val="dk1"/>
                          </a:solidFill>
                          <a:effectLst/>
                          <a:latin typeface="+mn-ea"/>
                          <a:ea typeface="+mn-ea"/>
                          <a:cs typeface="+mn-cs"/>
                        </a:rPr>
                        <a:t>提供的</a:t>
                      </a:r>
                      <a:r>
                        <a:rPr lang="en-US" sz="1300" b="0" kern="1200" dirty="0">
                          <a:solidFill>
                            <a:schemeClr val="dk1"/>
                          </a:solidFill>
                          <a:effectLst/>
                          <a:latin typeface="+mn-ea"/>
                          <a:ea typeface="+mn-ea"/>
                          <a:cs typeface="+mn-cs"/>
                        </a:rPr>
                        <a:t>API</a:t>
                      </a:r>
                      <a:r>
                        <a:rPr lang="zh-CN" sz="1300" b="0" kern="1200" dirty="0">
                          <a:solidFill>
                            <a:schemeClr val="dk1"/>
                          </a:solidFill>
                          <a:effectLst/>
                          <a:latin typeface="+mn-ea"/>
                          <a:ea typeface="+mn-ea"/>
                          <a:cs typeface="+mn-cs"/>
                        </a:rPr>
                        <a:t>完成计算过程的描述及</a:t>
                      </a:r>
                      <a:r>
                        <a:rPr lang="en-US" sz="1300" b="0" kern="1200" dirty="0">
                          <a:solidFill>
                            <a:schemeClr val="dk1"/>
                          </a:solidFill>
                          <a:effectLst/>
                          <a:latin typeface="+mn-ea"/>
                          <a:ea typeface="+mn-ea"/>
                          <a:cs typeface="+mn-cs"/>
                        </a:rPr>
                        <a:t>Schedule</a:t>
                      </a:r>
                      <a:r>
                        <a:rPr lang="zh-CN" sz="1300" b="0" kern="1200" dirty="0">
                          <a:solidFill>
                            <a:schemeClr val="dk1"/>
                          </a:solidFill>
                          <a:effectLst/>
                          <a:latin typeface="+mn-ea"/>
                          <a:ea typeface="+mn-ea"/>
                          <a:cs typeface="+mn-cs"/>
                        </a:rPr>
                        <a:t>过程，需要手工控制数据搬运的参数和</a:t>
                      </a:r>
                      <a:r>
                        <a:rPr lang="en-US" sz="1300" b="0" kern="1200" dirty="0">
                          <a:solidFill>
                            <a:schemeClr val="dk1"/>
                          </a:solidFill>
                          <a:effectLst/>
                          <a:latin typeface="+mn-ea"/>
                          <a:ea typeface="+mn-ea"/>
                          <a:cs typeface="+mn-cs"/>
                        </a:rPr>
                        <a:t>Schedule</a:t>
                      </a:r>
                      <a:r>
                        <a:rPr lang="zh-CN" sz="1300" b="0" kern="1200" dirty="0">
                          <a:solidFill>
                            <a:schemeClr val="dk1"/>
                          </a:solidFill>
                          <a:effectLst/>
                          <a:latin typeface="+mn-ea"/>
                          <a:ea typeface="+mn-ea"/>
                          <a:cs typeface="+mn-cs"/>
                        </a:rPr>
                        <a:t>。用户无须关注</a:t>
                      </a:r>
                      <a:r>
                        <a:rPr lang="en-US" sz="1300" b="0" kern="1200" dirty="0">
                          <a:solidFill>
                            <a:schemeClr val="dk1"/>
                          </a:solidFill>
                          <a:effectLst/>
                          <a:latin typeface="+mn-ea"/>
                          <a:ea typeface="+mn-ea"/>
                          <a:cs typeface="+mn-cs"/>
                        </a:rPr>
                        <a:t>Buffer</a:t>
                      </a:r>
                      <a:r>
                        <a:rPr lang="zh-CN" sz="1300" b="0" kern="1200" dirty="0">
                          <a:solidFill>
                            <a:schemeClr val="dk1"/>
                          </a:solidFill>
                          <a:effectLst/>
                          <a:latin typeface="+mn-ea"/>
                          <a:ea typeface="+mn-ea"/>
                          <a:cs typeface="+mn-cs"/>
                        </a:rPr>
                        <a:t>地址的分配及数据同步处理，由</a:t>
                      </a:r>
                      <a:r>
                        <a:rPr lang="en-US" sz="1300" b="0" kern="1200" dirty="0">
                          <a:solidFill>
                            <a:schemeClr val="dk1"/>
                          </a:solidFill>
                          <a:effectLst/>
                          <a:latin typeface="+mn-ea"/>
                          <a:ea typeface="+mn-ea"/>
                          <a:cs typeface="+mn-cs"/>
                        </a:rPr>
                        <a:t>TIK</a:t>
                      </a:r>
                      <a:r>
                        <a:rPr lang="zh-CN" sz="1300" b="0" kern="1200" dirty="0">
                          <a:solidFill>
                            <a:schemeClr val="dk1"/>
                          </a:solidFill>
                          <a:effectLst/>
                          <a:latin typeface="+mn-ea"/>
                          <a:ea typeface="+mn-ea"/>
                          <a:cs typeface="+mn-cs"/>
                        </a:rPr>
                        <a:t>工具进行管理</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1188085" rtl="0" eaLnBrk="1" latinLnBrk="0" hangingPunct="1">
                        <a:lnSpc>
                          <a:spcPct val="120000"/>
                        </a:lnSpc>
                        <a:spcBef>
                          <a:spcPts val="0"/>
                        </a:spcBef>
                        <a:spcAft>
                          <a:spcPts val="0"/>
                        </a:spcAft>
                      </a:pPr>
                      <a:r>
                        <a:rPr lang="zh-CN" sz="1300" b="0" kern="1200" dirty="0">
                          <a:solidFill>
                            <a:schemeClr val="dk1"/>
                          </a:solidFill>
                          <a:effectLst/>
                          <a:latin typeface="+mn-ea"/>
                          <a:ea typeface="+mn-ea"/>
                          <a:cs typeface="+mn-cs"/>
                        </a:rPr>
                        <a:t>开发的流程和</a:t>
                      </a:r>
                      <a:r>
                        <a:rPr lang="en-US" sz="1300" b="0" kern="1200" dirty="0">
                          <a:solidFill>
                            <a:schemeClr val="dk1"/>
                          </a:solidFill>
                          <a:effectLst/>
                          <a:latin typeface="+mn-ea"/>
                          <a:ea typeface="+mn-ea"/>
                          <a:cs typeface="+mn-cs"/>
                        </a:rPr>
                        <a:t>DSL</a:t>
                      </a:r>
                      <a:r>
                        <a:rPr lang="zh-CN" sz="1300" b="0" kern="1200" dirty="0">
                          <a:solidFill>
                            <a:schemeClr val="dk1"/>
                          </a:solidFill>
                          <a:effectLst/>
                          <a:latin typeface="+mn-ea"/>
                          <a:ea typeface="+mn-ea"/>
                          <a:cs typeface="+mn-cs"/>
                        </a:rPr>
                        <a:t>都是类似的， 不需要了解</a:t>
                      </a:r>
                      <a:r>
                        <a:rPr lang="en-US" sz="1300" b="0" kern="1200" dirty="0">
                          <a:solidFill>
                            <a:schemeClr val="dk1"/>
                          </a:solidFill>
                          <a:effectLst/>
                          <a:latin typeface="+mn-ea"/>
                          <a:ea typeface="+mn-ea"/>
                          <a:cs typeface="+mn-cs"/>
                        </a:rPr>
                        <a:t>AI Core</a:t>
                      </a:r>
                      <a:r>
                        <a:rPr lang="zh-CN" sz="1300" b="0" kern="1200" dirty="0">
                          <a:solidFill>
                            <a:schemeClr val="dk1"/>
                          </a:solidFill>
                          <a:effectLst/>
                          <a:latin typeface="+mn-ea"/>
                          <a:ea typeface="+mn-ea"/>
                          <a:cs typeface="+mn-cs"/>
                        </a:rPr>
                        <a:t>的内部架构设计，入门较快</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850270">
                <a:tc>
                  <a:txBody>
                    <a:bodyPr/>
                    <a:lstStyle/>
                    <a:p>
                      <a:pPr algn="ctr">
                        <a:lnSpc>
                          <a:spcPct val="150000"/>
                        </a:lnSpc>
                        <a:spcBef>
                          <a:spcPts val="0"/>
                        </a:spcBef>
                        <a:spcAft>
                          <a:spcPts val="0"/>
                        </a:spcAft>
                      </a:pPr>
                      <a:r>
                        <a:rPr lang="zh-CN" sz="1300" b="1" kern="1200" dirty="0">
                          <a:solidFill>
                            <a:schemeClr val="dk1"/>
                          </a:solidFill>
                          <a:effectLst/>
                          <a:latin typeface="+mn-ea"/>
                          <a:ea typeface="+mn-ea"/>
                          <a:cs typeface="+mn-cs"/>
                        </a:rPr>
                        <a:t>不足</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40000"/>
                        <a:lumOff val="60000"/>
                      </a:schemeClr>
                    </a:solidFill>
                  </a:tcPr>
                </a:tc>
                <a:tc>
                  <a:txBody>
                    <a:bodyPr/>
                    <a:lstStyle/>
                    <a:p>
                      <a:pPr marL="0" algn="l" defTabSz="1188085" rtl="0" eaLnBrk="1" latinLnBrk="0" hangingPunct="1">
                        <a:lnSpc>
                          <a:spcPct val="120000"/>
                        </a:lnSpc>
                        <a:spcBef>
                          <a:spcPts val="0"/>
                        </a:spcBef>
                        <a:spcAft>
                          <a:spcPts val="0"/>
                        </a:spcAft>
                      </a:pPr>
                      <a:r>
                        <a:rPr lang="zh-CN" sz="1300" b="0" kern="1200" dirty="0">
                          <a:solidFill>
                            <a:schemeClr val="dk1"/>
                          </a:solidFill>
                          <a:effectLst/>
                          <a:latin typeface="+mn-ea"/>
                          <a:ea typeface="+mn-ea"/>
                          <a:cs typeface="+mn-cs"/>
                        </a:rPr>
                        <a:t>某些场景下性能可能较低，复杂算子逻辑无法支持表达</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1188085" rtl="0" eaLnBrk="1" latinLnBrk="0" hangingPunct="1">
                        <a:lnSpc>
                          <a:spcPct val="120000"/>
                        </a:lnSpc>
                        <a:spcBef>
                          <a:spcPts val="0"/>
                        </a:spcBef>
                        <a:spcAft>
                          <a:spcPts val="0"/>
                        </a:spcAft>
                      </a:pPr>
                      <a:r>
                        <a:rPr lang="zh-CN" sz="1300" b="0" kern="1200" dirty="0">
                          <a:solidFill>
                            <a:schemeClr val="dk1"/>
                          </a:solidFill>
                          <a:effectLst/>
                          <a:latin typeface="+mn-ea"/>
                          <a:ea typeface="+mn-ea"/>
                          <a:cs typeface="+mn-cs"/>
                        </a:rPr>
                        <a:t>需要</a:t>
                      </a:r>
                      <a:r>
                        <a:rPr lang="zh-CN" altLang="en-US" sz="1300" b="0" kern="1200" dirty="0">
                          <a:solidFill>
                            <a:schemeClr val="dk1"/>
                          </a:solidFill>
                          <a:effectLst/>
                          <a:latin typeface="+mn-ea"/>
                          <a:ea typeface="+mn-ea"/>
                          <a:cs typeface="+mn-cs"/>
                        </a:rPr>
                        <a:t>开发者</a:t>
                      </a:r>
                      <a:r>
                        <a:rPr lang="zh-CN" sz="1300" b="0" kern="1200" dirty="0">
                          <a:solidFill>
                            <a:schemeClr val="dk1"/>
                          </a:solidFill>
                          <a:effectLst/>
                          <a:latin typeface="+mn-ea"/>
                          <a:ea typeface="+mn-ea"/>
                          <a:cs typeface="+mn-cs"/>
                        </a:rPr>
                        <a:t>手工控制数据搬运的参数和</a:t>
                      </a:r>
                      <a:r>
                        <a:rPr lang="en-US" altLang="zh-CN" sz="1300" b="0" kern="1200" dirty="0">
                          <a:solidFill>
                            <a:schemeClr val="dk1"/>
                          </a:solidFill>
                          <a:effectLst/>
                          <a:latin typeface="+mn-ea"/>
                          <a:ea typeface="+mn-ea"/>
                          <a:cs typeface="+mn-cs"/>
                        </a:rPr>
                        <a:t>S</a:t>
                      </a:r>
                      <a:r>
                        <a:rPr lang="en-US" sz="1300" b="0" kern="1200" dirty="0">
                          <a:solidFill>
                            <a:schemeClr val="dk1"/>
                          </a:solidFill>
                          <a:effectLst/>
                          <a:latin typeface="+mn-ea"/>
                          <a:ea typeface="+mn-ea"/>
                          <a:cs typeface="+mn-cs"/>
                        </a:rPr>
                        <a:t>chedule</a:t>
                      </a:r>
                      <a:r>
                        <a:rPr lang="zh-CN" sz="1300" b="0" kern="1200" dirty="0">
                          <a:solidFill>
                            <a:schemeClr val="dk1"/>
                          </a:solidFill>
                          <a:effectLst/>
                          <a:latin typeface="+mn-ea"/>
                          <a:ea typeface="+mn-ea"/>
                          <a:cs typeface="+mn-cs"/>
                        </a:rPr>
                        <a:t>过程。</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1188085" rtl="0" eaLnBrk="1" latinLnBrk="0" hangingPunct="1">
                        <a:lnSpc>
                          <a:spcPct val="120000"/>
                        </a:lnSpc>
                        <a:spcBef>
                          <a:spcPts val="0"/>
                        </a:spcBef>
                        <a:spcAft>
                          <a:spcPts val="0"/>
                        </a:spcAft>
                      </a:pPr>
                      <a:r>
                        <a:rPr lang="zh-CN" altLang="en-US" sz="1300" b="0" kern="1200" dirty="0">
                          <a:solidFill>
                            <a:schemeClr val="dk1"/>
                          </a:solidFill>
                          <a:effectLst/>
                          <a:latin typeface="+mn-ea"/>
                          <a:ea typeface="+mn-ea"/>
                          <a:cs typeface="+mn-cs"/>
                        </a:rPr>
                        <a:t>无</a:t>
                      </a:r>
                      <a:r>
                        <a:rPr lang="zh-CN" sz="1300" b="0" kern="1200" dirty="0">
                          <a:solidFill>
                            <a:schemeClr val="dk1"/>
                          </a:solidFill>
                          <a:effectLst/>
                          <a:latin typeface="+mn-ea"/>
                          <a:ea typeface="+mn-ea"/>
                          <a:cs typeface="+mn-cs"/>
                        </a:rPr>
                        <a:t>封装</a:t>
                      </a:r>
                      <a:r>
                        <a:rPr lang="zh-CN" altLang="en-US" sz="1300" b="0" kern="1200" dirty="0">
                          <a:solidFill>
                            <a:schemeClr val="dk1"/>
                          </a:solidFill>
                          <a:effectLst/>
                          <a:latin typeface="+mn-ea"/>
                          <a:ea typeface="+mn-ea"/>
                          <a:cs typeface="+mn-cs"/>
                        </a:rPr>
                        <a:t>的计算</a:t>
                      </a:r>
                      <a:r>
                        <a:rPr lang="zh-CN" sz="1300" b="0" kern="1200" dirty="0">
                          <a:solidFill>
                            <a:schemeClr val="dk1"/>
                          </a:solidFill>
                          <a:effectLst/>
                          <a:latin typeface="+mn-ea"/>
                          <a:ea typeface="+mn-ea"/>
                          <a:cs typeface="+mn-cs"/>
                        </a:rPr>
                        <a:t>接口，计算过程</a:t>
                      </a:r>
                      <a:r>
                        <a:rPr lang="zh-CN" altLang="en-US" sz="1300" b="0" kern="1200" dirty="0">
                          <a:solidFill>
                            <a:schemeClr val="dk1"/>
                          </a:solidFill>
                          <a:effectLst/>
                          <a:latin typeface="+mn-ea"/>
                          <a:ea typeface="+mn-ea"/>
                          <a:cs typeface="+mn-cs"/>
                        </a:rPr>
                        <a:t>相对繁琐，另外</a:t>
                      </a:r>
                      <a:r>
                        <a:rPr lang="en-US" sz="1300" b="0" kern="1200" dirty="0">
                          <a:solidFill>
                            <a:schemeClr val="dk1"/>
                          </a:solidFill>
                          <a:effectLst/>
                          <a:latin typeface="+mn-ea"/>
                          <a:ea typeface="+mn-ea"/>
                          <a:cs typeface="+mn-cs"/>
                        </a:rPr>
                        <a:t>AI CPU</a:t>
                      </a:r>
                      <a:r>
                        <a:rPr lang="zh-CN" sz="1300" b="0" kern="1200" dirty="0">
                          <a:solidFill>
                            <a:schemeClr val="dk1"/>
                          </a:solidFill>
                          <a:effectLst/>
                          <a:latin typeface="+mn-ea"/>
                          <a:ea typeface="+mn-ea"/>
                          <a:cs typeface="+mn-cs"/>
                        </a:rPr>
                        <a:t>性能较低</a:t>
                      </a:r>
                      <a:r>
                        <a:rPr lang="zh-CN" altLang="en-US" sz="1300" b="0" kern="1200" dirty="0">
                          <a:solidFill>
                            <a:schemeClr val="dk1"/>
                          </a:solidFill>
                          <a:effectLst/>
                          <a:latin typeface="+mn-ea"/>
                          <a:ea typeface="+mn-ea"/>
                          <a:cs typeface="+mn-cs"/>
                        </a:rPr>
                        <a:t>。</a:t>
                      </a:r>
                      <a:endParaRPr lang="zh-CN" sz="1300" b="0" kern="1200" dirty="0">
                        <a:solidFill>
                          <a:schemeClr val="dk1"/>
                        </a:solidFill>
                        <a:effectLst/>
                        <a:latin typeface="+mn-ea"/>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816558145"/>
      </p:ext>
    </p:extLst>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a:xfrm>
            <a:off x="226610" y="232604"/>
            <a:ext cx="8610600" cy="739341"/>
          </a:xfrm>
        </p:spPr>
        <p:txBody>
          <a:bodyPr/>
          <a:lstStyle/>
          <a:p>
            <a:r>
              <a:rPr lang="zh-CN" altLang="en-US" dirty="0">
                <a:ea typeface="ＭＳ Ｐゴシック" panose="020B0600070205080204" pitchFamily="34" charset="-128"/>
              </a:rPr>
              <a:t>初阶图优化</a:t>
            </a:r>
            <a:r>
              <a:rPr lang="en-US" altLang="zh-CN" dirty="0">
                <a:ea typeface="ＭＳ Ｐゴシック" panose="020B0600070205080204" pitchFamily="34" charset="-128"/>
              </a:rPr>
              <a:t>-CSE</a:t>
            </a:r>
            <a:br>
              <a:rPr lang="zh-CN" altLang="en-US" dirty="0">
                <a:ea typeface="ＭＳ Ｐゴシック" panose="020B0600070205080204" pitchFamily="34" charset="-128"/>
              </a:rPr>
            </a:br>
            <a:br>
              <a:rPr lang="en-US" altLang="zh-CN" dirty="0">
                <a:ea typeface="ＭＳ Ｐゴシック" panose="020B0600070205080204" pitchFamily="34" charset="-128"/>
              </a:rPr>
            </a:b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xfrm>
            <a:off x="7378637" y="6441870"/>
            <a:ext cx="1460563"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143</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37" name="椭圆 36">
            <a:extLst>
              <a:ext uri="{FF2B5EF4-FFF2-40B4-BE49-F238E27FC236}">
                <a16:creationId xmlns:a16="http://schemas.microsoft.com/office/drawing/2014/main" id="{429EE95E-4930-4BBB-97A4-5817EDBE87EC}"/>
              </a:ext>
            </a:extLst>
          </p:cNvPr>
          <p:cNvSpPr/>
          <p:nvPr/>
        </p:nvSpPr>
        <p:spPr>
          <a:xfrm>
            <a:off x="4612091" y="39393"/>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p>
        </p:txBody>
      </p:sp>
      <p:sp>
        <p:nvSpPr>
          <p:cNvPr id="38" name="椭圆 37">
            <a:extLst>
              <a:ext uri="{FF2B5EF4-FFF2-40B4-BE49-F238E27FC236}">
                <a16:creationId xmlns:a16="http://schemas.microsoft.com/office/drawing/2014/main" id="{F3448B48-5286-45F5-A64D-B6F2122040C4}"/>
              </a:ext>
            </a:extLst>
          </p:cNvPr>
          <p:cNvSpPr/>
          <p:nvPr/>
        </p:nvSpPr>
        <p:spPr>
          <a:xfrm>
            <a:off x="3632590" y="867462"/>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a:t>
            </a:r>
            <a:endParaRPr lang="en-US" altLang="zh-CN" dirty="0">
              <a:solidFill>
                <a:schemeClr val="tx1"/>
              </a:solidFill>
            </a:endParaRPr>
          </a:p>
        </p:txBody>
      </p:sp>
      <p:sp>
        <p:nvSpPr>
          <p:cNvPr id="39" name="椭圆 38">
            <a:extLst>
              <a:ext uri="{FF2B5EF4-FFF2-40B4-BE49-F238E27FC236}">
                <a16:creationId xmlns:a16="http://schemas.microsoft.com/office/drawing/2014/main" id="{7CF78F4B-6BD1-4E29-A7FE-1FC2EFC4DF32}"/>
              </a:ext>
            </a:extLst>
          </p:cNvPr>
          <p:cNvSpPr/>
          <p:nvPr/>
        </p:nvSpPr>
        <p:spPr>
          <a:xfrm>
            <a:off x="6186237" y="964922"/>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a:t>
            </a:r>
            <a:endParaRPr lang="en-US" altLang="zh-CN" dirty="0">
              <a:solidFill>
                <a:schemeClr val="tx1"/>
              </a:solidFill>
            </a:endParaRPr>
          </a:p>
        </p:txBody>
      </p:sp>
      <p:sp>
        <p:nvSpPr>
          <p:cNvPr id="40" name="椭圆 39">
            <a:extLst>
              <a:ext uri="{FF2B5EF4-FFF2-40B4-BE49-F238E27FC236}">
                <a16:creationId xmlns:a16="http://schemas.microsoft.com/office/drawing/2014/main" id="{528220B8-0610-4C58-800F-5A2B94E0E38D}"/>
              </a:ext>
            </a:extLst>
          </p:cNvPr>
          <p:cNvSpPr/>
          <p:nvPr/>
        </p:nvSpPr>
        <p:spPr>
          <a:xfrm>
            <a:off x="2116225" y="1555618"/>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p>
        </p:txBody>
      </p:sp>
      <p:sp>
        <p:nvSpPr>
          <p:cNvPr id="41" name="椭圆 40">
            <a:extLst>
              <a:ext uri="{FF2B5EF4-FFF2-40B4-BE49-F238E27FC236}">
                <a16:creationId xmlns:a16="http://schemas.microsoft.com/office/drawing/2014/main" id="{CEFB7A16-8351-4802-89E1-CC49812B792C}"/>
              </a:ext>
            </a:extLst>
          </p:cNvPr>
          <p:cNvSpPr/>
          <p:nvPr/>
        </p:nvSpPr>
        <p:spPr>
          <a:xfrm>
            <a:off x="1282414" y="2508525"/>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a:t>
            </a:r>
          </a:p>
        </p:txBody>
      </p:sp>
      <p:sp>
        <p:nvSpPr>
          <p:cNvPr id="42" name="椭圆 41">
            <a:extLst>
              <a:ext uri="{FF2B5EF4-FFF2-40B4-BE49-F238E27FC236}">
                <a16:creationId xmlns:a16="http://schemas.microsoft.com/office/drawing/2014/main" id="{CBFB0A23-1749-448A-93D2-E9D722901B0F}"/>
              </a:ext>
            </a:extLst>
          </p:cNvPr>
          <p:cNvSpPr/>
          <p:nvPr/>
        </p:nvSpPr>
        <p:spPr>
          <a:xfrm>
            <a:off x="2505819" y="2508525"/>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a:t>
            </a:r>
          </a:p>
        </p:txBody>
      </p:sp>
      <p:sp>
        <p:nvSpPr>
          <p:cNvPr id="43" name="椭圆 42">
            <a:extLst>
              <a:ext uri="{FF2B5EF4-FFF2-40B4-BE49-F238E27FC236}">
                <a16:creationId xmlns:a16="http://schemas.microsoft.com/office/drawing/2014/main" id="{495417CC-8148-4FFC-8C4A-8282505630AF}"/>
              </a:ext>
            </a:extLst>
          </p:cNvPr>
          <p:cNvSpPr/>
          <p:nvPr/>
        </p:nvSpPr>
        <p:spPr>
          <a:xfrm>
            <a:off x="3817510" y="2508525"/>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
            </a:r>
          </a:p>
        </p:txBody>
      </p:sp>
      <p:sp>
        <p:nvSpPr>
          <p:cNvPr id="44" name="椭圆 43">
            <a:extLst>
              <a:ext uri="{FF2B5EF4-FFF2-40B4-BE49-F238E27FC236}">
                <a16:creationId xmlns:a16="http://schemas.microsoft.com/office/drawing/2014/main" id="{D17C813B-FEAA-44AD-96C2-DD6555650C64}"/>
              </a:ext>
            </a:extLst>
          </p:cNvPr>
          <p:cNvSpPr/>
          <p:nvPr/>
        </p:nvSpPr>
        <p:spPr>
          <a:xfrm>
            <a:off x="5228618" y="2508525"/>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a:t>
            </a:r>
          </a:p>
        </p:txBody>
      </p:sp>
      <p:sp>
        <p:nvSpPr>
          <p:cNvPr id="45" name="椭圆 44">
            <a:extLst>
              <a:ext uri="{FF2B5EF4-FFF2-40B4-BE49-F238E27FC236}">
                <a16:creationId xmlns:a16="http://schemas.microsoft.com/office/drawing/2014/main" id="{8C862939-7F1B-455C-A49F-1D32A2F9CECF}"/>
              </a:ext>
            </a:extLst>
          </p:cNvPr>
          <p:cNvSpPr/>
          <p:nvPr/>
        </p:nvSpPr>
        <p:spPr>
          <a:xfrm>
            <a:off x="6452023" y="2508525"/>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a:t>
            </a:r>
          </a:p>
        </p:txBody>
      </p:sp>
      <p:sp>
        <p:nvSpPr>
          <p:cNvPr id="46" name="椭圆 45">
            <a:extLst>
              <a:ext uri="{FF2B5EF4-FFF2-40B4-BE49-F238E27FC236}">
                <a16:creationId xmlns:a16="http://schemas.microsoft.com/office/drawing/2014/main" id="{7DAF2AA4-D4C0-4F46-B0FD-C4F7B9EA463C}"/>
              </a:ext>
            </a:extLst>
          </p:cNvPr>
          <p:cNvSpPr/>
          <p:nvPr/>
        </p:nvSpPr>
        <p:spPr>
          <a:xfrm>
            <a:off x="7763714" y="2508525"/>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a:t>
            </a:r>
          </a:p>
        </p:txBody>
      </p:sp>
      <p:sp>
        <p:nvSpPr>
          <p:cNvPr id="47" name="椭圆 46">
            <a:extLst>
              <a:ext uri="{FF2B5EF4-FFF2-40B4-BE49-F238E27FC236}">
                <a16:creationId xmlns:a16="http://schemas.microsoft.com/office/drawing/2014/main" id="{478E4CC8-81BC-47D1-9C83-7BAEFF026DB5}"/>
              </a:ext>
            </a:extLst>
          </p:cNvPr>
          <p:cNvSpPr/>
          <p:nvPr/>
        </p:nvSpPr>
        <p:spPr>
          <a:xfrm>
            <a:off x="5850248" y="1789511"/>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p>
        </p:txBody>
      </p:sp>
      <p:cxnSp>
        <p:nvCxnSpPr>
          <p:cNvPr id="48" name="直接箭头连接符 47">
            <a:extLst>
              <a:ext uri="{FF2B5EF4-FFF2-40B4-BE49-F238E27FC236}">
                <a16:creationId xmlns:a16="http://schemas.microsoft.com/office/drawing/2014/main" id="{C07423A5-F43F-40E7-B671-023CEC9C2959}"/>
              </a:ext>
            </a:extLst>
          </p:cNvPr>
          <p:cNvCxnSpPr>
            <a:stCxn id="41" idx="0"/>
            <a:endCxn id="40" idx="3"/>
          </p:cNvCxnSpPr>
          <p:nvPr/>
        </p:nvCxnSpPr>
        <p:spPr>
          <a:xfrm flipV="1">
            <a:off x="1733308" y="2059809"/>
            <a:ext cx="514981" cy="448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B28240EA-2362-40A6-8925-8E9A54312DF6}"/>
              </a:ext>
            </a:extLst>
          </p:cNvPr>
          <p:cNvCxnSpPr>
            <a:stCxn id="42" idx="0"/>
            <a:endCxn id="40" idx="5"/>
          </p:cNvCxnSpPr>
          <p:nvPr/>
        </p:nvCxnSpPr>
        <p:spPr>
          <a:xfrm flipH="1" flipV="1">
            <a:off x="2885948" y="2059809"/>
            <a:ext cx="70765" cy="448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740C903B-D5FB-4E69-B3DE-B11FC5E8D20F}"/>
              </a:ext>
            </a:extLst>
          </p:cNvPr>
          <p:cNvCxnSpPr>
            <a:stCxn id="40" idx="7"/>
            <a:endCxn id="38" idx="3"/>
          </p:cNvCxnSpPr>
          <p:nvPr/>
        </p:nvCxnSpPr>
        <p:spPr>
          <a:xfrm flipV="1">
            <a:off x="2885948" y="1371653"/>
            <a:ext cx="878706" cy="270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682C1FFA-B781-417A-8A1F-E352DBB0BD7F}"/>
              </a:ext>
            </a:extLst>
          </p:cNvPr>
          <p:cNvCxnSpPr>
            <a:stCxn id="43" idx="0"/>
            <a:endCxn id="38" idx="4"/>
          </p:cNvCxnSpPr>
          <p:nvPr/>
        </p:nvCxnSpPr>
        <p:spPr>
          <a:xfrm flipH="1" flipV="1">
            <a:off x="4083484" y="1458158"/>
            <a:ext cx="184920" cy="1050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EE614400-F344-4342-A7BE-427882201177}"/>
              </a:ext>
            </a:extLst>
          </p:cNvPr>
          <p:cNvCxnSpPr>
            <a:stCxn id="44" idx="0"/>
            <a:endCxn id="47" idx="3"/>
          </p:cNvCxnSpPr>
          <p:nvPr/>
        </p:nvCxnSpPr>
        <p:spPr>
          <a:xfrm flipV="1">
            <a:off x="5679512" y="2293702"/>
            <a:ext cx="302800" cy="214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AA23E4DC-317C-425E-8692-8F8B0F08A4CA}"/>
              </a:ext>
            </a:extLst>
          </p:cNvPr>
          <p:cNvCxnSpPr>
            <a:stCxn id="45" idx="0"/>
            <a:endCxn id="47" idx="5"/>
          </p:cNvCxnSpPr>
          <p:nvPr/>
        </p:nvCxnSpPr>
        <p:spPr>
          <a:xfrm flipH="1" flipV="1">
            <a:off x="6619971" y="2293702"/>
            <a:ext cx="282946" cy="214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08694116-8CA8-44AF-977B-2E5B38116F42}"/>
              </a:ext>
            </a:extLst>
          </p:cNvPr>
          <p:cNvCxnSpPr>
            <a:stCxn id="47" idx="0"/>
            <a:endCxn id="39" idx="3"/>
          </p:cNvCxnSpPr>
          <p:nvPr/>
        </p:nvCxnSpPr>
        <p:spPr>
          <a:xfrm flipV="1">
            <a:off x="6301142" y="1469113"/>
            <a:ext cx="17159" cy="320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9B2237E6-4C3C-43CC-84A1-C83EEA090BBF}"/>
              </a:ext>
            </a:extLst>
          </p:cNvPr>
          <p:cNvCxnSpPr>
            <a:stCxn id="46" idx="0"/>
            <a:endCxn id="39" idx="5"/>
          </p:cNvCxnSpPr>
          <p:nvPr/>
        </p:nvCxnSpPr>
        <p:spPr>
          <a:xfrm flipH="1" flipV="1">
            <a:off x="6955960" y="1469113"/>
            <a:ext cx="1258648" cy="1039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8F668C8C-AA00-40C7-98AF-7195ECE00EED}"/>
              </a:ext>
            </a:extLst>
          </p:cNvPr>
          <p:cNvCxnSpPr>
            <a:stCxn id="38" idx="0"/>
            <a:endCxn id="37" idx="3"/>
          </p:cNvCxnSpPr>
          <p:nvPr/>
        </p:nvCxnSpPr>
        <p:spPr>
          <a:xfrm flipV="1">
            <a:off x="4083484" y="543584"/>
            <a:ext cx="660671" cy="323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268E0800-EC39-4FEE-87E7-25FC927672DF}"/>
              </a:ext>
            </a:extLst>
          </p:cNvPr>
          <p:cNvCxnSpPr>
            <a:stCxn id="39" idx="0"/>
            <a:endCxn id="37" idx="5"/>
          </p:cNvCxnSpPr>
          <p:nvPr/>
        </p:nvCxnSpPr>
        <p:spPr>
          <a:xfrm flipH="1" flipV="1">
            <a:off x="5381814" y="543584"/>
            <a:ext cx="1255317" cy="421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4A6E748E-D749-4E90-9F28-358A9C116F66}"/>
              </a:ext>
            </a:extLst>
          </p:cNvPr>
          <p:cNvSpPr/>
          <p:nvPr/>
        </p:nvSpPr>
        <p:spPr>
          <a:xfrm>
            <a:off x="4427171" y="3291301"/>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p>
        </p:txBody>
      </p:sp>
      <p:sp>
        <p:nvSpPr>
          <p:cNvPr id="59" name="椭圆 58">
            <a:extLst>
              <a:ext uri="{FF2B5EF4-FFF2-40B4-BE49-F238E27FC236}">
                <a16:creationId xmlns:a16="http://schemas.microsoft.com/office/drawing/2014/main" id="{141A3EFF-C399-4FC8-B42E-D59C95B8A14C}"/>
              </a:ext>
            </a:extLst>
          </p:cNvPr>
          <p:cNvSpPr/>
          <p:nvPr/>
        </p:nvSpPr>
        <p:spPr>
          <a:xfrm>
            <a:off x="3525384" y="4078533"/>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a:t>
            </a:r>
            <a:endParaRPr lang="en-US" altLang="zh-CN" dirty="0">
              <a:solidFill>
                <a:schemeClr val="tx1"/>
              </a:solidFill>
            </a:endParaRPr>
          </a:p>
        </p:txBody>
      </p:sp>
      <p:sp>
        <p:nvSpPr>
          <p:cNvPr id="60" name="椭圆 59">
            <a:extLst>
              <a:ext uri="{FF2B5EF4-FFF2-40B4-BE49-F238E27FC236}">
                <a16:creationId xmlns:a16="http://schemas.microsoft.com/office/drawing/2014/main" id="{9418D974-9EFA-443A-9E5D-F3C8C7DAA71E}"/>
              </a:ext>
            </a:extLst>
          </p:cNvPr>
          <p:cNvSpPr/>
          <p:nvPr/>
        </p:nvSpPr>
        <p:spPr>
          <a:xfrm>
            <a:off x="6054173" y="4147901"/>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a:t>
            </a:r>
            <a:endParaRPr lang="en-US" altLang="zh-CN" dirty="0">
              <a:solidFill>
                <a:schemeClr val="tx1"/>
              </a:solidFill>
            </a:endParaRPr>
          </a:p>
        </p:txBody>
      </p:sp>
      <p:sp>
        <p:nvSpPr>
          <p:cNvPr id="61" name="椭圆 60">
            <a:extLst>
              <a:ext uri="{FF2B5EF4-FFF2-40B4-BE49-F238E27FC236}">
                <a16:creationId xmlns:a16="http://schemas.microsoft.com/office/drawing/2014/main" id="{D2CEF217-1AB7-4D4E-92A6-4C179974BCCC}"/>
              </a:ext>
            </a:extLst>
          </p:cNvPr>
          <p:cNvSpPr/>
          <p:nvPr/>
        </p:nvSpPr>
        <p:spPr>
          <a:xfrm>
            <a:off x="1942434" y="5076692"/>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p>
        </p:txBody>
      </p:sp>
      <p:sp>
        <p:nvSpPr>
          <p:cNvPr id="62" name="椭圆 61">
            <a:extLst>
              <a:ext uri="{FF2B5EF4-FFF2-40B4-BE49-F238E27FC236}">
                <a16:creationId xmlns:a16="http://schemas.microsoft.com/office/drawing/2014/main" id="{2FD412F0-E4DD-49D9-92A2-4DF0D9ED2D14}"/>
              </a:ext>
            </a:extLst>
          </p:cNvPr>
          <p:cNvSpPr/>
          <p:nvPr/>
        </p:nvSpPr>
        <p:spPr>
          <a:xfrm>
            <a:off x="1175208" y="5860879"/>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a:t>
            </a:r>
          </a:p>
        </p:txBody>
      </p:sp>
      <p:sp>
        <p:nvSpPr>
          <p:cNvPr id="63" name="椭圆 62">
            <a:extLst>
              <a:ext uri="{FF2B5EF4-FFF2-40B4-BE49-F238E27FC236}">
                <a16:creationId xmlns:a16="http://schemas.microsoft.com/office/drawing/2014/main" id="{3B80150C-AF20-42F0-800E-398B2B7CECCB}"/>
              </a:ext>
            </a:extLst>
          </p:cNvPr>
          <p:cNvSpPr/>
          <p:nvPr/>
        </p:nvSpPr>
        <p:spPr>
          <a:xfrm>
            <a:off x="2398613" y="5860879"/>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a:t>
            </a:r>
          </a:p>
        </p:txBody>
      </p:sp>
      <p:sp>
        <p:nvSpPr>
          <p:cNvPr id="64" name="椭圆 63">
            <a:extLst>
              <a:ext uri="{FF2B5EF4-FFF2-40B4-BE49-F238E27FC236}">
                <a16:creationId xmlns:a16="http://schemas.microsoft.com/office/drawing/2014/main" id="{32BF8950-E3E6-4838-9EC0-0AF5970216BB}"/>
              </a:ext>
            </a:extLst>
          </p:cNvPr>
          <p:cNvSpPr/>
          <p:nvPr/>
        </p:nvSpPr>
        <p:spPr>
          <a:xfrm>
            <a:off x="3710304" y="5860879"/>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
            </a:r>
          </a:p>
        </p:txBody>
      </p:sp>
      <p:sp>
        <p:nvSpPr>
          <p:cNvPr id="65" name="椭圆 64">
            <a:extLst>
              <a:ext uri="{FF2B5EF4-FFF2-40B4-BE49-F238E27FC236}">
                <a16:creationId xmlns:a16="http://schemas.microsoft.com/office/drawing/2014/main" id="{DCD5998A-4A36-4395-B21F-DBEEE6B9A878}"/>
              </a:ext>
            </a:extLst>
          </p:cNvPr>
          <p:cNvSpPr/>
          <p:nvPr/>
        </p:nvSpPr>
        <p:spPr>
          <a:xfrm>
            <a:off x="7656508" y="5860879"/>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a:t>
            </a:r>
          </a:p>
        </p:txBody>
      </p:sp>
      <p:sp>
        <p:nvSpPr>
          <p:cNvPr id="66" name="椭圆 65">
            <a:extLst>
              <a:ext uri="{FF2B5EF4-FFF2-40B4-BE49-F238E27FC236}">
                <a16:creationId xmlns:a16="http://schemas.microsoft.com/office/drawing/2014/main" id="{4DC78FFD-0C0D-48C6-A6C2-DE5534E31911}"/>
              </a:ext>
            </a:extLst>
          </p:cNvPr>
          <p:cNvSpPr/>
          <p:nvPr/>
        </p:nvSpPr>
        <p:spPr>
          <a:xfrm>
            <a:off x="5610145" y="5720881"/>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w</a:t>
            </a:r>
          </a:p>
        </p:txBody>
      </p:sp>
      <p:cxnSp>
        <p:nvCxnSpPr>
          <p:cNvPr id="67" name="直接箭头连接符 66">
            <a:extLst>
              <a:ext uri="{FF2B5EF4-FFF2-40B4-BE49-F238E27FC236}">
                <a16:creationId xmlns:a16="http://schemas.microsoft.com/office/drawing/2014/main" id="{D492F47C-068B-4BEB-BE17-1FDECD6BEBCD}"/>
              </a:ext>
            </a:extLst>
          </p:cNvPr>
          <p:cNvCxnSpPr>
            <a:stCxn id="62" idx="0"/>
            <a:endCxn id="61" idx="3"/>
          </p:cNvCxnSpPr>
          <p:nvPr/>
        </p:nvCxnSpPr>
        <p:spPr>
          <a:xfrm flipV="1">
            <a:off x="1626102" y="5580883"/>
            <a:ext cx="448396" cy="279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B88CB256-571A-4FEA-9F04-9997D7830CF7}"/>
              </a:ext>
            </a:extLst>
          </p:cNvPr>
          <p:cNvCxnSpPr>
            <a:stCxn id="63" idx="0"/>
            <a:endCxn id="61" idx="5"/>
          </p:cNvCxnSpPr>
          <p:nvPr/>
        </p:nvCxnSpPr>
        <p:spPr>
          <a:xfrm flipH="1" flipV="1">
            <a:off x="2712157" y="5580883"/>
            <a:ext cx="137350" cy="279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1AD2A254-EF84-42C2-A474-28D82CCA1A3B}"/>
              </a:ext>
            </a:extLst>
          </p:cNvPr>
          <p:cNvCxnSpPr>
            <a:cxnSpLocks/>
            <a:stCxn id="61" idx="0"/>
            <a:endCxn id="75" idx="4"/>
          </p:cNvCxnSpPr>
          <p:nvPr/>
        </p:nvCxnSpPr>
        <p:spPr>
          <a:xfrm flipH="1" flipV="1">
            <a:off x="2393327" y="4669229"/>
            <a:ext cx="1" cy="407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8129F5F4-9700-4572-B4BB-EF5AD9A19E5C}"/>
              </a:ext>
            </a:extLst>
          </p:cNvPr>
          <p:cNvCxnSpPr>
            <a:stCxn id="64" idx="0"/>
            <a:endCxn id="59" idx="4"/>
          </p:cNvCxnSpPr>
          <p:nvPr/>
        </p:nvCxnSpPr>
        <p:spPr>
          <a:xfrm flipH="1" flipV="1">
            <a:off x="3976278" y="4669229"/>
            <a:ext cx="184920" cy="1191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4CEA30E4-67CC-4C87-BA98-33DC8B7E761A}"/>
              </a:ext>
            </a:extLst>
          </p:cNvPr>
          <p:cNvCxnSpPr>
            <a:stCxn id="66" idx="0"/>
            <a:endCxn id="60" idx="3"/>
          </p:cNvCxnSpPr>
          <p:nvPr/>
        </p:nvCxnSpPr>
        <p:spPr>
          <a:xfrm flipV="1">
            <a:off x="6061039" y="4652092"/>
            <a:ext cx="125198" cy="1068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E625FAA0-341D-4875-99C6-B2FE8227B8DD}"/>
              </a:ext>
            </a:extLst>
          </p:cNvPr>
          <p:cNvCxnSpPr>
            <a:stCxn id="65" idx="0"/>
            <a:endCxn id="60" idx="5"/>
          </p:cNvCxnSpPr>
          <p:nvPr/>
        </p:nvCxnSpPr>
        <p:spPr>
          <a:xfrm flipH="1" flipV="1">
            <a:off x="6823896" y="4652092"/>
            <a:ext cx="1283506" cy="1208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23B865DA-52AB-413E-8B45-60086E34E822}"/>
              </a:ext>
            </a:extLst>
          </p:cNvPr>
          <p:cNvCxnSpPr>
            <a:stCxn id="59" idx="0"/>
            <a:endCxn id="58" idx="3"/>
          </p:cNvCxnSpPr>
          <p:nvPr/>
        </p:nvCxnSpPr>
        <p:spPr>
          <a:xfrm flipV="1">
            <a:off x="3976278" y="3795492"/>
            <a:ext cx="582957" cy="283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ED8CB6DC-9B22-44D6-BCAF-B64BACA7F635}"/>
              </a:ext>
            </a:extLst>
          </p:cNvPr>
          <p:cNvCxnSpPr>
            <a:stCxn id="60" idx="0"/>
            <a:endCxn id="58" idx="5"/>
          </p:cNvCxnSpPr>
          <p:nvPr/>
        </p:nvCxnSpPr>
        <p:spPr>
          <a:xfrm flipH="1" flipV="1">
            <a:off x="5196894" y="3795492"/>
            <a:ext cx="1308173" cy="352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EB3E1B3D-9460-4657-9B2D-5F39F994BB6D}"/>
              </a:ext>
            </a:extLst>
          </p:cNvPr>
          <p:cNvSpPr/>
          <p:nvPr/>
        </p:nvSpPr>
        <p:spPr>
          <a:xfrm>
            <a:off x="1942433" y="4078533"/>
            <a:ext cx="901787" cy="59069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w</a:t>
            </a:r>
          </a:p>
        </p:txBody>
      </p:sp>
      <p:cxnSp>
        <p:nvCxnSpPr>
          <p:cNvPr id="76" name="直接箭头连接符 75">
            <a:extLst>
              <a:ext uri="{FF2B5EF4-FFF2-40B4-BE49-F238E27FC236}">
                <a16:creationId xmlns:a16="http://schemas.microsoft.com/office/drawing/2014/main" id="{A9C120BD-FC7A-4392-929E-86D7F2D64933}"/>
              </a:ext>
            </a:extLst>
          </p:cNvPr>
          <p:cNvCxnSpPr>
            <a:stCxn id="75" idx="6"/>
            <a:endCxn id="59" idx="2"/>
          </p:cNvCxnSpPr>
          <p:nvPr/>
        </p:nvCxnSpPr>
        <p:spPr>
          <a:xfrm>
            <a:off x="2844220" y="4373881"/>
            <a:ext cx="6811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箭头: 左弧形 76">
            <a:extLst>
              <a:ext uri="{FF2B5EF4-FFF2-40B4-BE49-F238E27FC236}">
                <a16:creationId xmlns:a16="http://schemas.microsoft.com/office/drawing/2014/main" id="{645FF108-8B49-48C0-BA6D-4C03851BDDBE}"/>
              </a:ext>
            </a:extLst>
          </p:cNvPr>
          <p:cNvSpPr/>
          <p:nvPr/>
        </p:nvSpPr>
        <p:spPr>
          <a:xfrm>
            <a:off x="130971" y="1965367"/>
            <a:ext cx="1069645" cy="2756463"/>
          </a:xfrm>
          <a:prstGeom prst="curvedRightArrow">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8" name="矩形 77">
            <a:extLst>
              <a:ext uri="{FF2B5EF4-FFF2-40B4-BE49-F238E27FC236}">
                <a16:creationId xmlns:a16="http://schemas.microsoft.com/office/drawing/2014/main" id="{A3A7DA9F-CD3E-4381-A367-41A5626282EB}"/>
              </a:ext>
            </a:extLst>
          </p:cNvPr>
          <p:cNvSpPr/>
          <p:nvPr/>
        </p:nvSpPr>
        <p:spPr>
          <a:xfrm>
            <a:off x="1219200" y="1260270"/>
            <a:ext cx="2331171" cy="216873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9" name="矩形 78">
            <a:extLst>
              <a:ext uri="{FF2B5EF4-FFF2-40B4-BE49-F238E27FC236}">
                <a16:creationId xmlns:a16="http://schemas.microsoft.com/office/drawing/2014/main" id="{DD83F0F1-9DFB-4ACC-95F4-411C70ABFE14}"/>
              </a:ext>
            </a:extLst>
          </p:cNvPr>
          <p:cNvSpPr/>
          <p:nvPr/>
        </p:nvSpPr>
        <p:spPr>
          <a:xfrm>
            <a:off x="1093262" y="3877716"/>
            <a:ext cx="2331171" cy="272430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矩形 79">
            <a:extLst>
              <a:ext uri="{FF2B5EF4-FFF2-40B4-BE49-F238E27FC236}">
                <a16:creationId xmlns:a16="http://schemas.microsoft.com/office/drawing/2014/main" id="{F309E2AD-D1C3-41FB-A89E-51711C1BB0D4}"/>
              </a:ext>
            </a:extLst>
          </p:cNvPr>
          <p:cNvSpPr/>
          <p:nvPr/>
        </p:nvSpPr>
        <p:spPr>
          <a:xfrm>
            <a:off x="5337205" y="5239868"/>
            <a:ext cx="1417515" cy="133099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1" name="矩形 80">
            <a:extLst>
              <a:ext uri="{FF2B5EF4-FFF2-40B4-BE49-F238E27FC236}">
                <a16:creationId xmlns:a16="http://schemas.microsoft.com/office/drawing/2014/main" id="{0B74D779-83DE-46F3-9953-BD24D0085EDF}"/>
              </a:ext>
            </a:extLst>
          </p:cNvPr>
          <p:cNvSpPr/>
          <p:nvPr/>
        </p:nvSpPr>
        <p:spPr>
          <a:xfrm>
            <a:off x="5129201" y="1692954"/>
            <a:ext cx="2331171" cy="152154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8765201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500" fill="hold"/>
                                        <p:tgtEl>
                                          <p:spTgt spid="78"/>
                                        </p:tgtEl>
                                        <p:attrNameLst>
                                          <p:attrName>ppt_x</p:attrName>
                                        </p:attrNameLst>
                                      </p:cBhvr>
                                      <p:tavLst>
                                        <p:tav tm="0">
                                          <p:val>
                                            <p:strVal val="#ppt_x"/>
                                          </p:val>
                                        </p:tav>
                                        <p:tav tm="100000">
                                          <p:val>
                                            <p:strVal val="#ppt_x"/>
                                          </p:val>
                                        </p:tav>
                                      </p:tavLst>
                                    </p:anim>
                                    <p:anim calcmode="lin" valueType="num">
                                      <p:cBhvr additive="base">
                                        <p:cTn id="8" dur="500" fill="hold"/>
                                        <p:tgtEl>
                                          <p:spTgt spid="7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1"/>
                                        </p:tgtEl>
                                        <p:attrNameLst>
                                          <p:attrName>style.visibility</p:attrName>
                                        </p:attrNameLst>
                                      </p:cBhvr>
                                      <p:to>
                                        <p:strVal val="visible"/>
                                      </p:to>
                                    </p:set>
                                    <p:anim calcmode="lin" valueType="num">
                                      <p:cBhvr additive="base">
                                        <p:cTn id="11" dur="500" fill="hold"/>
                                        <p:tgtEl>
                                          <p:spTgt spid="81"/>
                                        </p:tgtEl>
                                        <p:attrNameLst>
                                          <p:attrName>ppt_x</p:attrName>
                                        </p:attrNameLst>
                                      </p:cBhvr>
                                      <p:tavLst>
                                        <p:tav tm="0">
                                          <p:val>
                                            <p:strVal val="#ppt_x"/>
                                          </p:val>
                                        </p:tav>
                                        <p:tav tm="100000">
                                          <p:val>
                                            <p:strVal val="#ppt_x"/>
                                          </p:val>
                                        </p:tav>
                                      </p:tavLst>
                                    </p:anim>
                                    <p:anim calcmode="lin" valueType="num">
                                      <p:cBhvr additive="base">
                                        <p:cTn id="12"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7"/>
                                        </p:tgtEl>
                                        <p:attrNameLst>
                                          <p:attrName>style.visibility</p:attrName>
                                        </p:attrNameLst>
                                      </p:cBhvr>
                                      <p:to>
                                        <p:strVal val="visible"/>
                                      </p:to>
                                    </p:set>
                                    <p:anim calcmode="lin" valueType="num">
                                      <p:cBhvr additive="base">
                                        <p:cTn id="17" dur="500" fill="hold"/>
                                        <p:tgtEl>
                                          <p:spTgt spid="77"/>
                                        </p:tgtEl>
                                        <p:attrNameLst>
                                          <p:attrName>ppt_x</p:attrName>
                                        </p:attrNameLst>
                                      </p:cBhvr>
                                      <p:tavLst>
                                        <p:tav tm="0">
                                          <p:val>
                                            <p:strVal val="#ppt_x"/>
                                          </p:val>
                                        </p:tav>
                                        <p:tav tm="100000">
                                          <p:val>
                                            <p:strVal val="#ppt_x"/>
                                          </p:val>
                                        </p:tav>
                                      </p:tavLst>
                                    </p:anim>
                                    <p:anim calcmode="lin" valueType="num">
                                      <p:cBhvr additive="base">
                                        <p:cTn id="18"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anim calcmode="lin" valueType="num">
                                      <p:cBhvr additive="base">
                                        <p:cTn id="23" dur="500" fill="hold"/>
                                        <p:tgtEl>
                                          <p:spTgt spid="79"/>
                                        </p:tgtEl>
                                        <p:attrNameLst>
                                          <p:attrName>ppt_x</p:attrName>
                                        </p:attrNameLst>
                                      </p:cBhvr>
                                      <p:tavLst>
                                        <p:tav tm="0">
                                          <p:val>
                                            <p:strVal val="#ppt_x"/>
                                          </p:val>
                                        </p:tav>
                                        <p:tav tm="100000">
                                          <p:val>
                                            <p:strVal val="#ppt_x"/>
                                          </p:val>
                                        </p:tav>
                                      </p:tavLst>
                                    </p:anim>
                                    <p:anim calcmode="lin" valueType="num">
                                      <p:cBhvr additive="base">
                                        <p:cTn id="24"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0"/>
                                        </p:tgtEl>
                                        <p:attrNameLst>
                                          <p:attrName>style.visibility</p:attrName>
                                        </p:attrNameLst>
                                      </p:cBhvr>
                                      <p:to>
                                        <p:strVal val="visible"/>
                                      </p:to>
                                    </p:set>
                                    <p:anim calcmode="lin" valueType="num">
                                      <p:cBhvr additive="base">
                                        <p:cTn id="29" dur="500" fill="hold"/>
                                        <p:tgtEl>
                                          <p:spTgt spid="80"/>
                                        </p:tgtEl>
                                        <p:attrNameLst>
                                          <p:attrName>ppt_x</p:attrName>
                                        </p:attrNameLst>
                                      </p:cBhvr>
                                      <p:tavLst>
                                        <p:tav tm="0">
                                          <p:val>
                                            <p:strVal val="#ppt_x"/>
                                          </p:val>
                                        </p:tav>
                                        <p:tav tm="100000">
                                          <p:val>
                                            <p:strVal val="#ppt_x"/>
                                          </p:val>
                                        </p:tav>
                                      </p:tavLst>
                                    </p:anim>
                                    <p:anim calcmode="lin" valueType="num">
                                      <p:cBhvr additive="base">
                                        <p:cTn id="30"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79" grpId="0" animBg="1"/>
      <p:bldP spid="80" grpId="0" animBg="1"/>
      <p:bldP spid="81"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D96CAD-A9D7-8C45-AD1C-FEC20F7014F1}"/>
              </a:ext>
            </a:extLst>
          </p:cNvPr>
          <p:cNvSpPr>
            <a:spLocks noGrp="1"/>
          </p:cNvSpPr>
          <p:nvPr>
            <p:ph type="title"/>
          </p:nvPr>
        </p:nvSpPr>
        <p:spPr>
          <a:xfrm>
            <a:off x="226610" y="232604"/>
            <a:ext cx="8610600" cy="739341"/>
          </a:xfrm>
        </p:spPr>
        <p:txBody>
          <a:bodyPr/>
          <a:lstStyle/>
          <a:p>
            <a:r>
              <a:rPr lang="zh-CN" altLang="en-US" dirty="0">
                <a:ea typeface="ＭＳ Ｐゴシック" panose="020B0600070205080204" pitchFamily="34" charset="-128"/>
              </a:rPr>
              <a:t>图优化</a:t>
            </a:r>
            <a:r>
              <a:rPr lang="en-US" altLang="zh-CN" dirty="0">
                <a:ea typeface="ＭＳ Ｐゴシック" panose="020B0600070205080204" pitchFamily="34" charset="-128"/>
              </a:rPr>
              <a:t>-</a:t>
            </a:r>
            <a:r>
              <a:rPr lang="zh-CN" altLang="en-US" dirty="0">
                <a:ea typeface="ＭＳ Ｐゴシック" panose="020B0600070205080204" pitchFamily="34" charset="-128"/>
              </a:rPr>
              <a:t>算子融合（</a:t>
            </a:r>
            <a:r>
              <a:rPr lang="en-US" altLang="zh-CN" dirty="0">
                <a:ea typeface="ＭＳ Ｐゴシック" panose="020B0600070205080204" pitchFamily="34" charset="-128"/>
              </a:rPr>
              <a:t>Intuition</a:t>
            </a:r>
            <a:r>
              <a:rPr lang="zh-CN" altLang="en-US" dirty="0">
                <a:ea typeface="ＭＳ Ｐゴシック" panose="020B0600070205080204" pitchFamily="34" charset="-128"/>
              </a:rPr>
              <a:t>）</a:t>
            </a:r>
            <a:br>
              <a:rPr lang="zh-CN" altLang="en-US" dirty="0">
                <a:ea typeface="ＭＳ Ｐゴシック" panose="020B0600070205080204" pitchFamily="34" charset="-128"/>
              </a:rPr>
            </a:br>
            <a:br>
              <a:rPr lang="en-US" altLang="zh-CN" dirty="0">
                <a:ea typeface="ＭＳ Ｐゴシック" panose="020B0600070205080204" pitchFamily="34" charset="-128"/>
              </a:rPr>
            </a:br>
            <a:endParaRPr lang="en-US" altLang="en-US" dirty="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073A7333-83F5-2B47-8060-DE2CC8AC0946}"/>
              </a:ext>
            </a:extLst>
          </p:cNvPr>
          <p:cNvSpPr>
            <a:spLocks noGrp="1"/>
          </p:cNvSpPr>
          <p:nvPr>
            <p:ph type="sldNum" sz="quarter" idx="11"/>
          </p:nvPr>
        </p:nvSpPr>
        <p:spPr>
          <a:xfrm>
            <a:off x="7378637" y="6441870"/>
            <a:ext cx="1460563"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F34179-0770-7443-BCBE-3A30EF193D4C}" type="slidenum">
              <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144</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89" name="箭头: 右 88">
            <a:extLst>
              <a:ext uri="{FF2B5EF4-FFF2-40B4-BE49-F238E27FC236}">
                <a16:creationId xmlns:a16="http://schemas.microsoft.com/office/drawing/2014/main" id="{48631497-9992-4E99-BF74-21A2A4A70777}"/>
              </a:ext>
            </a:extLst>
          </p:cNvPr>
          <p:cNvSpPr/>
          <p:nvPr/>
        </p:nvSpPr>
        <p:spPr>
          <a:xfrm>
            <a:off x="6319215" y="3160600"/>
            <a:ext cx="735087" cy="649539"/>
          </a:xfrm>
          <a:prstGeom prst="rightArrow">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solidFill>
                <a:schemeClr val="tx1"/>
              </a:solidFill>
            </a:endParaRPr>
          </a:p>
        </p:txBody>
      </p:sp>
      <p:grpSp>
        <p:nvGrpSpPr>
          <p:cNvPr id="4" name="组合 3">
            <a:extLst>
              <a:ext uri="{FF2B5EF4-FFF2-40B4-BE49-F238E27FC236}">
                <a16:creationId xmlns:a16="http://schemas.microsoft.com/office/drawing/2014/main" id="{678F647D-3C51-40FF-A039-CA95FDC8D535}"/>
              </a:ext>
            </a:extLst>
          </p:cNvPr>
          <p:cNvGrpSpPr/>
          <p:nvPr/>
        </p:nvGrpSpPr>
        <p:grpSpPr>
          <a:xfrm>
            <a:off x="3810000" y="1369594"/>
            <a:ext cx="2181947" cy="4375262"/>
            <a:chOff x="3240973" y="1194506"/>
            <a:chExt cx="2181947" cy="4375262"/>
          </a:xfrm>
        </p:grpSpPr>
        <p:sp>
          <p:nvSpPr>
            <p:cNvPr id="82" name="椭圆 81">
              <a:extLst>
                <a:ext uri="{FF2B5EF4-FFF2-40B4-BE49-F238E27FC236}">
                  <a16:creationId xmlns:a16="http://schemas.microsoft.com/office/drawing/2014/main" id="{E219BE68-66B2-459E-ACC8-714AB1ECEEC9}"/>
                </a:ext>
              </a:extLst>
            </p:cNvPr>
            <p:cNvSpPr/>
            <p:nvPr/>
          </p:nvSpPr>
          <p:spPr>
            <a:xfrm>
              <a:off x="3657600" y="1194506"/>
              <a:ext cx="1273575" cy="6495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00" dirty="0">
                  <a:solidFill>
                    <a:schemeClr val="tx1"/>
                  </a:solidFill>
                </a:rPr>
                <a:t>Data</a:t>
              </a:r>
            </a:p>
          </p:txBody>
        </p:sp>
        <p:sp>
          <p:nvSpPr>
            <p:cNvPr id="83" name="椭圆 82">
              <a:extLst>
                <a:ext uri="{FF2B5EF4-FFF2-40B4-BE49-F238E27FC236}">
                  <a16:creationId xmlns:a16="http://schemas.microsoft.com/office/drawing/2014/main" id="{AEEB023D-53D4-4894-A8AD-8C3B58172BDE}"/>
                </a:ext>
              </a:extLst>
            </p:cNvPr>
            <p:cNvSpPr/>
            <p:nvPr/>
          </p:nvSpPr>
          <p:spPr>
            <a:xfrm>
              <a:off x="3622915" y="2329623"/>
              <a:ext cx="1342943" cy="6495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00" dirty="0">
                  <a:solidFill>
                    <a:schemeClr val="tx1"/>
                  </a:solidFill>
                </a:rPr>
                <a:t>Conv2D</a:t>
              </a:r>
            </a:p>
          </p:txBody>
        </p:sp>
        <p:sp>
          <p:nvSpPr>
            <p:cNvPr id="84" name="椭圆 83">
              <a:extLst>
                <a:ext uri="{FF2B5EF4-FFF2-40B4-BE49-F238E27FC236}">
                  <a16:creationId xmlns:a16="http://schemas.microsoft.com/office/drawing/2014/main" id="{7E07C418-9EC1-4414-9786-1405C1072B06}"/>
                </a:ext>
              </a:extLst>
            </p:cNvPr>
            <p:cNvSpPr/>
            <p:nvPr/>
          </p:nvSpPr>
          <p:spPr>
            <a:xfrm>
              <a:off x="3398905" y="3464740"/>
              <a:ext cx="1790962" cy="6495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00" dirty="0" err="1">
                  <a:solidFill>
                    <a:schemeClr val="tx1"/>
                  </a:solidFill>
                </a:rPr>
                <a:t>BatchNorm</a:t>
              </a:r>
              <a:endParaRPr lang="en-US" altLang="zh-CN" sz="1700" dirty="0">
                <a:solidFill>
                  <a:schemeClr val="tx1"/>
                </a:solidFill>
              </a:endParaRPr>
            </a:p>
          </p:txBody>
        </p:sp>
        <p:sp>
          <p:nvSpPr>
            <p:cNvPr id="85" name="椭圆 84">
              <a:extLst>
                <a:ext uri="{FF2B5EF4-FFF2-40B4-BE49-F238E27FC236}">
                  <a16:creationId xmlns:a16="http://schemas.microsoft.com/office/drawing/2014/main" id="{CD3CD519-465B-4241-8602-3FED939E7F70}"/>
                </a:ext>
              </a:extLst>
            </p:cNvPr>
            <p:cNvSpPr/>
            <p:nvPr/>
          </p:nvSpPr>
          <p:spPr>
            <a:xfrm>
              <a:off x="3657600" y="4599857"/>
              <a:ext cx="1273575" cy="6495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00" dirty="0" err="1">
                  <a:solidFill>
                    <a:schemeClr val="tx1"/>
                  </a:solidFill>
                </a:rPr>
                <a:t>Relu</a:t>
              </a:r>
              <a:endParaRPr lang="en-US" altLang="zh-CN" sz="1700" dirty="0">
                <a:solidFill>
                  <a:schemeClr val="tx1"/>
                </a:solidFill>
              </a:endParaRPr>
            </a:p>
          </p:txBody>
        </p:sp>
        <p:cxnSp>
          <p:nvCxnSpPr>
            <p:cNvPr id="86" name="直接箭头连接符 85">
              <a:extLst>
                <a:ext uri="{FF2B5EF4-FFF2-40B4-BE49-F238E27FC236}">
                  <a16:creationId xmlns:a16="http://schemas.microsoft.com/office/drawing/2014/main" id="{14B6B694-F6F8-445C-9E65-7738EF826B24}"/>
                </a:ext>
              </a:extLst>
            </p:cNvPr>
            <p:cNvCxnSpPr>
              <a:stCxn id="82" idx="4"/>
              <a:endCxn id="83" idx="0"/>
            </p:cNvCxnSpPr>
            <p:nvPr/>
          </p:nvCxnSpPr>
          <p:spPr>
            <a:xfrm flipH="1">
              <a:off x="4294387" y="1844045"/>
              <a:ext cx="1" cy="48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E5E5F6B4-1219-4939-9503-44B5B4847AAE}"/>
                </a:ext>
              </a:extLst>
            </p:cNvPr>
            <p:cNvCxnSpPr>
              <a:stCxn id="83" idx="4"/>
              <a:endCxn id="84" idx="0"/>
            </p:cNvCxnSpPr>
            <p:nvPr/>
          </p:nvCxnSpPr>
          <p:spPr>
            <a:xfrm flipH="1">
              <a:off x="4294386" y="2979162"/>
              <a:ext cx="1" cy="48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06BEAF75-54B4-4309-BE76-2AE7DE0DBC60}"/>
                </a:ext>
              </a:extLst>
            </p:cNvPr>
            <p:cNvCxnSpPr>
              <a:stCxn id="84" idx="4"/>
              <a:endCxn id="85" idx="0"/>
            </p:cNvCxnSpPr>
            <p:nvPr/>
          </p:nvCxnSpPr>
          <p:spPr>
            <a:xfrm>
              <a:off x="4294386" y="4114279"/>
              <a:ext cx="2" cy="48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矩形 89">
              <a:extLst>
                <a:ext uri="{FF2B5EF4-FFF2-40B4-BE49-F238E27FC236}">
                  <a16:creationId xmlns:a16="http://schemas.microsoft.com/office/drawing/2014/main" id="{07F410D8-8323-48A2-8AD9-8EB45AD18E58}"/>
                </a:ext>
              </a:extLst>
            </p:cNvPr>
            <p:cNvSpPr/>
            <p:nvPr/>
          </p:nvSpPr>
          <p:spPr>
            <a:xfrm>
              <a:off x="3240973" y="2120272"/>
              <a:ext cx="2181947" cy="344949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solidFill>
                  <a:schemeClr val="tx1"/>
                </a:solidFill>
              </a:endParaRPr>
            </a:p>
          </p:txBody>
        </p:sp>
      </p:grpSp>
      <p:grpSp>
        <p:nvGrpSpPr>
          <p:cNvPr id="3" name="组合 2">
            <a:extLst>
              <a:ext uri="{FF2B5EF4-FFF2-40B4-BE49-F238E27FC236}">
                <a16:creationId xmlns:a16="http://schemas.microsoft.com/office/drawing/2014/main" id="{80135624-6B58-4E22-912C-DED69E4AB71D}"/>
              </a:ext>
            </a:extLst>
          </p:cNvPr>
          <p:cNvGrpSpPr/>
          <p:nvPr/>
        </p:nvGrpSpPr>
        <p:grpSpPr>
          <a:xfrm>
            <a:off x="6253719" y="2390476"/>
            <a:ext cx="2833089" cy="2427845"/>
            <a:chOff x="6208457" y="2137182"/>
            <a:chExt cx="2833089" cy="2427845"/>
          </a:xfrm>
        </p:grpSpPr>
        <p:sp>
          <p:nvSpPr>
            <p:cNvPr id="91" name="椭圆 90">
              <a:extLst>
                <a:ext uri="{FF2B5EF4-FFF2-40B4-BE49-F238E27FC236}">
                  <a16:creationId xmlns:a16="http://schemas.microsoft.com/office/drawing/2014/main" id="{7F8FABBF-63F0-4707-83F4-25265BE75253}"/>
                </a:ext>
              </a:extLst>
            </p:cNvPr>
            <p:cNvSpPr/>
            <p:nvPr/>
          </p:nvSpPr>
          <p:spPr>
            <a:xfrm>
              <a:off x="7140871" y="2137182"/>
              <a:ext cx="968263" cy="6495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Data</a:t>
              </a:r>
            </a:p>
          </p:txBody>
        </p:sp>
        <p:sp>
          <p:nvSpPr>
            <p:cNvPr id="92" name="椭圆 91">
              <a:extLst>
                <a:ext uri="{FF2B5EF4-FFF2-40B4-BE49-F238E27FC236}">
                  <a16:creationId xmlns:a16="http://schemas.microsoft.com/office/drawing/2014/main" id="{7EE96914-BBB7-49F0-A301-64A18DBBAA0A}"/>
                </a:ext>
              </a:extLst>
            </p:cNvPr>
            <p:cNvSpPr/>
            <p:nvPr/>
          </p:nvSpPr>
          <p:spPr>
            <a:xfrm>
              <a:off x="6208457" y="3915488"/>
              <a:ext cx="2833089" cy="6495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Conv2D_BatchNorm_Relu</a:t>
              </a:r>
            </a:p>
          </p:txBody>
        </p:sp>
        <p:cxnSp>
          <p:nvCxnSpPr>
            <p:cNvPr id="93" name="直接箭头连接符 92">
              <a:extLst>
                <a:ext uri="{FF2B5EF4-FFF2-40B4-BE49-F238E27FC236}">
                  <a16:creationId xmlns:a16="http://schemas.microsoft.com/office/drawing/2014/main" id="{94BBF45D-8A91-49B4-BE17-0E85A59D75AB}"/>
                </a:ext>
              </a:extLst>
            </p:cNvPr>
            <p:cNvCxnSpPr>
              <a:cxnSpLocks/>
              <a:stCxn id="91" idx="4"/>
              <a:endCxn id="92" idx="0"/>
            </p:cNvCxnSpPr>
            <p:nvPr/>
          </p:nvCxnSpPr>
          <p:spPr>
            <a:xfrm flipH="1">
              <a:off x="7625002" y="2786721"/>
              <a:ext cx="1" cy="11287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4" name="矩形 93">
            <a:extLst>
              <a:ext uri="{FF2B5EF4-FFF2-40B4-BE49-F238E27FC236}">
                <a16:creationId xmlns:a16="http://schemas.microsoft.com/office/drawing/2014/main" id="{EBD2898A-776F-49E4-912A-D51AB3C1E117}"/>
              </a:ext>
            </a:extLst>
          </p:cNvPr>
          <p:cNvSpPr/>
          <p:nvPr/>
        </p:nvSpPr>
        <p:spPr>
          <a:xfrm>
            <a:off x="323556" y="3886200"/>
            <a:ext cx="3595090" cy="1615827"/>
          </a:xfrm>
          <a:prstGeom prst="rect">
            <a:avLst/>
          </a:prstGeom>
        </p:spPr>
        <p:txBody>
          <a:bodyPr wrap="square">
            <a:spAutoFit/>
          </a:bodyPr>
          <a:lstStyle/>
          <a:p>
            <a:pPr marL="0" marR="0" lvl="0" indent="0" algn="l" defTabSz="914400" rtl="0" eaLnBrk="1" fontAlgn="base" latinLnBrk="0" hangingPunct="1">
              <a:lnSpc>
                <a:spcPct val="150000"/>
              </a:lnSpc>
              <a:spcBef>
                <a:spcPts val="600"/>
              </a:spcBef>
              <a:spcAft>
                <a:spcPct val="0"/>
              </a:spcAft>
              <a:buClrTx/>
              <a:buSzPct val="60000"/>
              <a:buFontTx/>
              <a:buNone/>
              <a:tabLst/>
              <a:defRPr/>
            </a:pPr>
            <a:r>
              <a:rPr kumimoji="0" lang="zh-CN" altLang="en-US" sz="2000" b="1"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cs typeface="+mn-cs"/>
              </a:rPr>
              <a:t>算子执行的访存特性：</a:t>
            </a:r>
            <a:endParaRPr lang="en-US" altLang="zh-CN" sz="2000" b="1" dirty="0">
              <a:solidFill>
                <a:srgbClr val="1D1D1A"/>
              </a:solidFill>
              <a:latin typeface="微软雅黑" panose="020B0503020204020204" pitchFamily="34" charset="-122"/>
              <a:ea typeface="黑体" panose="02010609060101010101" pitchFamily="49" charset="-122"/>
            </a:endParaRPr>
          </a:p>
          <a:p>
            <a:pPr marL="171450" marR="0" lvl="0" indent="-171450" algn="l" defTabSz="914400" rtl="0" eaLnBrk="1" fontAlgn="base" latinLnBrk="0" hangingPunct="1">
              <a:lnSpc>
                <a:spcPct val="150000"/>
              </a:lnSpc>
              <a:spcBef>
                <a:spcPts val="0"/>
              </a:spcBef>
              <a:spcAft>
                <a:spcPct val="0"/>
              </a:spcAft>
              <a:buClrTx/>
              <a:buSzPct val="60000"/>
              <a:buFont typeface="Wingdings" panose="05000000000000000000" pitchFamily="2" charset="2"/>
              <a:buChar char="l"/>
              <a:tabLst/>
              <a:defRPr/>
            </a:pPr>
            <a:r>
              <a:rPr kumimoji="0" lang="en-US" altLang="zh-CN" sz="1600" b="1" i="0" u="none" strike="noStrike" kern="1200" cap="none" spc="0" normalizeH="0" baseline="0" noProof="0" dirty="0" err="1">
                <a:ln>
                  <a:noFill/>
                </a:ln>
                <a:solidFill>
                  <a:srgbClr val="1D1D1A"/>
                </a:solidFill>
                <a:effectLst/>
                <a:uLnTx/>
                <a:uFillTx/>
                <a:latin typeface="微软雅黑" panose="020B0503020204020204" pitchFamily="34" charset="-122"/>
                <a:ea typeface="黑体" panose="02010609060101010101" pitchFamily="49" charset="-122"/>
                <a:cs typeface="+mn-cs"/>
              </a:rPr>
              <a:t>ConvD</a:t>
            </a:r>
            <a:r>
              <a:rPr kumimoji="0" lang="zh-CN" altLang="en-US" sz="1600" b="1"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cs typeface="+mn-cs"/>
              </a:rPr>
              <a:t>：</a:t>
            </a:r>
            <a:r>
              <a:rPr kumimoji="0" lang="zh-CN" altLang="en-US" sz="1600"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cs typeface="+mn-cs"/>
              </a:rPr>
              <a:t>顺序写</a:t>
            </a:r>
            <a:endParaRPr kumimoji="0" lang="en-US" altLang="zh-CN" sz="1600"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cs typeface="+mn-cs"/>
            </a:endParaRPr>
          </a:p>
          <a:p>
            <a:pPr marL="171450" marR="0" lvl="0" indent="-171450" algn="l" defTabSz="914400" rtl="0" eaLnBrk="1" fontAlgn="base" latinLnBrk="0" hangingPunct="1">
              <a:lnSpc>
                <a:spcPct val="150000"/>
              </a:lnSpc>
              <a:spcBef>
                <a:spcPts val="0"/>
              </a:spcBef>
              <a:spcAft>
                <a:spcPct val="0"/>
              </a:spcAft>
              <a:buClrTx/>
              <a:buSzPct val="60000"/>
              <a:buFont typeface="Wingdings" panose="05000000000000000000" pitchFamily="2" charset="2"/>
              <a:buChar char="l"/>
              <a:tabLst/>
              <a:defRPr/>
            </a:pPr>
            <a:r>
              <a:rPr kumimoji="0" lang="en-US" altLang="zh-CN" sz="1600" b="1" i="0" u="none" strike="noStrike" kern="1200" cap="none" spc="0" normalizeH="0" baseline="0" noProof="0" dirty="0" err="1">
                <a:ln>
                  <a:noFill/>
                </a:ln>
                <a:solidFill>
                  <a:srgbClr val="1D1D1A"/>
                </a:solidFill>
                <a:effectLst/>
                <a:uLnTx/>
                <a:uFillTx/>
                <a:latin typeface="微软雅黑" panose="020B0503020204020204" pitchFamily="34" charset="-122"/>
                <a:ea typeface="黑体" panose="02010609060101010101" pitchFamily="49" charset="-122"/>
                <a:cs typeface="+mn-cs"/>
              </a:rPr>
              <a:t>BatchNorm</a:t>
            </a:r>
            <a:r>
              <a:rPr kumimoji="0" lang="zh-CN" altLang="en-US" sz="1600" b="1"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cs typeface="+mn-cs"/>
              </a:rPr>
              <a:t>：</a:t>
            </a:r>
            <a:r>
              <a:rPr kumimoji="0" lang="zh-CN" altLang="en-US" sz="1600"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cs typeface="+mn-cs"/>
              </a:rPr>
              <a:t>顺序读写</a:t>
            </a:r>
            <a:endParaRPr kumimoji="0" lang="en-US" altLang="zh-CN" sz="1600"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cs typeface="+mn-cs"/>
            </a:endParaRPr>
          </a:p>
          <a:p>
            <a:pPr marL="171450" lvl="0" indent="-171450">
              <a:lnSpc>
                <a:spcPct val="150000"/>
              </a:lnSpc>
              <a:spcBef>
                <a:spcPts val="0"/>
              </a:spcBef>
              <a:buSzPct val="60000"/>
              <a:buFont typeface="Wingdings" panose="05000000000000000000" pitchFamily="2" charset="2"/>
              <a:buChar char="l"/>
              <a:defRPr/>
            </a:pPr>
            <a:r>
              <a:rPr kumimoji="0" lang="en-US" altLang="zh-CN" sz="1600" b="1" i="0" u="none" strike="noStrike" kern="1200" cap="none" spc="0" normalizeH="0" baseline="0" noProof="0" dirty="0" err="1">
                <a:ln>
                  <a:noFill/>
                </a:ln>
                <a:solidFill>
                  <a:srgbClr val="1D1D1A"/>
                </a:solidFill>
                <a:effectLst/>
                <a:uLnTx/>
                <a:uFillTx/>
                <a:latin typeface="微软雅黑" panose="020B0503020204020204" pitchFamily="34" charset="-122"/>
                <a:ea typeface="黑体" panose="02010609060101010101" pitchFamily="49" charset="-122"/>
                <a:cs typeface="+mn-cs"/>
              </a:rPr>
              <a:t>ReLU</a:t>
            </a:r>
            <a:r>
              <a:rPr kumimoji="0" lang="zh-CN" altLang="en-US" sz="1600" b="0"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cs typeface="+mn-cs"/>
              </a:rPr>
              <a:t>：</a:t>
            </a:r>
            <a:r>
              <a:rPr lang="zh-CN" altLang="en-US" sz="1600" dirty="0">
                <a:solidFill>
                  <a:srgbClr val="1D1D1A"/>
                </a:solidFill>
                <a:latin typeface="微软雅黑" panose="020B0503020204020204" pitchFamily="34" charset="-122"/>
                <a:ea typeface="黑体" panose="02010609060101010101" pitchFamily="49" charset="-122"/>
              </a:rPr>
              <a:t>顺序读写</a:t>
            </a:r>
            <a:endParaRPr kumimoji="0" lang="zh-CN" altLang="en-US" sz="1600" i="0" u="none" strike="noStrike" kern="1200" cap="none" spc="0" normalizeH="0" baseline="0" noProof="0" dirty="0">
              <a:ln>
                <a:noFill/>
              </a:ln>
              <a:solidFill>
                <a:srgbClr val="1D1D1A"/>
              </a:solidFill>
              <a:effectLst/>
              <a:uLnTx/>
              <a:uFillTx/>
              <a:latin typeface="微软雅黑" panose="020B0503020204020204" pitchFamily="34" charset="-122"/>
              <a:ea typeface="黑体" panose="02010609060101010101" pitchFamily="49" charset="-122"/>
            </a:endParaRPr>
          </a:p>
        </p:txBody>
      </p:sp>
      <p:grpSp>
        <p:nvGrpSpPr>
          <p:cNvPr id="7" name="组合 6">
            <a:extLst>
              <a:ext uri="{FF2B5EF4-FFF2-40B4-BE49-F238E27FC236}">
                <a16:creationId xmlns:a16="http://schemas.microsoft.com/office/drawing/2014/main" id="{E4C1AF55-D6A3-47DC-A8C5-45D2F8BB2FBC}"/>
              </a:ext>
            </a:extLst>
          </p:cNvPr>
          <p:cNvGrpSpPr/>
          <p:nvPr/>
        </p:nvGrpSpPr>
        <p:grpSpPr>
          <a:xfrm>
            <a:off x="266015" y="1442139"/>
            <a:ext cx="2832080" cy="1387341"/>
            <a:chOff x="266015" y="1442139"/>
            <a:chExt cx="2832080" cy="1387341"/>
          </a:xfrm>
        </p:grpSpPr>
        <p:sp>
          <p:nvSpPr>
            <p:cNvPr id="5" name="矩形 4">
              <a:extLst>
                <a:ext uri="{FF2B5EF4-FFF2-40B4-BE49-F238E27FC236}">
                  <a16:creationId xmlns:a16="http://schemas.microsoft.com/office/drawing/2014/main" id="{AD3C610E-31EA-4309-A7C6-BF3C2D46465C}"/>
                </a:ext>
              </a:extLst>
            </p:cNvPr>
            <p:cNvSpPr/>
            <p:nvPr/>
          </p:nvSpPr>
          <p:spPr>
            <a:xfrm>
              <a:off x="266015" y="1442139"/>
              <a:ext cx="2832080" cy="994503"/>
            </a:xfrm>
            <a:prstGeom prst="rect">
              <a:avLst/>
            </a:prstGeom>
          </p:spPr>
          <p:txBody>
            <a:bodyPr wrap="square">
              <a:spAutoFit/>
            </a:bodyPr>
            <a:lstStyle/>
            <a:p>
              <a:pPr lvl="0">
                <a:lnSpc>
                  <a:spcPct val="150000"/>
                </a:lnSpc>
                <a:spcBef>
                  <a:spcPts val="600"/>
                </a:spcBef>
                <a:buSzPct val="60000"/>
                <a:defRPr/>
              </a:pPr>
              <a:r>
                <a:rPr lang="zh-CN" altLang="en-US" sz="2000" b="1" dirty="0">
                  <a:solidFill>
                    <a:srgbClr val="1D1D1A"/>
                  </a:solidFill>
                  <a:latin typeface="微软雅黑" panose="020B0503020204020204" pitchFamily="34" charset="-122"/>
                  <a:ea typeface="黑体" panose="02010609060101010101" pitchFamily="49" charset="-122"/>
                </a:rPr>
                <a:t>算子特性</a:t>
              </a:r>
              <a:r>
                <a:rPr lang="zh-CN" altLang="en-US" b="1" dirty="0">
                  <a:solidFill>
                    <a:srgbClr val="1D1D1A"/>
                  </a:solidFill>
                  <a:latin typeface="微软雅黑" panose="020B0503020204020204" pitchFamily="34" charset="-122"/>
                  <a:ea typeface="黑体" panose="02010609060101010101" pitchFamily="49" charset="-122"/>
                </a:rPr>
                <a:t>：</a:t>
              </a:r>
              <a:endParaRPr lang="en-US" altLang="zh-CN" b="1" dirty="0">
                <a:solidFill>
                  <a:srgbClr val="1D1D1A"/>
                </a:solidFill>
                <a:latin typeface="微软雅黑" panose="020B0503020204020204" pitchFamily="34" charset="-122"/>
                <a:ea typeface="黑体" panose="02010609060101010101" pitchFamily="49" charset="-122"/>
              </a:endParaRPr>
            </a:p>
            <a:p>
              <a:pPr lvl="0">
                <a:lnSpc>
                  <a:spcPct val="150000"/>
                </a:lnSpc>
                <a:spcBef>
                  <a:spcPts val="600"/>
                </a:spcBef>
                <a:buSzPct val="60000"/>
                <a:defRPr/>
              </a:pPr>
              <a:r>
                <a:rPr lang="en-US" altLang="zh-CN" b="1" dirty="0">
                  <a:solidFill>
                    <a:srgbClr val="1D1D1A"/>
                  </a:solidFill>
                  <a:latin typeface="微软雅黑" panose="020B0503020204020204" pitchFamily="34" charset="-122"/>
                  <a:ea typeface="黑体" panose="02010609060101010101" pitchFamily="49" charset="-122"/>
                </a:rPr>
                <a:t>  </a:t>
              </a:r>
              <a:r>
                <a:rPr lang="zh-CN" altLang="en-US" dirty="0">
                  <a:solidFill>
                    <a:srgbClr val="1D1D1A"/>
                  </a:solidFill>
                  <a:latin typeface="微软雅黑" panose="020B0503020204020204" pitchFamily="34" charset="-122"/>
                  <a:ea typeface="黑体" panose="02010609060101010101" pitchFamily="49" charset="-122"/>
                </a:rPr>
                <a:t>每个算子都从内存读数</a:t>
              </a:r>
              <a:endParaRPr lang="en-US" altLang="zh-CN" dirty="0">
                <a:solidFill>
                  <a:srgbClr val="1D1D1A"/>
                </a:solidFill>
                <a:latin typeface="微软雅黑" panose="020B0503020204020204" pitchFamily="34" charset="-122"/>
                <a:ea typeface="黑体" panose="02010609060101010101" pitchFamily="49" charset="-122"/>
              </a:endParaRPr>
            </a:p>
          </p:txBody>
        </p:sp>
        <p:sp>
          <p:nvSpPr>
            <p:cNvPr id="6" name="矩形 5">
              <a:extLst>
                <a:ext uri="{FF2B5EF4-FFF2-40B4-BE49-F238E27FC236}">
                  <a16:creationId xmlns:a16="http://schemas.microsoft.com/office/drawing/2014/main" id="{9C60198D-C9F1-448D-A8C1-302F2C8C6A23}"/>
                </a:ext>
              </a:extLst>
            </p:cNvPr>
            <p:cNvSpPr/>
            <p:nvPr/>
          </p:nvSpPr>
          <p:spPr>
            <a:xfrm>
              <a:off x="407060" y="2460148"/>
              <a:ext cx="2031325" cy="369332"/>
            </a:xfrm>
            <a:prstGeom prst="rect">
              <a:avLst/>
            </a:prstGeom>
          </p:spPr>
          <p:txBody>
            <a:bodyPr wrap="none">
              <a:spAutoFit/>
            </a:bodyPr>
            <a:lstStyle/>
            <a:p>
              <a:r>
                <a:rPr lang="zh-CN" altLang="en-US" dirty="0">
                  <a:solidFill>
                    <a:srgbClr val="1D1D1A"/>
                  </a:solidFill>
                  <a:latin typeface="微软雅黑" panose="020B0503020204020204" pitchFamily="34" charset="-122"/>
                  <a:ea typeface="黑体" panose="02010609060101010101" pitchFamily="49" charset="-122"/>
                </a:rPr>
                <a:t>计算完成放回内存</a:t>
              </a:r>
              <a:endParaRPr lang="zh-CN" altLang="en-US" dirty="0"/>
            </a:p>
          </p:txBody>
        </p:sp>
      </p:grpSp>
    </p:spTree>
    <p:extLst>
      <p:ext uri="{BB962C8B-B14F-4D97-AF65-F5344CB8AC3E}">
        <p14:creationId xmlns:p14="http://schemas.microsoft.com/office/powerpoint/2010/main" val="396303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329B08F3-A1CC-4EEC-A0D6-7B648141B5A6}"/>
              </a:ext>
            </a:extLst>
          </p:cNvPr>
          <p:cNvPicPr>
            <a:picLocks noChangeAspect="1"/>
          </p:cNvPicPr>
          <p:nvPr/>
        </p:nvPicPr>
        <p:blipFill>
          <a:blip r:embed="rId2"/>
          <a:stretch>
            <a:fillRect/>
          </a:stretch>
        </p:blipFill>
        <p:spPr>
          <a:xfrm>
            <a:off x="-8467" y="1143000"/>
            <a:ext cx="9144000" cy="5237544"/>
          </a:xfrm>
          <a:prstGeom prst="rect">
            <a:avLst/>
          </a:prstGeom>
        </p:spPr>
      </p:pic>
      <p:sp>
        <p:nvSpPr>
          <p:cNvPr id="2" name="文本框 1">
            <a:extLst>
              <a:ext uri="{FF2B5EF4-FFF2-40B4-BE49-F238E27FC236}">
                <a16:creationId xmlns:a16="http://schemas.microsoft.com/office/drawing/2014/main" id="{98656C8A-00E7-4B64-B6CC-E1C1DCBAB57B}"/>
              </a:ext>
            </a:extLst>
          </p:cNvPr>
          <p:cNvSpPr txBox="1"/>
          <p:nvPr/>
        </p:nvSpPr>
        <p:spPr>
          <a:xfrm>
            <a:off x="228600" y="228600"/>
            <a:ext cx="2715167" cy="523220"/>
          </a:xfrm>
          <a:prstGeom prst="rect">
            <a:avLst/>
          </a:prstGeom>
          <a:noFill/>
        </p:spPr>
        <p:txBody>
          <a:bodyPr wrap="none" rtlCol="0">
            <a:spAutoFit/>
          </a:bodyPr>
          <a:lstStyle/>
          <a:p>
            <a:r>
              <a:rPr lang="en-US" altLang="zh-CN" sz="2800" dirty="0"/>
              <a:t>Where Are We?</a:t>
            </a:r>
            <a:endParaRPr lang="zh-CN" altLang="en-US" sz="2800" dirty="0"/>
          </a:p>
        </p:txBody>
      </p:sp>
      <p:sp>
        <p:nvSpPr>
          <p:cNvPr id="389" name="Rectangle 36">
            <a:extLst>
              <a:ext uri="{FF2B5EF4-FFF2-40B4-BE49-F238E27FC236}">
                <a16:creationId xmlns:a16="http://schemas.microsoft.com/office/drawing/2014/main" id="{3A283E61-5523-4D37-92A5-039A226F26F7}"/>
              </a:ext>
            </a:extLst>
          </p:cNvPr>
          <p:cNvSpPr/>
          <p:nvPr/>
        </p:nvSpPr>
        <p:spPr>
          <a:xfrm flipV="1">
            <a:off x="5638800" y="1117600"/>
            <a:ext cx="1447800" cy="10668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52882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z="4800" dirty="0" err="1">
                <a:cs typeface="+mn-ea"/>
                <a:sym typeface="+mn-lt"/>
              </a:rPr>
              <a:t>MindSpore</a:t>
            </a:r>
            <a:r>
              <a:rPr lang="zh-CN" altLang="en-US" sz="4800" dirty="0">
                <a:cs typeface="+mn-ea"/>
                <a:sym typeface="+mn-lt"/>
              </a:rPr>
              <a:t>逻辑架构</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146</a:t>
            </a:fld>
            <a:endParaRPr lang="en-US" altLang="en-US" sz="1600">
              <a:solidFill>
                <a:srgbClr val="000000"/>
              </a:solidFill>
              <a:latin typeface="Garamond" panose="02020404030301010803" pitchFamily="18" charset="0"/>
            </a:endParaRPr>
          </a:p>
        </p:txBody>
      </p:sp>
      <p:grpSp>
        <p:nvGrpSpPr>
          <p:cNvPr id="5" name="组合 4">
            <a:extLst>
              <a:ext uri="{FF2B5EF4-FFF2-40B4-BE49-F238E27FC236}">
                <a16:creationId xmlns:a16="http://schemas.microsoft.com/office/drawing/2014/main" id="{A17581D5-ADED-4BF8-9E0C-A0F1C012FE52}"/>
              </a:ext>
            </a:extLst>
          </p:cNvPr>
          <p:cNvGrpSpPr/>
          <p:nvPr/>
        </p:nvGrpSpPr>
        <p:grpSpPr>
          <a:xfrm>
            <a:off x="76200" y="1075532"/>
            <a:ext cx="6228843" cy="5386386"/>
            <a:chOff x="75701" y="1062296"/>
            <a:chExt cx="8347532" cy="5018069"/>
          </a:xfrm>
        </p:grpSpPr>
        <p:sp>
          <p:nvSpPr>
            <p:cNvPr id="6" name="矩形 5">
              <a:extLst>
                <a:ext uri="{FF2B5EF4-FFF2-40B4-BE49-F238E27FC236}">
                  <a16:creationId xmlns:a16="http://schemas.microsoft.com/office/drawing/2014/main" id="{E5A317D1-98AE-46E5-B8E4-9720A3E7A731}"/>
                </a:ext>
              </a:extLst>
            </p:cNvPr>
            <p:cNvSpPr/>
            <p:nvPr/>
          </p:nvSpPr>
          <p:spPr>
            <a:xfrm>
              <a:off x="2887106" y="1062296"/>
              <a:ext cx="5536127" cy="823105"/>
            </a:xfrm>
            <a:prstGeom prst="rect">
              <a:avLst/>
            </a:prstGeom>
            <a:solidFill>
              <a:srgbClr val="CCE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1D1D1A"/>
                  </a:solidFill>
                  <a:effectLst/>
                  <a:uLnTx/>
                  <a:uFillTx/>
                  <a:cs typeface="+mn-ea"/>
                  <a:sym typeface="+mn-lt"/>
                </a:rPr>
                <a:t>MindSpore Extend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cs typeface="+mn-ea"/>
                  <a:sym typeface="+mn-lt"/>
                </a:rPr>
                <a:t>GNN/</a:t>
              </a:r>
              <a:r>
                <a:rPr kumimoji="0" lang="zh-CN" altLang="en-US" sz="1600" b="0" i="0" u="none" strike="noStrike" kern="0" cap="none" spc="0" normalizeH="0" baseline="0" noProof="0" dirty="0">
                  <a:ln>
                    <a:noFill/>
                  </a:ln>
                  <a:solidFill>
                    <a:srgbClr val="1D1D1A"/>
                  </a:solidFill>
                  <a:effectLst/>
                  <a:uLnTx/>
                  <a:uFillTx/>
                  <a:cs typeface="+mn-ea"/>
                  <a:sym typeface="+mn-lt"/>
                </a:rPr>
                <a:t>深度概率编程</a:t>
              </a:r>
              <a:r>
                <a:rPr kumimoji="0" lang="en-US" altLang="zh-CN" sz="1600" b="0" i="0" u="none" strike="noStrike" kern="0" cap="none" spc="0" normalizeH="0" baseline="0" noProof="0" dirty="0">
                  <a:ln>
                    <a:noFill/>
                  </a:ln>
                  <a:solidFill>
                    <a:srgbClr val="1D1D1A"/>
                  </a:solidFill>
                  <a:effectLst/>
                  <a:uLnTx/>
                  <a:uFillTx/>
                  <a:cs typeface="+mn-ea"/>
                  <a:sym typeface="+mn-lt"/>
                </a:rPr>
                <a:t>/</a:t>
              </a:r>
              <a:r>
                <a:rPr kumimoji="0" lang="zh-CN" altLang="en-US" sz="1600" b="0" i="0" u="none" strike="noStrike" kern="0" cap="none" spc="0" normalizeH="0" baseline="0" noProof="0" dirty="0">
                  <a:ln>
                    <a:noFill/>
                  </a:ln>
                  <a:solidFill>
                    <a:srgbClr val="1D1D1A"/>
                  </a:solidFill>
                  <a:effectLst/>
                  <a:uLnTx/>
                  <a:uFillTx/>
                  <a:cs typeface="+mn-ea"/>
                  <a:sym typeface="+mn-lt"/>
                </a:rPr>
                <a:t>强化学习</a:t>
              </a:r>
              <a:r>
                <a:rPr kumimoji="0" lang="en-US" altLang="zh-CN" sz="1600" b="0" i="0" u="none" strike="noStrike" kern="0" cap="none" spc="0" normalizeH="0" baseline="0" noProof="0" dirty="0">
                  <a:ln>
                    <a:noFill/>
                  </a:ln>
                  <a:solidFill>
                    <a:srgbClr val="1D1D1A"/>
                  </a:solidFill>
                  <a:effectLst/>
                  <a:uLnTx/>
                  <a:uFillTx/>
                  <a:cs typeface="+mn-ea"/>
                  <a:sym typeface="+mn-lt"/>
                </a:rPr>
                <a:t>/</a:t>
              </a:r>
              <a:r>
                <a:rPr kumimoji="0" lang="zh-CN" altLang="en-US" sz="1600" b="0" i="0" u="none" strike="noStrike" kern="0" cap="none" spc="0" normalizeH="0" baseline="0" noProof="0" dirty="0">
                  <a:ln>
                    <a:noFill/>
                  </a:ln>
                  <a:solidFill>
                    <a:srgbClr val="1D1D1A"/>
                  </a:solidFill>
                  <a:effectLst/>
                  <a:uLnTx/>
                  <a:uFillTx/>
                  <a:cs typeface="+mn-ea"/>
                  <a:sym typeface="+mn-lt"/>
                </a:rPr>
                <a:t>微分方程</a:t>
              </a:r>
            </a:p>
          </p:txBody>
        </p:sp>
        <p:sp>
          <p:nvSpPr>
            <p:cNvPr id="7" name="矩形 6">
              <a:extLst>
                <a:ext uri="{FF2B5EF4-FFF2-40B4-BE49-F238E27FC236}">
                  <a16:creationId xmlns:a16="http://schemas.microsoft.com/office/drawing/2014/main" id="{49C156C8-5FCE-46CB-8C12-165331315D18}"/>
                </a:ext>
              </a:extLst>
            </p:cNvPr>
            <p:cNvSpPr/>
            <p:nvPr/>
          </p:nvSpPr>
          <p:spPr>
            <a:xfrm>
              <a:off x="75701" y="1988990"/>
              <a:ext cx="1133330" cy="3421615"/>
            </a:xfrm>
            <a:prstGeom prst="rect">
              <a:avLst/>
            </a:prstGeom>
            <a:solidFill>
              <a:srgbClr val="CCECFF">
                <a:alpha val="40000"/>
              </a:srgbClr>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Mind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err="1">
                  <a:ln>
                    <a:noFill/>
                  </a:ln>
                  <a:solidFill>
                    <a:srgbClr val="1D1D1A"/>
                  </a:solidFill>
                  <a:effectLst/>
                  <a:uLnTx/>
                  <a:uFillTx/>
                  <a:cs typeface="+mn-ea"/>
                  <a:sym typeface="+mn-lt"/>
                </a:rPr>
                <a:t>Armour</a:t>
              </a:r>
              <a:endParaRPr kumimoji="0" lang="en-US" altLang="zh-CN" sz="1400" b="1" i="0" u="none" strike="noStrike" kern="0" cap="none" spc="0" normalizeH="0" baseline="0" noProof="0" dirty="0">
                <a:ln>
                  <a:noFill/>
                </a:ln>
                <a:solidFill>
                  <a:srgbClr val="1D1D1A"/>
                </a:solidFill>
                <a:effectLst/>
                <a:uLnTx/>
                <a:uFillTx/>
                <a:cs typeface="+mn-ea"/>
                <a:sym typeface="+mn-lt"/>
              </a:endParaRPr>
            </a:p>
          </p:txBody>
        </p:sp>
        <p:sp>
          <p:nvSpPr>
            <p:cNvPr id="8" name="矩形 7">
              <a:extLst>
                <a:ext uri="{FF2B5EF4-FFF2-40B4-BE49-F238E27FC236}">
                  <a16:creationId xmlns:a16="http://schemas.microsoft.com/office/drawing/2014/main" id="{045AF7FE-05FD-4481-B848-445A20A66BC7}"/>
                </a:ext>
              </a:extLst>
            </p:cNvPr>
            <p:cNvSpPr/>
            <p:nvPr/>
          </p:nvSpPr>
          <p:spPr>
            <a:xfrm>
              <a:off x="75701" y="1062296"/>
              <a:ext cx="2707221" cy="823105"/>
            </a:xfrm>
            <a:prstGeom prst="rect">
              <a:avLst/>
            </a:prstGeom>
            <a:solidFill>
              <a:srgbClr val="CCEC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dirty="0">
                  <a:ln>
                    <a:noFill/>
                  </a:ln>
                  <a:solidFill>
                    <a:srgbClr val="1D1D1A"/>
                  </a:solidFill>
                  <a:effectLst/>
                  <a:uLnTx/>
                  <a:uFillTx/>
                  <a:cs typeface="+mn-ea"/>
                  <a:sym typeface="+mn-lt"/>
                </a:rPr>
                <a:t>Model Zoo</a:t>
              </a:r>
              <a:endParaRPr kumimoji="0" lang="zh-CN" altLang="en-US" b="1" i="0" u="none" strike="noStrike" kern="0" cap="none" spc="0" normalizeH="0" baseline="0" noProof="0" dirty="0">
                <a:ln>
                  <a:noFill/>
                </a:ln>
                <a:solidFill>
                  <a:srgbClr val="1D1D1A"/>
                </a:solidFill>
                <a:effectLst/>
                <a:uLnTx/>
                <a:uFillTx/>
                <a:cs typeface="+mn-ea"/>
                <a:sym typeface="+mn-lt"/>
              </a:endParaRPr>
            </a:p>
          </p:txBody>
        </p:sp>
        <p:sp>
          <p:nvSpPr>
            <p:cNvPr id="9" name="矩形 8">
              <a:extLst>
                <a:ext uri="{FF2B5EF4-FFF2-40B4-BE49-F238E27FC236}">
                  <a16:creationId xmlns:a16="http://schemas.microsoft.com/office/drawing/2014/main" id="{E2D1DA2D-5AA7-4E6B-9437-0C5333AC69C2}"/>
                </a:ext>
              </a:extLst>
            </p:cNvPr>
            <p:cNvSpPr/>
            <p:nvPr/>
          </p:nvSpPr>
          <p:spPr>
            <a:xfrm>
              <a:off x="1295385" y="1989913"/>
              <a:ext cx="1898731" cy="840061"/>
            </a:xfrm>
            <a:prstGeom prst="rect">
              <a:avLst/>
            </a:prstGeom>
            <a:solidFill>
              <a:srgbClr val="CCEC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err="1">
                  <a:ln>
                    <a:noFill/>
                  </a:ln>
                  <a:solidFill>
                    <a:srgbClr val="1D1D1A"/>
                  </a:solidFill>
                  <a:effectLst/>
                  <a:uLnTx/>
                  <a:uFillTx/>
                  <a:cs typeface="+mn-ea"/>
                  <a:sym typeface="+mn-lt"/>
                </a:rPr>
                <a:t>MindData</a:t>
              </a:r>
              <a:endParaRPr kumimoji="0" lang="zh-CN" altLang="en-US" sz="1600" b="1" i="0" u="none" strike="noStrike" kern="0" cap="none" spc="0" normalizeH="0" baseline="0" noProof="0" dirty="0">
                <a:ln>
                  <a:noFill/>
                </a:ln>
                <a:solidFill>
                  <a:srgbClr val="1D1D1A"/>
                </a:solidFill>
                <a:effectLst/>
                <a:uLnTx/>
                <a:uFillTx/>
                <a:cs typeface="+mn-ea"/>
                <a:sym typeface="+mn-lt"/>
              </a:endParaRPr>
            </a:p>
          </p:txBody>
        </p:sp>
        <p:sp>
          <p:nvSpPr>
            <p:cNvPr id="10" name="矩形 9">
              <a:extLst>
                <a:ext uri="{FF2B5EF4-FFF2-40B4-BE49-F238E27FC236}">
                  <a16:creationId xmlns:a16="http://schemas.microsoft.com/office/drawing/2014/main" id="{D592934B-0828-407B-A5DB-EDFE75A37D5F}"/>
                </a:ext>
              </a:extLst>
            </p:cNvPr>
            <p:cNvSpPr/>
            <p:nvPr/>
          </p:nvSpPr>
          <p:spPr>
            <a:xfrm>
              <a:off x="1285606" y="4734940"/>
              <a:ext cx="5954792" cy="696671"/>
            </a:xfrm>
            <a:prstGeom prst="rect">
              <a:avLst/>
            </a:prstGeom>
            <a:solidFill>
              <a:srgbClr val="CCEC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cs typeface="+mn-ea"/>
                  <a:sym typeface="+mn-lt"/>
                </a:rPr>
                <a:t>  </a:t>
              </a:r>
              <a:r>
                <a:rPr kumimoji="0" lang="en-US" altLang="zh-CN" sz="1400" b="1" i="0" u="none" strike="noStrike" kern="0" cap="none" spc="0" normalizeH="0" baseline="0" noProof="0" dirty="0" err="1">
                  <a:ln>
                    <a:noFill/>
                  </a:ln>
                  <a:solidFill>
                    <a:srgbClr val="1D1D1A"/>
                  </a:solidFill>
                  <a:effectLst/>
                  <a:uLnTx/>
                  <a:uFillTx/>
                  <a:cs typeface="+mn-ea"/>
                  <a:sym typeface="+mn-lt"/>
                </a:rPr>
                <a:t>MindRT</a:t>
              </a:r>
              <a:endParaRPr kumimoji="0" lang="zh-CN" altLang="en-US" sz="1400" b="1" i="0" u="none" strike="noStrike" kern="0" cap="none" spc="0" normalizeH="0" baseline="0" noProof="0" dirty="0">
                <a:ln>
                  <a:noFill/>
                </a:ln>
                <a:solidFill>
                  <a:srgbClr val="1D1D1A"/>
                </a:solidFill>
                <a:effectLst/>
                <a:uLnTx/>
                <a:uFillTx/>
                <a:cs typeface="+mn-ea"/>
                <a:sym typeface="+mn-lt"/>
              </a:endParaRPr>
            </a:p>
          </p:txBody>
        </p:sp>
        <p:sp>
          <p:nvSpPr>
            <p:cNvPr id="11" name="圆角矩形 62">
              <a:extLst>
                <a:ext uri="{FF2B5EF4-FFF2-40B4-BE49-F238E27FC236}">
                  <a16:creationId xmlns:a16="http://schemas.microsoft.com/office/drawing/2014/main" id="{1A4552FD-363C-4ACA-B5E2-80C0C2069B2E}"/>
                </a:ext>
              </a:extLst>
            </p:cNvPr>
            <p:cNvSpPr/>
            <p:nvPr/>
          </p:nvSpPr>
          <p:spPr>
            <a:xfrm>
              <a:off x="1486461" y="5044143"/>
              <a:ext cx="3313808"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cs typeface="+mn-ea"/>
                  <a:sym typeface="+mn-lt"/>
                </a:rPr>
                <a:t>MindRT(</a:t>
              </a:r>
              <a:r>
                <a:rPr kumimoji="0" lang="zh-CN" altLang="en-US" sz="1200" b="0" i="0" u="none" strike="noStrike" kern="0" cap="none" spc="0" normalizeH="0" baseline="0" noProof="0" dirty="0">
                  <a:ln>
                    <a:noFill/>
                  </a:ln>
                  <a:solidFill>
                    <a:srgbClr val="1D1D1A"/>
                  </a:solidFill>
                  <a:effectLst/>
                  <a:uLnTx/>
                  <a:uFillTx/>
                  <a:cs typeface="+mn-ea"/>
                  <a:sym typeface="+mn-lt"/>
                </a:rPr>
                <a:t>分布式</a:t>
              </a:r>
              <a:r>
                <a:rPr kumimoji="0" lang="en-US" altLang="zh-CN" sz="1200" b="0" i="0" u="none" strike="noStrike" kern="0" cap="none" spc="0" normalizeH="0" baseline="0" noProof="0" dirty="0">
                  <a:ln>
                    <a:noFill/>
                  </a:ln>
                  <a:solidFill>
                    <a:srgbClr val="1D1D1A"/>
                  </a:solidFill>
                  <a:effectLst/>
                  <a:uLnTx/>
                  <a:uFillTx/>
                  <a:cs typeface="+mn-ea"/>
                  <a:sym typeface="+mn-lt"/>
                </a:rPr>
                <a:t>DAG</a:t>
              </a:r>
              <a:r>
                <a:rPr kumimoji="0" lang="zh-CN" altLang="en-US" sz="1200" b="0" i="0" u="none" strike="noStrike" kern="0" cap="none" spc="0" normalizeH="0" baseline="0" noProof="0" dirty="0">
                  <a:ln>
                    <a:noFill/>
                  </a:ln>
                  <a:solidFill>
                    <a:srgbClr val="1D1D1A"/>
                  </a:solidFill>
                  <a:effectLst/>
                  <a:uLnTx/>
                  <a:uFillTx/>
                  <a:cs typeface="+mn-ea"/>
                  <a:sym typeface="+mn-lt"/>
                </a:rPr>
                <a:t>并行执行</a:t>
              </a:r>
              <a:r>
                <a:rPr kumimoji="0" lang="en-US" altLang="zh-CN" sz="1200" b="0" i="0" u="none" strike="noStrike" kern="0" cap="none" spc="0" normalizeH="0" baseline="0" noProof="0" dirty="0">
                  <a:ln>
                    <a:noFill/>
                  </a:ln>
                  <a:solidFill>
                    <a:srgbClr val="1D1D1A"/>
                  </a:solidFill>
                  <a:effectLst/>
                  <a:uLnTx/>
                  <a:uFillTx/>
                  <a:cs typeface="+mn-ea"/>
                  <a:sym typeface="+mn-lt"/>
                </a:rPr>
                <a:t>)</a:t>
              </a:r>
            </a:p>
          </p:txBody>
        </p:sp>
        <p:sp>
          <p:nvSpPr>
            <p:cNvPr id="12" name="圆角矩形 63">
              <a:extLst>
                <a:ext uri="{FF2B5EF4-FFF2-40B4-BE49-F238E27FC236}">
                  <a16:creationId xmlns:a16="http://schemas.microsoft.com/office/drawing/2014/main" id="{D40CDFE5-F464-4AC5-ADA0-1D1C9A085E01}"/>
                </a:ext>
              </a:extLst>
            </p:cNvPr>
            <p:cNvSpPr/>
            <p:nvPr/>
          </p:nvSpPr>
          <p:spPr>
            <a:xfrm>
              <a:off x="4916532" y="5044143"/>
              <a:ext cx="2117234"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cs typeface="+mn-ea"/>
                  <a:sym typeface="+mn-lt"/>
                </a:rPr>
                <a:t>MindRT Lite/Micro</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3" name="矩形 12">
              <a:extLst>
                <a:ext uri="{FF2B5EF4-FFF2-40B4-BE49-F238E27FC236}">
                  <a16:creationId xmlns:a16="http://schemas.microsoft.com/office/drawing/2014/main" id="{D62E1BD2-D3D1-4602-B5AB-AE8B4C4CF79B}"/>
                </a:ext>
              </a:extLst>
            </p:cNvPr>
            <p:cNvSpPr/>
            <p:nvPr/>
          </p:nvSpPr>
          <p:spPr>
            <a:xfrm>
              <a:off x="1302110" y="2917030"/>
              <a:ext cx="5932997" cy="1697007"/>
            </a:xfrm>
            <a:prstGeom prst="rect">
              <a:avLst/>
            </a:prstGeom>
            <a:solidFill>
              <a:srgbClr val="CCEC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MindCompiler</a:t>
              </a:r>
              <a:endParaRPr kumimoji="0" lang="zh-CN" altLang="en-US" sz="1400" b="1" i="0" u="none" strike="noStrike" kern="0" cap="none" spc="0" normalizeH="0" baseline="0" noProof="0" dirty="0">
                <a:ln>
                  <a:noFill/>
                </a:ln>
                <a:solidFill>
                  <a:srgbClr val="1D1D1A"/>
                </a:solidFill>
                <a:effectLst/>
                <a:uLnTx/>
                <a:uFillTx/>
                <a:cs typeface="+mn-ea"/>
                <a:sym typeface="+mn-lt"/>
              </a:endParaRPr>
            </a:p>
          </p:txBody>
        </p:sp>
        <p:sp>
          <p:nvSpPr>
            <p:cNvPr id="14" name="圆角矩形 65">
              <a:extLst>
                <a:ext uri="{FF2B5EF4-FFF2-40B4-BE49-F238E27FC236}">
                  <a16:creationId xmlns:a16="http://schemas.microsoft.com/office/drawing/2014/main" id="{115AC1D7-5DE7-48F3-BAB1-192CCA7CC544}"/>
                </a:ext>
              </a:extLst>
            </p:cNvPr>
            <p:cNvSpPr/>
            <p:nvPr/>
          </p:nvSpPr>
          <p:spPr>
            <a:xfrm>
              <a:off x="1464754" y="3930191"/>
              <a:ext cx="5569011"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1D1D1A"/>
                  </a:solidFill>
                  <a:effectLst/>
                  <a:uLnTx/>
                  <a:uFillTx/>
                  <a:cs typeface="+mn-ea"/>
                  <a:sym typeface="+mn-lt"/>
                </a:rPr>
                <a:t>MindIR</a:t>
              </a:r>
              <a:endParaRPr kumimoji="0" lang="zh-CN" altLang="en-US" sz="1200" b="1" i="0" u="none" strike="noStrike" kern="0" cap="none" spc="0" normalizeH="0" baseline="0" noProof="0" dirty="0">
                <a:ln>
                  <a:noFill/>
                </a:ln>
                <a:solidFill>
                  <a:srgbClr val="1D1D1A"/>
                </a:solidFill>
                <a:effectLst/>
                <a:uLnTx/>
                <a:uFillTx/>
                <a:cs typeface="+mn-ea"/>
                <a:sym typeface="+mn-lt"/>
              </a:endParaRPr>
            </a:p>
          </p:txBody>
        </p:sp>
        <p:sp>
          <p:nvSpPr>
            <p:cNvPr id="15" name="圆角矩形 66">
              <a:extLst>
                <a:ext uri="{FF2B5EF4-FFF2-40B4-BE49-F238E27FC236}">
                  <a16:creationId xmlns:a16="http://schemas.microsoft.com/office/drawing/2014/main" id="{342222A4-DC6C-4C9A-AB71-6A42D61FA33F}"/>
                </a:ext>
              </a:extLst>
            </p:cNvPr>
            <p:cNvSpPr/>
            <p:nvPr/>
          </p:nvSpPr>
          <p:spPr>
            <a:xfrm>
              <a:off x="5604863" y="3246345"/>
              <a:ext cx="1428902" cy="633439"/>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量化</a:t>
              </a:r>
              <a:r>
                <a:rPr kumimoji="0" lang="en-US" altLang="zh-CN" sz="1200" b="0" i="0" u="none" strike="noStrike" kern="0" cap="none" spc="0" normalizeH="0" baseline="0" noProof="0" dirty="0">
                  <a:ln>
                    <a:noFill/>
                  </a:ln>
                  <a:solidFill>
                    <a:srgbClr val="1D1D1A"/>
                  </a:solidFill>
                  <a:effectLst/>
                  <a:uLnTx/>
                  <a:uFillTx/>
                  <a:cs typeface="+mn-ea"/>
                  <a:sym typeface="+mn-lt"/>
                </a:rPr>
                <a:t>/</a:t>
              </a:r>
              <a:r>
                <a:rPr kumimoji="0" lang="zh-CN" altLang="en-US" sz="1200" b="0" i="0" u="none" strike="noStrike" kern="0" cap="none" spc="0" normalizeH="0" baseline="0" noProof="0" dirty="0">
                  <a:ln>
                    <a:noFill/>
                  </a:ln>
                  <a:solidFill>
                    <a:srgbClr val="1D1D1A"/>
                  </a:solidFill>
                  <a:effectLst/>
                  <a:uLnTx/>
                  <a:uFillTx/>
                  <a:cs typeface="+mn-ea"/>
                  <a:sym typeface="+mn-lt"/>
                </a:rPr>
                <a:t>剪枝</a:t>
              </a:r>
              <a:r>
                <a:rPr kumimoji="0" lang="en-US" altLang="zh-CN" sz="1200" b="0" i="0" u="none" strike="noStrike" kern="0" cap="none" spc="0" normalizeH="0" baseline="0" noProof="0" dirty="0">
                  <a:ln>
                    <a:noFill/>
                  </a:ln>
                  <a:solidFill>
                    <a:srgbClr val="1D1D1A"/>
                  </a:solidFill>
                  <a:effectLst/>
                  <a:uLnTx/>
                  <a:uFillTx/>
                  <a:cs typeface="+mn-ea"/>
                  <a:sym typeface="+mn-lt"/>
                </a:rPr>
                <a:t>/….</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6" name="圆角矩形 67">
              <a:extLst>
                <a:ext uri="{FF2B5EF4-FFF2-40B4-BE49-F238E27FC236}">
                  <a16:creationId xmlns:a16="http://schemas.microsoft.com/office/drawing/2014/main" id="{0CD259A3-B831-47F8-B522-EF25555FD019}"/>
                </a:ext>
              </a:extLst>
            </p:cNvPr>
            <p:cNvSpPr/>
            <p:nvPr/>
          </p:nvSpPr>
          <p:spPr>
            <a:xfrm>
              <a:off x="4397882" y="4264028"/>
              <a:ext cx="2635883"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cs typeface="+mn-ea"/>
                  <a:sym typeface="+mn-lt"/>
                </a:rPr>
                <a:t>MindAKG(</a:t>
              </a:r>
              <a:r>
                <a:rPr kumimoji="0" lang="zh-CN" altLang="en-US" sz="1200" b="0" i="0" u="none" strike="noStrike" kern="0" cap="none" spc="0" normalizeH="0" baseline="0" noProof="0" dirty="0">
                  <a:ln>
                    <a:noFill/>
                  </a:ln>
                  <a:solidFill>
                    <a:srgbClr val="1D1D1A"/>
                  </a:solidFill>
                  <a:effectLst/>
                  <a:uLnTx/>
                  <a:uFillTx/>
                  <a:cs typeface="+mn-ea"/>
                  <a:sym typeface="+mn-lt"/>
                </a:rPr>
                <a:t>算子自动生成</a:t>
              </a:r>
              <a:r>
                <a:rPr kumimoji="0" lang="en-US" altLang="zh-CN" sz="1200" b="0" i="0" u="none" strike="noStrike" kern="0" cap="none" spc="0" normalizeH="0" baseline="0" noProof="0" dirty="0">
                  <a:ln>
                    <a:noFill/>
                  </a:ln>
                  <a:solidFill>
                    <a:srgbClr val="1D1D1A"/>
                  </a:solidFill>
                  <a:effectLst/>
                  <a:uLnTx/>
                  <a:uFillTx/>
                  <a:cs typeface="+mn-ea"/>
                  <a:sym typeface="+mn-lt"/>
                </a:rPr>
                <a:t>)</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7" name="矩形 16">
              <a:extLst>
                <a:ext uri="{FF2B5EF4-FFF2-40B4-BE49-F238E27FC236}">
                  <a16:creationId xmlns:a16="http://schemas.microsoft.com/office/drawing/2014/main" id="{FB765C8F-4D8B-4F29-ACAD-EE927969DAD0}"/>
                </a:ext>
              </a:extLst>
            </p:cNvPr>
            <p:cNvSpPr/>
            <p:nvPr/>
          </p:nvSpPr>
          <p:spPr>
            <a:xfrm>
              <a:off x="6503472" y="1989736"/>
              <a:ext cx="709081" cy="822958"/>
            </a:xfrm>
            <a:prstGeom prst="rect">
              <a:avLst/>
            </a:prstGeom>
            <a:solidFill>
              <a:srgbClr val="CCECFF">
                <a:alpha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1D1D1A"/>
                  </a:solidFill>
                  <a:effectLst/>
                  <a:uLnTx/>
                  <a:uFillTx/>
                  <a:cs typeface="+mn-ea"/>
                  <a:sym typeface="+mn-lt"/>
                </a:rPr>
                <a:t>仓颉</a:t>
              </a:r>
              <a:endParaRPr kumimoji="0" lang="en-US" altLang="zh-CN" sz="1400" b="1" i="0" u="none" strike="noStrike" kern="0" cap="none" spc="0" normalizeH="0" baseline="0" noProof="0" dirty="0">
                <a:ln>
                  <a:noFill/>
                </a:ln>
                <a:solidFill>
                  <a:srgbClr val="1D1D1A"/>
                </a:solidFill>
                <a:effectLst/>
                <a:uLnTx/>
                <a:uFillTx/>
                <a:cs typeface="+mn-ea"/>
                <a:sym typeface="+mn-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1D1D1A"/>
                  </a:solidFill>
                  <a:effectLst/>
                  <a:uLnTx/>
                  <a:uFillTx/>
                  <a:cs typeface="+mn-ea"/>
                  <a:sym typeface="+mn-lt"/>
                </a:rPr>
                <a:t>前端</a:t>
              </a:r>
              <a:endParaRPr kumimoji="0" lang="en-US" altLang="zh-CN" sz="1400" b="1" i="0" u="none" strike="noStrike" kern="0" cap="none" spc="0" normalizeH="0" baseline="30000" noProof="0" dirty="0">
                <a:ln>
                  <a:noFill/>
                </a:ln>
                <a:solidFill>
                  <a:srgbClr val="1D1D1A"/>
                </a:solidFill>
                <a:effectLst/>
                <a:uLnTx/>
                <a:uFillTx/>
                <a:cs typeface="+mn-ea"/>
                <a:sym typeface="+mn-lt"/>
              </a:endParaRPr>
            </a:p>
          </p:txBody>
        </p:sp>
        <p:sp>
          <p:nvSpPr>
            <p:cNvPr id="18" name="圆角矩形 69">
              <a:extLst>
                <a:ext uri="{FF2B5EF4-FFF2-40B4-BE49-F238E27FC236}">
                  <a16:creationId xmlns:a16="http://schemas.microsoft.com/office/drawing/2014/main" id="{21C8CFA8-BA90-4996-B85C-B988BC4D3793}"/>
                </a:ext>
              </a:extLst>
            </p:cNvPr>
            <p:cNvSpPr/>
            <p:nvPr/>
          </p:nvSpPr>
          <p:spPr>
            <a:xfrm>
              <a:off x="2863868" y="3603885"/>
              <a:ext cx="1309666"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图算融合</a:t>
              </a:r>
            </a:p>
          </p:txBody>
        </p:sp>
        <p:sp>
          <p:nvSpPr>
            <p:cNvPr id="19" name="圆角矩形 70">
              <a:extLst>
                <a:ext uri="{FF2B5EF4-FFF2-40B4-BE49-F238E27FC236}">
                  <a16:creationId xmlns:a16="http://schemas.microsoft.com/office/drawing/2014/main" id="{751DFFB2-F808-4709-8FAA-2D8AAF8E68E2}"/>
                </a:ext>
              </a:extLst>
            </p:cNvPr>
            <p:cNvSpPr/>
            <p:nvPr/>
          </p:nvSpPr>
          <p:spPr>
            <a:xfrm>
              <a:off x="1488988" y="3591210"/>
              <a:ext cx="1309666"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内存优化</a:t>
              </a:r>
            </a:p>
          </p:txBody>
        </p:sp>
        <p:sp>
          <p:nvSpPr>
            <p:cNvPr id="20" name="圆角矩形 71">
              <a:extLst>
                <a:ext uri="{FF2B5EF4-FFF2-40B4-BE49-F238E27FC236}">
                  <a16:creationId xmlns:a16="http://schemas.microsoft.com/office/drawing/2014/main" id="{424FAD42-6D53-4DD9-84BE-3A9E3DDE3AFB}"/>
                </a:ext>
              </a:extLst>
            </p:cNvPr>
            <p:cNvSpPr/>
            <p:nvPr/>
          </p:nvSpPr>
          <p:spPr>
            <a:xfrm>
              <a:off x="4238748" y="3600614"/>
              <a:ext cx="1309666"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流水线执行</a:t>
              </a:r>
            </a:p>
          </p:txBody>
        </p:sp>
        <p:sp>
          <p:nvSpPr>
            <p:cNvPr id="21" name="圆角矩形 72">
              <a:extLst>
                <a:ext uri="{FF2B5EF4-FFF2-40B4-BE49-F238E27FC236}">
                  <a16:creationId xmlns:a16="http://schemas.microsoft.com/office/drawing/2014/main" id="{092516D3-44B0-41E1-B621-AF07E23AC235}"/>
                </a:ext>
              </a:extLst>
            </p:cNvPr>
            <p:cNvSpPr/>
            <p:nvPr/>
          </p:nvSpPr>
          <p:spPr>
            <a:xfrm>
              <a:off x="2495794" y="3256110"/>
              <a:ext cx="994776" cy="274368"/>
            </a:xfrm>
            <a:prstGeom prst="roundRect">
              <a:avLst/>
            </a:prstGeom>
            <a:solidFill>
              <a:srgbClr val="FFFFF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自动微分</a:t>
              </a:r>
            </a:p>
          </p:txBody>
        </p:sp>
        <p:sp>
          <p:nvSpPr>
            <p:cNvPr id="22" name="圆角矩形 73">
              <a:extLst>
                <a:ext uri="{FF2B5EF4-FFF2-40B4-BE49-F238E27FC236}">
                  <a16:creationId xmlns:a16="http://schemas.microsoft.com/office/drawing/2014/main" id="{B36E8127-DCC8-4AC9-AF55-93D4452004DE}"/>
                </a:ext>
              </a:extLst>
            </p:cNvPr>
            <p:cNvSpPr/>
            <p:nvPr/>
          </p:nvSpPr>
          <p:spPr>
            <a:xfrm>
              <a:off x="1493024" y="3256110"/>
              <a:ext cx="960896" cy="274368"/>
            </a:xfrm>
            <a:prstGeom prst="roundRect">
              <a:avLst/>
            </a:prstGeom>
            <a:solidFill>
              <a:srgbClr val="FFFFF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类型推导</a:t>
              </a:r>
            </a:p>
          </p:txBody>
        </p:sp>
        <p:sp>
          <p:nvSpPr>
            <p:cNvPr id="23" name="圆角矩形 74">
              <a:extLst>
                <a:ext uri="{FF2B5EF4-FFF2-40B4-BE49-F238E27FC236}">
                  <a16:creationId xmlns:a16="http://schemas.microsoft.com/office/drawing/2014/main" id="{F4A9B041-70F8-40CD-8956-89397777C949}"/>
                </a:ext>
              </a:extLst>
            </p:cNvPr>
            <p:cNvSpPr/>
            <p:nvPr/>
          </p:nvSpPr>
          <p:spPr>
            <a:xfrm>
              <a:off x="3531419" y="3256110"/>
              <a:ext cx="975120" cy="274368"/>
            </a:xfrm>
            <a:prstGeom prst="roundRect">
              <a:avLst/>
            </a:prstGeom>
            <a:solidFill>
              <a:srgbClr val="FFFFF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自动并行</a:t>
              </a:r>
            </a:p>
          </p:txBody>
        </p:sp>
        <p:sp>
          <p:nvSpPr>
            <p:cNvPr id="24" name="圆角矩形 75">
              <a:extLst>
                <a:ext uri="{FF2B5EF4-FFF2-40B4-BE49-F238E27FC236}">
                  <a16:creationId xmlns:a16="http://schemas.microsoft.com/office/drawing/2014/main" id="{1A972D60-C632-4E39-8B3E-BD718A00FD2E}"/>
                </a:ext>
              </a:extLst>
            </p:cNvPr>
            <p:cNvSpPr/>
            <p:nvPr/>
          </p:nvSpPr>
          <p:spPr>
            <a:xfrm>
              <a:off x="4534433" y="3246345"/>
              <a:ext cx="996903" cy="274368"/>
            </a:xfrm>
            <a:prstGeom prst="roundRect">
              <a:avLst/>
            </a:prstGeom>
            <a:solidFill>
              <a:srgbClr val="FFFFF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二阶优化</a:t>
              </a:r>
            </a:p>
          </p:txBody>
        </p:sp>
        <p:sp>
          <p:nvSpPr>
            <p:cNvPr id="25" name="矩形 24">
              <a:extLst>
                <a:ext uri="{FF2B5EF4-FFF2-40B4-BE49-F238E27FC236}">
                  <a16:creationId xmlns:a16="http://schemas.microsoft.com/office/drawing/2014/main" id="{3B46EA5C-76C5-4747-B072-09EADC0C6D77}"/>
                </a:ext>
              </a:extLst>
            </p:cNvPr>
            <p:cNvSpPr/>
            <p:nvPr/>
          </p:nvSpPr>
          <p:spPr>
            <a:xfrm>
              <a:off x="3320159" y="1990427"/>
              <a:ext cx="3061698" cy="821576"/>
            </a:xfrm>
            <a:prstGeom prst="rect">
              <a:avLst/>
            </a:prstGeom>
            <a:solidFill>
              <a:srgbClr val="CCEC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err="1">
                  <a:ln>
                    <a:noFill/>
                  </a:ln>
                  <a:solidFill>
                    <a:srgbClr val="1D1D1A"/>
                  </a:solidFill>
                  <a:effectLst/>
                  <a:uLnTx/>
                  <a:uFillTx/>
                  <a:cs typeface="+mn-ea"/>
                  <a:sym typeface="+mn-lt"/>
                </a:rPr>
                <a:t>MindExpression</a:t>
              </a:r>
              <a:endParaRPr kumimoji="0" lang="en-US" altLang="zh-CN" sz="1600" b="0" i="0" u="none" strike="noStrike" kern="0" cap="none" spc="0" normalizeH="0" baseline="0" noProof="0" dirty="0">
                <a:ln>
                  <a:noFill/>
                </a:ln>
                <a:solidFill>
                  <a:srgbClr val="1D1D1A"/>
                </a:solidFill>
                <a:effectLst/>
                <a:uLnTx/>
                <a:uFillTx/>
                <a:cs typeface="+mn-ea"/>
                <a:sym typeface="+mn-lt"/>
              </a:endParaRPr>
            </a:p>
          </p:txBody>
        </p:sp>
        <p:sp>
          <p:nvSpPr>
            <p:cNvPr id="26" name="圆角矩形 77">
              <a:extLst>
                <a:ext uri="{FF2B5EF4-FFF2-40B4-BE49-F238E27FC236}">
                  <a16:creationId xmlns:a16="http://schemas.microsoft.com/office/drawing/2014/main" id="{FED2B926-BCD2-4922-9727-E5DA36BECA2E}"/>
                </a:ext>
              </a:extLst>
            </p:cNvPr>
            <p:cNvSpPr/>
            <p:nvPr/>
          </p:nvSpPr>
          <p:spPr>
            <a:xfrm>
              <a:off x="1495097" y="4265536"/>
              <a:ext cx="2770018"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硬件相关优化</a:t>
              </a:r>
            </a:p>
          </p:txBody>
        </p:sp>
        <p:sp>
          <p:nvSpPr>
            <p:cNvPr id="27" name="圆角矩形 78">
              <a:extLst>
                <a:ext uri="{FF2B5EF4-FFF2-40B4-BE49-F238E27FC236}">
                  <a16:creationId xmlns:a16="http://schemas.microsoft.com/office/drawing/2014/main" id="{388E7A58-1911-4AA7-B9BC-70134813B9C9}"/>
                </a:ext>
              </a:extLst>
            </p:cNvPr>
            <p:cNvSpPr/>
            <p:nvPr/>
          </p:nvSpPr>
          <p:spPr>
            <a:xfrm>
              <a:off x="201871" y="2545595"/>
              <a:ext cx="829542" cy="274368"/>
            </a:xfrm>
            <a:prstGeom prst="roundRect">
              <a:avLst/>
            </a:prstGeom>
            <a:solidFill>
              <a:srgbClr val="FFFFFF"/>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密态</a:t>
              </a:r>
              <a:r>
                <a:rPr kumimoji="0" lang="en-US" altLang="zh-CN" sz="1200" b="0" i="0" u="none" strike="noStrike" kern="0" cap="none" spc="0" normalizeH="0" baseline="0" noProof="0" dirty="0">
                  <a:ln>
                    <a:noFill/>
                  </a:ln>
                  <a:solidFill>
                    <a:srgbClr val="1D1D1A"/>
                  </a:solidFill>
                  <a:effectLst/>
                  <a:uLnTx/>
                  <a:uFillTx/>
                  <a:cs typeface="+mn-ea"/>
                  <a:sym typeface="+mn-lt"/>
                </a:rPr>
                <a:t>AI</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28" name="圆角矩形 79">
              <a:extLst>
                <a:ext uri="{FF2B5EF4-FFF2-40B4-BE49-F238E27FC236}">
                  <a16:creationId xmlns:a16="http://schemas.microsoft.com/office/drawing/2014/main" id="{C6B17EF3-30AB-4731-8438-250E9A35569C}"/>
                </a:ext>
              </a:extLst>
            </p:cNvPr>
            <p:cNvSpPr/>
            <p:nvPr/>
          </p:nvSpPr>
          <p:spPr>
            <a:xfrm>
              <a:off x="208468" y="2974965"/>
              <a:ext cx="829542" cy="274368"/>
            </a:xfrm>
            <a:prstGeom prst="roundRect">
              <a:avLst/>
            </a:prstGeom>
            <a:solidFill>
              <a:srgbClr val="FFFFFF"/>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可信</a:t>
              </a:r>
              <a:r>
                <a:rPr kumimoji="0" lang="en-US" altLang="zh-CN" sz="1200" b="0" i="0" u="none" strike="noStrike" kern="0" cap="none" spc="0" normalizeH="0" baseline="0" noProof="0" dirty="0">
                  <a:ln>
                    <a:noFill/>
                  </a:ln>
                  <a:solidFill>
                    <a:srgbClr val="1D1D1A"/>
                  </a:solidFill>
                  <a:effectLst/>
                  <a:uLnTx/>
                  <a:uFillTx/>
                  <a:cs typeface="+mn-ea"/>
                  <a:sym typeface="+mn-lt"/>
                </a:rPr>
                <a:t>AI</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29" name="矩形 28">
              <a:extLst>
                <a:ext uri="{FF2B5EF4-FFF2-40B4-BE49-F238E27FC236}">
                  <a16:creationId xmlns:a16="http://schemas.microsoft.com/office/drawing/2014/main" id="{F576C1A8-8182-4A6B-9B22-48708B213A13}"/>
                </a:ext>
              </a:extLst>
            </p:cNvPr>
            <p:cNvSpPr/>
            <p:nvPr/>
          </p:nvSpPr>
          <p:spPr>
            <a:xfrm>
              <a:off x="2345709" y="1881024"/>
              <a:ext cx="339979" cy="27395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prstClr val="white"/>
                </a:solidFill>
                <a:effectLst/>
                <a:uLnTx/>
                <a:uFillTx/>
                <a:cs typeface="+mn-ea"/>
                <a:sym typeface="+mn-lt"/>
              </a:endParaRPr>
            </a:p>
          </p:txBody>
        </p:sp>
        <p:sp>
          <p:nvSpPr>
            <p:cNvPr id="30" name="矩形 29">
              <a:extLst>
                <a:ext uri="{FF2B5EF4-FFF2-40B4-BE49-F238E27FC236}">
                  <a16:creationId xmlns:a16="http://schemas.microsoft.com/office/drawing/2014/main" id="{318E2DEE-1D20-41FF-92EF-B398419B042C}"/>
                </a:ext>
              </a:extLst>
            </p:cNvPr>
            <p:cNvSpPr/>
            <p:nvPr/>
          </p:nvSpPr>
          <p:spPr>
            <a:xfrm>
              <a:off x="7366441" y="1982937"/>
              <a:ext cx="1056792" cy="3427668"/>
            </a:xfrm>
            <a:prstGeom prst="rect">
              <a:avLst/>
            </a:prstGeom>
            <a:solidFill>
              <a:srgbClr val="CCECFF">
                <a:alpha val="40000"/>
              </a:srgbClr>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Mind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Insight</a:t>
              </a:r>
              <a:endParaRPr kumimoji="0" lang="zh-CN" altLang="en-US" sz="1400" b="1" i="0" u="none" strike="noStrike" kern="0" cap="none" spc="0" normalizeH="0" baseline="0" noProof="0" dirty="0">
                <a:ln>
                  <a:noFill/>
                </a:ln>
                <a:solidFill>
                  <a:srgbClr val="1D1D1A"/>
                </a:solidFill>
                <a:effectLst/>
                <a:uLnTx/>
                <a:uFillTx/>
                <a:cs typeface="+mn-ea"/>
                <a:sym typeface="+mn-lt"/>
              </a:endParaRPr>
            </a:p>
          </p:txBody>
        </p:sp>
        <p:sp>
          <p:nvSpPr>
            <p:cNvPr id="31" name="圆角矩形 82">
              <a:extLst>
                <a:ext uri="{FF2B5EF4-FFF2-40B4-BE49-F238E27FC236}">
                  <a16:creationId xmlns:a16="http://schemas.microsoft.com/office/drawing/2014/main" id="{33B742E6-6B7C-467C-AF85-FBCED8634A21}"/>
                </a:ext>
              </a:extLst>
            </p:cNvPr>
            <p:cNvSpPr/>
            <p:nvPr/>
          </p:nvSpPr>
          <p:spPr>
            <a:xfrm>
              <a:off x="7456467" y="2530891"/>
              <a:ext cx="873687"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网络调试</a:t>
              </a:r>
            </a:p>
          </p:txBody>
        </p:sp>
        <p:sp>
          <p:nvSpPr>
            <p:cNvPr id="32" name="圆角矩形 83">
              <a:extLst>
                <a:ext uri="{FF2B5EF4-FFF2-40B4-BE49-F238E27FC236}">
                  <a16:creationId xmlns:a16="http://schemas.microsoft.com/office/drawing/2014/main" id="{43589EAE-95EB-4BB5-8739-D74C60425135}"/>
                </a:ext>
              </a:extLst>
            </p:cNvPr>
            <p:cNvSpPr/>
            <p:nvPr/>
          </p:nvSpPr>
          <p:spPr>
            <a:xfrm>
              <a:off x="7456467" y="3051849"/>
              <a:ext cx="873687"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精度调优</a:t>
              </a:r>
            </a:p>
          </p:txBody>
        </p:sp>
        <p:sp>
          <p:nvSpPr>
            <p:cNvPr id="33" name="圆角矩形 84">
              <a:extLst>
                <a:ext uri="{FF2B5EF4-FFF2-40B4-BE49-F238E27FC236}">
                  <a16:creationId xmlns:a16="http://schemas.microsoft.com/office/drawing/2014/main" id="{00F16222-6952-48D1-8DDF-17C4BE753EE0}"/>
                </a:ext>
              </a:extLst>
            </p:cNvPr>
            <p:cNvSpPr/>
            <p:nvPr/>
          </p:nvSpPr>
          <p:spPr>
            <a:xfrm>
              <a:off x="7456467" y="3546982"/>
              <a:ext cx="873687" cy="274368"/>
            </a:xfrm>
            <a:prstGeom prst="round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性能调优</a:t>
              </a:r>
            </a:p>
          </p:txBody>
        </p:sp>
        <p:sp>
          <p:nvSpPr>
            <p:cNvPr id="34" name="矩形 33">
              <a:extLst>
                <a:ext uri="{FF2B5EF4-FFF2-40B4-BE49-F238E27FC236}">
                  <a16:creationId xmlns:a16="http://schemas.microsoft.com/office/drawing/2014/main" id="{FB5CBB58-5FD1-4633-8317-A7988F51C540}"/>
                </a:ext>
              </a:extLst>
            </p:cNvPr>
            <p:cNvSpPr/>
            <p:nvPr/>
          </p:nvSpPr>
          <p:spPr>
            <a:xfrm>
              <a:off x="81728" y="5539832"/>
              <a:ext cx="8341505" cy="540533"/>
            </a:xfrm>
            <a:prstGeom prst="rect">
              <a:avLst/>
            </a:prstGeom>
            <a:solidFill>
              <a:srgbClr val="E9002F">
                <a:lumMod val="20000"/>
                <a:lumOff val="80000"/>
              </a:srgbClr>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1D1D1A"/>
                </a:solidFill>
                <a:effectLst/>
                <a:uLnTx/>
                <a:uFillTx/>
                <a:cs typeface="+mn-ea"/>
                <a:sym typeface="+mn-lt"/>
              </a:endParaRPr>
            </a:p>
          </p:txBody>
        </p:sp>
        <p:sp>
          <p:nvSpPr>
            <p:cNvPr id="35" name="圆角矩形 86">
              <a:extLst>
                <a:ext uri="{FF2B5EF4-FFF2-40B4-BE49-F238E27FC236}">
                  <a16:creationId xmlns:a16="http://schemas.microsoft.com/office/drawing/2014/main" id="{25D81A06-C88D-4114-AC6B-79C324230AD0}"/>
                </a:ext>
              </a:extLst>
            </p:cNvPr>
            <p:cNvSpPr/>
            <p:nvPr/>
          </p:nvSpPr>
          <p:spPr>
            <a:xfrm>
              <a:off x="550417" y="5644344"/>
              <a:ext cx="1472938"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CANN</a:t>
              </a:r>
              <a:r>
                <a:rPr kumimoji="0" lang="zh-CN" altLang="en-US" sz="1400" b="1" i="0" u="none" strike="noStrike" kern="0" cap="none" spc="0" normalizeH="0" baseline="0" noProof="0" dirty="0">
                  <a:ln>
                    <a:noFill/>
                  </a:ln>
                  <a:solidFill>
                    <a:srgbClr val="1D1D1A"/>
                  </a:solidFill>
                  <a:effectLst/>
                  <a:uLnTx/>
                  <a:uFillTx/>
                  <a:cs typeface="+mn-ea"/>
                  <a:sym typeface="+mn-lt"/>
                </a:rPr>
                <a:t>昇腾</a:t>
              </a:r>
              <a:endParaRPr kumimoji="0" lang="en-US" altLang="zh-CN" sz="1400" b="1" i="0" u="none" strike="noStrike" kern="0" cap="none" spc="0" normalizeH="0" baseline="0" noProof="0" dirty="0">
                <a:ln>
                  <a:noFill/>
                </a:ln>
                <a:solidFill>
                  <a:srgbClr val="1D1D1A"/>
                </a:solidFill>
                <a:effectLst/>
                <a:uLnTx/>
                <a:uFillTx/>
                <a:cs typeface="+mn-ea"/>
                <a:sym typeface="+mn-lt"/>
              </a:endParaRPr>
            </a:p>
          </p:txBody>
        </p:sp>
        <p:sp>
          <p:nvSpPr>
            <p:cNvPr id="36" name="圆角矩形 87">
              <a:extLst>
                <a:ext uri="{FF2B5EF4-FFF2-40B4-BE49-F238E27FC236}">
                  <a16:creationId xmlns:a16="http://schemas.microsoft.com/office/drawing/2014/main" id="{39C22EE2-90B8-4EF6-9B49-F93665FE1D8F}"/>
                </a:ext>
              </a:extLst>
            </p:cNvPr>
            <p:cNvSpPr/>
            <p:nvPr/>
          </p:nvSpPr>
          <p:spPr>
            <a:xfrm>
              <a:off x="2073890" y="5642735"/>
              <a:ext cx="1351318"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CUDA</a:t>
              </a:r>
            </a:p>
          </p:txBody>
        </p:sp>
        <p:sp>
          <p:nvSpPr>
            <p:cNvPr id="37" name="圆角矩形 88">
              <a:extLst>
                <a:ext uri="{FF2B5EF4-FFF2-40B4-BE49-F238E27FC236}">
                  <a16:creationId xmlns:a16="http://schemas.microsoft.com/office/drawing/2014/main" id="{A4C047A7-8A4E-4128-9DFC-A151C894256E}"/>
                </a:ext>
              </a:extLst>
            </p:cNvPr>
            <p:cNvSpPr/>
            <p:nvPr/>
          </p:nvSpPr>
          <p:spPr>
            <a:xfrm>
              <a:off x="3493974" y="5642735"/>
              <a:ext cx="1351319"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Eigen</a:t>
              </a:r>
            </a:p>
          </p:txBody>
        </p:sp>
        <p:sp>
          <p:nvSpPr>
            <p:cNvPr id="38" name="圆角矩形 89">
              <a:extLst>
                <a:ext uri="{FF2B5EF4-FFF2-40B4-BE49-F238E27FC236}">
                  <a16:creationId xmlns:a16="http://schemas.microsoft.com/office/drawing/2014/main" id="{CABD83B9-879A-47BB-A53C-B34893D18C01}"/>
                </a:ext>
              </a:extLst>
            </p:cNvPr>
            <p:cNvSpPr/>
            <p:nvPr/>
          </p:nvSpPr>
          <p:spPr>
            <a:xfrm>
              <a:off x="4994185" y="5640645"/>
              <a:ext cx="1351319"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mn-ea"/>
                  <a:sym typeface="+mn-lt"/>
                </a:rPr>
                <a:t>Android</a:t>
              </a:r>
            </a:p>
          </p:txBody>
        </p:sp>
        <p:sp>
          <p:nvSpPr>
            <p:cNvPr id="39" name="圆角矩形 90">
              <a:extLst>
                <a:ext uri="{FF2B5EF4-FFF2-40B4-BE49-F238E27FC236}">
                  <a16:creationId xmlns:a16="http://schemas.microsoft.com/office/drawing/2014/main" id="{6ACCE9DC-E877-47B0-B5A3-CD30561297A7}"/>
                </a:ext>
              </a:extLst>
            </p:cNvPr>
            <p:cNvSpPr/>
            <p:nvPr/>
          </p:nvSpPr>
          <p:spPr>
            <a:xfrm>
              <a:off x="6464546" y="5640092"/>
              <a:ext cx="1351319" cy="340012"/>
            </a:xfrm>
            <a:prstGeom prst="roundRect">
              <a:avLst/>
            </a:prstGeom>
            <a:solidFill>
              <a:srgbClr val="FFFFFF"/>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kern="0" dirty="0">
                  <a:solidFill>
                    <a:srgbClr val="1D1D1A"/>
                  </a:solidFill>
                  <a:cs typeface="+mn-ea"/>
                  <a:sym typeface="+mn-lt"/>
                </a:rPr>
                <a:t>i</a:t>
              </a:r>
              <a:r>
                <a:rPr kumimoji="0" lang="en-US" altLang="zh-CN" sz="1400" b="1" i="0" u="none" strike="noStrike" kern="0" cap="none" spc="0" normalizeH="0" baseline="0" noProof="0" dirty="0">
                  <a:ln>
                    <a:noFill/>
                  </a:ln>
                  <a:solidFill>
                    <a:srgbClr val="1D1D1A"/>
                  </a:solidFill>
                  <a:effectLst/>
                  <a:uLnTx/>
                  <a:uFillTx/>
                  <a:cs typeface="+mn-ea"/>
                  <a:sym typeface="+mn-lt"/>
                </a:rPr>
                <a:t>OS</a:t>
              </a:r>
            </a:p>
          </p:txBody>
        </p:sp>
      </p:grpSp>
      <p:sp>
        <p:nvSpPr>
          <p:cNvPr id="40" name="文本框 39">
            <a:extLst>
              <a:ext uri="{FF2B5EF4-FFF2-40B4-BE49-F238E27FC236}">
                <a16:creationId xmlns:a16="http://schemas.microsoft.com/office/drawing/2014/main" id="{C5F22029-32E9-4486-BE81-6248CB5EB841}"/>
              </a:ext>
            </a:extLst>
          </p:cNvPr>
          <p:cNvSpPr txBox="1"/>
          <p:nvPr/>
        </p:nvSpPr>
        <p:spPr>
          <a:xfrm>
            <a:off x="6342331" y="1598330"/>
            <a:ext cx="2760162" cy="4253087"/>
          </a:xfrm>
          <a:prstGeom prst="rect">
            <a:avLst/>
          </a:prstGeom>
          <a:solidFill>
            <a:srgbClr val="FFFFFF"/>
          </a:solidFill>
          <a:ln>
            <a:solidFill>
              <a:srgbClr val="4D4D4D"/>
            </a:solidFill>
          </a:ln>
        </p:spPr>
        <p:txBody>
          <a:bodyPr wrap="square" rtlCol="0">
            <a:spAutoFit/>
          </a:bodyPr>
          <a:lstStyle/>
          <a:p>
            <a:pPr marL="342900" indent="-342900" algn="just" defTabSz="913838">
              <a:lnSpc>
                <a:spcPct val="150000"/>
              </a:lnSpc>
              <a:buFont typeface="+mj-lt"/>
              <a:buAutoNum type="arabicPeriod"/>
            </a:pPr>
            <a:r>
              <a:rPr lang="zh-CN" altLang="en-US" sz="1400" b="1" dirty="0">
                <a:cs typeface="+mn-ea"/>
                <a:sym typeface="+mn-lt"/>
              </a:rPr>
              <a:t>自动并行：</a:t>
            </a:r>
            <a:r>
              <a:rPr lang="zh-CN" altLang="en-US" sz="1400" dirty="0">
                <a:solidFill>
                  <a:srgbClr val="4D4D4D"/>
                </a:solidFill>
                <a:cs typeface="+mn-ea"/>
                <a:sym typeface="+mn-lt"/>
              </a:rPr>
              <a:t>整图切分，感知集群拓扑，实现通信开销最小，融合数据并行与模型并行；</a:t>
            </a:r>
            <a:endParaRPr lang="en-US" altLang="zh-CN" sz="1400" dirty="0">
              <a:solidFill>
                <a:srgbClr val="1D1D1A"/>
              </a:solidFill>
              <a:cs typeface="+mn-ea"/>
              <a:sym typeface="+mn-lt"/>
            </a:endParaRPr>
          </a:p>
          <a:p>
            <a:pPr marL="342900" indent="-342900" algn="just" defTabSz="913838">
              <a:lnSpc>
                <a:spcPct val="150000"/>
              </a:lnSpc>
              <a:buFont typeface="+mj-lt"/>
              <a:buAutoNum type="arabicPeriod"/>
            </a:pPr>
            <a:r>
              <a:rPr lang="zh-CN" altLang="en-US" sz="1400" b="1" dirty="0">
                <a:cs typeface="+mn-ea"/>
                <a:sym typeface="+mn-lt"/>
              </a:rPr>
              <a:t>二阶优化：</a:t>
            </a:r>
            <a:r>
              <a:rPr lang="zh-CN" altLang="en-US" sz="1400" dirty="0">
                <a:solidFill>
                  <a:srgbClr val="4D4D4D"/>
                </a:solidFill>
                <a:cs typeface="+mn-ea"/>
                <a:sym typeface="+mn-lt"/>
              </a:rPr>
              <a:t>利用二阶计算修正梯度更新方向，找到训练梯度最优下降路径，从而加速训练收敛过程；</a:t>
            </a:r>
            <a:endParaRPr lang="en-US" altLang="zh-CN" sz="1400" dirty="0">
              <a:solidFill>
                <a:srgbClr val="4D4D4D"/>
              </a:solidFill>
              <a:cs typeface="+mn-ea"/>
              <a:sym typeface="+mn-lt"/>
            </a:endParaRPr>
          </a:p>
          <a:p>
            <a:pPr marL="342900" indent="-342900" algn="just" defTabSz="913838">
              <a:lnSpc>
                <a:spcPct val="150000"/>
              </a:lnSpc>
              <a:buFont typeface="+mj-lt"/>
              <a:buAutoNum type="arabicPeriod"/>
            </a:pPr>
            <a:r>
              <a:rPr lang="zh-CN" altLang="en-US" sz="1400" b="1" dirty="0">
                <a:cs typeface="+mn-ea"/>
                <a:sym typeface="+mn-lt"/>
              </a:rPr>
              <a:t>动静态图结合：</a:t>
            </a:r>
            <a:r>
              <a:rPr lang="zh-CN" altLang="en-US" sz="1400" dirty="0">
                <a:solidFill>
                  <a:srgbClr val="4D4D4D"/>
                </a:solidFill>
                <a:cs typeface="+mn-ea"/>
                <a:sym typeface="+mn-lt"/>
              </a:rPr>
              <a:t>统一自动微分引擎支持动静态图，一行代码完成模式切换，兼顾模型开发和执行效率；</a:t>
            </a:r>
            <a:endParaRPr lang="en-US" altLang="zh-CN" sz="1400" dirty="0">
              <a:solidFill>
                <a:prstClr val="black"/>
              </a:solidFill>
              <a:cs typeface="+mn-ea"/>
              <a:sym typeface="+mn-lt"/>
            </a:endParaRPr>
          </a:p>
          <a:p>
            <a:pPr marL="342900" indent="-342900" algn="just" defTabSz="913838">
              <a:lnSpc>
                <a:spcPct val="150000"/>
              </a:lnSpc>
              <a:buFont typeface="+mj-lt"/>
              <a:buAutoNum type="arabicPeriod"/>
            </a:pPr>
            <a:r>
              <a:rPr lang="en-US" altLang="zh-CN" sz="1400" b="1" dirty="0">
                <a:cs typeface="+mn-ea"/>
                <a:sym typeface="+mn-lt"/>
              </a:rPr>
              <a:t>AI+</a:t>
            </a:r>
            <a:r>
              <a:rPr lang="zh-CN" altLang="en-US" sz="1400" b="1" dirty="0">
                <a:cs typeface="+mn-ea"/>
                <a:sym typeface="+mn-lt"/>
              </a:rPr>
              <a:t>科学计算，场景应用创新，拓展</a:t>
            </a:r>
            <a:r>
              <a:rPr lang="en-US" altLang="zh-CN" sz="1400" b="1" dirty="0" err="1">
                <a:cs typeface="+mn-ea"/>
                <a:sym typeface="+mn-lt"/>
              </a:rPr>
              <a:t>MindSpore</a:t>
            </a:r>
            <a:r>
              <a:rPr lang="zh-CN" altLang="en-US" sz="1400" b="1" dirty="0">
                <a:cs typeface="+mn-ea"/>
                <a:sym typeface="+mn-lt"/>
              </a:rPr>
              <a:t>的边界</a:t>
            </a:r>
          </a:p>
        </p:txBody>
      </p:sp>
    </p:spTree>
    <p:extLst>
      <p:ext uri="{BB962C8B-B14F-4D97-AF65-F5344CB8AC3E}">
        <p14:creationId xmlns:p14="http://schemas.microsoft.com/office/powerpoint/2010/main" val="1267807019"/>
      </p:ext>
    </p:extLst>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zh-CN" altLang="en-US" dirty="0">
                <a:ea typeface="ＭＳ Ｐゴシック" panose="020B0600070205080204" pitchFamily="34" charset="-128"/>
              </a:rPr>
              <a:t>关键技术</a:t>
            </a:r>
            <a:r>
              <a:rPr lang="en-US" altLang="zh-CN" dirty="0">
                <a:ea typeface="ＭＳ Ｐゴシック" panose="020B0600070205080204" pitchFamily="34" charset="-128"/>
              </a:rPr>
              <a:t>4</a:t>
            </a:r>
            <a:r>
              <a:rPr lang="zh-CN" altLang="en-US" dirty="0">
                <a:ea typeface="ＭＳ Ｐゴシック" panose="020B0600070205080204" pitchFamily="34" charset="-128"/>
              </a:rPr>
              <a:t>：</a:t>
            </a:r>
            <a:r>
              <a:rPr lang="en-US" altLang="zh-CN" dirty="0">
                <a:ea typeface="ＭＳ Ｐゴシック" panose="020B0600070205080204" pitchFamily="34" charset="-128"/>
              </a:rPr>
              <a:t>AI+</a:t>
            </a:r>
            <a:r>
              <a:rPr lang="zh-CN" altLang="en-US" dirty="0">
                <a:ea typeface="ＭＳ Ｐゴシック" panose="020B0600070205080204" pitchFamily="34" charset="-128"/>
              </a:rPr>
              <a:t>科学计算</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147</a:t>
            </a:fld>
            <a:endParaRPr lang="en-US" altLang="en-US" sz="1600">
              <a:solidFill>
                <a:srgbClr val="000000"/>
              </a:solidFill>
              <a:latin typeface="Garamond" panose="02020404030301010803" pitchFamily="18" charset="0"/>
            </a:endParaRPr>
          </a:p>
        </p:txBody>
      </p:sp>
      <p:sp>
        <p:nvSpPr>
          <p:cNvPr id="27" name="矩形 26">
            <a:extLst>
              <a:ext uri="{FF2B5EF4-FFF2-40B4-BE49-F238E27FC236}">
                <a16:creationId xmlns:a16="http://schemas.microsoft.com/office/drawing/2014/main" id="{EB9BFCDE-6D51-47AB-8054-8DDFC6553716}"/>
              </a:ext>
            </a:extLst>
          </p:cNvPr>
          <p:cNvSpPr/>
          <p:nvPr/>
        </p:nvSpPr>
        <p:spPr>
          <a:xfrm>
            <a:off x="304800" y="919664"/>
            <a:ext cx="1861407" cy="496290"/>
          </a:xfrm>
          <a:prstGeom prst="rect">
            <a:avLst/>
          </a:prstGeom>
        </p:spPr>
        <p:txBody>
          <a:bodyPr wrap="none">
            <a:spAutoFit/>
          </a:bodyPr>
          <a:lstStyle/>
          <a:p>
            <a:pPr defTabSz="913838">
              <a:lnSpc>
                <a:spcPct val="150000"/>
              </a:lnSpc>
            </a:pPr>
            <a:r>
              <a:rPr lang="zh-CN" altLang="en-US" sz="2000" b="1" dirty="0">
                <a:solidFill>
                  <a:srgbClr val="C00000"/>
                </a:solidFill>
                <a:cs typeface="+mn-ea"/>
                <a:sym typeface="+mn-lt"/>
              </a:rPr>
              <a:t>科学计算近况：</a:t>
            </a:r>
            <a:endParaRPr lang="en-US" altLang="zh-CN" sz="2000" b="1" dirty="0">
              <a:solidFill>
                <a:srgbClr val="C00000"/>
              </a:solidFill>
              <a:cs typeface="+mn-ea"/>
              <a:sym typeface="+mn-lt"/>
            </a:endParaRPr>
          </a:p>
        </p:txBody>
      </p:sp>
      <p:sp>
        <p:nvSpPr>
          <p:cNvPr id="28" name="文本框 27">
            <a:extLst>
              <a:ext uri="{FF2B5EF4-FFF2-40B4-BE49-F238E27FC236}">
                <a16:creationId xmlns:a16="http://schemas.microsoft.com/office/drawing/2014/main" id="{392F1A82-0BB0-443A-9849-A69E7207AE82}"/>
              </a:ext>
            </a:extLst>
          </p:cNvPr>
          <p:cNvSpPr txBox="1"/>
          <p:nvPr/>
        </p:nvSpPr>
        <p:spPr>
          <a:xfrm>
            <a:off x="457200" y="1328319"/>
            <a:ext cx="7181850" cy="871392"/>
          </a:xfrm>
          <a:prstGeom prst="rect">
            <a:avLst/>
          </a:prstGeom>
          <a:noFill/>
        </p:spPr>
        <p:txBody>
          <a:bodyPr wrap="square" rtlCol="0" anchor="ctr">
            <a:spAutoFit/>
          </a:bodyPr>
          <a:lstStyle/>
          <a:p>
            <a:pPr marL="172800" indent="-172800" defTabSz="457200">
              <a:lnSpc>
                <a:spcPct val="150000"/>
              </a:lnSpc>
              <a:spcAft>
                <a:spcPts val="600"/>
              </a:spcAft>
              <a:buFont typeface="Arial" panose="020B0604020202020204" pitchFamily="34" charset="0"/>
              <a:buChar char="•"/>
            </a:pPr>
            <a:r>
              <a:rPr lang="zh-CN" altLang="en-US" dirty="0">
                <a:solidFill>
                  <a:srgbClr val="4D4D4D"/>
                </a:solidFill>
                <a:cs typeface="+mn-ea"/>
                <a:sym typeface="+mn-lt"/>
              </a:rPr>
              <a:t>科学计算核心问题是微分方程求解，算力消耗巨大，大规模求解器垄断历年戈登贝尔奖，近年来结合</a:t>
            </a:r>
            <a:r>
              <a:rPr lang="en-US" altLang="zh-CN" dirty="0">
                <a:solidFill>
                  <a:srgbClr val="4D4D4D"/>
                </a:solidFill>
                <a:cs typeface="+mn-ea"/>
                <a:sym typeface="+mn-lt"/>
              </a:rPr>
              <a:t>AI</a:t>
            </a:r>
            <a:r>
              <a:rPr lang="zh-CN" altLang="en-US" dirty="0">
                <a:solidFill>
                  <a:srgbClr val="4D4D4D"/>
                </a:solidFill>
                <a:cs typeface="+mn-ea"/>
                <a:sym typeface="+mn-lt"/>
              </a:rPr>
              <a:t>方法成为趋势。</a:t>
            </a:r>
            <a:endParaRPr lang="en-US" altLang="zh-CN" b="1" dirty="0">
              <a:solidFill>
                <a:srgbClr val="1D1D1A"/>
              </a:solidFill>
              <a:cs typeface="+mn-ea"/>
              <a:sym typeface="+mn-lt"/>
            </a:endParaRPr>
          </a:p>
        </p:txBody>
      </p:sp>
      <p:sp>
        <p:nvSpPr>
          <p:cNvPr id="29" name="文本框 28">
            <a:extLst>
              <a:ext uri="{FF2B5EF4-FFF2-40B4-BE49-F238E27FC236}">
                <a16:creationId xmlns:a16="http://schemas.microsoft.com/office/drawing/2014/main" id="{C52DB90E-127A-4FE4-9916-C5AAD95C02A1}"/>
              </a:ext>
            </a:extLst>
          </p:cNvPr>
          <p:cNvSpPr txBox="1"/>
          <p:nvPr/>
        </p:nvSpPr>
        <p:spPr>
          <a:xfrm>
            <a:off x="146426" y="4577679"/>
            <a:ext cx="8839200" cy="1937325"/>
          </a:xfrm>
          <a:prstGeom prst="rect">
            <a:avLst/>
          </a:prstGeom>
          <a:noFill/>
        </p:spPr>
        <p:txBody>
          <a:bodyPr wrap="square" rtlCol="0">
            <a:spAutoFit/>
          </a:bodyPr>
          <a:lstStyle/>
          <a:p>
            <a:pPr defTabSz="913838">
              <a:lnSpc>
                <a:spcPct val="150000"/>
              </a:lnSpc>
            </a:pPr>
            <a:r>
              <a:rPr lang="zh-CN" altLang="en-US" b="1" dirty="0">
                <a:solidFill>
                  <a:srgbClr val="C00000"/>
                </a:solidFill>
                <a:cs typeface="+mn-ea"/>
                <a:sym typeface="+mn-lt"/>
              </a:rPr>
              <a:t>业界</a:t>
            </a:r>
            <a:r>
              <a:rPr lang="en-US" altLang="zh-CN" b="1" dirty="0">
                <a:solidFill>
                  <a:srgbClr val="C00000"/>
                </a:solidFill>
                <a:cs typeface="+mn-ea"/>
                <a:sym typeface="+mn-lt"/>
              </a:rPr>
              <a:t>AI+</a:t>
            </a:r>
            <a:r>
              <a:rPr lang="zh-CN" altLang="en-US" b="1" dirty="0">
                <a:solidFill>
                  <a:srgbClr val="C00000"/>
                </a:solidFill>
                <a:cs typeface="+mn-ea"/>
                <a:sym typeface="+mn-lt"/>
              </a:rPr>
              <a:t>科学计算现状：</a:t>
            </a:r>
            <a:endParaRPr lang="en-US" altLang="zh-CN" b="1" dirty="0">
              <a:solidFill>
                <a:srgbClr val="C00000"/>
              </a:solidFill>
              <a:cs typeface="+mn-ea"/>
              <a:sym typeface="+mn-lt"/>
            </a:endParaRPr>
          </a:p>
          <a:p>
            <a:pPr marL="171330" indent="-171330" defTabSz="914126">
              <a:lnSpc>
                <a:spcPct val="150000"/>
              </a:lnSpc>
              <a:buFont typeface="Arial" panose="020B0604020202020204" pitchFamily="34" charset="0"/>
              <a:buChar char="•"/>
            </a:pPr>
            <a:r>
              <a:rPr lang="en-US" altLang="zh-CN" sz="1600" b="1" dirty="0">
                <a:solidFill>
                  <a:srgbClr val="4D4D4D"/>
                </a:solidFill>
                <a:cs typeface="+mn-ea"/>
                <a:sym typeface="+mn-lt"/>
              </a:rPr>
              <a:t>TF</a:t>
            </a:r>
            <a:r>
              <a:rPr lang="zh-CN" altLang="en-US" sz="1600" b="1" dirty="0">
                <a:solidFill>
                  <a:srgbClr val="4D4D4D"/>
                </a:solidFill>
                <a:cs typeface="+mn-ea"/>
                <a:sym typeface="+mn-lt"/>
              </a:rPr>
              <a:t>：</a:t>
            </a:r>
            <a:r>
              <a:rPr lang="zh-CN" altLang="en-US" sz="1600" dirty="0">
                <a:solidFill>
                  <a:srgbClr val="4D4D4D"/>
                </a:solidFill>
                <a:cs typeface="+mn-ea"/>
                <a:sym typeface="+mn-lt"/>
              </a:rPr>
              <a:t>众筹方式构建</a:t>
            </a:r>
            <a:r>
              <a:rPr lang="en-US" altLang="zh-CN" sz="1600" dirty="0">
                <a:solidFill>
                  <a:srgbClr val="4D4D4D"/>
                </a:solidFill>
                <a:cs typeface="+mn-ea"/>
                <a:sym typeface="+mn-lt"/>
              </a:rPr>
              <a:t>AI</a:t>
            </a:r>
            <a:r>
              <a:rPr lang="zh-CN" altLang="en-US" sz="1600" dirty="0">
                <a:solidFill>
                  <a:srgbClr val="4D4D4D"/>
                </a:solidFill>
                <a:cs typeface="+mn-ea"/>
                <a:sym typeface="+mn-lt"/>
              </a:rPr>
              <a:t>求解模型，典型应用领域取得突破；面向</a:t>
            </a:r>
            <a:r>
              <a:rPr lang="en-US" altLang="zh-CN" sz="1600" dirty="0">
                <a:solidFill>
                  <a:srgbClr val="4D4D4D"/>
                </a:solidFill>
                <a:cs typeface="+mn-ea"/>
                <a:sym typeface="+mn-lt"/>
              </a:rPr>
              <a:t>DNN</a:t>
            </a:r>
            <a:r>
              <a:rPr lang="zh-CN" altLang="en-US" sz="1600" dirty="0">
                <a:solidFill>
                  <a:srgbClr val="4D4D4D"/>
                </a:solidFill>
                <a:cs typeface="+mn-ea"/>
                <a:sym typeface="+mn-lt"/>
              </a:rPr>
              <a:t>设计的自动微分，计算高阶微分时效率低下；</a:t>
            </a:r>
            <a:endParaRPr lang="en-US" altLang="zh-CN" sz="1600" dirty="0">
              <a:solidFill>
                <a:srgbClr val="4D4D4D"/>
              </a:solidFill>
              <a:cs typeface="+mn-ea"/>
              <a:sym typeface="+mn-lt"/>
            </a:endParaRPr>
          </a:p>
          <a:p>
            <a:pPr marL="171330" indent="-171330" defTabSz="914126">
              <a:lnSpc>
                <a:spcPct val="150000"/>
              </a:lnSpc>
              <a:buFont typeface="Arial" panose="020B0604020202020204" pitchFamily="34" charset="0"/>
              <a:buChar char="•"/>
            </a:pPr>
            <a:r>
              <a:rPr lang="en-US" altLang="zh-CN" sz="1600" b="1" dirty="0" err="1">
                <a:solidFill>
                  <a:srgbClr val="4D4D4D"/>
                </a:solidFill>
                <a:cs typeface="+mn-ea"/>
                <a:sym typeface="+mn-lt"/>
              </a:rPr>
              <a:t>Nvidia</a:t>
            </a:r>
            <a:r>
              <a:rPr lang="zh-CN" altLang="en-US" sz="1600" b="1" dirty="0">
                <a:solidFill>
                  <a:srgbClr val="4D4D4D"/>
                </a:solidFill>
                <a:cs typeface="+mn-ea"/>
                <a:sym typeface="+mn-lt"/>
              </a:rPr>
              <a:t>：</a:t>
            </a:r>
            <a:r>
              <a:rPr lang="zh-CN" altLang="en-US" sz="1600" dirty="0">
                <a:solidFill>
                  <a:srgbClr val="4D4D4D"/>
                </a:solidFill>
                <a:cs typeface="+mn-ea"/>
                <a:sym typeface="+mn-lt"/>
              </a:rPr>
              <a:t>支持高精度计算；构筑</a:t>
            </a:r>
            <a:r>
              <a:rPr lang="en-US" altLang="zh-CN" sz="1600" dirty="0" err="1">
                <a:solidFill>
                  <a:srgbClr val="4D4D4D"/>
                </a:solidFill>
                <a:cs typeface="+mn-ea"/>
                <a:sym typeface="+mn-lt"/>
              </a:rPr>
              <a:t>cuBLAS</a:t>
            </a:r>
            <a:r>
              <a:rPr lang="zh-CN" altLang="en-US" sz="1600" dirty="0">
                <a:solidFill>
                  <a:srgbClr val="4D4D4D"/>
                </a:solidFill>
                <a:cs typeface="+mn-ea"/>
                <a:sym typeface="+mn-lt"/>
              </a:rPr>
              <a:t>、</a:t>
            </a:r>
            <a:r>
              <a:rPr lang="en-US" altLang="zh-CN" sz="1600" dirty="0" err="1">
                <a:solidFill>
                  <a:srgbClr val="4D4D4D"/>
                </a:solidFill>
                <a:cs typeface="+mn-ea"/>
                <a:sym typeface="+mn-lt"/>
              </a:rPr>
              <a:t>cuFFT</a:t>
            </a:r>
            <a:r>
              <a:rPr lang="zh-CN" altLang="en-US" sz="1600" dirty="0">
                <a:solidFill>
                  <a:srgbClr val="4D4D4D"/>
                </a:solidFill>
                <a:cs typeface="+mn-ea"/>
                <a:sym typeface="+mn-lt"/>
              </a:rPr>
              <a:t>等基础数学库；上层框架依赖</a:t>
            </a:r>
            <a:r>
              <a:rPr lang="en-US" altLang="zh-CN" sz="1600" dirty="0" err="1">
                <a:solidFill>
                  <a:srgbClr val="4D4D4D"/>
                </a:solidFill>
                <a:cs typeface="+mn-ea"/>
                <a:sym typeface="+mn-lt"/>
              </a:rPr>
              <a:t>TensorFlow</a:t>
            </a:r>
            <a:r>
              <a:rPr lang="zh-CN" altLang="en-US" sz="1600" dirty="0">
                <a:solidFill>
                  <a:srgbClr val="4D4D4D"/>
                </a:solidFill>
                <a:cs typeface="+mn-ea"/>
                <a:sym typeface="+mn-lt"/>
              </a:rPr>
              <a:t>，继承</a:t>
            </a:r>
            <a:r>
              <a:rPr lang="en-US" altLang="zh-CN" sz="1600" dirty="0">
                <a:solidFill>
                  <a:srgbClr val="4D4D4D"/>
                </a:solidFill>
                <a:cs typeface="+mn-ea"/>
                <a:sym typeface="+mn-lt"/>
              </a:rPr>
              <a:t>TF</a:t>
            </a:r>
            <a:r>
              <a:rPr lang="zh-CN" altLang="en-US" sz="1600" dirty="0">
                <a:solidFill>
                  <a:srgbClr val="4D4D4D"/>
                </a:solidFill>
                <a:cs typeface="+mn-ea"/>
                <a:sym typeface="+mn-lt"/>
              </a:rPr>
              <a:t>缺点</a:t>
            </a:r>
            <a:endParaRPr lang="en-US" altLang="zh-CN" sz="1600" dirty="0">
              <a:solidFill>
                <a:srgbClr val="4D4D4D"/>
              </a:solidFill>
              <a:cs typeface="+mn-ea"/>
              <a:sym typeface="+mn-lt"/>
            </a:endParaRPr>
          </a:p>
        </p:txBody>
      </p:sp>
      <p:sp>
        <p:nvSpPr>
          <p:cNvPr id="33" name="圆角矩形 54">
            <a:extLst>
              <a:ext uri="{FF2B5EF4-FFF2-40B4-BE49-F238E27FC236}">
                <a16:creationId xmlns:a16="http://schemas.microsoft.com/office/drawing/2014/main" id="{EB311ED1-86AF-4E6A-AE2E-E9A46A4ADDE2}"/>
              </a:ext>
            </a:extLst>
          </p:cNvPr>
          <p:cNvSpPr/>
          <p:nvPr/>
        </p:nvSpPr>
        <p:spPr bwMode="auto">
          <a:xfrm>
            <a:off x="2064155" y="3657600"/>
            <a:ext cx="5435969" cy="658634"/>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defTabSz="913838">
              <a:buFont typeface="Arial" panose="020B0604020202020204" pitchFamily="34" charset="0"/>
              <a:buChar char="•"/>
            </a:pPr>
            <a:endParaRPr lang="zh-CN" altLang="en-US" sz="1100" kern="0" dirty="0">
              <a:solidFill>
                <a:schemeClr val="tx1"/>
              </a:solidFill>
              <a:cs typeface="+mn-ea"/>
              <a:sym typeface="+mn-lt"/>
            </a:endParaRPr>
          </a:p>
        </p:txBody>
      </p:sp>
      <p:cxnSp>
        <p:nvCxnSpPr>
          <p:cNvPr id="34" name="直接箭头连接符 33">
            <a:extLst>
              <a:ext uri="{FF2B5EF4-FFF2-40B4-BE49-F238E27FC236}">
                <a16:creationId xmlns:a16="http://schemas.microsoft.com/office/drawing/2014/main" id="{F7723ACB-E5CC-41A2-9873-F440865B7FE4}"/>
              </a:ext>
            </a:extLst>
          </p:cNvPr>
          <p:cNvCxnSpPr/>
          <p:nvPr/>
        </p:nvCxnSpPr>
        <p:spPr bwMode="auto">
          <a:xfrm flipH="1">
            <a:off x="4566026" y="3262033"/>
            <a:ext cx="5974" cy="396358"/>
          </a:xfrm>
          <a:prstGeom prst="straightConnector1">
            <a:avLst/>
          </a:prstGeom>
          <a:noFill/>
          <a:ln>
            <a:solidFill>
              <a:sysClr val="windowText" lastClr="000000"/>
            </a:solidFill>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矩形 34">
            <a:extLst>
              <a:ext uri="{FF2B5EF4-FFF2-40B4-BE49-F238E27FC236}">
                <a16:creationId xmlns:a16="http://schemas.microsoft.com/office/drawing/2014/main" id="{5937CEB8-63A6-4C3B-B8DC-747D9FC8C58E}"/>
              </a:ext>
            </a:extLst>
          </p:cNvPr>
          <p:cNvSpPr/>
          <p:nvPr/>
        </p:nvSpPr>
        <p:spPr>
          <a:xfrm>
            <a:off x="3197647" y="3915391"/>
            <a:ext cx="3218829" cy="637652"/>
          </a:xfrm>
          <a:prstGeom prst="rect">
            <a:avLst/>
          </a:prstGeom>
          <a:noFill/>
          <a:ln w="12700" cap="flat" cmpd="sng" algn="ctr">
            <a:noFill/>
            <a:prstDash val="solid"/>
            <a:miter lim="800000"/>
          </a:ln>
          <a:effectLst/>
        </p:spPr>
        <p:txBody>
          <a:bodyPr rtlCol="0" anchor="ctr"/>
          <a:lstStyle/>
          <a:p>
            <a:pPr marL="171450" indent="-171450" defTabSz="913838">
              <a:lnSpc>
                <a:spcPct val="150000"/>
              </a:lnSpc>
              <a:buFont typeface="Arial" panose="020B0604020202020204" pitchFamily="34" charset="0"/>
              <a:buChar char="•"/>
              <a:defRPr/>
            </a:pPr>
            <a:r>
              <a:rPr lang="zh-CN" altLang="en-US" sz="1400" kern="0" dirty="0">
                <a:solidFill>
                  <a:srgbClr val="666666"/>
                </a:solidFill>
                <a:cs typeface="+mn-ea"/>
                <a:sym typeface="+mn-lt"/>
              </a:rPr>
              <a:t>非线性拟合，无需解高维方程</a:t>
            </a:r>
            <a:endParaRPr lang="en-US" altLang="zh-CN" sz="1400" kern="0" dirty="0">
              <a:solidFill>
                <a:srgbClr val="666666"/>
              </a:solidFill>
              <a:cs typeface="+mn-ea"/>
              <a:sym typeface="+mn-lt"/>
            </a:endParaRPr>
          </a:p>
          <a:p>
            <a:pPr marL="171450" indent="-171450" defTabSz="913838">
              <a:lnSpc>
                <a:spcPct val="150000"/>
              </a:lnSpc>
              <a:buFont typeface="Arial" panose="020B0604020202020204" pitchFamily="34" charset="0"/>
              <a:buChar char="•"/>
              <a:defRPr/>
            </a:pPr>
            <a:r>
              <a:rPr lang="zh-CN" altLang="en-US" sz="1400" kern="0" dirty="0">
                <a:solidFill>
                  <a:srgbClr val="666666"/>
                </a:solidFill>
                <a:cs typeface="+mn-ea"/>
                <a:sym typeface="+mn-lt"/>
              </a:rPr>
              <a:t>神经网络模拟，不需要处理边界条件</a:t>
            </a:r>
          </a:p>
        </p:txBody>
      </p:sp>
      <p:sp>
        <p:nvSpPr>
          <p:cNvPr id="36" name="圆角矩形 32">
            <a:extLst>
              <a:ext uri="{FF2B5EF4-FFF2-40B4-BE49-F238E27FC236}">
                <a16:creationId xmlns:a16="http://schemas.microsoft.com/office/drawing/2014/main" id="{2FF7A8AF-DCF3-47FD-9674-4306DE74499E}"/>
              </a:ext>
            </a:extLst>
          </p:cNvPr>
          <p:cNvSpPr/>
          <p:nvPr/>
        </p:nvSpPr>
        <p:spPr bwMode="auto">
          <a:xfrm>
            <a:off x="3223047" y="3696195"/>
            <a:ext cx="2904677" cy="243749"/>
          </a:xfrm>
          <a:prstGeom prst="roundRect">
            <a:avLst/>
          </a:prstGeom>
          <a:solidFill>
            <a:srgbClr val="00B0F0"/>
          </a:solidFill>
          <a:ln>
            <a:solidFill>
              <a:schemeClr val="bg1">
                <a:lumMod val="20000"/>
                <a:lumOff val="80000"/>
              </a:schemeClr>
            </a:solidFill>
          </a:ln>
          <a:effectLst/>
        </p:spPr>
        <p:txBody>
          <a:bodyPr vert="horz" wrap="square" lIns="91371" tIns="45685" rIns="91371" bIns="45685" numCol="1" rtlCol="0" anchor="ctr" anchorCtr="0" compatLnSpc="1">
            <a:prstTxWarp prst="textNoShape">
              <a:avLst/>
            </a:prstTxWarp>
          </a:bodyPr>
          <a:lstStyle/>
          <a:p>
            <a:pPr algn="ctr" defTabSz="914126">
              <a:defRPr/>
            </a:pPr>
            <a:r>
              <a:rPr lang="en-US" altLang="zh-CN" sz="1600" b="1" kern="0" dirty="0">
                <a:solidFill>
                  <a:srgbClr val="FFFFFF"/>
                </a:solidFill>
                <a:cs typeface="+mn-ea"/>
                <a:sym typeface="+mn-lt"/>
              </a:rPr>
              <a:t>AI</a:t>
            </a:r>
            <a:r>
              <a:rPr lang="zh-CN" altLang="en-US" sz="1600" b="1" kern="0" dirty="0">
                <a:solidFill>
                  <a:srgbClr val="FFFFFF"/>
                </a:solidFill>
                <a:cs typeface="+mn-ea"/>
                <a:sym typeface="+mn-lt"/>
              </a:rPr>
              <a:t>方法求解</a:t>
            </a:r>
          </a:p>
        </p:txBody>
      </p:sp>
      <p:sp>
        <p:nvSpPr>
          <p:cNvPr id="38" name="矩形 37">
            <a:extLst>
              <a:ext uri="{FF2B5EF4-FFF2-40B4-BE49-F238E27FC236}">
                <a16:creationId xmlns:a16="http://schemas.microsoft.com/office/drawing/2014/main" id="{3250F967-2735-46F4-8C4B-FD0EDA818C52}"/>
              </a:ext>
            </a:extLst>
          </p:cNvPr>
          <p:cNvSpPr/>
          <p:nvPr/>
        </p:nvSpPr>
        <p:spPr>
          <a:xfrm>
            <a:off x="3197647" y="2527987"/>
            <a:ext cx="3072524" cy="637652"/>
          </a:xfrm>
          <a:prstGeom prst="rect">
            <a:avLst/>
          </a:prstGeom>
          <a:noFill/>
          <a:ln w="12700" cap="flat" cmpd="sng" algn="ctr">
            <a:noFill/>
            <a:prstDash val="solid"/>
            <a:miter lim="800000"/>
          </a:ln>
          <a:effectLst/>
        </p:spPr>
        <p:txBody>
          <a:bodyPr rtlCol="0" anchor="ctr"/>
          <a:lstStyle/>
          <a:p>
            <a:pPr marL="171450" indent="-171450" defTabSz="913838">
              <a:buFont typeface="Arial" panose="020B0604020202020204" pitchFamily="34" charset="0"/>
              <a:buChar char="•"/>
              <a:defRPr/>
            </a:pPr>
            <a:r>
              <a:rPr lang="zh-CN" altLang="en-US" sz="1400" kern="0" dirty="0">
                <a:solidFill>
                  <a:srgbClr val="666666"/>
                </a:solidFill>
                <a:cs typeface="+mn-ea"/>
                <a:sym typeface="+mn-lt"/>
              </a:rPr>
              <a:t>高维微分方程求解，计算量大</a:t>
            </a:r>
          </a:p>
          <a:p>
            <a:pPr marL="171450" indent="-171450" defTabSz="913838">
              <a:lnSpc>
                <a:spcPct val="150000"/>
              </a:lnSpc>
              <a:buFont typeface="Arial" panose="020B0604020202020204" pitchFamily="34" charset="0"/>
              <a:buChar char="•"/>
              <a:defRPr/>
            </a:pPr>
            <a:r>
              <a:rPr lang="zh-CN" altLang="en-US" sz="1400" kern="0" dirty="0">
                <a:solidFill>
                  <a:srgbClr val="666666"/>
                </a:solidFill>
                <a:cs typeface="+mn-ea"/>
                <a:sym typeface="+mn-lt"/>
              </a:rPr>
              <a:t>边界条件复杂，求解不稳定</a:t>
            </a:r>
          </a:p>
        </p:txBody>
      </p:sp>
      <p:sp>
        <p:nvSpPr>
          <p:cNvPr id="39" name="圆角矩形 20">
            <a:extLst>
              <a:ext uri="{FF2B5EF4-FFF2-40B4-BE49-F238E27FC236}">
                <a16:creationId xmlns:a16="http://schemas.microsoft.com/office/drawing/2014/main" id="{7306762F-69D4-4ABE-89E2-E8FD8272FD08}"/>
              </a:ext>
            </a:extLst>
          </p:cNvPr>
          <p:cNvSpPr/>
          <p:nvPr/>
        </p:nvSpPr>
        <p:spPr bwMode="auto">
          <a:xfrm>
            <a:off x="3219872" y="2286000"/>
            <a:ext cx="2904677" cy="241987"/>
          </a:xfrm>
          <a:prstGeom prst="roundRect">
            <a:avLst/>
          </a:prstGeom>
          <a:solidFill>
            <a:srgbClr val="C00000"/>
          </a:solidFill>
          <a:ln>
            <a:solidFill>
              <a:schemeClr val="bg1">
                <a:lumMod val="20000"/>
                <a:lumOff val="80000"/>
              </a:schemeClr>
            </a:solidFill>
          </a:ln>
          <a:effectLst/>
        </p:spPr>
        <p:txBody>
          <a:bodyPr vert="horz" wrap="square" lIns="91371" tIns="45685" rIns="91371" bIns="45685" numCol="1" rtlCol="0" anchor="ctr" anchorCtr="0" compatLnSpc="1">
            <a:prstTxWarp prst="textNoShape">
              <a:avLst/>
            </a:prstTxWarp>
          </a:bodyPr>
          <a:lstStyle/>
          <a:p>
            <a:pPr algn="ctr" defTabSz="914126">
              <a:defRPr/>
            </a:pPr>
            <a:r>
              <a:rPr lang="zh-CN" altLang="en-US" sz="1600" b="1" kern="0" dirty="0">
                <a:solidFill>
                  <a:srgbClr val="FFFFFF"/>
                </a:solidFill>
                <a:cs typeface="+mn-ea"/>
                <a:sym typeface="+mn-lt"/>
              </a:rPr>
              <a:t>传统数值方法</a:t>
            </a:r>
          </a:p>
        </p:txBody>
      </p:sp>
    </p:spTree>
    <p:extLst>
      <p:ext uri="{BB962C8B-B14F-4D97-AF65-F5344CB8AC3E}">
        <p14:creationId xmlns:p14="http://schemas.microsoft.com/office/powerpoint/2010/main" val="211538670"/>
      </p:ext>
    </p:extLst>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One Iteration for a Layer</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148</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 name="组合 2">
            <a:extLst>
              <a:ext uri="{FF2B5EF4-FFF2-40B4-BE49-F238E27FC236}">
                <a16:creationId xmlns:a16="http://schemas.microsoft.com/office/drawing/2014/main" id="{4E2C3DA3-0F20-4097-B776-F7BEA71234E9}"/>
              </a:ext>
            </a:extLst>
          </p:cNvPr>
          <p:cNvGrpSpPr/>
          <p:nvPr/>
        </p:nvGrpSpPr>
        <p:grpSpPr>
          <a:xfrm>
            <a:off x="541769" y="1595188"/>
            <a:ext cx="4648287" cy="1140464"/>
            <a:chOff x="541769" y="1595188"/>
            <a:chExt cx="4648287" cy="1140464"/>
          </a:xfrm>
        </p:grpSpPr>
        <p:grpSp>
          <p:nvGrpSpPr>
            <p:cNvPr id="491" name="object 5">
              <a:extLst>
                <a:ext uri="{FF2B5EF4-FFF2-40B4-BE49-F238E27FC236}">
                  <a16:creationId xmlns:a16="http://schemas.microsoft.com/office/drawing/2014/main" id="{8E19E843-CA8E-4C4A-93BF-F9CBA419CD22}"/>
                </a:ext>
              </a:extLst>
            </p:cNvPr>
            <p:cNvGrpSpPr/>
            <p:nvPr/>
          </p:nvGrpSpPr>
          <p:grpSpPr>
            <a:xfrm>
              <a:off x="3104999" y="1954174"/>
              <a:ext cx="826911" cy="395111"/>
              <a:chOff x="2482342" y="1360674"/>
              <a:chExt cx="744220" cy="355600"/>
            </a:xfrm>
          </p:grpSpPr>
          <p:sp>
            <p:nvSpPr>
              <p:cNvPr id="492" name="object 6">
                <a:extLst>
                  <a:ext uri="{FF2B5EF4-FFF2-40B4-BE49-F238E27FC236}">
                    <a16:creationId xmlns:a16="http://schemas.microsoft.com/office/drawing/2014/main" id="{3C312948-C2B0-48D5-B48E-DC9194289F78}"/>
                  </a:ext>
                </a:extLst>
              </p:cNvPr>
              <p:cNvSpPr/>
              <p:nvPr/>
            </p:nvSpPr>
            <p:spPr>
              <a:xfrm>
                <a:off x="2854452" y="136702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493" name="object 7">
                <a:extLst>
                  <a:ext uri="{FF2B5EF4-FFF2-40B4-BE49-F238E27FC236}">
                    <a16:creationId xmlns:a16="http://schemas.microsoft.com/office/drawing/2014/main" id="{6CA12346-6A87-4A8D-95B8-EEC8C0B1DB94}"/>
                  </a:ext>
                </a:extLst>
              </p:cNvPr>
              <p:cNvSpPr/>
              <p:nvPr/>
            </p:nvSpPr>
            <p:spPr>
              <a:xfrm>
                <a:off x="2854452" y="136702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94" name="object 8">
                <a:extLst>
                  <a:ext uri="{FF2B5EF4-FFF2-40B4-BE49-F238E27FC236}">
                    <a16:creationId xmlns:a16="http://schemas.microsoft.com/office/drawing/2014/main" id="{969DFADF-12F6-4F20-A843-CB2C59EB7C90}"/>
                  </a:ext>
                </a:extLst>
              </p:cNvPr>
              <p:cNvSpPr/>
              <p:nvPr/>
            </p:nvSpPr>
            <p:spPr>
              <a:xfrm>
                <a:off x="2854452" y="14523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95" name="object 9">
                <a:extLst>
                  <a:ext uri="{FF2B5EF4-FFF2-40B4-BE49-F238E27FC236}">
                    <a16:creationId xmlns:a16="http://schemas.microsoft.com/office/drawing/2014/main" id="{2F37E149-DF30-4451-B8FB-1BD4AE6297A0}"/>
                  </a:ext>
                </a:extLst>
              </p:cNvPr>
              <p:cNvSpPr/>
              <p:nvPr/>
            </p:nvSpPr>
            <p:spPr>
              <a:xfrm>
                <a:off x="2854452" y="14523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96" name="object 10">
                <a:extLst>
                  <a:ext uri="{FF2B5EF4-FFF2-40B4-BE49-F238E27FC236}">
                    <a16:creationId xmlns:a16="http://schemas.microsoft.com/office/drawing/2014/main" id="{A5638E77-33C0-408D-901B-0CFF435DF403}"/>
                  </a:ext>
                </a:extLst>
              </p:cNvPr>
              <p:cNvSpPr/>
              <p:nvPr/>
            </p:nvSpPr>
            <p:spPr>
              <a:xfrm>
                <a:off x="2854452" y="15377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97" name="object 11">
                <a:extLst>
                  <a:ext uri="{FF2B5EF4-FFF2-40B4-BE49-F238E27FC236}">
                    <a16:creationId xmlns:a16="http://schemas.microsoft.com/office/drawing/2014/main" id="{95F9C16A-1296-44EB-AD50-5D24841644F7}"/>
                  </a:ext>
                </a:extLst>
              </p:cNvPr>
              <p:cNvSpPr/>
              <p:nvPr/>
            </p:nvSpPr>
            <p:spPr>
              <a:xfrm>
                <a:off x="2854452" y="15377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98" name="object 12">
                <a:extLst>
                  <a:ext uri="{FF2B5EF4-FFF2-40B4-BE49-F238E27FC236}">
                    <a16:creationId xmlns:a16="http://schemas.microsoft.com/office/drawing/2014/main" id="{B68E15AB-709B-4454-A0E7-365983BFC5BD}"/>
                  </a:ext>
                </a:extLst>
              </p:cNvPr>
              <p:cNvSpPr/>
              <p:nvPr/>
            </p:nvSpPr>
            <p:spPr>
              <a:xfrm>
                <a:off x="2854452" y="1623062"/>
                <a:ext cx="93345" cy="86995"/>
              </a:xfrm>
              <a:custGeom>
                <a:avLst/>
                <a:gdLst/>
                <a:ahLst/>
                <a:cxnLst/>
                <a:rect l="l" t="t" r="r" b="b"/>
                <a:pathLst>
                  <a:path w="93344" h="86994">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499" name="object 13">
                <a:extLst>
                  <a:ext uri="{FF2B5EF4-FFF2-40B4-BE49-F238E27FC236}">
                    <a16:creationId xmlns:a16="http://schemas.microsoft.com/office/drawing/2014/main" id="{4D38663E-B8D0-4695-8504-3540215AB4BC}"/>
                  </a:ext>
                </a:extLst>
              </p:cNvPr>
              <p:cNvSpPr/>
              <p:nvPr/>
            </p:nvSpPr>
            <p:spPr>
              <a:xfrm>
                <a:off x="2854452" y="1623062"/>
                <a:ext cx="93345" cy="86995"/>
              </a:xfrm>
              <a:custGeom>
                <a:avLst/>
                <a:gdLst/>
                <a:ahLst/>
                <a:cxnLst/>
                <a:rect l="l" t="t" r="r" b="b"/>
                <a:pathLst>
                  <a:path w="93344" h="86994">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00" name="object 14">
                <a:extLst>
                  <a:ext uri="{FF2B5EF4-FFF2-40B4-BE49-F238E27FC236}">
                    <a16:creationId xmlns:a16="http://schemas.microsoft.com/office/drawing/2014/main" id="{C454F88C-AA10-4CAC-BF10-B983F130F553}"/>
                  </a:ext>
                </a:extLst>
              </p:cNvPr>
              <p:cNvSpPr/>
              <p:nvPr/>
            </p:nvSpPr>
            <p:spPr>
              <a:xfrm>
                <a:off x="2488692"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01" name="object 15">
                <a:extLst>
                  <a:ext uri="{FF2B5EF4-FFF2-40B4-BE49-F238E27FC236}">
                    <a16:creationId xmlns:a16="http://schemas.microsoft.com/office/drawing/2014/main" id="{28DE09B3-9367-4079-A683-CC42AE44324A}"/>
                  </a:ext>
                </a:extLst>
              </p:cNvPr>
              <p:cNvSpPr/>
              <p:nvPr/>
            </p:nvSpPr>
            <p:spPr>
              <a:xfrm>
                <a:off x="2488692"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02" name="object 16">
                <a:extLst>
                  <a:ext uri="{FF2B5EF4-FFF2-40B4-BE49-F238E27FC236}">
                    <a16:creationId xmlns:a16="http://schemas.microsoft.com/office/drawing/2014/main" id="{085B0921-E3A1-4210-A648-C3B70FDFC1AC}"/>
                  </a:ext>
                </a:extLst>
              </p:cNvPr>
              <p:cNvSpPr/>
              <p:nvPr/>
            </p:nvSpPr>
            <p:spPr>
              <a:xfrm>
                <a:off x="2580132" y="136702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503" name="object 17">
                <a:extLst>
                  <a:ext uri="{FF2B5EF4-FFF2-40B4-BE49-F238E27FC236}">
                    <a16:creationId xmlns:a16="http://schemas.microsoft.com/office/drawing/2014/main" id="{CF7919CF-22F4-48B3-A9A5-962AB704CE5A}"/>
                  </a:ext>
                </a:extLst>
              </p:cNvPr>
              <p:cNvSpPr/>
              <p:nvPr/>
            </p:nvSpPr>
            <p:spPr>
              <a:xfrm>
                <a:off x="2580132" y="136702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04" name="object 18">
                <a:extLst>
                  <a:ext uri="{FF2B5EF4-FFF2-40B4-BE49-F238E27FC236}">
                    <a16:creationId xmlns:a16="http://schemas.microsoft.com/office/drawing/2014/main" id="{DF9553EA-B4C2-43AC-BB1A-E70F1E1A454D}"/>
                  </a:ext>
                </a:extLst>
              </p:cNvPr>
              <p:cNvSpPr/>
              <p:nvPr/>
            </p:nvSpPr>
            <p:spPr>
              <a:xfrm>
                <a:off x="2673096"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05" name="object 19">
                <a:extLst>
                  <a:ext uri="{FF2B5EF4-FFF2-40B4-BE49-F238E27FC236}">
                    <a16:creationId xmlns:a16="http://schemas.microsoft.com/office/drawing/2014/main" id="{2A0970FB-4E16-4989-8343-9A4FFC03D9E8}"/>
                  </a:ext>
                </a:extLst>
              </p:cNvPr>
              <p:cNvSpPr/>
              <p:nvPr/>
            </p:nvSpPr>
            <p:spPr>
              <a:xfrm>
                <a:off x="2673096"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06" name="object 20">
                <a:extLst>
                  <a:ext uri="{FF2B5EF4-FFF2-40B4-BE49-F238E27FC236}">
                    <a16:creationId xmlns:a16="http://schemas.microsoft.com/office/drawing/2014/main" id="{3A511FCF-FEBD-4E8C-BDD3-3FE860B2CCB1}"/>
                  </a:ext>
                </a:extLst>
              </p:cNvPr>
              <p:cNvSpPr/>
              <p:nvPr/>
            </p:nvSpPr>
            <p:spPr>
              <a:xfrm>
                <a:off x="2488692"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07" name="object 21">
                <a:extLst>
                  <a:ext uri="{FF2B5EF4-FFF2-40B4-BE49-F238E27FC236}">
                    <a16:creationId xmlns:a16="http://schemas.microsoft.com/office/drawing/2014/main" id="{487CB38F-D0AB-4A77-9232-1B398860682A}"/>
                  </a:ext>
                </a:extLst>
              </p:cNvPr>
              <p:cNvSpPr/>
              <p:nvPr/>
            </p:nvSpPr>
            <p:spPr>
              <a:xfrm>
                <a:off x="2488692"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08" name="object 22">
                <a:extLst>
                  <a:ext uri="{FF2B5EF4-FFF2-40B4-BE49-F238E27FC236}">
                    <a16:creationId xmlns:a16="http://schemas.microsoft.com/office/drawing/2014/main" id="{B0BA94E9-E590-428C-AE85-EAEB31AE40D4}"/>
                  </a:ext>
                </a:extLst>
              </p:cNvPr>
              <p:cNvSpPr/>
              <p:nvPr/>
            </p:nvSpPr>
            <p:spPr>
              <a:xfrm>
                <a:off x="2580132" y="14523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509" name="object 23">
                <a:extLst>
                  <a:ext uri="{FF2B5EF4-FFF2-40B4-BE49-F238E27FC236}">
                    <a16:creationId xmlns:a16="http://schemas.microsoft.com/office/drawing/2014/main" id="{8F6C7063-0663-422A-8821-2EBE8EEB9D60}"/>
                  </a:ext>
                </a:extLst>
              </p:cNvPr>
              <p:cNvSpPr/>
              <p:nvPr/>
            </p:nvSpPr>
            <p:spPr>
              <a:xfrm>
                <a:off x="2580132" y="14523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0" name="object 24">
                <a:extLst>
                  <a:ext uri="{FF2B5EF4-FFF2-40B4-BE49-F238E27FC236}">
                    <a16:creationId xmlns:a16="http://schemas.microsoft.com/office/drawing/2014/main" id="{8E762F54-2064-49AD-9C37-3553A0D929B3}"/>
                  </a:ext>
                </a:extLst>
              </p:cNvPr>
              <p:cNvSpPr/>
              <p:nvPr/>
            </p:nvSpPr>
            <p:spPr>
              <a:xfrm>
                <a:off x="2673096"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11" name="object 25">
                <a:extLst>
                  <a:ext uri="{FF2B5EF4-FFF2-40B4-BE49-F238E27FC236}">
                    <a16:creationId xmlns:a16="http://schemas.microsoft.com/office/drawing/2014/main" id="{1B8A3CBC-4CE8-4112-BC4D-81B6EDAE2C7D}"/>
                  </a:ext>
                </a:extLst>
              </p:cNvPr>
              <p:cNvSpPr/>
              <p:nvPr/>
            </p:nvSpPr>
            <p:spPr>
              <a:xfrm>
                <a:off x="2673096"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2" name="object 26">
                <a:extLst>
                  <a:ext uri="{FF2B5EF4-FFF2-40B4-BE49-F238E27FC236}">
                    <a16:creationId xmlns:a16="http://schemas.microsoft.com/office/drawing/2014/main" id="{8852D17C-22E2-4452-81F6-F3E6D975B8D0}"/>
                  </a:ext>
                </a:extLst>
              </p:cNvPr>
              <p:cNvSpPr/>
              <p:nvPr/>
            </p:nvSpPr>
            <p:spPr>
              <a:xfrm>
                <a:off x="2488692"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13" name="object 27">
                <a:extLst>
                  <a:ext uri="{FF2B5EF4-FFF2-40B4-BE49-F238E27FC236}">
                    <a16:creationId xmlns:a16="http://schemas.microsoft.com/office/drawing/2014/main" id="{967B69B8-481A-456D-A3DD-EA1590BC98D3}"/>
                  </a:ext>
                </a:extLst>
              </p:cNvPr>
              <p:cNvSpPr/>
              <p:nvPr/>
            </p:nvSpPr>
            <p:spPr>
              <a:xfrm>
                <a:off x="2488692"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4" name="object 28">
                <a:extLst>
                  <a:ext uri="{FF2B5EF4-FFF2-40B4-BE49-F238E27FC236}">
                    <a16:creationId xmlns:a16="http://schemas.microsoft.com/office/drawing/2014/main" id="{D51860F0-4511-4898-A4D3-80EB8D296F51}"/>
                  </a:ext>
                </a:extLst>
              </p:cNvPr>
              <p:cNvSpPr/>
              <p:nvPr/>
            </p:nvSpPr>
            <p:spPr>
              <a:xfrm>
                <a:off x="2580132" y="15377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515" name="object 29">
                <a:extLst>
                  <a:ext uri="{FF2B5EF4-FFF2-40B4-BE49-F238E27FC236}">
                    <a16:creationId xmlns:a16="http://schemas.microsoft.com/office/drawing/2014/main" id="{E46AD9E8-8FA3-42C0-BF9D-20AF4BD7DB91}"/>
                  </a:ext>
                </a:extLst>
              </p:cNvPr>
              <p:cNvSpPr/>
              <p:nvPr/>
            </p:nvSpPr>
            <p:spPr>
              <a:xfrm>
                <a:off x="2580132" y="15377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6" name="object 30">
                <a:extLst>
                  <a:ext uri="{FF2B5EF4-FFF2-40B4-BE49-F238E27FC236}">
                    <a16:creationId xmlns:a16="http://schemas.microsoft.com/office/drawing/2014/main" id="{98B1299E-AB7C-4E0A-ACFB-AE7D30A0FD07}"/>
                  </a:ext>
                </a:extLst>
              </p:cNvPr>
              <p:cNvSpPr/>
              <p:nvPr/>
            </p:nvSpPr>
            <p:spPr>
              <a:xfrm>
                <a:off x="2673096"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17" name="object 31">
                <a:extLst>
                  <a:ext uri="{FF2B5EF4-FFF2-40B4-BE49-F238E27FC236}">
                    <a16:creationId xmlns:a16="http://schemas.microsoft.com/office/drawing/2014/main" id="{16760BA7-052D-4620-8EB1-DF614F8D6F2F}"/>
                  </a:ext>
                </a:extLst>
              </p:cNvPr>
              <p:cNvSpPr/>
              <p:nvPr/>
            </p:nvSpPr>
            <p:spPr>
              <a:xfrm>
                <a:off x="2673096"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8" name="object 32">
                <a:extLst>
                  <a:ext uri="{FF2B5EF4-FFF2-40B4-BE49-F238E27FC236}">
                    <a16:creationId xmlns:a16="http://schemas.microsoft.com/office/drawing/2014/main" id="{1B199A13-4728-4C63-BEA3-0F9AFDC7C736}"/>
                  </a:ext>
                </a:extLst>
              </p:cNvPr>
              <p:cNvSpPr/>
              <p:nvPr/>
            </p:nvSpPr>
            <p:spPr>
              <a:xfrm>
                <a:off x="2488692"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19" name="object 33">
                <a:extLst>
                  <a:ext uri="{FF2B5EF4-FFF2-40B4-BE49-F238E27FC236}">
                    <a16:creationId xmlns:a16="http://schemas.microsoft.com/office/drawing/2014/main" id="{13F39886-72A5-4744-AD3A-5B6BBAD672C4}"/>
                  </a:ext>
                </a:extLst>
              </p:cNvPr>
              <p:cNvSpPr/>
              <p:nvPr/>
            </p:nvSpPr>
            <p:spPr>
              <a:xfrm>
                <a:off x="2488692"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20" name="object 34">
                <a:extLst>
                  <a:ext uri="{FF2B5EF4-FFF2-40B4-BE49-F238E27FC236}">
                    <a16:creationId xmlns:a16="http://schemas.microsoft.com/office/drawing/2014/main" id="{08902FEC-BC85-4EB3-BAF2-716A21C70D71}"/>
                  </a:ext>
                </a:extLst>
              </p:cNvPr>
              <p:cNvSpPr/>
              <p:nvPr/>
            </p:nvSpPr>
            <p:spPr>
              <a:xfrm>
                <a:off x="2580132" y="1623062"/>
                <a:ext cx="93345" cy="86995"/>
              </a:xfrm>
              <a:custGeom>
                <a:avLst/>
                <a:gdLst/>
                <a:ahLst/>
                <a:cxnLst/>
                <a:rect l="l" t="t" r="r" b="b"/>
                <a:pathLst>
                  <a:path w="93344" h="86994">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521" name="object 35">
                <a:extLst>
                  <a:ext uri="{FF2B5EF4-FFF2-40B4-BE49-F238E27FC236}">
                    <a16:creationId xmlns:a16="http://schemas.microsoft.com/office/drawing/2014/main" id="{DBC86774-EDE3-47F0-BEFE-DC770C777AD9}"/>
                  </a:ext>
                </a:extLst>
              </p:cNvPr>
              <p:cNvSpPr/>
              <p:nvPr/>
            </p:nvSpPr>
            <p:spPr>
              <a:xfrm>
                <a:off x="2580132" y="1623062"/>
                <a:ext cx="93345" cy="86995"/>
              </a:xfrm>
              <a:custGeom>
                <a:avLst/>
                <a:gdLst/>
                <a:ahLst/>
                <a:cxnLst/>
                <a:rect l="l" t="t" r="r" b="b"/>
                <a:pathLst>
                  <a:path w="93344" h="86994">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22" name="object 36">
                <a:extLst>
                  <a:ext uri="{FF2B5EF4-FFF2-40B4-BE49-F238E27FC236}">
                    <a16:creationId xmlns:a16="http://schemas.microsoft.com/office/drawing/2014/main" id="{A23D727D-B505-4DAF-84AB-95DA77516CDD}"/>
                  </a:ext>
                </a:extLst>
              </p:cNvPr>
              <p:cNvSpPr/>
              <p:nvPr/>
            </p:nvSpPr>
            <p:spPr>
              <a:xfrm>
                <a:off x="2673096"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23" name="object 37">
                <a:extLst>
                  <a:ext uri="{FF2B5EF4-FFF2-40B4-BE49-F238E27FC236}">
                    <a16:creationId xmlns:a16="http://schemas.microsoft.com/office/drawing/2014/main" id="{BA5B8E49-262C-46B8-B6BB-26468DDB8814}"/>
                  </a:ext>
                </a:extLst>
              </p:cNvPr>
              <p:cNvSpPr/>
              <p:nvPr/>
            </p:nvSpPr>
            <p:spPr>
              <a:xfrm>
                <a:off x="2673096"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24" name="object 38">
                <a:extLst>
                  <a:ext uri="{FF2B5EF4-FFF2-40B4-BE49-F238E27FC236}">
                    <a16:creationId xmlns:a16="http://schemas.microsoft.com/office/drawing/2014/main" id="{E12F662D-246E-4639-B06D-2F535E8E8D5F}"/>
                  </a:ext>
                </a:extLst>
              </p:cNvPr>
              <p:cNvSpPr/>
              <p:nvPr/>
            </p:nvSpPr>
            <p:spPr>
              <a:xfrm>
                <a:off x="2764536" y="136702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525" name="object 39">
                <a:extLst>
                  <a:ext uri="{FF2B5EF4-FFF2-40B4-BE49-F238E27FC236}">
                    <a16:creationId xmlns:a16="http://schemas.microsoft.com/office/drawing/2014/main" id="{138DF7CC-E264-47D7-ACC4-920C67CA9658}"/>
                  </a:ext>
                </a:extLst>
              </p:cNvPr>
              <p:cNvSpPr/>
              <p:nvPr/>
            </p:nvSpPr>
            <p:spPr>
              <a:xfrm>
                <a:off x="2764536" y="136702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26" name="object 40">
                <a:extLst>
                  <a:ext uri="{FF2B5EF4-FFF2-40B4-BE49-F238E27FC236}">
                    <a16:creationId xmlns:a16="http://schemas.microsoft.com/office/drawing/2014/main" id="{B968843D-76EE-4994-82C5-AF2728EA84DB}"/>
                  </a:ext>
                </a:extLst>
              </p:cNvPr>
              <p:cNvSpPr/>
              <p:nvPr/>
            </p:nvSpPr>
            <p:spPr>
              <a:xfrm>
                <a:off x="2764536" y="14523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527" name="object 41">
                <a:extLst>
                  <a:ext uri="{FF2B5EF4-FFF2-40B4-BE49-F238E27FC236}">
                    <a16:creationId xmlns:a16="http://schemas.microsoft.com/office/drawing/2014/main" id="{F1125081-3539-4DFE-B91F-D6924D617DB2}"/>
                  </a:ext>
                </a:extLst>
              </p:cNvPr>
              <p:cNvSpPr/>
              <p:nvPr/>
            </p:nvSpPr>
            <p:spPr>
              <a:xfrm>
                <a:off x="2764536" y="14523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28" name="object 42">
                <a:extLst>
                  <a:ext uri="{FF2B5EF4-FFF2-40B4-BE49-F238E27FC236}">
                    <a16:creationId xmlns:a16="http://schemas.microsoft.com/office/drawing/2014/main" id="{B7A77C98-28D2-413F-860F-8FC927513C28}"/>
                  </a:ext>
                </a:extLst>
              </p:cNvPr>
              <p:cNvSpPr/>
              <p:nvPr/>
            </p:nvSpPr>
            <p:spPr>
              <a:xfrm>
                <a:off x="2764536" y="15377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529" name="object 43">
                <a:extLst>
                  <a:ext uri="{FF2B5EF4-FFF2-40B4-BE49-F238E27FC236}">
                    <a16:creationId xmlns:a16="http://schemas.microsoft.com/office/drawing/2014/main" id="{FB13F16E-D245-4122-B0B8-FCC748E7389B}"/>
                  </a:ext>
                </a:extLst>
              </p:cNvPr>
              <p:cNvSpPr/>
              <p:nvPr/>
            </p:nvSpPr>
            <p:spPr>
              <a:xfrm>
                <a:off x="2764536" y="15377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0" name="object 44">
                <a:extLst>
                  <a:ext uri="{FF2B5EF4-FFF2-40B4-BE49-F238E27FC236}">
                    <a16:creationId xmlns:a16="http://schemas.microsoft.com/office/drawing/2014/main" id="{2517B25B-C6BB-4D9B-B9E4-0F925748EBDA}"/>
                  </a:ext>
                </a:extLst>
              </p:cNvPr>
              <p:cNvSpPr/>
              <p:nvPr/>
            </p:nvSpPr>
            <p:spPr>
              <a:xfrm>
                <a:off x="2764536" y="1623062"/>
                <a:ext cx="93345" cy="86995"/>
              </a:xfrm>
              <a:custGeom>
                <a:avLst/>
                <a:gdLst/>
                <a:ahLst/>
                <a:cxnLst/>
                <a:rect l="l" t="t" r="r" b="b"/>
                <a:pathLst>
                  <a:path w="93344" h="86994">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531" name="object 45">
                <a:extLst>
                  <a:ext uri="{FF2B5EF4-FFF2-40B4-BE49-F238E27FC236}">
                    <a16:creationId xmlns:a16="http://schemas.microsoft.com/office/drawing/2014/main" id="{F205C1FD-D28B-47DB-AF11-A58A7A0D8CA5}"/>
                  </a:ext>
                </a:extLst>
              </p:cNvPr>
              <p:cNvSpPr/>
              <p:nvPr/>
            </p:nvSpPr>
            <p:spPr>
              <a:xfrm>
                <a:off x="2764536" y="1623062"/>
                <a:ext cx="93345" cy="86995"/>
              </a:xfrm>
              <a:custGeom>
                <a:avLst/>
                <a:gdLst/>
                <a:ahLst/>
                <a:cxnLst/>
                <a:rect l="l" t="t" r="r" b="b"/>
                <a:pathLst>
                  <a:path w="93344" h="86994">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32" name="object 46">
                <a:extLst>
                  <a:ext uri="{FF2B5EF4-FFF2-40B4-BE49-F238E27FC236}">
                    <a16:creationId xmlns:a16="http://schemas.microsoft.com/office/drawing/2014/main" id="{FAC757D0-4B9E-4659-84E4-9E2CC9E49F43}"/>
                  </a:ext>
                </a:extLst>
              </p:cNvPr>
              <p:cNvSpPr/>
              <p:nvPr/>
            </p:nvSpPr>
            <p:spPr>
              <a:xfrm>
                <a:off x="2947416"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33" name="object 47">
                <a:extLst>
                  <a:ext uri="{FF2B5EF4-FFF2-40B4-BE49-F238E27FC236}">
                    <a16:creationId xmlns:a16="http://schemas.microsoft.com/office/drawing/2014/main" id="{479525E8-9733-42D1-8077-9971987A3B9B}"/>
                  </a:ext>
                </a:extLst>
              </p:cNvPr>
              <p:cNvSpPr/>
              <p:nvPr/>
            </p:nvSpPr>
            <p:spPr>
              <a:xfrm>
                <a:off x="2947416"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34" name="object 48">
                <a:extLst>
                  <a:ext uri="{FF2B5EF4-FFF2-40B4-BE49-F238E27FC236}">
                    <a16:creationId xmlns:a16="http://schemas.microsoft.com/office/drawing/2014/main" id="{9D8845C6-7D04-4CE4-8669-D03F12258E4E}"/>
                  </a:ext>
                </a:extLst>
              </p:cNvPr>
              <p:cNvSpPr/>
              <p:nvPr/>
            </p:nvSpPr>
            <p:spPr>
              <a:xfrm>
                <a:off x="2947416"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35" name="object 49">
                <a:extLst>
                  <a:ext uri="{FF2B5EF4-FFF2-40B4-BE49-F238E27FC236}">
                    <a16:creationId xmlns:a16="http://schemas.microsoft.com/office/drawing/2014/main" id="{B7FF1D13-F278-4138-8E0F-F931829E1E17}"/>
                  </a:ext>
                </a:extLst>
              </p:cNvPr>
              <p:cNvSpPr/>
              <p:nvPr/>
            </p:nvSpPr>
            <p:spPr>
              <a:xfrm>
                <a:off x="2947416"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6" name="object 50">
                <a:extLst>
                  <a:ext uri="{FF2B5EF4-FFF2-40B4-BE49-F238E27FC236}">
                    <a16:creationId xmlns:a16="http://schemas.microsoft.com/office/drawing/2014/main" id="{216025A9-176D-40B7-8E71-D30B759BE7F5}"/>
                  </a:ext>
                </a:extLst>
              </p:cNvPr>
              <p:cNvSpPr/>
              <p:nvPr/>
            </p:nvSpPr>
            <p:spPr>
              <a:xfrm>
                <a:off x="2947416"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37" name="object 51">
                <a:extLst>
                  <a:ext uri="{FF2B5EF4-FFF2-40B4-BE49-F238E27FC236}">
                    <a16:creationId xmlns:a16="http://schemas.microsoft.com/office/drawing/2014/main" id="{1D86EE09-7CE5-40BC-A466-F75C661E776E}"/>
                  </a:ext>
                </a:extLst>
              </p:cNvPr>
              <p:cNvSpPr/>
              <p:nvPr/>
            </p:nvSpPr>
            <p:spPr>
              <a:xfrm>
                <a:off x="2947416"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8" name="object 52">
                <a:extLst>
                  <a:ext uri="{FF2B5EF4-FFF2-40B4-BE49-F238E27FC236}">
                    <a16:creationId xmlns:a16="http://schemas.microsoft.com/office/drawing/2014/main" id="{685826D2-CDA7-4AEF-9884-8294E4764449}"/>
                  </a:ext>
                </a:extLst>
              </p:cNvPr>
              <p:cNvSpPr/>
              <p:nvPr/>
            </p:nvSpPr>
            <p:spPr>
              <a:xfrm>
                <a:off x="2947416"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39" name="object 53">
                <a:extLst>
                  <a:ext uri="{FF2B5EF4-FFF2-40B4-BE49-F238E27FC236}">
                    <a16:creationId xmlns:a16="http://schemas.microsoft.com/office/drawing/2014/main" id="{5C52A815-23D7-4C80-8592-818DABB7D5E7}"/>
                  </a:ext>
                </a:extLst>
              </p:cNvPr>
              <p:cNvSpPr/>
              <p:nvPr/>
            </p:nvSpPr>
            <p:spPr>
              <a:xfrm>
                <a:off x="2947416"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40" name="object 54">
                <a:extLst>
                  <a:ext uri="{FF2B5EF4-FFF2-40B4-BE49-F238E27FC236}">
                    <a16:creationId xmlns:a16="http://schemas.microsoft.com/office/drawing/2014/main" id="{3BFB074E-04AC-4368-80E7-AC0D427EFC48}"/>
                  </a:ext>
                </a:extLst>
              </p:cNvPr>
              <p:cNvSpPr/>
              <p:nvPr/>
            </p:nvSpPr>
            <p:spPr>
              <a:xfrm>
                <a:off x="3128772"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41" name="object 55">
                <a:extLst>
                  <a:ext uri="{FF2B5EF4-FFF2-40B4-BE49-F238E27FC236}">
                    <a16:creationId xmlns:a16="http://schemas.microsoft.com/office/drawing/2014/main" id="{1FCFCC04-9AB5-48F8-8368-8E73EE4002B7}"/>
                  </a:ext>
                </a:extLst>
              </p:cNvPr>
              <p:cNvSpPr/>
              <p:nvPr/>
            </p:nvSpPr>
            <p:spPr>
              <a:xfrm>
                <a:off x="3128772"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42" name="object 56">
                <a:extLst>
                  <a:ext uri="{FF2B5EF4-FFF2-40B4-BE49-F238E27FC236}">
                    <a16:creationId xmlns:a16="http://schemas.microsoft.com/office/drawing/2014/main" id="{F9F17EB4-4ACF-44F9-8F42-D51870F6D584}"/>
                  </a:ext>
                </a:extLst>
              </p:cNvPr>
              <p:cNvSpPr/>
              <p:nvPr/>
            </p:nvSpPr>
            <p:spPr>
              <a:xfrm>
                <a:off x="3128772"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43" name="object 57">
                <a:extLst>
                  <a:ext uri="{FF2B5EF4-FFF2-40B4-BE49-F238E27FC236}">
                    <a16:creationId xmlns:a16="http://schemas.microsoft.com/office/drawing/2014/main" id="{D2954AC7-7A53-4CCE-A1A0-830A9CE75E7E}"/>
                  </a:ext>
                </a:extLst>
              </p:cNvPr>
              <p:cNvSpPr/>
              <p:nvPr/>
            </p:nvSpPr>
            <p:spPr>
              <a:xfrm>
                <a:off x="3128772"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4" name="object 58">
                <a:extLst>
                  <a:ext uri="{FF2B5EF4-FFF2-40B4-BE49-F238E27FC236}">
                    <a16:creationId xmlns:a16="http://schemas.microsoft.com/office/drawing/2014/main" id="{139E8778-9161-4318-BD60-8BB267BAF227}"/>
                  </a:ext>
                </a:extLst>
              </p:cNvPr>
              <p:cNvSpPr/>
              <p:nvPr/>
            </p:nvSpPr>
            <p:spPr>
              <a:xfrm>
                <a:off x="3128772"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45" name="object 59">
                <a:extLst>
                  <a:ext uri="{FF2B5EF4-FFF2-40B4-BE49-F238E27FC236}">
                    <a16:creationId xmlns:a16="http://schemas.microsoft.com/office/drawing/2014/main" id="{98011C87-E526-44FE-A98D-839E373F86BC}"/>
                  </a:ext>
                </a:extLst>
              </p:cNvPr>
              <p:cNvSpPr/>
              <p:nvPr/>
            </p:nvSpPr>
            <p:spPr>
              <a:xfrm>
                <a:off x="3128772"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46" name="object 60">
                <a:extLst>
                  <a:ext uri="{FF2B5EF4-FFF2-40B4-BE49-F238E27FC236}">
                    <a16:creationId xmlns:a16="http://schemas.microsoft.com/office/drawing/2014/main" id="{7DF7978C-2D2F-4298-A48E-36400ED1A0A8}"/>
                  </a:ext>
                </a:extLst>
              </p:cNvPr>
              <p:cNvSpPr/>
              <p:nvPr/>
            </p:nvSpPr>
            <p:spPr>
              <a:xfrm>
                <a:off x="3128772"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47" name="object 61">
                <a:extLst>
                  <a:ext uri="{FF2B5EF4-FFF2-40B4-BE49-F238E27FC236}">
                    <a16:creationId xmlns:a16="http://schemas.microsoft.com/office/drawing/2014/main" id="{F3A95F1D-EA32-401B-8A73-677016A70578}"/>
                  </a:ext>
                </a:extLst>
              </p:cNvPr>
              <p:cNvSpPr/>
              <p:nvPr/>
            </p:nvSpPr>
            <p:spPr>
              <a:xfrm>
                <a:off x="3128772"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48" name="object 62">
                <a:extLst>
                  <a:ext uri="{FF2B5EF4-FFF2-40B4-BE49-F238E27FC236}">
                    <a16:creationId xmlns:a16="http://schemas.microsoft.com/office/drawing/2014/main" id="{E4081EDD-DC6E-4F5C-9F07-AA7A1DA90ECC}"/>
                  </a:ext>
                </a:extLst>
              </p:cNvPr>
              <p:cNvSpPr/>
              <p:nvPr/>
            </p:nvSpPr>
            <p:spPr>
              <a:xfrm>
                <a:off x="3038856" y="136702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549" name="object 63">
                <a:extLst>
                  <a:ext uri="{FF2B5EF4-FFF2-40B4-BE49-F238E27FC236}">
                    <a16:creationId xmlns:a16="http://schemas.microsoft.com/office/drawing/2014/main" id="{153673A1-4D5C-4F4D-84E7-CBBBB5239924}"/>
                  </a:ext>
                </a:extLst>
              </p:cNvPr>
              <p:cNvSpPr/>
              <p:nvPr/>
            </p:nvSpPr>
            <p:spPr>
              <a:xfrm>
                <a:off x="3038856" y="136702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50" name="object 64">
                <a:extLst>
                  <a:ext uri="{FF2B5EF4-FFF2-40B4-BE49-F238E27FC236}">
                    <a16:creationId xmlns:a16="http://schemas.microsoft.com/office/drawing/2014/main" id="{E8745ECD-3671-4D15-8E0F-86FDC61E2CA0}"/>
                  </a:ext>
                </a:extLst>
              </p:cNvPr>
              <p:cNvSpPr/>
              <p:nvPr/>
            </p:nvSpPr>
            <p:spPr>
              <a:xfrm>
                <a:off x="3038856" y="14523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51" name="object 65">
                <a:extLst>
                  <a:ext uri="{FF2B5EF4-FFF2-40B4-BE49-F238E27FC236}">
                    <a16:creationId xmlns:a16="http://schemas.microsoft.com/office/drawing/2014/main" id="{B683556B-E4FD-420E-86AB-3DE999E355C9}"/>
                  </a:ext>
                </a:extLst>
              </p:cNvPr>
              <p:cNvSpPr/>
              <p:nvPr/>
            </p:nvSpPr>
            <p:spPr>
              <a:xfrm>
                <a:off x="3038856" y="14523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2" name="object 66">
                <a:extLst>
                  <a:ext uri="{FF2B5EF4-FFF2-40B4-BE49-F238E27FC236}">
                    <a16:creationId xmlns:a16="http://schemas.microsoft.com/office/drawing/2014/main" id="{5EA500D1-04D1-4C04-82FE-8FA1A144A4C1}"/>
                  </a:ext>
                </a:extLst>
              </p:cNvPr>
              <p:cNvSpPr/>
              <p:nvPr/>
            </p:nvSpPr>
            <p:spPr>
              <a:xfrm>
                <a:off x="3038856" y="15377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53" name="object 67">
                <a:extLst>
                  <a:ext uri="{FF2B5EF4-FFF2-40B4-BE49-F238E27FC236}">
                    <a16:creationId xmlns:a16="http://schemas.microsoft.com/office/drawing/2014/main" id="{5D805B24-B18C-4722-9B93-2835E6F52F54}"/>
                  </a:ext>
                </a:extLst>
              </p:cNvPr>
              <p:cNvSpPr/>
              <p:nvPr/>
            </p:nvSpPr>
            <p:spPr>
              <a:xfrm>
                <a:off x="3038856" y="15377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4" name="object 68">
                <a:extLst>
                  <a:ext uri="{FF2B5EF4-FFF2-40B4-BE49-F238E27FC236}">
                    <a16:creationId xmlns:a16="http://schemas.microsoft.com/office/drawing/2014/main" id="{5E5118DC-606D-4CAD-A07C-D14C28D9E585}"/>
                  </a:ext>
                </a:extLst>
              </p:cNvPr>
              <p:cNvSpPr/>
              <p:nvPr/>
            </p:nvSpPr>
            <p:spPr>
              <a:xfrm>
                <a:off x="3038856" y="1623062"/>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555" name="object 69">
                <a:extLst>
                  <a:ext uri="{FF2B5EF4-FFF2-40B4-BE49-F238E27FC236}">
                    <a16:creationId xmlns:a16="http://schemas.microsoft.com/office/drawing/2014/main" id="{D0B5B832-096E-40A8-AB30-EC522DA3885F}"/>
                  </a:ext>
                </a:extLst>
              </p:cNvPr>
              <p:cNvSpPr/>
              <p:nvPr/>
            </p:nvSpPr>
            <p:spPr>
              <a:xfrm>
                <a:off x="3038856" y="1623062"/>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grpSp>
        <p:grpSp>
          <p:nvGrpSpPr>
            <p:cNvPr id="556" name="object 70">
              <a:extLst>
                <a:ext uri="{FF2B5EF4-FFF2-40B4-BE49-F238E27FC236}">
                  <a16:creationId xmlns:a16="http://schemas.microsoft.com/office/drawing/2014/main" id="{A3C4E514-F899-457F-8129-21B9B65C671F}"/>
                </a:ext>
              </a:extLst>
            </p:cNvPr>
            <p:cNvGrpSpPr/>
            <p:nvPr/>
          </p:nvGrpSpPr>
          <p:grpSpPr>
            <a:xfrm>
              <a:off x="4334359" y="1960952"/>
              <a:ext cx="217311" cy="774700"/>
              <a:chOff x="3588766" y="1366774"/>
              <a:chExt cx="195580" cy="697230"/>
            </a:xfrm>
          </p:grpSpPr>
          <p:sp>
            <p:nvSpPr>
              <p:cNvPr id="557" name="object 71">
                <a:extLst>
                  <a:ext uri="{FF2B5EF4-FFF2-40B4-BE49-F238E27FC236}">
                    <a16:creationId xmlns:a16="http://schemas.microsoft.com/office/drawing/2014/main" id="{CE0A31F0-BA4B-4DF3-826F-1E7B04C132D3}"/>
                  </a:ext>
                </a:extLst>
              </p:cNvPr>
              <p:cNvSpPr/>
              <p:nvPr/>
            </p:nvSpPr>
            <p:spPr>
              <a:xfrm>
                <a:off x="3595116" y="13731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58" name="object 72">
                <a:extLst>
                  <a:ext uri="{FF2B5EF4-FFF2-40B4-BE49-F238E27FC236}">
                    <a16:creationId xmlns:a16="http://schemas.microsoft.com/office/drawing/2014/main" id="{D1B05153-E241-43BD-A341-7804CAF18510}"/>
                  </a:ext>
                </a:extLst>
              </p:cNvPr>
              <p:cNvSpPr/>
              <p:nvPr/>
            </p:nvSpPr>
            <p:spPr>
              <a:xfrm>
                <a:off x="3595116" y="13731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9" name="object 73">
                <a:extLst>
                  <a:ext uri="{FF2B5EF4-FFF2-40B4-BE49-F238E27FC236}">
                    <a16:creationId xmlns:a16="http://schemas.microsoft.com/office/drawing/2014/main" id="{6CD34746-AC34-46B2-ACDF-5C4EF0FD5A9A}"/>
                  </a:ext>
                </a:extLst>
              </p:cNvPr>
              <p:cNvSpPr/>
              <p:nvPr/>
            </p:nvSpPr>
            <p:spPr>
              <a:xfrm>
                <a:off x="3595116" y="145846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560" name="object 74">
                <a:extLst>
                  <a:ext uri="{FF2B5EF4-FFF2-40B4-BE49-F238E27FC236}">
                    <a16:creationId xmlns:a16="http://schemas.microsoft.com/office/drawing/2014/main" id="{8A4032F9-9C5B-4C05-AC73-F8C3843A87AF}"/>
                  </a:ext>
                </a:extLst>
              </p:cNvPr>
              <p:cNvSpPr/>
              <p:nvPr/>
            </p:nvSpPr>
            <p:spPr>
              <a:xfrm>
                <a:off x="3595116" y="145846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61" name="object 75">
                <a:extLst>
                  <a:ext uri="{FF2B5EF4-FFF2-40B4-BE49-F238E27FC236}">
                    <a16:creationId xmlns:a16="http://schemas.microsoft.com/office/drawing/2014/main" id="{A6528EDD-480D-449C-978B-0BB2BDF20662}"/>
                  </a:ext>
                </a:extLst>
              </p:cNvPr>
              <p:cNvSpPr/>
              <p:nvPr/>
            </p:nvSpPr>
            <p:spPr>
              <a:xfrm>
                <a:off x="3595116" y="15438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62" name="object 76">
                <a:extLst>
                  <a:ext uri="{FF2B5EF4-FFF2-40B4-BE49-F238E27FC236}">
                    <a16:creationId xmlns:a16="http://schemas.microsoft.com/office/drawing/2014/main" id="{CE59C79B-F2CF-43B4-A480-D343D3ECC59D}"/>
                  </a:ext>
                </a:extLst>
              </p:cNvPr>
              <p:cNvSpPr/>
              <p:nvPr/>
            </p:nvSpPr>
            <p:spPr>
              <a:xfrm>
                <a:off x="3595116" y="15438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3" name="object 77">
                <a:extLst>
                  <a:ext uri="{FF2B5EF4-FFF2-40B4-BE49-F238E27FC236}">
                    <a16:creationId xmlns:a16="http://schemas.microsoft.com/office/drawing/2014/main" id="{098D466D-A351-4C63-9F35-5EFCBA70CFA0}"/>
                  </a:ext>
                </a:extLst>
              </p:cNvPr>
              <p:cNvSpPr/>
              <p:nvPr/>
            </p:nvSpPr>
            <p:spPr>
              <a:xfrm>
                <a:off x="3595116" y="16291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64" name="object 78">
                <a:extLst>
                  <a:ext uri="{FF2B5EF4-FFF2-40B4-BE49-F238E27FC236}">
                    <a16:creationId xmlns:a16="http://schemas.microsoft.com/office/drawing/2014/main" id="{3A16BD0F-247A-47BB-8697-171106719AC9}"/>
                  </a:ext>
                </a:extLst>
              </p:cNvPr>
              <p:cNvSpPr/>
              <p:nvPr/>
            </p:nvSpPr>
            <p:spPr>
              <a:xfrm>
                <a:off x="3595116" y="16291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5" name="object 79">
                <a:extLst>
                  <a:ext uri="{FF2B5EF4-FFF2-40B4-BE49-F238E27FC236}">
                    <a16:creationId xmlns:a16="http://schemas.microsoft.com/office/drawing/2014/main" id="{50ECA427-0FA4-4318-9999-B013C5CBE440}"/>
                  </a:ext>
                </a:extLst>
              </p:cNvPr>
              <p:cNvSpPr/>
              <p:nvPr/>
            </p:nvSpPr>
            <p:spPr>
              <a:xfrm>
                <a:off x="3595116" y="171450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66" name="object 80">
                <a:extLst>
                  <a:ext uri="{FF2B5EF4-FFF2-40B4-BE49-F238E27FC236}">
                    <a16:creationId xmlns:a16="http://schemas.microsoft.com/office/drawing/2014/main" id="{53381918-3A51-4A89-965A-70FC5784BCC7}"/>
                  </a:ext>
                </a:extLst>
              </p:cNvPr>
              <p:cNvSpPr/>
              <p:nvPr/>
            </p:nvSpPr>
            <p:spPr>
              <a:xfrm>
                <a:off x="3595116" y="17145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7" name="object 81">
                <a:extLst>
                  <a:ext uri="{FF2B5EF4-FFF2-40B4-BE49-F238E27FC236}">
                    <a16:creationId xmlns:a16="http://schemas.microsoft.com/office/drawing/2014/main" id="{54D80EE0-1DFE-4276-9AF8-84CFE6424309}"/>
                  </a:ext>
                </a:extLst>
              </p:cNvPr>
              <p:cNvSpPr/>
              <p:nvPr/>
            </p:nvSpPr>
            <p:spPr>
              <a:xfrm>
                <a:off x="3595116" y="179984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568" name="object 82">
                <a:extLst>
                  <a:ext uri="{FF2B5EF4-FFF2-40B4-BE49-F238E27FC236}">
                    <a16:creationId xmlns:a16="http://schemas.microsoft.com/office/drawing/2014/main" id="{86EB85EF-BC35-40C7-B87E-D5A930A25606}"/>
                  </a:ext>
                </a:extLst>
              </p:cNvPr>
              <p:cNvSpPr/>
              <p:nvPr/>
            </p:nvSpPr>
            <p:spPr>
              <a:xfrm>
                <a:off x="3595116" y="17998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69" name="object 83">
                <a:extLst>
                  <a:ext uri="{FF2B5EF4-FFF2-40B4-BE49-F238E27FC236}">
                    <a16:creationId xmlns:a16="http://schemas.microsoft.com/office/drawing/2014/main" id="{D279A644-1835-4B1E-B1B6-9C29BEE26FCF}"/>
                  </a:ext>
                </a:extLst>
              </p:cNvPr>
              <p:cNvSpPr/>
              <p:nvPr/>
            </p:nvSpPr>
            <p:spPr>
              <a:xfrm>
                <a:off x="3595116" y="188518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570" name="object 84">
                <a:extLst>
                  <a:ext uri="{FF2B5EF4-FFF2-40B4-BE49-F238E27FC236}">
                    <a16:creationId xmlns:a16="http://schemas.microsoft.com/office/drawing/2014/main" id="{48A0910E-5233-4053-ABBA-23153E6A4454}"/>
                  </a:ext>
                </a:extLst>
              </p:cNvPr>
              <p:cNvSpPr/>
              <p:nvPr/>
            </p:nvSpPr>
            <p:spPr>
              <a:xfrm>
                <a:off x="3595116" y="18851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71" name="object 85">
                <a:extLst>
                  <a:ext uri="{FF2B5EF4-FFF2-40B4-BE49-F238E27FC236}">
                    <a16:creationId xmlns:a16="http://schemas.microsoft.com/office/drawing/2014/main" id="{97680B16-EF68-410F-91AB-D23EA58AF5CE}"/>
                  </a:ext>
                </a:extLst>
              </p:cNvPr>
              <p:cNvSpPr/>
              <p:nvPr/>
            </p:nvSpPr>
            <p:spPr>
              <a:xfrm>
                <a:off x="3595116" y="1970533"/>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572" name="object 86">
                <a:extLst>
                  <a:ext uri="{FF2B5EF4-FFF2-40B4-BE49-F238E27FC236}">
                    <a16:creationId xmlns:a16="http://schemas.microsoft.com/office/drawing/2014/main" id="{A00C2D2D-3267-498C-AF28-EDDE271AE0E7}"/>
                  </a:ext>
                </a:extLst>
              </p:cNvPr>
              <p:cNvSpPr/>
              <p:nvPr/>
            </p:nvSpPr>
            <p:spPr>
              <a:xfrm>
                <a:off x="3595116" y="1970533"/>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573" name="object 87">
                <a:extLst>
                  <a:ext uri="{FF2B5EF4-FFF2-40B4-BE49-F238E27FC236}">
                    <a16:creationId xmlns:a16="http://schemas.microsoft.com/office/drawing/2014/main" id="{C6391CEA-B994-49CA-ACC9-44E6889A6359}"/>
                  </a:ext>
                </a:extLst>
              </p:cNvPr>
              <p:cNvSpPr/>
              <p:nvPr/>
            </p:nvSpPr>
            <p:spPr>
              <a:xfrm>
                <a:off x="3686556" y="13731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74" name="object 88">
                <a:extLst>
                  <a:ext uri="{FF2B5EF4-FFF2-40B4-BE49-F238E27FC236}">
                    <a16:creationId xmlns:a16="http://schemas.microsoft.com/office/drawing/2014/main" id="{ED4A91F8-7133-4602-B415-02B895635EC1}"/>
                  </a:ext>
                </a:extLst>
              </p:cNvPr>
              <p:cNvSpPr/>
              <p:nvPr/>
            </p:nvSpPr>
            <p:spPr>
              <a:xfrm>
                <a:off x="3686556" y="13731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75" name="object 89">
                <a:extLst>
                  <a:ext uri="{FF2B5EF4-FFF2-40B4-BE49-F238E27FC236}">
                    <a16:creationId xmlns:a16="http://schemas.microsoft.com/office/drawing/2014/main" id="{6A440A38-249F-47C6-898A-793071DCA254}"/>
                  </a:ext>
                </a:extLst>
              </p:cNvPr>
              <p:cNvSpPr/>
              <p:nvPr/>
            </p:nvSpPr>
            <p:spPr>
              <a:xfrm>
                <a:off x="3686556" y="145846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576" name="object 90">
                <a:extLst>
                  <a:ext uri="{FF2B5EF4-FFF2-40B4-BE49-F238E27FC236}">
                    <a16:creationId xmlns:a16="http://schemas.microsoft.com/office/drawing/2014/main" id="{E11F45EE-2172-4CA1-AE63-7DF5D085FEF3}"/>
                  </a:ext>
                </a:extLst>
              </p:cNvPr>
              <p:cNvSpPr/>
              <p:nvPr/>
            </p:nvSpPr>
            <p:spPr>
              <a:xfrm>
                <a:off x="3686556" y="145846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77" name="object 91">
                <a:extLst>
                  <a:ext uri="{FF2B5EF4-FFF2-40B4-BE49-F238E27FC236}">
                    <a16:creationId xmlns:a16="http://schemas.microsoft.com/office/drawing/2014/main" id="{FF8E6DFE-362C-4C66-A8D5-E5C828831440}"/>
                  </a:ext>
                </a:extLst>
              </p:cNvPr>
              <p:cNvSpPr/>
              <p:nvPr/>
            </p:nvSpPr>
            <p:spPr>
              <a:xfrm>
                <a:off x="3686556" y="15438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78" name="object 92">
                <a:extLst>
                  <a:ext uri="{FF2B5EF4-FFF2-40B4-BE49-F238E27FC236}">
                    <a16:creationId xmlns:a16="http://schemas.microsoft.com/office/drawing/2014/main" id="{DA590A0B-96FC-42A1-A4BB-BAAE124F9280}"/>
                  </a:ext>
                </a:extLst>
              </p:cNvPr>
              <p:cNvSpPr/>
              <p:nvPr/>
            </p:nvSpPr>
            <p:spPr>
              <a:xfrm>
                <a:off x="3686556" y="15438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79" name="object 93">
                <a:extLst>
                  <a:ext uri="{FF2B5EF4-FFF2-40B4-BE49-F238E27FC236}">
                    <a16:creationId xmlns:a16="http://schemas.microsoft.com/office/drawing/2014/main" id="{04895905-B291-4FDB-A664-86A143792C81}"/>
                  </a:ext>
                </a:extLst>
              </p:cNvPr>
              <p:cNvSpPr/>
              <p:nvPr/>
            </p:nvSpPr>
            <p:spPr>
              <a:xfrm>
                <a:off x="3686556" y="16291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80" name="object 94">
                <a:extLst>
                  <a:ext uri="{FF2B5EF4-FFF2-40B4-BE49-F238E27FC236}">
                    <a16:creationId xmlns:a16="http://schemas.microsoft.com/office/drawing/2014/main" id="{3178615C-2A2E-4330-B693-13A2F4FB2904}"/>
                  </a:ext>
                </a:extLst>
              </p:cNvPr>
              <p:cNvSpPr/>
              <p:nvPr/>
            </p:nvSpPr>
            <p:spPr>
              <a:xfrm>
                <a:off x="3686556" y="16291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81" name="object 95">
                <a:extLst>
                  <a:ext uri="{FF2B5EF4-FFF2-40B4-BE49-F238E27FC236}">
                    <a16:creationId xmlns:a16="http://schemas.microsoft.com/office/drawing/2014/main" id="{5461777F-D80B-4EF5-A6B6-4FD32265C2A6}"/>
                  </a:ext>
                </a:extLst>
              </p:cNvPr>
              <p:cNvSpPr/>
              <p:nvPr/>
            </p:nvSpPr>
            <p:spPr>
              <a:xfrm>
                <a:off x="3686556" y="171450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82" name="object 96">
                <a:extLst>
                  <a:ext uri="{FF2B5EF4-FFF2-40B4-BE49-F238E27FC236}">
                    <a16:creationId xmlns:a16="http://schemas.microsoft.com/office/drawing/2014/main" id="{F2507328-0CE8-4340-B7D3-34ADFC65B8F5}"/>
                  </a:ext>
                </a:extLst>
              </p:cNvPr>
              <p:cNvSpPr/>
              <p:nvPr/>
            </p:nvSpPr>
            <p:spPr>
              <a:xfrm>
                <a:off x="3686556" y="171450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83" name="object 97">
                <a:extLst>
                  <a:ext uri="{FF2B5EF4-FFF2-40B4-BE49-F238E27FC236}">
                    <a16:creationId xmlns:a16="http://schemas.microsoft.com/office/drawing/2014/main" id="{98261970-2DB6-410A-8856-3AE601FC9AE9}"/>
                  </a:ext>
                </a:extLst>
              </p:cNvPr>
              <p:cNvSpPr/>
              <p:nvPr/>
            </p:nvSpPr>
            <p:spPr>
              <a:xfrm>
                <a:off x="3686556" y="179984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584" name="object 98">
                <a:extLst>
                  <a:ext uri="{FF2B5EF4-FFF2-40B4-BE49-F238E27FC236}">
                    <a16:creationId xmlns:a16="http://schemas.microsoft.com/office/drawing/2014/main" id="{41A3F77E-B363-491B-99E6-B4F98F25FC61}"/>
                  </a:ext>
                </a:extLst>
              </p:cNvPr>
              <p:cNvSpPr/>
              <p:nvPr/>
            </p:nvSpPr>
            <p:spPr>
              <a:xfrm>
                <a:off x="3686556" y="179984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85" name="object 99">
                <a:extLst>
                  <a:ext uri="{FF2B5EF4-FFF2-40B4-BE49-F238E27FC236}">
                    <a16:creationId xmlns:a16="http://schemas.microsoft.com/office/drawing/2014/main" id="{93195C72-B208-4B83-93FE-D8952DA2C03F}"/>
                  </a:ext>
                </a:extLst>
              </p:cNvPr>
              <p:cNvSpPr/>
              <p:nvPr/>
            </p:nvSpPr>
            <p:spPr>
              <a:xfrm>
                <a:off x="3686556" y="188518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586" name="object 100">
                <a:extLst>
                  <a:ext uri="{FF2B5EF4-FFF2-40B4-BE49-F238E27FC236}">
                    <a16:creationId xmlns:a16="http://schemas.microsoft.com/office/drawing/2014/main" id="{120CE0BE-3415-4F5F-9385-50D200C74EF3}"/>
                  </a:ext>
                </a:extLst>
              </p:cNvPr>
              <p:cNvSpPr/>
              <p:nvPr/>
            </p:nvSpPr>
            <p:spPr>
              <a:xfrm>
                <a:off x="3686556" y="188518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87" name="object 101">
                <a:extLst>
                  <a:ext uri="{FF2B5EF4-FFF2-40B4-BE49-F238E27FC236}">
                    <a16:creationId xmlns:a16="http://schemas.microsoft.com/office/drawing/2014/main" id="{0AB19352-5A54-4D6D-888B-A1C3BB1C24DE}"/>
                  </a:ext>
                </a:extLst>
              </p:cNvPr>
              <p:cNvSpPr/>
              <p:nvPr/>
            </p:nvSpPr>
            <p:spPr>
              <a:xfrm>
                <a:off x="3686556" y="1970533"/>
                <a:ext cx="91440" cy="86995"/>
              </a:xfrm>
              <a:custGeom>
                <a:avLst/>
                <a:gdLst/>
                <a:ahLst/>
                <a:cxnLst/>
                <a:rect l="l" t="t" r="r" b="b"/>
                <a:pathLst>
                  <a:path w="91439" h="86994">
                    <a:moveTo>
                      <a:pt x="91440" y="0"/>
                    </a:moveTo>
                    <a:lnTo>
                      <a:pt x="0" y="0"/>
                    </a:lnTo>
                    <a:lnTo>
                      <a:pt x="0" y="86865"/>
                    </a:lnTo>
                    <a:lnTo>
                      <a:pt x="91440" y="86865"/>
                    </a:lnTo>
                    <a:lnTo>
                      <a:pt x="91440" y="0"/>
                    </a:lnTo>
                    <a:close/>
                  </a:path>
                </a:pathLst>
              </a:custGeom>
              <a:solidFill>
                <a:srgbClr val="BBB800"/>
              </a:solidFill>
            </p:spPr>
            <p:txBody>
              <a:bodyPr wrap="square" lIns="0" tIns="0" rIns="0" bIns="0" rtlCol="0"/>
              <a:lstStyle/>
              <a:p>
                <a:endParaRPr sz="2000"/>
              </a:p>
            </p:txBody>
          </p:sp>
          <p:sp>
            <p:nvSpPr>
              <p:cNvPr id="588" name="object 102">
                <a:extLst>
                  <a:ext uri="{FF2B5EF4-FFF2-40B4-BE49-F238E27FC236}">
                    <a16:creationId xmlns:a16="http://schemas.microsoft.com/office/drawing/2014/main" id="{53E4FF99-9BA4-47A8-BCB8-FCDB8770E9E7}"/>
                  </a:ext>
                </a:extLst>
              </p:cNvPr>
              <p:cNvSpPr/>
              <p:nvPr/>
            </p:nvSpPr>
            <p:spPr>
              <a:xfrm>
                <a:off x="3686556" y="1970533"/>
                <a:ext cx="91440" cy="86995"/>
              </a:xfrm>
              <a:custGeom>
                <a:avLst/>
                <a:gdLst/>
                <a:ahLst/>
                <a:cxnLst/>
                <a:rect l="l" t="t" r="r" b="b"/>
                <a:pathLst>
                  <a:path w="91439" h="86994">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grpSp>
        <p:sp>
          <p:nvSpPr>
            <p:cNvPr id="589" name="object 103">
              <a:extLst>
                <a:ext uri="{FF2B5EF4-FFF2-40B4-BE49-F238E27FC236}">
                  <a16:creationId xmlns:a16="http://schemas.microsoft.com/office/drawing/2014/main" id="{8BE870A0-7F96-4EB3-9EDA-40A46D42030F}"/>
                </a:ext>
              </a:extLst>
            </p:cNvPr>
            <p:cNvSpPr/>
            <p:nvPr/>
          </p:nvSpPr>
          <p:spPr>
            <a:xfrm>
              <a:off x="4971052" y="1954175"/>
              <a:ext cx="219004" cy="395114"/>
            </a:xfrm>
            <a:prstGeom prst="rect">
              <a:avLst/>
            </a:prstGeom>
            <a:blipFill>
              <a:blip r:embed="rId2" cstate="print"/>
              <a:stretch>
                <a:fillRect/>
              </a:stretch>
            </a:blipFill>
          </p:spPr>
          <p:txBody>
            <a:bodyPr wrap="square" lIns="0" tIns="0" rIns="0" bIns="0" rtlCol="0"/>
            <a:lstStyle/>
            <a:p>
              <a:endParaRPr sz="2000"/>
            </a:p>
          </p:txBody>
        </p:sp>
        <p:sp>
          <p:nvSpPr>
            <p:cNvPr id="590" name="object 104">
              <a:extLst>
                <a:ext uri="{FF2B5EF4-FFF2-40B4-BE49-F238E27FC236}">
                  <a16:creationId xmlns:a16="http://schemas.microsoft.com/office/drawing/2014/main" id="{AC64F346-23D4-456D-8A29-1BDD731E5053}"/>
                </a:ext>
              </a:extLst>
            </p:cNvPr>
            <p:cNvSpPr txBox="1"/>
            <p:nvPr/>
          </p:nvSpPr>
          <p:spPr>
            <a:xfrm>
              <a:off x="4049315" y="196335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591" name="object 105">
              <a:extLst>
                <a:ext uri="{FF2B5EF4-FFF2-40B4-BE49-F238E27FC236}">
                  <a16:creationId xmlns:a16="http://schemas.microsoft.com/office/drawing/2014/main" id="{87DFF31B-C8E0-4492-AC8D-B8714A99C0AD}"/>
                </a:ext>
              </a:extLst>
            </p:cNvPr>
            <p:cNvSpPr txBox="1"/>
            <p:nvPr/>
          </p:nvSpPr>
          <p:spPr>
            <a:xfrm>
              <a:off x="4666250" y="1968088"/>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592" name="object 106">
              <a:extLst>
                <a:ext uri="{FF2B5EF4-FFF2-40B4-BE49-F238E27FC236}">
                  <a16:creationId xmlns:a16="http://schemas.microsoft.com/office/drawing/2014/main" id="{0649D909-ACC1-4616-91F8-ECA134EF16AA}"/>
                </a:ext>
              </a:extLst>
            </p:cNvPr>
            <p:cNvSpPr txBox="1"/>
            <p:nvPr/>
          </p:nvSpPr>
          <p:spPr>
            <a:xfrm>
              <a:off x="3491781" y="1598010"/>
              <a:ext cx="215900"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W</a:t>
              </a:r>
              <a:endParaRPr sz="1556">
                <a:latin typeface="Arial"/>
                <a:cs typeface="Arial"/>
              </a:endParaRPr>
            </a:p>
          </p:txBody>
        </p:sp>
        <p:sp>
          <p:nvSpPr>
            <p:cNvPr id="593" name="object 107">
              <a:extLst>
                <a:ext uri="{FF2B5EF4-FFF2-40B4-BE49-F238E27FC236}">
                  <a16:creationId xmlns:a16="http://schemas.microsoft.com/office/drawing/2014/main" id="{8F2AF1CA-0CAB-45F5-A45A-678CA5686652}"/>
                </a:ext>
              </a:extLst>
            </p:cNvPr>
            <p:cNvSpPr txBox="1"/>
            <p:nvPr/>
          </p:nvSpPr>
          <p:spPr>
            <a:xfrm>
              <a:off x="4374008" y="1598010"/>
              <a:ext cx="160867"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X</a:t>
              </a:r>
              <a:endParaRPr sz="1556">
                <a:latin typeface="Arial"/>
                <a:cs typeface="Arial"/>
              </a:endParaRPr>
            </a:p>
          </p:txBody>
        </p:sp>
        <p:sp>
          <p:nvSpPr>
            <p:cNvPr id="594" name="object 108">
              <a:extLst>
                <a:ext uri="{FF2B5EF4-FFF2-40B4-BE49-F238E27FC236}">
                  <a16:creationId xmlns:a16="http://schemas.microsoft.com/office/drawing/2014/main" id="{2FBEA796-0FCE-4DC3-9066-07653DBB83B3}"/>
                </a:ext>
              </a:extLst>
            </p:cNvPr>
            <p:cNvSpPr txBox="1"/>
            <p:nvPr/>
          </p:nvSpPr>
          <p:spPr>
            <a:xfrm>
              <a:off x="5011124" y="1595188"/>
              <a:ext cx="160867"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Y</a:t>
              </a:r>
              <a:endParaRPr sz="1556">
                <a:latin typeface="Arial"/>
                <a:cs typeface="Arial"/>
              </a:endParaRPr>
            </a:p>
          </p:txBody>
        </p:sp>
        <p:sp>
          <p:nvSpPr>
            <p:cNvPr id="595" name="object 109">
              <a:extLst>
                <a:ext uri="{FF2B5EF4-FFF2-40B4-BE49-F238E27FC236}">
                  <a16:creationId xmlns:a16="http://schemas.microsoft.com/office/drawing/2014/main" id="{9D810617-B225-430C-A9ED-6E90C2060655}"/>
                </a:ext>
              </a:extLst>
            </p:cNvPr>
            <p:cNvSpPr txBox="1"/>
            <p:nvPr/>
          </p:nvSpPr>
          <p:spPr>
            <a:xfrm>
              <a:off x="541769" y="1915315"/>
              <a:ext cx="1640803" cy="261183"/>
            </a:xfrm>
            <a:prstGeom prst="rect">
              <a:avLst/>
            </a:prstGeom>
          </p:spPr>
          <p:txBody>
            <a:bodyPr vert="horz" wrap="square" lIns="0" tIns="14817" rIns="0" bIns="0" rtlCol="0">
              <a:spAutoFit/>
            </a:bodyPr>
            <a:lstStyle/>
            <a:p>
              <a:pPr marL="14111">
                <a:spcBef>
                  <a:spcPts val="117"/>
                </a:spcBef>
              </a:pPr>
              <a:r>
                <a:rPr lang="en-US" sz="1600" b="1" dirty="0">
                  <a:solidFill>
                    <a:srgbClr val="FF0000"/>
                  </a:solidFill>
                  <a:latin typeface="Arial"/>
                  <a:cs typeface="Arial"/>
                </a:rPr>
                <a:t>1, </a:t>
              </a:r>
              <a:r>
                <a:rPr sz="1600" b="1" dirty="0">
                  <a:solidFill>
                    <a:srgbClr val="FF0000"/>
                  </a:solidFill>
                  <a:latin typeface="Arial"/>
                  <a:cs typeface="Arial"/>
                </a:rPr>
                <a:t>Forward</a:t>
              </a:r>
              <a:r>
                <a:rPr sz="1600" b="1" spc="-117" dirty="0">
                  <a:solidFill>
                    <a:srgbClr val="FF0000"/>
                  </a:solidFill>
                  <a:latin typeface="Arial"/>
                  <a:cs typeface="Arial"/>
                </a:rPr>
                <a:t> </a:t>
              </a:r>
              <a:r>
                <a:rPr sz="1600" b="1" dirty="0">
                  <a:solidFill>
                    <a:srgbClr val="FF0000"/>
                  </a:solidFill>
                  <a:latin typeface="Arial"/>
                  <a:cs typeface="Arial"/>
                </a:rPr>
                <a:t>Pass</a:t>
              </a:r>
              <a:r>
                <a:rPr lang="en-US" sz="1600" b="1" dirty="0">
                  <a:solidFill>
                    <a:srgbClr val="FF0000"/>
                  </a:solidFill>
                  <a:latin typeface="Arial"/>
                  <a:cs typeface="Arial"/>
                </a:rPr>
                <a:t>:</a:t>
              </a:r>
              <a:endParaRPr sz="1600" dirty="0">
                <a:solidFill>
                  <a:srgbClr val="FF0000"/>
                </a:solidFill>
                <a:latin typeface="Arial"/>
                <a:cs typeface="Arial"/>
              </a:endParaRPr>
            </a:p>
          </p:txBody>
        </p:sp>
      </p:grpSp>
      <p:grpSp>
        <p:nvGrpSpPr>
          <p:cNvPr id="4" name="组合 3">
            <a:extLst>
              <a:ext uri="{FF2B5EF4-FFF2-40B4-BE49-F238E27FC236}">
                <a16:creationId xmlns:a16="http://schemas.microsoft.com/office/drawing/2014/main" id="{1966A770-AD99-49E5-A391-980BC38928BD}"/>
              </a:ext>
            </a:extLst>
          </p:cNvPr>
          <p:cNvGrpSpPr/>
          <p:nvPr/>
        </p:nvGrpSpPr>
        <p:grpSpPr>
          <a:xfrm>
            <a:off x="526500" y="2953779"/>
            <a:ext cx="5023950" cy="743517"/>
            <a:chOff x="526500" y="2953779"/>
            <a:chExt cx="5023950" cy="743517"/>
          </a:xfrm>
        </p:grpSpPr>
        <p:grpSp>
          <p:nvGrpSpPr>
            <p:cNvPr id="596" name="object 110">
              <a:extLst>
                <a:ext uri="{FF2B5EF4-FFF2-40B4-BE49-F238E27FC236}">
                  <a16:creationId xmlns:a16="http://schemas.microsoft.com/office/drawing/2014/main" id="{C96A4727-B973-46E7-8879-8A952C7DEBAF}"/>
                </a:ext>
              </a:extLst>
            </p:cNvPr>
            <p:cNvGrpSpPr/>
            <p:nvPr/>
          </p:nvGrpSpPr>
          <p:grpSpPr>
            <a:xfrm>
              <a:off x="4723539" y="3302185"/>
              <a:ext cx="826911" cy="395111"/>
              <a:chOff x="4135882" y="2820671"/>
              <a:chExt cx="744220" cy="355600"/>
            </a:xfrm>
          </p:grpSpPr>
          <p:sp>
            <p:nvSpPr>
              <p:cNvPr id="597" name="object 111">
                <a:extLst>
                  <a:ext uri="{FF2B5EF4-FFF2-40B4-BE49-F238E27FC236}">
                    <a16:creationId xmlns:a16="http://schemas.microsoft.com/office/drawing/2014/main" id="{AD7516D5-0910-4CC4-8388-D38577505830}"/>
                  </a:ext>
                </a:extLst>
              </p:cNvPr>
              <p:cNvSpPr/>
              <p:nvPr/>
            </p:nvSpPr>
            <p:spPr>
              <a:xfrm>
                <a:off x="4507992" y="2827021"/>
                <a:ext cx="91440" cy="85342"/>
              </a:xfrm>
              <a:prstGeom prst="rect">
                <a:avLst/>
              </a:prstGeom>
              <a:blipFill>
                <a:blip r:embed="rId3" cstate="print"/>
                <a:stretch>
                  <a:fillRect/>
                </a:stretch>
              </a:blipFill>
            </p:spPr>
            <p:txBody>
              <a:bodyPr wrap="square" lIns="0" tIns="0" rIns="0" bIns="0" rtlCol="0"/>
              <a:lstStyle/>
              <a:p>
                <a:endParaRPr sz="2000"/>
              </a:p>
            </p:txBody>
          </p:sp>
          <p:sp>
            <p:nvSpPr>
              <p:cNvPr id="598" name="object 112">
                <a:extLst>
                  <a:ext uri="{FF2B5EF4-FFF2-40B4-BE49-F238E27FC236}">
                    <a16:creationId xmlns:a16="http://schemas.microsoft.com/office/drawing/2014/main" id="{CCA56222-9519-451D-AFCA-5892ECF28E91}"/>
                  </a:ext>
                </a:extLst>
              </p:cNvPr>
              <p:cNvSpPr/>
              <p:nvPr/>
            </p:nvSpPr>
            <p:spPr>
              <a:xfrm>
                <a:off x="4507992"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99" name="object 113">
                <a:extLst>
                  <a:ext uri="{FF2B5EF4-FFF2-40B4-BE49-F238E27FC236}">
                    <a16:creationId xmlns:a16="http://schemas.microsoft.com/office/drawing/2014/main" id="{8B481F7C-F68F-404E-B53F-270093FC9460}"/>
                  </a:ext>
                </a:extLst>
              </p:cNvPr>
              <p:cNvSpPr/>
              <p:nvPr/>
            </p:nvSpPr>
            <p:spPr>
              <a:xfrm>
                <a:off x="4507992" y="2912365"/>
                <a:ext cx="91440" cy="85342"/>
              </a:xfrm>
              <a:prstGeom prst="rect">
                <a:avLst/>
              </a:prstGeom>
              <a:blipFill>
                <a:blip r:embed="rId4" cstate="print"/>
                <a:stretch>
                  <a:fillRect/>
                </a:stretch>
              </a:blipFill>
            </p:spPr>
            <p:txBody>
              <a:bodyPr wrap="square" lIns="0" tIns="0" rIns="0" bIns="0" rtlCol="0"/>
              <a:lstStyle/>
              <a:p>
                <a:endParaRPr sz="2000"/>
              </a:p>
            </p:txBody>
          </p:sp>
          <p:sp>
            <p:nvSpPr>
              <p:cNvPr id="600" name="object 114">
                <a:extLst>
                  <a:ext uri="{FF2B5EF4-FFF2-40B4-BE49-F238E27FC236}">
                    <a16:creationId xmlns:a16="http://schemas.microsoft.com/office/drawing/2014/main" id="{6AC3550B-1B94-403A-91DF-E9FDFA78A863}"/>
                  </a:ext>
                </a:extLst>
              </p:cNvPr>
              <p:cNvSpPr/>
              <p:nvPr/>
            </p:nvSpPr>
            <p:spPr>
              <a:xfrm>
                <a:off x="4507992"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1" name="object 115">
                <a:extLst>
                  <a:ext uri="{FF2B5EF4-FFF2-40B4-BE49-F238E27FC236}">
                    <a16:creationId xmlns:a16="http://schemas.microsoft.com/office/drawing/2014/main" id="{8EAF8394-FF2E-4B79-A415-11EE9D1D6EE1}"/>
                  </a:ext>
                </a:extLst>
              </p:cNvPr>
              <p:cNvSpPr/>
              <p:nvPr/>
            </p:nvSpPr>
            <p:spPr>
              <a:xfrm>
                <a:off x="4507992" y="2997705"/>
                <a:ext cx="91440" cy="86870"/>
              </a:xfrm>
              <a:prstGeom prst="rect">
                <a:avLst/>
              </a:prstGeom>
              <a:blipFill>
                <a:blip r:embed="rId5" cstate="print"/>
                <a:stretch>
                  <a:fillRect/>
                </a:stretch>
              </a:blipFill>
            </p:spPr>
            <p:txBody>
              <a:bodyPr wrap="square" lIns="0" tIns="0" rIns="0" bIns="0" rtlCol="0"/>
              <a:lstStyle/>
              <a:p>
                <a:endParaRPr sz="2000"/>
              </a:p>
            </p:txBody>
          </p:sp>
          <p:sp>
            <p:nvSpPr>
              <p:cNvPr id="602" name="object 116">
                <a:extLst>
                  <a:ext uri="{FF2B5EF4-FFF2-40B4-BE49-F238E27FC236}">
                    <a16:creationId xmlns:a16="http://schemas.microsoft.com/office/drawing/2014/main" id="{47D218B4-2FCB-45FE-9221-3707906FE35B}"/>
                  </a:ext>
                </a:extLst>
              </p:cNvPr>
              <p:cNvSpPr/>
              <p:nvPr/>
            </p:nvSpPr>
            <p:spPr>
              <a:xfrm>
                <a:off x="4507992"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03" name="object 117">
                <a:extLst>
                  <a:ext uri="{FF2B5EF4-FFF2-40B4-BE49-F238E27FC236}">
                    <a16:creationId xmlns:a16="http://schemas.microsoft.com/office/drawing/2014/main" id="{2716A7BD-AE0E-41AB-B6D0-6EED9D7F74BB}"/>
                  </a:ext>
                </a:extLst>
              </p:cNvPr>
              <p:cNvSpPr/>
              <p:nvPr/>
            </p:nvSpPr>
            <p:spPr>
              <a:xfrm>
                <a:off x="4507992" y="3084577"/>
                <a:ext cx="91440" cy="85342"/>
              </a:xfrm>
              <a:prstGeom prst="rect">
                <a:avLst/>
              </a:prstGeom>
              <a:blipFill>
                <a:blip r:embed="rId6" cstate="print"/>
                <a:stretch>
                  <a:fillRect/>
                </a:stretch>
              </a:blipFill>
            </p:spPr>
            <p:txBody>
              <a:bodyPr wrap="square" lIns="0" tIns="0" rIns="0" bIns="0" rtlCol="0"/>
              <a:lstStyle/>
              <a:p>
                <a:endParaRPr sz="2000"/>
              </a:p>
            </p:txBody>
          </p:sp>
          <p:sp>
            <p:nvSpPr>
              <p:cNvPr id="604" name="object 118">
                <a:extLst>
                  <a:ext uri="{FF2B5EF4-FFF2-40B4-BE49-F238E27FC236}">
                    <a16:creationId xmlns:a16="http://schemas.microsoft.com/office/drawing/2014/main" id="{C3968656-BA62-401B-B06D-7248BE97415C}"/>
                  </a:ext>
                </a:extLst>
              </p:cNvPr>
              <p:cNvSpPr/>
              <p:nvPr/>
            </p:nvSpPr>
            <p:spPr>
              <a:xfrm>
                <a:off x="4507992"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5" name="object 119">
                <a:extLst>
                  <a:ext uri="{FF2B5EF4-FFF2-40B4-BE49-F238E27FC236}">
                    <a16:creationId xmlns:a16="http://schemas.microsoft.com/office/drawing/2014/main" id="{29364629-8D68-4CC0-8D27-67943916F3A2}"/>
                  </a:ext>
                </a:extLst>
              </p:cNvPr>
              <p:cNvSpPr/>
              <p:nvPr/>
            </p:nvSpPr>
            <p:spPr>
              <a:xfrm>
                <a:off x="4142232" y="2827021"/>
                <a:ext cx="91440" cy="85342"/>
              </a:xfrm>
              <a:prstGeom prst="rect">
                <a:avLst/>
              </a:prstGeom>
              <a:blipFill>
                <a:blip r:embed="rId7" cstate="print"/>
                <a:stretch>
                  <a:fillRect/>
                </a:stretch>
              </a:blipFill>
            </p:spPr>
            <p:txBody>
              <a:bodyPr wrap="square" lIns="0" tIns="0" rIns="0" bIns="0" rtlCol="0"/>
              <a:lstStyle/>
              <a:p>
                <a:endParaRPr sz="2000"/>
              </a:p>
            </p:txBody>
          </p:sp>
          <p:sp>
            <p:nvSpPr>
              <p:cNvPr id="606" name="object 120">
                <a:extLst>
                  <a:ext uri="{FF2B5EF4-FFF2-40B4-BE49-F238E27FC236}">
                    <a16:creationId xmlns:a16="http://schemas.microsoft.com/office/drawing/2014/main" id="{DF887B69-2F11-463B-B717-EB583C30DB63}"/>
                  </a:ext>
                </a:extLst>
              </p:cNvPr>
              <p:cNvSpPr/>
              <p:nvPr/>
            </p:nvSpPr>
            <p:spPr>
              <a:xfrm>
                <a:off x="4142232"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7" name="object 121">
                <a:extLst>
                  <a:ext uri="{FF2B5EF4-FFF2-40B4-BE49-F238E27FC236}">
                    <a16:creationId xmlns:a16="http://schemas.microsoft.com/office/drawing/2014/main" id="{C77B2CCD-7442-46A8-8436-40DEC903796B}"/>
                  </a:ext>
                </a:extLst>
              </p:cNvPr>
              <p:cNvSpPr/>
              <p:nvPr/>
            </p:nvSpPr>
            <p:spPr>
              <a:xfrm>
                <a:off x="4233672" y="2827021"/>
                <a:ext cx="92962" cy="85342"/>
              </a:xfrm>
              <a:prstGeom prst="rect">
                <a:avLst/>
              </a:prstGeom>
              <a:blipFill>
                <a:blip r:embed="rId8" cstate="print"/>
                <a:stretch>
                  <a:fillRect/>
                </a:stretch>
              </a:blipFill>
            </p:spPr>
            <p:txBody>
              <a:bodyPr wrap="square" lIns="0" tIns="0" rIns="0" bIns="0" rtlCol="0"/>
              <a:lstStyle/>
              <a:p>
                <a:endParaRPr sz="2000"/>
              </a:p>
            </p:txBody>
          </p:sp>
          <p:sp>
            <p:nvSpPr>
              <p:cNvPr id="608" name="object 122">
                <a:extLst>
                  <a:ext uri="{FF2B5EF4-FFF2-40B4-BE49-F238E27FC236}">
                    <a16:creationId xmlns:a16="http://schemas.microsoft.com/office/drawing/2014/main" id="{99170834-DE63-4B19-9DB4-3732A2B01AF8}"/>
                  </a:ext>
                </a:extLst>
              </p:cNvPr>
              <p:cNvSpPr/>
              <p:nvPr/>
            </p:nvSpPr>
            <p:spPr>
              <a:xfrm>
                <a:off x="4233672" y="2827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09" name="object 123">
                <a:extLst>
                  <a:ext uri="{FF2B5EF4-FFF2-40B4-BE49-F238E27FC236}">
                    <a16:creationId xmlns:a16="http://schemas.microsoft.com/office/drawing/2014/main" id="{863F758D-3043-4F09-893B-E09726F058F2}"/>
                  </a:ext>
                </a:extLst>
              </p:cNvPr>
              <p:cNvSpPr/>
              <p:nvPr/>
            </p:nvSpPr>
            <p:spPr>
              <a:xfrm>
                <a:off x="4326636" y="2827021"/>
                <a:ext cx="91440" cy="85342"/>
              </a:xfrm>
              <a:prstGeom prst="rect">
                <a:avLst/>
              </a:prstGeom>
              <a:blipFill>
                <a:blip r:embed="rId9" cstate="print"/>
                <a:stretch>
                  <a:fillRect/>
                </a:stretch>
              </a:blipFill>
            </p:spPr>
            <p:txBody>
              <a:bodyPr wrap="square" lIns="0" tIns="0" rIns="0" bIns="0" rtlCol="0"/>
              <a:lstStyle/>
              <a:p>
                <a:endParaRPr sz="2000"/>
              </a:p>
            </p:txBody>
          </p:sp>
          <p:sp>
            <p:nvSpPr>
              <p:cNvPr id="610" name="object 124">
                <a:extLst>
                  <a:ext uri="{FF2B5EF4-FFF2-40B4-BE49-F238E27FC236}">
                    <a16:creationId xmlns:a16="http://schemas.microsoft.com/office/drawing/2014/main" id="{4C7DE064-1DA5-4273-936E-F46C2530A84C}"/>
                  </a:ext>
                </a:extLst>
              </p:cNvPr>
              <p:cNvSpPr/>
              <p:nvPr/>
            </p:nvSpPr>
            <p:spPr>
              <a:xfrm>
                <a:off x="4326636"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1" name="object 125">
                <a:extLst>
                  <a:ext uri="{FF2B5EF4-FFF2-40B4-BE49-F238E27FC236}">
                    <a16:creationId xmlns:a16="http://schemas.microsoft.com/office/drawing/2014/main" id="{16E05BFF-9CC3-486C-8964-42D122113475}"/>
                  </a:ext>
                </a:extLst>
              </p:cNvPr>
              <p:cNvSpPr/>
              <p:nvPr/>
            </p:nvSpPr>
            <p:spPr>
              <a:xfrm>
                <a:off x="4142232" y="2912365"/>
                <a:ext cx="91440" cy="85342"/>
              </a:xfrm>
              <a:prstGeom prst="rect">
                <a:avLst/>
              </a:prstGeom>
              <a:blipFill>
                <a:blip r:embed="rId10" cstate="print"/>
                <a:stretch>
                  <a:fillRect/>
                </a:stretch>
              </a:blipFill>
            </p:spPr>
            <p:txBody>
              <a:bodyPr wrap="square" lIns="0" tIns="0" rIns="0" bIns="0" rtlCol="0"/>
              <a:lstStyle/>
              <a:p>
                <a:endParaRPr sz="2000"/>
              </a:p>
            </p:txBody>
          </p:sp>
          <p:sp>
            <p:nvSpPr>
              <p:cNvPr id="612" name="object 126">
                <a:extLst>
                  <a:ext uri="{FF2B5EF4-FFF2-40B4-BE49-F238E27FC236}">
                    <a16:creationId xmlns:a16="http://schemas.microsoft.com/office/drawing/2014/main" id="{C2410AE7-A518-469B-9A1E-6DB72D448524}"/>
                  </a:ext>
                </a:extLst>
              </p:cNvPr>
              <p:cNvSpPr/>
              <p:nvPr/>
            </p:nvSpPr>
            <p:spPr>
              <a:xfrm>
                <a:off x="4142232"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3" name="object 127">
                <a:extLst>
                  <a:ext uri="{FF2B5EF4-FFF2-40B4-BE49-F238E27FC236}">
                    <a16:creationId xmlns:a16="http://schemas.microsoft.com/office/drawing/2014/main" id="{DEA85839-CD50-4CD2-9B4D-25660F6D4E4B}"/>
                  </a:ext>
                </a:extLst>
              </p:cNvPr>
              <p:cNvSpPr/>
              <p:nvPr/>
            </p:nvSpPr>
            <p:spPr>
              <a:xfrm>
                <a:off x="4233672" y="2912365"/>
                <a:ext cx="92962" cy="85342"/>
              </a:xfrm>
              <a:prstGeom prst="rect">
                <a:avLst/>
              </a:prstGeom>
              <a:blipFill>
                <a:blip r:embed="rId11" cstate="print"/>
                <a:stretch>
                  <a:fillRect/>
                </a:stretch>
              </a:blipFill>
            </p:spPr>
            <p:txBody>
              <a:bodyPr wrap="square" lIns="0" tIns="0" rIns="0" bIns="0" rtlCol="0"/>
              <a:lstStyle/>
              <a:p>
                <a:endParaRPr sz="2000"/>
              </a:p>
            </p:txBody>
          </p:sp>
          <p:sp>
            <p:nvSpPr>
              <p:cNvPr id="614" name="object 128">
                <a:extLst>
                  <a:ext uri="{FF2B5EF4-FFF2-40B4-BE49-F238E27FC236}">
                    <a16:creationId xmlns:a16="http://schemas.microsoft.com/office/drawing/2014/main" id="{7C8009F8-9712-4388-A551-58E16999B95A}"/>
                  </a:ext>
                </a:extLst>
              </p:cNvPr>
              <p:cNvSpPr/>
              <p:nvPr/>
            </p:nvSpPr>
            <p:spPr>
              <a:xfrm>
                <a:off x="4233672" y="2912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5" name="object 129">
                <a:extLst>
                  <a:ext uri="{FF2B5EF4-FFF2-40B4-BE49-F238E27FC236}">
                    <a16:creationId xmlns:a16="http://schemas.microsoft.com/office/drawing/2014/main" id="{427EFEBF-39EF-4C37-AC73-72DA80EAFFAA}"/>
                  </a:ext>
                </a:extLst>
              </p:cNvPr>
              <p:cNvSpPr/>
              <p:nvPr/>
            </p:nvSpPr>
            <p:spPr>
              <a:xfrm>
                <a:off x="4326636" y="2912365"/>
                <a:ext cx="91440" cy="85342"/>
              </a:xfrm>
              <a:prstGeom prst="rect">
                <a:avLst/>
              </a:prstGeom>
              <a:blipFill>
                <a:blip r:embed="rId12" cstate="print"/>
                <a:stretch>
                  <a:fillRect/>
                </a:stretch>
              </a:blipFill>
            </p:spPr>
            <p:txBody>
              <a:bodyPr wrap="square" lIns="0" tIns="0" rIns="0" bIns="0" rtlCol="0"/>
              <a:lstStyle/>
              <a:p>
                <a:endParaRPr sz="2000"/>
              </a:p>
            </p:txBody>
          </p:sp>
          <p:sp>
            <p:nvSpPr>
              <p:cNvPr id="616" name="object 130">
                <a:extLst>
                  <a:ext uri="{FF2B5EF4-FFF2-40B4-BE49-F238E27FC236}">
                    <a16:creationId xmlns:a16="http://schemas.microsoft.com/office/drawing/2014/main" id="{AB0ADDF7-F74C-45D2-B920-E3291FD244C1}"/>
                  </a:ext>
                </a:extLst>
              </p:cNvPr>
              <p:cNvSpPr/>
              <p:nvPr/>
            </p:nvSpPr>
            <p:spPr>
              <a:xfrm>
                <a:off x="4326636"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7" name="object 131">
                <a:extLst>
                  <a:ext uri="{FF2B5EF4-FFF2-40B4-BE49-F238E27FC236}">
                    <a16:creationId xmlns:a16="http://schemas.microsoft.com/office/drawing/2014/main" id="{ECB8EA69-1AD0-4861-B73E-A8902C3B10F6}"/>
                  </a:ext>
                </a:extLst>
              </p:cNvPr>
              <p:cNvSpPr/>
              <p:nvPr/>
            </p:nvSpPr>
            <p:spPr>
              <a:xfrm>
                <a:off x="4142232" y="2997705"/>
                <a:ext cx="91440" cy="86870"/>
              </a:xfrm>
              <a:prstGeom prst="rect">
                <a:avLst/>
              </a:prstGeom>
              <a:blipFill>
                <a:blip r:embed="rId13" cstate="print"/>
                <a:stretch>
                  <a:fillRect/>
                </a:stretch>
              </a:blipFill>
            </p:spPr>
            <p:txBody>
              <a:bodyPr wrap="square" lIns="0" tIns="0" rIns="0" bIns="0" rtlCol="0"/>
              <a:lstStyle/>
              <a:p>
                <a:endParaRPr sz="2000"/>
              </a:p>
            </p:txBody>
          </p:sp>
          <p:sp>
            <p:nvSpPr>
              <p:cNvPr id="618" name="object 132">
                <a:extLst>
                  <a:ext uri="{FF2B5EF4-FFF2-40B4-BE49-F238E27FC236}">
                    <a16:creationId xmlns:a16="http://schemas.microsoft.com/office/drawing/2014/main" id="{73FEC51D-4C44-4379-9941-95F19181B4F0}"/>
                  </a:ext>
                </a:extLst>
              </p:cNvPr>
              <p:cNvSpPr/>
              <p:nvPr/>
            </p:nvSpPr>
            <p:spPr>
              <a:xfrm>
                <a:off x="4142232"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19" name="object 133">
                <a:extLst>
                  <a:ext uri="{FF2B5EF4-FFF2-40B4-BE49-F238E27FC236}">
                    <a16:creationId xmlns:a16="http://schemas.microsoft.com/office/drawing/2014/main" id="{D1F3F7A0-6EAA-44F7-9330-D3BF6876A18D}"/>
                  </a:ext>
                </a:extLst>
              </p:cNvPr>
              <p:cNvSpPr/>
              <p:nvPr/>
            </p:nvSpPr>
            <p:spPr>
              <a:xfrm>
                <a:off x="4233672" y="2997705"/>
                <a:ext cx="92962" cy="86870"/>
              </a:xfrm>
              <a:prstGeom prst="rect">
                <a:avLst/>
              </a:prstGeom>
              <a:blipFill>
                <a:blip r:embed="rId14" cstate="print"/>
                <a:stretch>
                  <a:fillRect/>
                </a:stretch>
              </a:blipFill>
            </p:spPr>
            <p:txBody>
              <a:bodyPr wrap="square" lIns="0" tIns="0" rIns="0" bIns="0" rtlCol="0"/>
              <a:lstStyle/>
              <a:p>
                <a:endParaRPr sz="2000"/>
              </a:p>
            </p:txBody>
          </p:sp>
          <p:sp>
            <p:nvSpPr>
              <p:cNvPr id="620" name="object 134">
                <a:extLst>
                  <a:ext uri="{FF2B5EF4-FFF2-40B4-BE49-F238E27FC236}">
                    <a16:creationId xmlns:a16="http://schemas.microsoft.com/office/drawing/2014/main" id="{EE979FCD-8E27-480E-9C1A-024678313AE2}"/>
                  </a:ext>
                </a:extLst>
              </p:cNvPr>
              <p:cNvSpPr/>
              <p:nvPr/>
            </p:nvSpPr>
            <p:spPr>
              <a:xfrm>
                <a:off x="4233672" y="2997705"/>
                <a:ext cx="93345" cy="86995"/>
              </a:xfrm>
              <a:custGeom>
                <a:avLst/>
                <a:gdLst/>
                <a:ahLst/>
                <a:cxnLst/>
                <a:rect l="l" t="t" r="r" b="b"/>
                <a:pathLst>
                  <a:path w="93345"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21" name="object 135">
                <a:extLst>
                  <a:ext uri="{FF2B5EF4-FFF2-40B4-BE49-F238E27FC236}">
                    <a16:creationId xmlns:a16="http://schemas.microsoft.com/office/drawing/2014/main" id="{F1AB2B57-D73F-4D13-8529-FDB078FE5511}"/>
                  </a:ext>
                </a:extLst>
              </p:cNvPr>
              <p:cNvSpPr/>
              <p:nvPr/>
            </p:nvSpPr>
            <p:spPr>
              <a:xfrm>
                <a:off x="4326636" y="2997705"/>
                <a:ext cx="91440" cy="86870"/>
              </a:xfrm>
              <a:prstGeom prst="rect">
                <a:avLst/>
              </a:prstGeom>
              <a:blipFill>
                <a:blip r:embed="rId15" cstate="print"/>
                <a:stretch>
                  <a:fillRect/>
                </a:stretch>
              </a:blipFill>
            </p:spPr>
            <p:txBody>
              <a:bodyPr wrap="square" lIns="0" tIns="0" rIns="0" bIns="0" rtlCol="0"/>
              <a:lstStyle/>
              <a:p>
                <a:endParaRPr sz="2000"/>
              </a:p>
            </p:txBody>
          </p:sp>
          <p:sp>
            <p:nvSpPr>
              <p:cNvPr id="622" name="object 136">
                <a:extLst>
                  <a:ext uri="{FF2B5EF4-FFF2-40B4-BE49-F238E27FC236}">
                    <a16:creationId xmlns:a16="http://schemas.microsoft.com/office/drawing/2014/main" id="{8ED2E9E1-2322-4BD3-AB8F-E71E413F3553}"/>
                  </a:ext>
                </a:extLst>
              </p:cNvPr>
              <p:cNvSpPr/>
              <p:nvPr/>
            </p:nvSpPr>
            <p:spPr>
              <a:xfrm>
                <a:off x="4326636"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23" name="object 137">
                <a:extLst>
                  <a:ext uri="{FF2B5EF4-FFF2-40B4-BE49-F238E27FC236}">
                    <a16:creationId xmlns:a16="http://schemas.microsoft.com/office/drawing/2014/main" id="{32A73151-ED41-4F39-84F3-E54B6A172853}"/>
                  </a:ext>
                </a:extLst>
              </p:cNvPr>
              <p:cNvSpPr/>
              <p:nvPr/>
            </p:nvSpPr>
            <p:spPr>
              <a:xfrm>
                <a:off x="4142232" y="3084577"/>
                <a:ext cx="91440" cy="85342"/>
              </a:xfrm>
              <a:prstGeom prst="rect">
                <a:avLst/>
              </a:prstGeom>
              <a:blipFill>
                <a:blip r:embed="rId16" cstate="print"/>
                <a:stretch>
                  <a:fillRect/>
                </a:stretch>
              </a:blipFill>
            </p:spPr>
            <p:txBody>
              <a:bodyPr wrap="square" lIns="0" tIns="0" rIns="0" bIns="0" rtlCol="0"/>
              <a:lstStyle/>
              <a:p>
                <a:endParaRPr sz="2000"/>
              </a:p>
            </p:txBody>
          </p:sp>
          <p:sp>
            <p:nvSpPr>
              <p:cNvPr id="624" name="object 138">
                <a:extLst>
                  <a:ext uri="{FF2B5EF4-FFF2-40B4-BE49-F238E27FC236}">
                    <a16:creationId xmlns:a16="http://schemas.microsoft.com/office/drawing/2014/main" id="{ED57622A-DF7F-4D0D-8BBB-75570AC5626C}"/>
                  </a:ext>
                </a:extLst>
              </p:cNvPr>
              <p:cNvSpPr/>
              <p:nvPr/>
            </p:nvSpPr>
            <p:spPr>
              <a:xfrm>
                <a:off x="4142232"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25" name="object 139">
                <a:extLst>
                  <a:ext uri="{FF2B5EF4-FFF2-40B4-BE49-F238E27FC236}">
                    <a16:creationId xmlns:a16="http://schemas.microsoft.com/office/drawing/2014/main" id="{21A1F467-9098-46BA-8C05-DD5786380D4F}"/>
                  </a:ext>
                </a:extLst>
              </p:cNvPr>
              <p:cNvSpPr/>
              <p:nvPr/>
            </p:nvSpPr>
            <p:spPr>
              <a:xfrm>
                <a:off x="4233672" y="3084577"/>
                <a:ext cx="92962" cy="85342"/>
              </a:xfrm>
              <a:prstGeom prst="rect">
                <a:avLst/>
              </a:prstGeom>
              <a:blipFill>
                <a:blip r:embed="rId17" cstate="print"/>
                <a:stretch>
                  <a:fillRect/>
                </a:stretch>
              </a:blipFill>
            </p:spPr>
            <p:txBody>
              <a:bodyPr wrap="square" lIns="0" tIns="0" rIns="0" bIns="0" rtlCol="0"/>
              <a:lstStyle/>
              <a:p>
                <a:endParaRPr sz="2000"/>
              </a:p>
            </p:txBody>
          </p:sp>
          <p:sp>
            <p:nvSpPr>
              <p:cNvPr id="626" name="object 140">
                <a:extLst>
                  <a:ext uri="{FF2B5EF4-FFF2-40B4-BE49-F238E27FC236}">
                    <a16:creationId xmlns:a16="http://schemas.microsoft.com/office/drawing/2014/main" id="{BC97244E-4424-4A50-8259-D90CF469A8A4}"/>
                  </a:ext>
                </a:extLst>
              </p:cNvPr>
              <p:cNvSpPr/>
              <p:nvPr/>
            </p:nvSpPr>
            <p:spPr>
              <a:xfrm>
                <a:off x="4233672" y="30845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27" name="object 141">
                <a:extLst>
                  <a:ext uri="{FF2B5EF4-FFF2-40B4-BE49-F238E27FC236}">
                    <a16:creationId xmlns:a16="http://schemas.microsoft.com/office/drawing/2014/main" id="{B4230C61-9F39-4354-873F-D9EC992C54FF}"/>
                  </a:ext>
                </a:extLst>
              </p:cNvPr>
              <p:cNvSpPr/>
              <p:nvPr/>
            </p:nvSpPr>
            <p:spPr>
              <a:xfrm>
                <a:off x="4326636" y="3084577"/>
                <a:ext cx="91440" cy="85342"/>
              </a:xfrm>
              <a:prstGeom prst="rect">
                <a:avLst/>
              </a:prstGeom>
              <a:blipFill>
                <a:blip r:embed="rId18" cstate="print"/>
                <a:stretch>
                  <a:fillRect/>
                </a:stretch>
              </a:blipFill>
            </p:spPr>
            <p:txBody>
              <a:bodyPr wrap="square" lIns="0" tIns="0" rIns="0" bIns="0" rtlCol="0"/>
              <a:lstStyle/>
              <a:p>
                <a:endParaRPr sz="2000"/>
              </a:p>
            </p:txBody>
          </p:sp>
          <p:sp>
            <p:nvSpPr>
              <p:cNvPr id="628" name="object 142">
                <a:extLst>
                  <a:ext uri="{FF2B5EF4-FFF2-40B4-BE49-F238E27FC236}">
                    <a16:creationId xmlns:a16="http://schemas.microsoft.com/office/drawing/2014/main" id="{DA0CADA2-9866-4D40-9CB1-F5AB72BDCE1A}"/>
                  </a:ext>
                </a:extLst>
              </p:cNvPr>
              <p:cNvSpPr/>
              <p:nvPr/>
            </p:nvSpPr>
            <p:spPr>
              <a:xfrm>
                <a:off x="4326636"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29" name="object 143">
                <a:extLst>
                  <a:ext uri="{FF2B5EF4-FFF2-40B4-BE49-F238E27FC236}">
                    <a16:creationId xmlns:a16="http://schemas.microsoft.com/office/drawing/2014/main" id="{8605491F-E0C8-4496-9160-F98263BAA228}"/>
                  </a:ext>
                </a:extLst>
              </p:cNvPr>
              <p:cNvSpPr/>
              <p:nvPr/>
            </p:nvSpPr>
            <p:spPr>
              <a:xfrm>
                <a:off x="4418076" y="2827021"/>
                <a:ext cx="91440" cy="85342"/>
              </a:xfrm>
              <a:prstGeom prst="rect">
                <a:avLst/>
              </a:prstGeom>
              <a:blipFill>
                <a:blip r:embed="rId19" cstate="print"/>
                <a:stretch>
                  <a:fillRect/>
                </a:stretch>
              </a:blipFill>
            </p:spPr>
            <p:txBody>
              <a:bodyPr wrap="square" lIns="0" tIns="0" rIns="0" bIns="0" rtlCol="0"/>
              <a:lstStyle/>
              <a:p>
                <a:endParaRPr sz="2000"/>
              </a:p>
            </p:txBody>
          </p:sp>
          <p:sp>
            <p:nvSpPr>
              <p:cNvPr id="630" name="object 144">
                <a:extLst>
                  <a:ext uri="{FF2B5EF4-FFF2-40B4-BE49-F238E27FC236}">
                    <a16:creationId xmlns:a16="http://schemas.microsoft.com/office/drawing/2014/main" id="{9C610BFF-447B-46D1-AE83-FE8442C653AA}"/>
                  </a:ext>
                </a:extLst>
              </p:cNvPr>
              <p:cNvSpPr/>
              <p:nvPr/>
            </p:nvSpPr>
            <p:spPr>
              <a:xfrm>
                <a:off x="4418076"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1" name="object 145">
                <a:extLst>
                  <a:ext uri="{FF2B5EF4-FFF2-40B4-BE49-F238E27FC236}">
                    <a16:creationId xmlns:a16="http://schemas.microsoft.com/office/drawing/2014/main" id="{2D707291-01CA-4C94-A46D-629AE95C8F74}"/>
                  </a:ext>
                </a:extLst>
              </p:cNvPr>
              <p:cNvSpPr/>
              <p:nvPr/>
            </p:nvSpPr>
            <p:spPr>
              <a:xfrm>
                <a:off x="4418076" y="2912365"/>
                <a:ext cx="91440" cy="85342"/>
              </a:xfrm>
              <a:prstGeom prst="rect">
                <a:avLst/>
              </a:prstGeom>
              <a:blipFill>
                <a:blip r:embed="rId20" cstate="print"/>
                <a:stretch>
                  <a:fillRect/>
                </a:stretch>
              </a:blipFill>
            </p:spPr>
            <p:txBody>
              <a:bodyPr wrap="square" lIns="0" tIns="0" rIns="0" bIns="0" rtlCol="0"/>
              <a:lstStyle/>
              <a:p>
                <a:endParaRPr sz="2000"/>
              </a:p>
            </p:txBody>
          </p:sp>
          <p:sp>
            <p:nvSpPr>
              <p:cNvPr id="632" name="object 146">
                <a:extLst>
                  <a:ext uri="{FF2B5EF4-FFF2-40B4-BE49-F238E27FC236}">
                    <a16:creationId xmlns:a16="http://schemas.microsoft.com/office/drawing/2014/main" id="{DD919074-B208-499A-A468-58C9938E53E4}"/>
                  </a:ext>
                </a:extLst>
              </p:cNvPr>
              <p:cNvSpPr/>
              <p:nvPr/>
            </p:nvSpPr>
            <p:spPr>
              <a:xfrm>
                <a:off x="4418076"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3" name="object 147">
                <a:extLst>
                  <a:ext uri="{FF2B5EF4-FFF2-40B4-BE49-F238E27FC236}">
                    <a16:creationId xmlns:a16="http://schemas.microsoft.com/office/drawing/2014/main" id="{8CEC559F-2C85-48EF-B6FC-DBDFAA62AE7E}"/>
                  </a:ext>
                </a:extLst>
              </p:cNvPr>
              <p:cNvSpPr/>
              <p:nvPr/>
            </p:nvSpPr>
            <p:spPr>
              <a:xfrm>
                <a:off x="4418076" y="2997705"/>
                <a:ext cx="91440" cy="86870"/>
              </a:xfrm>
              <a:prstGeom prst="rect">
                <a:avLst/>
              </a:prstGeom>
              <a:blipFill>
                <a:blip r:embed="rId21" cstate="print"/>
                <a:stretch>
                  <a:fillRect/>
                </a:stretch>
              </a:blipFill>
            </p:spPr>
            <p:txBody>
              <a:bodyPr wrap="square" lIns="0" tIns="0" rIns="0" bIns="0" rtlCol="0"/>
              <a:lstStyle/>
              <a:p>
                <a:endParaRPr sz="2000"/>
              </a:p>
            </p:txBody>
          </p:sp>
          <p:sp>
            <p:nvSpPr>
              <p:cNvPr id="634" name="object 148">
                <a:extLst>
                  <a:ext uri="{FF2B5EF4-FFF2-40B4-BE49-F238E27FC236}">
                    <a16:creationId xmlns:a16="http://schemas.microsoft.com/office/drawing/2014/main" id="{FB9CBD14-87C9-466C-9BAA-CCA3E85AA6D7}"/>
                  </a:ext>
                </a:extLst>
              </p:cNvPr>
              <p:cNvSpPr/>
              <p:nvPr/>
            </p:nvSpPr>
            <p:spPr>
              <a:xfrm>
                <a:off x="4418076"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35" name="object 149">
                <a:extLst>
                  <a:ext uri="{FF2B5EF4-FFF2-40B4-BE49-F238E27FC236}">
                    <a16:creationId xmlns:a16="http://schemas.microsoft.com/office/drawing/2014/main" id="{1067FDE3-8768-418A-AEC5-DC39917D2C72}"/>
                  </a:ext>
                </a:extLst>
              </p:cNvPr>
              <p:cNvSpPr/>
              <p:nvPr/>
            </p:nvSpPr>
            <p:spPr>
              <a:xfrm>
                <a:off x="4418076" y="3084577"/>
                <a:ext cx="91440" cy="85342"/>
              </a:xfrm>
              <a:prstGeom prst="rect">
                <a:avLst/>
              </a:prstGeom>
              <a:blipFill>
                <a:blip r:embed="rId22" cstate="print"/>
                <a:stretch>
                  <a:fillRect/>
                </a:stretch>
              </a:blipFill>
            </p:spPr>
            <p:txBody>
              <a:bodyPr wrap="square" lIns="0" tIns="0" rIns="0" bIns="0" rtlCol="0"/>
              <a:lstStyle/>
              <a:p>
                <a:endParaRPr sz="2000"/>
              </a:p>
            </p:txBody>
          </p:sp>
          <p:sp>
            <p:nvSpPr>
              <p:cNvPr id="636" name="object 150">
                <a:extLst>
                  <a:ext uri="{FF2B5EF4-FFF2-40B4-BE49-F238E27FC236}">
                    <a16:creationId xmlns:a16="http://schemas.microsoft.com/office/drawing/2014/main" id="{FCC45330-DA74-4580-8D39-D48ED55DFB9C}"/>
                  </a:ext>
                </a:extLst>
              </p:cNvPr>
              <p:cNvSpPr/>
              <p:nvPr/>
            </p:nvSpPr>
            <p:spPr>
              <a:xfrm>
                <a:off x="4418076"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7" name="object 151">
                <a:extLst>
                  <a:ext uri="{FF2B5EF4-FFF2-40B4-BE49-F238E27FC236}">
                    <a16:creationId xmlns:a16="http://schemas.microsoft.com/office/drawing/2014/main" id="{0451675F-C132-4C1F-9389-5D6BA0DE4BC9}"/>
                  </a:ext>
                </a:extLst>
              </p:cNvPr>
              <p:cNvSpPr/>
              <p:nvPr/>
            </p:nvSpPr>
            <p:spPr>
              <a:xfrm>
                <a:off x="4599432" y="2827021"/>
                <a:ext cx="92962" cy="85342"/>
              </a:xfrm>
              <a:prstGeom prst="rect">
                <a:avLst/>
              </a:prstGeom>
              <a:blipFill>
                <a:blip r:embed="rId23" cstate="print"/>
                <a:stretch>
                  <a:fillRect/>
                </a:stretch>
              </a:blipFill>
            </p:spPr>
            <p:txBody>
              <a:bodyPr wrap="square" lIns="0" tIns="0" rIns="0" bIns="0" rtlCol="0"/>
              <a:lstStyle/>
              <a:p>
                <a:endParaRPr sz="2000"/>
              </a:p>
            </p:txBody>
          </p:sp>
          <p:sp>
            <p:nvSpPr>
              <p:cNvPr id="638" name="object 152">
                <a:extLst>
                  <a:ext uri="{FF2B5EF4-FFF2-40B4-BE49-F238E27FC236}">
                    <a16:creationId xmlns:a16="http://schemas.microsoft.com/office/drawing/2014/main" id="{2BDAF386-BB91-4742-A4A9-77946FAE57EF}"/>
                  </a:ext>
                </a:extLst>
              </p:cNvPr>
              <p:cNvSpPr/>
              <p:nvPr/>
            </p:nvSpPr>
            <p:spPr>
              <a:xfrm>
                <a:off x="4599432" y="28270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9" name="object 153">
                <a:extLst>
                  <a:ext uri="{FF2B5EF4-FFF2-40B4-BE49-F238E27FC236}">
                    <a16:creationId xmlns:a16="http://schemas.microsoft.com/office/drawing/2014/main" id="{6AE73419-05EE-4E81-83DE-B1EF6A6DFCF7}"/>
                  </a:ext>
                </a:extLst>
              </p:cNvPr>
              <p:cNvSpPr/>
              <p:nvPr/>
            </p:nvSpPr>
            <p:spPr>
              <a:xfrm>
                <a:off x="4599432" y="2912365"/>
                <a:ext cx="92962" cy="85342"/>
              </a:xfrm>
              <a:prstGeom prst="rect">
                <a:avLst/>
              </a:prstGeom>
              <a:blipFill>
                <a:blip r:embed="rId24" cstate="print"/>
                <a:stretch>
                  <a:fillRect/>
                </a:stretch>
              </a:blipFill>
            </p:spPr>
            <p:txBody>
              <a:bodyPr wrap="square" lIns="0" tIns="0" rIns="0" bIns="0" rtlCol="0"/>
              <a:lstStyle/>
              <a:p>
                <a:endParaRPr sz="2000"/>
              </a:p>
            </p:txBody>
          </p:sp>
          <p:sp>
            <p:nvSpPr>
              <p:cNvPr id="640" name="object 154">
                <a:extLst>
                  <a:ext uri="{FF2B5EF4-FFF2-40B4-BE49-F238E27FC236}">
                    <a16:creationId xmlns:a16="http://schemas.microsoft.com/office/drawing/2014/main" id="{1E20B57F-E291-4E32-87F8-49B9B7F4E5B9}"/>
                  </a:ext>
                </a:extLst>
              </p:cNvPr>
              <p:cNvSpPr/>
              <p:nvPr/>
            </p:nvSpPr>
            <p:spPr>
              <a:xfrm>
                <a:off x="4599432" y="29123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1" name="object 155">
                <a:extLst>
                  <a:ext uri="{FF2B5EF4-FFF2-40B4-BE49-F238E27FC236}">
                    <a16:creationId xmlns:a16="http://schemas.microsoft.com/office/drawing/2014/main" id="{E7CD93E6-F483-4C62-A786-1CFA20D7A58B}"/>
                  </a:ext>
                </a:extLst>
              </p:cNvPr>
              <p:cNvSpPr/>
              <p:nvPr/>
            </p:nvSpPr>
            <p:spPr>
              <a:xfrm>
                <a:off x="4599432" y="2997705"/>
                <a:ext cx="92962" cy="86870"/>
              </a:xfrm>
              <a:prstGeom prst="rect">
                <a:avLst/>
              </a:prstGeom>
              <a:blipFill>
                <a:blip r:embed="rId25" cstate="print"/>
                <a:stretch>
                  <a:fillRect/>
                </a:stretch>
              </a:blipFill>
            </p:spPr>
            <p:txBody>
              <a:bodyPr wrap="square" lIns="0" tIns="0" rIns="0" bIns="0" rtlCol="0"/>
              <a:lstStyle/>
              <a:p>
                <a:endParaRPr sz="2000"/>
              </a:p>
            </p:txBody>
          </p:sp>
          <p:sp>
            <p:nvSpPr>
              <p:cNvPr id="642" name="object 156">
                <a:extLst>
                  <a:ext uri="{FF2B5EF4-FFF2-40B4-BE49-F238E27FC236}">
                    <a16:creationId xmlns:a16="http://schemas.microsoft.com/office/drawing/2014/main" id="{779C488F-7E97-4249-94B4-97D7C232D922}"/>
                  </a:ext>
                </a:extLst>
              </p:cNvPr>
              <p:cNvSpPr/>
              <p:nvPr/>
            </p:nvSpPr>
            <p:spPr>
              <a:xfrm>
                <a:off x="4599432" y="2997705"/>
                <a:ext cx="93345" cy="86995"/>
              </a:xfrm>
              <a:custGeom>
                <a:avLst/>
                <a:gdLst/>
                <a:ahLst/>
                <a:cxnLst/>
                <a:rect l="l" t="t" r="r" b="b"/>
                <a:pathLst>
                  <a:path w="93345"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43" name="object 157">
                <a:extLst>
                  <a:ext uri="{FF2B5EF4-FFF2-40B4-BE49-F238E27FC236}">
                    <a16:creationId xmlns:a16="http://schemas.microsoft.com/office/drawing/2014/main" id="{940CB547-94E2-4F19-95EB-D1EA5BF61750}"/>
                  </a:ext>
                </a:extLst>
              </p:cNvPr>
              <p:cNvSpPr/>
              <p:nvPr/>
            </p:nvSpPr>
            <p:spPr>
              <a:xfrm>
                <a:off x="4599432" y="3084577"/>
                <a:ext cx="92962" cy="85342"/>
              </a:xfrm>
              <a:prstGeom prst="rect">
                <a:avLst/>
              </a:prstGeom>
              <a:blipFill>
                <a:blip r:embed="rId26" cstate="print"/>
                <a:stretch>
                  <a:fillRect/>
                </a:stretch>
              </a:blipFill>
            </p:spPr>
            <p:txBody>
              <a:bodyPr wrap="square" lIns="0" tIns="0" rIns="0" bIns="0" rtlCol="0"/>
              <a:lstStyle/>
              <a:p>
                <a:endParaRPr sz="2000"/>
              </a:p>
            </p:txBody>
          </p:sp>
          <p:sp>
            <p:nvSpPr>
              <p:cNvPr id="644" name="object 158">
                <a:extLst>
                  <a:ext uri="{FF2B5EF4-FFF2-40B4-BE49-F238E27FC236}">
                    <a16:creationId xmlns:a16="http://schemas.microsoft.com/office/drawing/2014/main" id="{04F68F46-93A4-4972-9E3F-E5B95323D53E}"/>
                  </a:ext>
                </a:extLst>
              </p:cNvPr>
              <p:cNvSpPr/>
              <p:nvPr/>
            </p:nvSpPr>
            <p:spPr>
              <a:xfrm>
                <a:off x="4599432" y="30845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5" name="object 159">
                <a:extLst>
                  <a:ext uri="{FF2B5EF4-FFF2-40B4-BE49-F238E27FC236}">
                    <a16:creationId xmlns:a16="http://schemas.microsoft.com/office/drawing/2014/main" id="{AEBD26CB-25BD-4F48-823D-C92AE274C1DC}"/>
                  </a:ext>
                </a:extLst>
              </p:cNvPr>
              <p:cNvSpPr/>
              <p:nvPr/>
            </p:nvSpPr>
            <p:spPr>
              <a:xfrm>
                <a:off x="4782312" y="2827021"/>
                <a:ext cx="91440" cy="85342"/>
              </a:xfrm>
              <a:prstGeom prst="rect">
                <a:avLst/>
              </a:prstGeom>
              <a:blipFill>
                <a:blip r:embed="rId27" cstate="print"/>
                <a:stretch>
                  <a:fillRect/>
                </a:stretch>
              </a:blipFill>
            </p:spPr>
            <p:txBody>
              <a:bodyPr wrap="square" lIns="0" tIns="0" rIns="0" bIns="0" rtlCol="0"/>
              <a:lstStyle/>
              <a:p>
                <a:endParaRPr sz="2000"/>
              </a:p>
            </p:txBody>
          </p:sp>
          <p:sp>
            <p:nvSpPr>
              <p:cNvPr id="646" name="object 160">
                <a:extLst>
                  <a:ext uri="{FF2B5EF4-FFF2-40B4-BE49-F238E27FC236}">
                    <a16:creationId xmlns:a16="http://schemas.microsoft.com/office/drawing/2014/main" id="{78A0FBAB-9114-4014-B6D2-2D568A5777A0}"/>
                  </a:ext>
                </a:extLst>
              </p:cNvPr>
              <p:cNvSpPr/>
              <p:nvPr/>
            </p:nvSpPr>
            <p:spPr>
              <a:xfrm>
                <a:off x="4782312"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7" name="object 161">
                <a:extLst>
                  <a:ext uri="{FF2B5EF4-FFF2-40B4-BE49-F238E27FC236}">
                    <a16:creationId xmlns:a16="http://schemas.microsoft.com/office/drawing/2014/main" id="{34E4DC9E-1042-4789-99CA-173AF143E824}"/>
                  </a:ext>
                </a:extLst>
              </p:cNvPr>
              <p:cNvSpPr/>
              <p:nvPr/>
            </p:nvSpPr>
            <p:spPr>
              <a:xfrm>
                <a:off x="4782312" y="2912365"/>
                <a:ext cx="91440" cy="85342"/>
              </a:xfrm>
              <a:prstGeom prst="rect">
                <a:avLst/>
              </a:prstGeom>
              <a:blipFill>
                <a:blip r:embed="rId28" cstate="print"/>
                <a:stretch>
                  <a:fillRect/>
                </a:stretch>
              </a:blipFill>
            </p:spPr>
            <p:txBody>
              <a:bodyPr wrap="square" lIns="0" tIns="0" rIns="0" bIns="0" rtlCol="0"/>
              <a:lstStyle/>
              <a:p>
                <a:endParaRPr sz="2000"/>
              </a:p>
            </p:txBody>
          </p:sp>
          <p:sp>
            <p:nvSpPr>
              <p:cNvPr id="648" name="object 162">
                <a:extLst>
                  <a:ext uri="{FF2B5EF4-FFF2-40B4-BE49-F238E27FC236}">
                    <a16:creationId xmlns:a16="http://schemas.microsoft.com/office/drawing/2014/main" id="{4722F650-8338-49C2-87AA-14CD7CDF9DBE}"/>
                  </a:ext>
                </a:extLst>
              </p:cNvPr>
              <p:cNvSpPr/>
              <p:nvPr/>
            </p:nvSpPr>
            <p:spPr>
              <a:xfrm>
                <a:off x="4782312"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49" name="object 163">
                <a:extLst>
                  <a:ext uri="{FF2B5EF4-FFF2-40B4-BE49-F238E27FC236}">
                    <a16:creationId xmlns:a16="http://schemas.microsoft.com/office/drawing/2014/main" id="{20FA62C8-46C0-490F-9CE3-8D662732A3F5}"/>
                  </a:ext>
                </a:extLst>
              </p:cNvPr>
              <p:cNvSpPr/>
              <p:nvPr/>
            </p:nvSpPr>
            <p:spPr>
              <a:xfrm>
                <a:off x="4782312" y="2997705"/>
                <a:ext cx="91440" cy="86870"/>
              </a:xfrm>
              <a:prstGeom prst="rect">
                <a:avLst/>
              </a:prstGeom>
              <a:blipFill>
                <a:blip r:embed="rId29" cstate="print"/>
                <a:stretch>
                  <a:fillRect/>
                </a:stretch>
              </a:blipFill>
            </p:spPr>
            <p:txBody>
              <a:bodyPr wrap="square" lIns="0" tIns="0" rIns="0" bIns="0" rtlCol="0"/>
              <a:lstStyle/>
              <a:p>
                <a:endParaRPr sz="2000"/>
              </a:p>
            </p:txBody>
          </p:sp>
          <p:sp>
            <p:nvSpPr>
              <p:cNvPr id="650" name="object 164">
                <a:extLst>
                  <a:ext uri="{FF2B5EF4-FFF2-40B4-BE49-F238E27FC236}">
                    <a16:creationId xmlns:a16="http://schemas.microsoft.com/office/drawing/2014/main" id="{5DD6AED4-93AC-4224-9283-803F90FD3A76}"/>
                  </a:ext>
                </a:extLst>
              </p:cNvPr>
              <p:cNvSpPr/>
              <p:nvPr/>
            </p:nvSpPr>
            <p:spPr>
              <a:xfrm>
                <a:off x="4782312"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51" name="object 165">
                <a:extLst>
                  <a:ext uri="{FF2B5EF4-FFF2-40B4-BE49-F238E27FC236}">
                    <a16:creationId xmlns:a16="http://schemas.microsoft.com/office/drawing/2014/main" id="{7593EC5C-1E5B-4F52-82F9-BA46724CCDD7}"/>
                  </a:ext>
                </a:extLst>
              </p:cNvPr>
              <p:cNvSpPr/>
              <p:nvPr/>
            </p:nvSpPr>
            <p:spPr>
              <a:xfrm>
                <a:off x="4782312" y="3084577"/>
                <a:ext cx="91440" cy="85342"/>
              </a:xfrm>
              <a:prstGeom prst="rect">
                <a:avLst/>
              </a:prstGeom>
              <a:blipFill>
                <a:blip r:embed="rId30" cstate="print"/>
                <a:stretch>
                  <a:fillRect/>
                </a:stretch>
              </a:blipFill>
            </p:spPr>
            <p:txBody>
              <a:bodyPr wrap="square" lIns="0" tIns="0" rIns="0" bIns="0" rtlCol="0"/>
              <a:lstStyle/>
              <a:p>
                <a:endParaRPr sz="2000"/>
              </a:p>
            </p:txBody>
          </p:sp>
          <p:sp>
            <p:nvSpPr>
              <p:cNvPr id="652" name="object 166">
                <a:extLst>
                  <a:ext uri="{FF2B5EF4-FFF2-40B4-BE49-F238E27FC236}">
                    <a16:creationId xmlns:a16="http://schemas.microsoft.com/office/drawing/2014/main" id="{F49D6949-7052-4D32-BC0C-02D3D2801537}"/>
                  </a:ext>
                </a:extLst>
              </p:cNvPr>
              <p:cNvSpPr/>
              <p:nvPr/>
            </p:nvSpPr>
            <p:spPr>
              <a:xfrm>
                <a:off x="4782312"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3" name="object 167">
                <a:extLst>
                  <a:ext uri="{FF2B5EF4-FFF2-40B4-BE49-F238E27FC236}">
                    <a16:creationId xmlns:a16="http://schemas.microsoft.com/office/drawing/2014/main" id="{2EC4377B-6370-4EC9-9448-84FDC9B329C2}"/>
                  </a:ext>
                </a:extLst>
              </p:cNvPr>
              <p:cNvSpPr/>
              <p:nvPr/>
            </p:nvSpPr>
            <p:spPr>
              <a:xfrm>
                <a:off x="4692396" y="2827021"/>
                <a:ext cx="91440" cy="85342"/>
              </a:xfrm>
              <a:prstGeom prst="rect">
                <a:avLst/>
              </a:prstGeom>
              <a:blipFill>
                <a:blip r:embed="rId31" cstate="print"/>
                <a:stretch>
                  <a:fillRect/>
                </a:stretch>
              </a:blipFill>
            </p:spPr>
            <p:txBody>
              <a:bodyPr wrap="square" lIns="0" tIns="0" rIns="0" bIns="0" rtlCol="0"/>
              <a:lstStyle/>
              <a:p>
                <a:endParaRPr sz="2000"/>
              </a:p>
            </p:txBody>
          </p:sp>
          <p:sp>
            <p:nvSpPr>
              <p:cNvPr id="654" name="object 168">
                <a:extLst>
                  <a:ext uri="{FF2B5EF4-FFF2-40B4-BE49-F238E27FC236}">
                    <a16:creationId xmlns:a16="http://schemas.microsoft.com/office/drawing/2014/main" id="{8AD65A41-FADD-4283-B46B-EFB2762BED72}"/>
                  </a:ext>
                </a:extLst>
              </p:cNvPr>
              <p:cNvSpPr/>
              <p:nvPr/>
            </p:nvSpPr>
            <p:spPr>
              <a:xfrm>
                <a:off x="4692396" y="28270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5" name="object 169">
                <a:extLst>
                  <a:ext uri="{FF2B5EF4-FFF2-40B4-BE49-F238E27FC236}">
                    <a16:creationId xmlns:a16="http://schemas.microsoft.com/office/drawing/2014/main" id="{52BB3AAC-4365-494D-8C04-312C0F67A1DD}"/>
                  </a:ext>
                </a:extLst>
              </p:cNvPr>
              <p:cNvSpPr/>
              <p:nvPr/>
            </p:nvSpPr>
            <p:spPr>
              <a:xfrm>
                <a:off x="4692396" y="2912365"/>
                <a:ext cx="91440" cy="85342"/>
              </a:xfrm>
              <a:prstGeom prst="rect">
                <a:avLst/>
              </a:prstGeom>
              <a:blipFill>
                <a:blip r:embed="rId32" cstate="print"/>
                <a:stretch>
                  <a:fillRect/>
                </a:stretch>
              </a:blipFill>
            </p:spPr>
            <p:txBody>
              <a:bodyPr wrap="square" lIns="0" tIns="0" rIns="0" bIns="0" rtlCol="0"/>
              <a:lstStyle/>
              <a:p>
                <a:endParaRPr sz="2000"/>
              </a:p>
            </p:txBody>
          </p:sp>
          <p:sp>
            <p:nvSpPr>
              <p:cNvPr id="656" name="object 170">
                <a:extLst>
                  <a:ext uri="{FF2B5EF4-FFF2-40B4-BE49-F238E27FC236}">
                    <a16:creationId xmlns:a16="http://schemas.microsoft.com/office/drawing/2014/main" id="{99879013-4718-4CFE-9F46-A3B9D36EC5C7}"/>
                  </a:ext>
                </a:extLst>
              </p:cNvPr>
              <p:cNvSpPr/>
              <p:nvPr/>
            </p:nvSpPr>
            <p:spPr>
              <a:xfrm>
                <a:off x="4692396" y="29123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7" name="object 171">
                <a:extLst>
                  <a:ext uri="{FF2B5EF4-FFF2-40B4-BE49-F238E27FC236}">
                    <a16:creationId xmlns:a16="http://schemas.microsoft.com/office/drawing/2014/main" id="{41A29B23-C360-43AC-B1E4-EA12B641CE91}"/>
                  </a:ext>
                </a:extLst>
              </p:cNvPr>
              <p:cNvSpPr/>
              <p:nvPr/>
            </p:nvSpPr>
            <p:spPr>
              <a:xfrm>
                <a:off x="4692396" y="2997705"/>
                <a:ext cx="91440" cy="86870"/>
              </a:xfrm>
              <a:prstGeom prst="rect">
                <a:avLst/>
              </a:prstGeom>
              <a:blipFill>
                <a:blip r:embed="rId33" cstate="print"/>
                <a:stretch>
                  <a:fillRect/>
                </a:stretch>
              </a:blipFill>
            </p:spPr>
            <p:txBody>
              <a:bodyPr wrap="square" lIns="0" tIns="0" rIns="0" bIns="0" rtlCol="0"/>
              <a:lstStyle/>
              <a:p>
                <a:endParaRPr sz="2000"/>
              </a:p>
            </p:txBody>
          </p:sp>
          <p:sp>
            <p:nvSpPr>
              <p:cNvPr id="658" name="object 172">
                <a:extLst>
                  <a:ext uri="{FF2B5EF4-FFF2-40B4-BE49-F238E27FC236}">
                    <a16:creationId xmlns:a16="http://schemas.microsoft.com/office/drawing/2014/main" id="{979CACD2-35EA-4698-A3CD-D8352C16E9E6}"/>
                  </a:ext>
                </a:extLst>
              </p:cNvPr>
              <p:cNvSpPr/>
              <p:nvPr/>
            </p:nvSpPr>
            <p:spPr>
              <a:xfrm>
                <a:off x="4692396" y="2997705"/>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59" name="object 173">
                <a:extLst>
                  <a:ext uri="{FF2B5EF4-FFF2-40B4-BE49-F238E27FC236}">
                    <a16:creationId xmlns:a16="http://schemas.microsoft.com/office/drawing/2014/main" id="{935DCDB0-E3B5-463A-8844-BF78439CBFE8}"/>
                  </a:ext>
                </a:extLst>
              </p:cNvPr>
              <p:cNvSpPr/>
              <p:nvPr/>
            </p:nvSpPr>
            <p:spPr>
              <a:xfrm>
                <a:off x="4692396" y="3084577"/>
                <a:ext cx="91440" cy="85342"/>
              </a:xfrm>
              <a:prstGeom prst="rect">
                <a:avLst/>
              </a:prstGeom>
              <a:blipFill>
                <a:blip r:embed="rId34" cstate="print"/>
                <a:stretch>
                  <a:fillRect/>
                </a:stretch>
              </a:blipFill>
            </p:spPr>
            <p:txBody>
              <a:bodyPr wrap="square" lIns="0" tIns="0" rIns="0" bIns="0" rtlCol="0"/>
              <a:lstStyle/>
              <a:p>
                <a:endParaRPr sz="2000"/>
              </a:p>
            </p:txBody>
          </p:sp>
          <p:sp>
            <p:nvSpPr>
              <p:cNvPr id="660" name="object 174">
                <a:extLst>
                  <a:ext uri="{FF2B5EF4-FFF2-40B4-BE49-F238E27FC236}">
                    <a16:creationId xmlns:a16="http://schemas.microsoft.com/office/drawing/2014/main" id="{26ABBF41-C3BF-44FA-B3C3-200B79DF1CC1}"/>
                  </a:ext>
                </a:extLst>
              </p:cNvPr>
              <p:cNvSpPr/>
              <p:nvPr/>
            </p:nvSpPr>
            <p:spPr>
              <a:xfrm>
                <a:off x="4692396" y="3084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661" name="object 175">
              <a:extLst>
                <a:ext uri="{FF2B5EF4-FFF2-40B4-BE49-F238E27FC236}">
                  <a16:creationId xmlns:a16="http://schemas.microsoft.com/office/drawing/2014/main" id="{B519737B-301D-4F66-BDD8-79E867CB6B0D}"/>
                </a:ext>
              </a:extLst>
            </p:cNvPr>
            <p:cNvGrpSpPr/>
            <p:nvPr/>
          </p:nvGrpSpPr>
          <p:grpSpPr>
            <a:xfrm>
              <a:off x="2955699" y="3298797"/>
              <a:ext cx="219428" cy="395111"/>
              <a:chOff x="2544826" y="2817622"/>
              <a:chExt cx="197485" cy="355600"/>
            </a:xfrm>
          </p:grpSpPr>
          <p:sp>
            <p:nvSpPr>
              <p:cNvPr id="662" name="object 176">
                <a:extLst>
                  <a:ext uri="{FF2B5EF4-FFF2-40B4-BE49-F238E27FC236}">
                    <a16:creationId xmlns:a16="http://schemas.microsoft.com/office/drawing/2014/main" id="{A7BFFB62-366B-41B2-A78B-6896BE33FFCA}"/>
                  </a:ext>
                </a:extLst>
              </p:cNvPr>
              <p:cNvSpPr/>
              <p:nvPr/>
            </p:nvSpPr>
            <p:spPr>
              <a:xfrm>
                <a:off x="2551176" y="2823972"/>
                <a:ext cx="92962" cy="85342"/>
              </a:xfrm>
              <a:prstGeom prst="rect">
                <a:avLst/>
              </a:prstGeom>
              <a:blipFill>
                <a:blip r:embed="rId35" cstate="print"/>
                <a:stretch>
                  <a:fillRect/>
                </a:stretch>
              </a:blipFill>
            </p:spPr>
            <p:txBody>
              <a:bodyPr wrap="square" lIns="0" tIns="0" rIns="0" bIns="0" rtlCol="0"/>
              <a:lstStyle/>
              <a:p>
                <a:endParaRPr sz="2000"/>
              </a:p>
            </p:txBody>
          </p:sp>
          <p:sp>
            <p:nvSpPr>
              <p:cNvPr id="663" name="object 177">
                <a:extLst>
                  <a:ext uri="{FF2B5EF4-FFF2-40B4-BE49-F238E27FC236}">
                    <a16:creationId xmlns:a16="http://schemas.microsoft.com/office/drawing/2014/main" id="{CA6E8BD8-C80D-4EB5-AA11-DD460BE6AB33}"/>
                  </a:ext>
                </a:extLst>
              </p:cNvPr>
              <p:cNvSpPr/>
              <p:nvPr/>
            </p:nvSpPr>
            <p:spPr>
              <a:xfrm>
                <a:off x="2551176" y="28239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4" name="object 178">
                <a:extLst>
                  <a:ext uri="{FF2B5EF4-FFF2-40B4-BE49-F238E27FC236}">
                    <a16:creationId xmlns:a16="http://schemas.microsoft.com/office/drawing/2014/main" id="{5B985C41-9BFC-4FCD-A7CC-C61B8863CEF5}"/>
                  </a:ext>
                </a:extLst>
              </p:cNvPr>
              <p:cNvSpPr/>
              <p:nvPr/>
            </p:nvSpPr>
            <p:spPr>
              <a:xfrm>
                <a:off x="2551176" y="2909316"/>
                <a:ext cx="92962" cy="85342"/>
              </a:xfrm>
              <a:prstGeom prst="rect">
                <a:avLst/>
              </a:prstGeom>
              <a:blipFill>
                <a:blip r:embed="rId36" cstate="print"/>
                <a:stretch>
                  <a:fillRect/>
                </a:stretch>
              </a:blipFill>
            </p:spPr>
            <p:txBody>
              <a:bodyPr wrap="square" lIns="0" tIns="0" rIns="0" bIns="0" rtlCol="0"/>
              <a:lstStyle/>
              <a:p>
                <a:endParaRPr sz="2000"/>
              </a:p>
            </p:txBody>
          </p:sp>
          <p:sp>
            <p:nvSpPr>
              <p:cNvPr id="665" name="object 179">
                <a:extLst>
                  <a:ext uri="{FF2B5EF4-FFF2-40B4-BE49-F238E27FC236}">
                    <a16:creationId xmlns:a16="http://schemas.microsoft.com/office/drawing/2014/main" id="{8CD0AF72-51E9-4F65-85B1-0DA6F089EBDF}"/>
                  </a:ext>
                </a:extLst>
              </p:cNvPr>
              <p:cNvSpPr/>
              <p:nvPr/>
            </p:nvSpPr>
            <p:spPr>
              <a:xfrm>
                <a:off x="2551176" y="29093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6" name="object 180">
                <a:extLst>
                  <a:ext uri="{FF2B5EF4-FFF2-40B4-BE49-F238E27FC236}">
                    <a16:creationId xmlns:a16="http://schemas.microsoft.com/office/drawing/2014/main" id="{131CB703-A232-454E-B4B0-15E9F8C6C9F9}"/>
                  </a:ext>
                </a:extLst>
              </p:cNvPr>
              <p:cNvSpPr/>
              <p:nvPr/>
            </p:nvSpPr>
            <p:spPr>
              <a:xfrm>
                <a:off x="2551176" y="2994660"/>
                <a:ext cx="92962" cy="85342"/>
              </a:xfrm>
              <a:prstGeom prst="rect">
                <a:avLst/>
              </a:prstGeom>
              <a:blipFill>
                <a:blip r:embed="rId37" cstate="print"/>
                <a:stretch>
                  <a:fillRect/>
                </a:stretch>
              </a:blipFill>
            </p:spPr>
            <p:txBody>
              <a:bodyPr wrap="square" lIns="0" tIns="0" rIns="0" bIns="0" rtlCol="0"/>
              <a:lstStyle/>
              <a:p>
                <a:endParaRPr sz="2000"/>
              </a:p>
            </p:txBody>
          </p:sp>
          <p:sp>
            <p:nvSpPr>
              <p:cNvPr id="667" name="object 181">
                <a:extLst>
                  <a:ext uri="{FF2B5EF4-FFF2-40B4-BE49-F238E27FC236}">
                    <a16:creationId xmlns:a16="http://schemas.microsoft.com/office/drawing/2014/main" id="{CA7E47DE-6DE6-4118-8E8F-40C10C9A5D49}"/>
                  </a:ext>
                </a:extLst>
              </p:cNvPr>
              <p:cNvSpPr/>
              <p:nvPr/>
            </p:nvSpPr>
            <p:spPr>
              <a:xfrm>
                <a:off x="2551176" y="299466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68" name="object 182">
                <a:extLst>
                  <a:ext uri="{FF2B5EF4-FFF2-40B4-BE49-F238E27FC236}">
                    <a16:creationId xmlns:a16="http://schemas.microsoft.com/office/drawing/2014/main" id="{48908FE7-50D1-4A3E-8EDA-311A116443CA}"/>
                  </a:ext>
                </a:extLst>
              </p:cNvPr>
              <p:cNvSpPr/>
              <p:nvPr/>
            </p:nvSpPr>
            <p:spPr>
              <a:xfrm>
                <a:off x="2551176" y="3080001"/>
                <a:ext cx="92962" cy="86870"/>
              </a:xfrm>
              <a:prstGeom prst="rect">
                <a:avLst/>
              </a:prstGeom>
              <a:blipFill>
                <a:blip r:embed="rId38" cstate="print"/>
                <a:stretch>
                  <a:fillRect/>
                </a:stretch>
              </a:blipFill>
            </p:spPr>
            <p:txBody>
              <a:bodyPr wrap="square" lIns="0" tIns="0" rIns="0" bIns="0" rtlCol="0"/>
              <a:lstStyle/>
              <a:p>
                <a:endParaRPr sz="2000"/>
              </a:p>
            </p:txBody>
          </p:sp>
          <p:sp>
            <p:nvSpPr>
              <p:cNvPr id="669" name="object 183">
                <a:extLst>
                  <a:ext uri="{FF2B5EF4-FFF2-40B4-BE49-F238E27FC236}">
                    <a16:creationId xmlns:a16="http://schemas.microsoft.com/office/drawing/2014/main" id="{6A2E1CBD-3B96-4A5B-BAE3-6BC7FFD4D556}"/>
                  </a:ext>
                </a:extLst>
              </p:cNvPr>
              <p:cNvSpPr/>
              <p:nvPr/>
            </p:nvSpPr>
            <p:spPr>
              <a:xfrm>
                <a:off x="2551176" y="3080001"/>
                <a:ext cx="93345" cy="86995"/>
              </a:xfrm>
              <a:custGeom>
                <a:avLst/>
                <a:gdLst/>
                <a:ahLst/>
                <a:cxnLst/>
                <a:rect l="l" t="t" r="r" b="b"/>
                <a:pathLst>
                  <a:path w="93344" h="86994">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670" name="object 184">
                <a:extLst>
                  <a:ext uri="{FF2B5EF4-FFF2-40B4-BE49-F238E27FC236}">
                    <a16:creationId xmlns:a16="http://schemas.microsoft.com/office/drawing/2014/main" id="{CABE3994-CB96-41C1-A690-5A18AFA8EF11}"/>
                  </a:ext>
                </a:extLst>
              </p:cNvPr>
              <p:cNvSpPr/>
              <p:nvPr/>
            </p:nvSpPr>
            <p:spPr>
              <a:xfrm>
                <a:off x="2644140" y="2823972"/>
                <a:ext cx="91440" cy="85342"/>
              </a:xfrm>
              <a:prstGeom prst="rect">
                <a:avLst/>
              </a:prstGeom>
              <a:blipFill>
                <a:blip r:embed="rId39" cstate="print"/>
                <a:stretch>
                  <a:fillRect/>
                </a:stretch>
              </a:blipFill>
            </p:spPr>
            <p:txBody>
              <a:bodyPr wrap="square" lIns="0" tIns="0" rIns="0" bIns="0" rtlCol="0"/>
              <a:lstStyle/>
              <a:p>
                <a:endParaRPr sz="2000"/>
              </a:p>
            </p:txBody>
          </p:sp>
          <p:sp>
            <p:nvSpPr>
              <p:cNvPr id="671" name="object 185">
                <a:extLst>
                  <a:ext uri="{FF2B5EF4-FFF2-40B4-BE49-F238E27FC236}">
                    <a16:creationId xmlns:a16="http://schemas.microsoft.com/office/drawing/2014/main" id="{5A1F6003-36E7-4D4B-85E6-6E8C2A5AAF3E}"/>
                  </a:ext>
                </a:extLst>
              </p:cNvPr>
              <p:cNvSpPr/>
              <p:nvPr/>
            </p:nvSpPr>
            <p:spPr>
              <a:xfrm>
                <a:off x="2644140" y="28239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2" name="object 186">
                <a:extLst>
                  <a:ext uri="{FF2B5EF4-FFF2-40B4-BE49-F238E27FC236}">
                    <a16:creationId xmlns:a16="http://schemas.microsoft.com/office/drawing/2014/main" id="{3DB06D65-0CB6-4757-B31C-28E7086E47DE}"/>
                  </a:ext>
                </a:extLst>
              </p:cNvPr>
              <p:cNvSpPr/>
              <p:nvPr/>
            </p:nvSpPr>
            <p:spPr>
              <a:xfrm>
                <a:off x="2644140" y="2909316"/>
                <a:ext cx="91440" cy="85342"/>
              </a:xfrm>
              <a:prstGeom prst="rect">
                <a:avLst/>
              </a:prstGeom>
              <a:blipFill>
                <a:blip r:embed="rId40" cstate="print"/>
                <a:stretch>
                  <a:fillRect/>
                </a:stretch>
              </a:blipFill>
            </p:spPr>
            <p:txBody>
              <a:bodyPr wrap="square" lIns="0" tIns="0" rIns="0" bIns="0" rtlCol="0"/>
              <a:lstStyle/>
              <a:p>
                <a:endParaRPr sz="2000"/>
              </a:p>
            </p:txBody>
          </p:sp>
          <p:sp>
            <p:nvSpPr>
              <p:cNvPr id="673" name="object 187">
                <a:extLst>
                  <a:ext uri="{FF2B5EF4-FFF2-40B4-BE49-F238E27FC236}">
                    <a16:creationId xmlns:a16="http://schemas.microsoft.com/office/drawing/2014/main" id="{793B68B5-29C5-4E90-9664-AEFCC85EB91F}"/>
                  </a:ext>
                </a:extLst>
              </p:cNvPr>
              <p:cNvSpPr/>
              <p:nvPr/>
            </p:nvSpPr>
            <p:spPr>
              <a:xfrm>
                <a:off x="2644140" y="29093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4" name="object 188">
                <a:extLst>
                  <a:ext uri="{FF2B5EF4-FFF2-40B4-BE49-F238E27FC236}">
                    <a16:creationId xmlns:a16="http://schemas.microsoft.com/office/drawing/2014/main" id="{31AE966A-03B7-4A07-BA86-85F25352D2D8}"/>
                  </a:ext>
                </a:extLst>
              </p:cNvPr>
              <p:cNvSpPr/>
              <p:nvPr/>
            </p:nvSpPr>
            <p:spPr>
              <a:xfrm>
                <a:off x="2644140" y="2994660"/>
                <a:ext cx="91440" cy="85342"/>
              </a:xfrm>
              <a:prstGeom prst="rect">
                <a:avLst/>
              </a:prstGeom>
              <a:blipFill>
                <a:blip r:embed="rId41" cstate="print"/>
                <a:stretch>
                  <a:fillRect/>
                </a:stretch>
              </a:blipFill>
            </p:spPr>
            <p:txBody>
              <a:bodyPr wrap="square" lIns="0" tIns="0" rIns="0" bIns="0" rtlCol="0"/>
              <a:lstStyle/>
              <a:p>
                <a:endParaRPr sz="2000"/>
              </a:p>
            </p:txBody>
          </p:sp>
          <p:sp>
            <p:nvSpPr>
              <p:cNvPr id="675" name="object 189">
                <a:extLst>
                  <a:ext uri="{FF2B5EF4-FFF2-40B4-BE49-F238E27FC236}">
                    <a16:creationId xmlns:a16="http://schemas.microsoft.com/office/drawing/2014/main" id="{1302B833-C87A-424C-88F1-947A5F697208}"/>
                  </a:ext>
                </a:extLst>
              </p:cNvPr>
              <p:cNvSpPr/>
              <p:nvPr/>
            </p:nvSpPr>
            <p:spPr>
              <a:xfrm>
                <a:off x="2644140" y="29946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6" name="object 190">
                <a:extLst>
                  <a:ext uri="{FF2B5EF4-FFF2-40B4-BE49-F238E27FC236}">
                    <a16:creationId xmlns:a16="http://schemas.microsoft.com/office/drawing/2014/main" id="{61A10CF9-2014-4255-8CDA-3692DA625DE3}"/>
                  </a:ext>
                </a:extLst>
              </p:cNvPr>
              <p:cNvSpPr/>
              <p:nvPr/>
            </p:nvSpPr>
            <p:spPr>
              <a:xfrm>
                <a:off x="2644140" y="3080001"/>
                <a:ext cx="91440" cy="86870"/>
              </a:xfrm>
              <a:prstGeom prst="rect">
                <a:avLst/>
              </a:prstGeom>
              <a:blipFill>
                <a:blip r:embed="rId42" cstate="print"/>
                <a:stretch>
                  <a:fillRect/>
                </a:stretch>
              </a:blipFill>
            </p:spPr>
            <p:txBody>
              <a:bodyPr wrap="square" lIns="0" tIns="0" rIns="0" bIns="0" rtlCol="0"/>
              <a:lstStyle/>
              <a:p>
                <a:endParaRPr sz="2000"/>
              </a:p>
            </p:txBody>
          </p:sp>
          <p:sp>
            <p:nvSpPr>
              <p:cNvPr id="677" name="object 191">
                <a:extLst>
                  <a:ext uri="{FF2B5EF4-FFF2-40B4-BE49-F238E27FC236}">
                    <a16:creationId xmlns:a16="http://schemas.microsoft.com/office/drawing/2014/main" id="{F604A33C-7364-451D-B555-17379872EC89}"/>
                  </a:ext>
                </a:extLst>
              </p:cNvPr>
              <p:cNvSpPr/>
              <p:nvPr/>
            </p:nvSpPr>
            <p:spPr>
              <a:xfrm>
                <a:off x="2644140" y="3080001"/>
                <a:ext cx="91440" cy="86995"/>
              </a:xfrm>
              <a:custGeom>
                <a:avLst/>
                <a:gdLst/>
                <a:ahLst/>
                <a:cxnLst/>
                <a:rect l="l" t="t" r="r" b="b"/>
                <a:pathLst>
                  <a:path w="91439" h="86994">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grpSp>
        <p:sp>
          <p:nvSpPr>
            <p:cNvPr id="678" name="object 192">
              <a:extLst>
                <a:ext uri="{FF2B5EF4-FFF2-40B4-BE49-F238E27FC236}">
                  <a16:creationId xmlns:a16="http://schemas.microsoft.com/office/drawing/2014/main" id="{1866231E-C53A-4F34-A796-781C9F63A6A9}"/>
                </a:ext>
              </a:extLst>
            </p:cNvPr>
            <p:cNvSpPr txBox="1"/>
            <p:nvPr/>
          </p:nvSpPr>
          <p:spPr>
            <a:xfrm>
              <a:off x="3254854" y="322508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679" name="object 193">
              <a:extLst>
                <a:ext uri="{FF2B5EF4-FFF2-40B4-BE49-F238E27FC236}">
                  <a16:creationId xmlns:a16="http://schemas.microsoft.com/office/drawing/2014/main" id="{835FCDAB-129C-4EB1-BB1E-685358A18794}"/>
                </a:ext>
              </a:extLst>
            </p:cNvPr>
            <p:cNvSpPr txBox="1"/>
            <p:nvPr/>
          </p:nvSpPr>
          <p:spPr>
            <a:xfrm>
              <a:off x="4432988" y="3231064"/>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680" name="object 194">
              <a:extLst>
                <a:ext uri="{FF2B5EF4-FFF2-40B4-BE49-F238E27FC236}">
                  <a16:creationId xmlns:a16="http://schemas.microsoft.com/office/drawing/2014/main" id="{483D1327-350D-4D63-BA4E-405CE2A2654E}"/>
                </a:ext>
              </a:extLst>
            </p:cNvPr>
            <p:cNvGrpSpPr/>
            <p:nvPr/>
          </p:nvGrpSpPr>
          <p:grpSpPr>
            <a:xfrm>
              <a:off x="3522965" y="3302183"/>
              <a:ext cx="773289" cy="217311"/>
              <a:chOff x="3055366" y="2820669"/>
              <a:chExt cx="695960" cy="195580"/>
            </a:xfrm>
          </p:grpSpPr>
          <p:sp>
            <p:nvSpPr>
              <p:cNvPr id="681" name="object 195">
                <a:extLst>
                  <a:ext uri="{FF2B5EF4-FFF2-40B4-BE49-F238E27FC236}">
                    <a16:creationId xmlns:a16="http://schemas.microsoft.com/office/drawing/2014/main" id="{696E6420-BEAE-4564-B011-D1B1021B6B11}"/>
                  </a:ext>
                </a:extLst>
              </p:cNvPr>
              <p:cNvSpPr/>
              <p:nvPr/>
            </p:nvSpPr>
            <p:spPr>
              <a:xfrm>
                <a:off x="3061716"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82" name="object 196">
                <a:extLst>
                  <a:ext uri="{FF2B5EF4-FFF2-40B4-BE49-F238E27FC236}">
                    <a16:creationId xmlns:a16="http://schemas.microsoft.com/office/drawing/2014/main" id="{130D6A13-943A-489F-BE31-6DACB207DDD0}"/>
                  </a:ext>
                </a:extLst>
              </p:cNvPr>
              <p:cNvSpPr/>
              <p:nvPr/>
            </p:nvSpPr>
            <p:spPr>
              <a:xfrm>
                <a:off x="3061716"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83" name="object 197">
                <a:extLst>
                  <a:ext uri="{FF2B5EF4-FFF2-40B4-BE49-F238E27FC236}">
                    <a16:creationId xmlns:a16="http://schemas.microsoft.com/office/drawing/2014/main" id="{B7257598-9CBD-4FC7-958F-4FB5E3650DF9}"/>
                  </a:ext>
                </a:extLst>
              </p:cNvPr>
              <p:cNvSpPr/>
              <p:nvPr/>
            </p:nvSpPr>
            <p:spPr>
              <a:xfrm>
                <a:off x="3147060"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84" name="object 198">
                <a:extLst>
                  <a:ext uri="{FF2B5EF4-FFF2-40B4-BE49-F238E27FC236}">
                    <a16:creationId xmlns:a16="http://schemas.microsoft.com/office/drawing/2014/main" id="{C0282623-DCAA-4724-9EDA-B8F63F655169}"/>
                  </a:ext>
                </a:extLst>
              </p:cNvPr>
              <p:cNvSpPr/>
              <p:nvPr/>
            </p:nvSpPr>
            <p:spPr>
              <a:xfrm>
                <a:off x="3147060"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85" name="object 199">
                <a:extLst>
                  <a:ext uri="{FF2B5EF4-FFF2-40B4-BE49-F238E27FC236}">
                    <a16:creationId xmlns:a16="http://schemas.microsoft.com/office/drawing/2014/main" id="{F4642604-682B-4B4D-BB5A-6D7E390927BA}"/>
                  </a:ext>
                </a:extLst>
              </p:cNvPr>
              <p:cNvSpPr/>
              <p:nvPr/>
            </p:nvSpPr>
            <p:spPr>
              <a:xfrm>
                <a:off x="3232404"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86" name="object 200">
                <a:extLst>
                  <a:ext uri="{FF2B5EF4-FFF2-40B4-BE49-F238E27FC236}">
                    <a16:creationId xmlns:a16="http://schemas.microsoft.com/office/drawing/2014/main" id="{46015B5D-938F-4CA2-9748-BA5F08F3E8B9}"/>
                  </a:ext>
                </a:extLst>
              </p:cNvPr>
              <p:cNvSpPr/>
              <p:nvPr/>
            </p:nvSpPr>
            <p:spPr>
              <a:xfrm>
                <a:off x="3232404"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87" name="object 201">
                <a:extLst>
                  <a:ext uri="{FF2B5EF4-FFF2-40B4-BE49-F238E27FC236}">
                    <a16:creationId xmlns:a16="http://schemas.microsoft.com/office/drawing/2014/main" id="{445851D7-C6B8-4A22-AE1E-0677B076FAA1}"/>
                  </a:ext>
                </a:extLst>
              </p:cNvPr>
              <p:cNvSpPr/>
              <p:nvPr/>
            </p:nvSpPr>
            <p:spPr>
              <a:xfrm>
                <a:off x="3317748" y="2918459"/>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FFFD96"/>
              </a:solidFill>
            </p:spPr>
            <p:txBody>
              <a:bodyPr wrap="square" lIns="0" tIns="0" rIns="0" bIns="0" rtlCol="0"/>
              <a:lstStyle/>
              <a:p>
                <a:endParaRPr sz="2000"/>
              </a:p>
            </p:txBody>
          </p:sp>
          <p:sp>
            <p:nvSpPr>
              <p:cNvPr id="688" name="object 202">
                <a:extLst>
                  <a:ext uri="{FF2B5EF4-FFF2-40B4-BE49-F238E27FC236}">
                    <a16:creationId xmlns:a16="http://schemas.microsoft.com/office/drawing/2014/main" id="{C72956EC-40AE-487A-83E7-7F00DB617BB4}"/>
                  </a:ext>
                </a:extLst>
              </p:cNvPr>
              <p:cNvSpPr/>
              <p:nvPr/>
            </p:nvSpPr>
            <p:spPr>
              <a:xfrm>
                <a:off x="3317748" y="2918459"/>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89" name="object 203">
                <a:extLst>
                  <a:ext uri="{FF2B5EF4-FFF2-40B4-BE49-F238E27FC236}">
                    <a16:creationId xmlns:a16="http://schemas.microsoft.com/office/drawing/2014/main" id="{C73A1160-D9EB-424C-B7C1-217F93D57421}"/>
                  </a:ext>
                </a:extLst>
              </p:cNvPr>
              <p:cNvSpPr/>
              <p:nvPr/>
            </p:nvSpPr>
            <p:spPr>
              <a:xfrm>
                <a:off x="3403092"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90" name="object 204">
                <a:extLst>
                  <a:ext uri="{FF2B5EF4-FFF2-40B4-BE49-F238E27FC236}">
                    <a16:creationId xmlns:a16="http://schemas.microsoft.com/office/drawing/2014/main" id="{0B7A5275-719B-4787-970B-9CE4F35CC4A5}"/>
                  </a:ext>
                </a:extLst>
              </p:cNvPr>
              <p:cNvSpPr/>
              <p:nvPr/>
            </p:nvSpPr>
            <p:spPr>
              <a:xfrm>
                <a:off x="3403092"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1" name="object 205">
                <a:extLst>
                  <a:ext uri="{FF2B5EF4-FFF2-40B4-BE49-F238E27FC236}">
                    <a16:creationId xmlns:a16="http://schemas.microsoft.com/office/drawing/2014/main" id="{685D7EE9-9DF3-4ED7-A428-EA6842FBA6A2}"/>
                  </a:ext>
                </a:extLst>
              </p:cNvPr>
              <p:cNvSpPr/>
              <p:nvPr/>
            </p:nvSpPr>
            <p:spPr>
              <a:xfrm>
                <a:off x="3488436"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92" name="object 206">
                <a:extLst>
                  <a:ext uri="{FF2B5EF4-FFF2-40B4-BE49-F238E27FC236}">
                    <a16:creationId xmlns:a16="http://schemas.microsoft.com/office/drawing/2014/main" id="{F32A0261-6FB0-4F19-956C-A0A48931FD37}"/>
                  </a:ext>
                </a:extLst>
              </p:cNvPr>
              <p:cNvSpPr/>
              <p:nvPr/>
            </p:nvSpPr>
            <p:spPr>
              <a:xfrm>
                <a:off x="3488436"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3" name="object 207">
                <a:extLst>
                  <a:ext uri="{FF2B5EF4-FFF2-40B4-BE49-F238E27FC236}">
                    <a16:creationId xmlns:a16="http://schemas.microsoft.com/office/drawing/2014/main" id="{5BCF0BB4-9928-4FEF-8DD1-2B9362D8C13F}"/>
                  </a:ext>
                </a:extLst>
              </p:cNvPr>
              <p:cNvSpPr/>
              <p:nvPr/>
            </p:nvSpPr>
            <p:spPr>
              <a:xfrm>
                <a:off x="3573780"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94" name="object 208">
                <a:extLst>
                  <a:ext uri="{FF2B5EF4-FFF2-40B4-BE49-F238E27FC236}">
                    <a16:creationId xmlns:a16="http://schemas.microsoft.com/office/drawing/2014/main" id="{D9A1EC10-88FC-4342-918A-84BD577EE283}"/>
                  </a:ext>
                </a:extLst>
              </p:cNvPr>
              <p:cNvSpPr/>
              <p:nvPr/>
            </p:nvSpPr>
            <p:spPr>
              <a:xfrm>
                <a:off x="3573780"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5" name="object 209">
                <a:extLst>
                  <a:ext uri="{FF2B5EF4-FFF2-40B4-BE49-F238E27FC236}">
                    <a16:creationId xmlns:a16="http://schemas.microsoft.com/office/drawing/2014/main" id="{D1C2F488-172A-493B-ACBA-35B26B1CA0CE}"/>
                  </a:ext>
                </a:extLst>
              </p:cNvPr>
              <p:cNvSpPr/>
              <p:nvPr/>
            </p:nvSpPr>
            <p:spPr>
              <a:xfrm>
                <a:off x="3659124" y="291845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FFFD96"/>
              </a:solidFill>
            </p:spPr>
            <p:txBody>
              <a:bodyPr wrap="square" lIns="0" tIns="0" rIns="0" bIns="0" rtlCol="0"/>
              <a:lstStyle/>
              <a:p>
                <a:endParaRPr sz="2000"/>
              </a:p>
            </p:txBody>
          </p:sp>
          <p:sp>
            <p:nvSpPr>
              <p:cNvPr id="696" name="object 210">
                <a:extLst>
                  <a:ext uri="{FF2B5EF4-FFF2-40B4-BE49-F238E27FC236}">
                    <a16:creationId xmlns:a16="http://schemas.microsoft.com/office/drawing/2014/main" id="{FC4D0731-F295-4B44-8E16-0848E85BD92D}"/>
                  </a:ext>
                </a:extLst>
              </p:cNvPr>
              <p:cNvSpPr/>
              <p:nvPr/>
            </p:nvSpPr>
            <p:spPr>
              <a:xfrm>
                <a:off x="3659124" y="291845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7" name="object 211">
                <a:extLst>
                  <a:ext uri="{FF2B5EF4-FFF2-40B4-BE49-F238E27FC236}">
                    <a16:creationId xmlns:a16="http://schemas.microsoft.com/office/drawing/2014/main" id="{94554369-8A07-4F6B-A064-4DE963DBC079}"/>
                  </a:ext>
                </a:extLst>
              </p:cNvPr>
              <p:cNvSpPr/>
              <p:nvPr/>
            </p:nvSpPr>
            <p:spPr>
              <a:xfrm>
                <a:off x="3061716"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698" name="object 212">
                <a:extLst>
                  <a:ext uri="{FF2B5EF4-FFF2-40B4-BE49-F238E27FC236}">
                    <a16:creationId xmlns:a16="http://schemas.microsoft.com/office/drawing/2014/main" id="{3B55DDD9-2A8A-43AF-B1DC-34899ED35E6D}"/>
                  </a:ext>
                </a:extLst>
              </p:cNvPr>
              <p:cNvSpPr/>
              <p:nvPr/>
            </p:nvSpPr>
            <p:spPr>
              <a:xfrm>
                <a:off x="3061716"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699" name="object 213">
                <a:extLst>
                  <a:ext uri="{FF2B5EF4-FFF2-40B4-BE49-F238E27FC236}">
                    <a16:creationId xmlns:a16="http://schemas.microsoft.com/office/drawing/2014/main" id="{BFF67A6B-B94C-43E8-ACB9-060CE47E05A4}"/>
                  </a:ext>
                </a:extLst>
              </p:cNvPr>
              <p:cNvSpPr/>
              <p:nvPr/>
            </p:nvSpPr>
            <p:spPr>
              <a:xfrm>
                <a:off x="3147060"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00" name="object 214">
                <a:extLst>
                  <a:ext uri="{FF2B5EF4-FFF2-40B4-BE49-F238E27FC236}">
                    <a16:creationId xmlns:a16="http://schemas.microsoft.com/office/drawing/2014/main" id="{8F9F6CA2-01A3-4A43-BD5C-5E55ED25B0C8}"/>
                  </a:ext>
                </a:extLst>
              </p:cNvPr>
              <p:cNvSpPr/>
              <p:nvPr/>
            </p:nvSpPr>
            <p:spPr>
              <a:xfrm>
                <a:off x="3147060"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1" name="object 215">
                <a:extLst>
                  <a:ext uri="{FF2B5EF4-FFF2-40B4-BE49-F238E27FC236}">
                    <a16:creationId xmlns:a16="http://schemas.microsoft.com/office/drawing/2014/main" id="{8F4E5558-DEBA-421B-833F-B3509B7F1514}"/>
                  </a:ext>
                </a:extLst>
              </p:cNvPr>
              <p:cNvSpPr/>
              <p:nvPr/>
            </p:nvSpPr>
            <p:spPr>
              <a:xfrm>
                <a:off x="3232404"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02" name="object 216">
                <a:extLst>
                  <a:ext uri="{FF2B5EF4-FFF2-40B4-BE49-F238E27FC236}">
                    <a16:creationId xmlns:a16="http://schemas.microsoft.com/office/drawing/2014/main" id="{771EB150-9F7B-4216-B8C5-2D5A03D80B80}"/>
                  </a:ext>
                </a:extLst>
              </p:cNvPr>
              <p:cNvSpPr/>
              <p:nvPr/>
            </p:nvSpPr>
            <p:spPr>
              <a:xfrm>
                <a:off x="3232404"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3" name="object 217">
                <a:extLst>
                  <a:ext uri="{FF2B5EF4-FFF2-40B4-BE49-F238E27FC236}">
                    <a16:creationId xmlns:a16="http://schemas.microsoft.com/office/drawing/2014/main" id="{CF40BDFF-DB09-4548-84B5-7816F94756C9}"/>
                  </a:ext>
                </a:extLst>
              </p:cNvPr>
              <p:cNvSpPr/>
              <p:nvPr/>
            </p:nvSpPr>
            <p:spPr>
              <a:xfrm>
                <a:off x="3317748" y="2827019"/>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BBB800"/>
              </a:solidFill>
            </p:spPr>
            <p:txBody>
              <a:bodyPr wrap="square" lIns="0" tIns="0" rIns="0" bIns="0" rtlCol="0"/>
              <a:lstStyle/>
              <a:p>
                <a:endParaRPr sz="2000"/>
              </a:p>
            </p:txBody>
          </p:sp>
          <p:sp>
            <p:nvSpPr>
              <p:cNvPr id="704" name="object 218">
                <a:extLst>
                  <a:ext uri="{FF2B5EF4-FFF2-40B4-BE49-F238E27FC236}">
                    <a16:creationId xmlns:a16="http://schemas.microsoft.com/office/drawing/2014/main" id="{F44B8FC0-7032-43C8-88F5-EAA067307C79}"/>
                  </a:ext>
                </a:extLst>
              </p:cNvPr>
              <p:cNvSpPr/>
              <p:nvPr/>
            </p:nvSpPr>
            <p:spPr>
              <a:xfrm>
                <a:off x="3317748" y="2827019"/>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5" name="object 219">
                <a:extLst>
                  <a:ext uri="{FF2B5EF4-FFF2-40B4-BE49-F238E27FC236}">
                    <a16:creationId xmlns:a16="http://schemas.microsoft.com/office/drawing/2014/main" id="{92609EBA-D49C-4F0F-A52B-45A4609D5671}"/>
                  </a:ext>
                </a:extLst>
              </p:cNvPr>
              <p:cNvSpPr/>
              <p:nvPr/>
            </p:nvSpPr>
            <p:spPr>
              <a:xfrm>
                <a:off x="3403092"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06" name="object 220">
                <a:extLst>
                  <a:ext uri="{FF2B5EF4-FFF2-40B4-BE49-F238E27FC236}">
                    <a16:creationId xmlns:a16="http://schemas.microsoft.com/office/drawing/2014/main" id="{307C5344-DFA4-410E-B3DF-041ECCDB6974}"/>
                  </a:ext>
                </a:extLst>
              </p:cNvPr>
              <p:cNvSpPr/>
              <p:nvPr/>
            </p:nvSpPr>
            <p:spPr>
              <a:xfrm>
                <a:off x="3403092"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7" name="object 221">
                <a:extLst>
                  <a:ext uri="{FF2B5EF4-FFF2-40B4-BE49-F238E27FC236}">
                    <a16:creationId xmlns:a16="http://schemas.microsoft.com/office/drawing/2014/main" id="{B9EC102D-C604-4DF9-A829-39A264184976}"/>
                  </a:ext>
                </a:extLst>
              </p:cNvPr>
              <p:cNvSpPr/>
              <p:nvPr/>
            </p:nvSpPr>
            <p:spPr>
              <a:xfrm>
                <a:off x="3488436"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08" name="object 222">
                <a:extLst>
                  <a:ext uri="{FF2B5EF4-FFF2-40B4-BE49-F238E27FC236}">
                    <a16:creationId xmlns:a16="http://schemas.microsoft.com/office/drawing/2014/main" id="{9703682D-9239-40FE-9429-DED9F7862D20}"/>
                  </a:ext>
                </a:extLst>
              </p:cNvPr>
              <p:cNvSpPr/>
              <p:nvPr/>
            </p:nvSpPr>
            <p:spPr>
              <a:xfrm>
                <a:off x="3488436"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09" name="object 223">
                <a:extLst>
                  <a:ext uri="{FF2B5EF4-FFF2-40B4-BE49-F238E27FC236}">
                    <a16:creationId xmlns:a16="http://schemas.microsoft.com/office/drawing/2014/main" id="{911CD29F-E74F-49A9-97ED-CA8D3E1D5FC5}"/>
                  </a:ext>
                </a:extLst>
              </p:cNvPr>
              <p:cNvSpPr/>
              <p:nvPr/>
            </p:nvSpPr>
            <p:spPr>
              <a:xfrm>
                <a:off x="3573780"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10" name="object 224">
                <a:extLst>
                  <a:ext uri="{FF2B5EF4-FFF2-40B4-BE49-F238E27FC236}">
                    <a16:creationId xmlns:a16="http://schemas.microsoft.com/office/drawing/2014/main" id="{43ABE142-9167-45EA-9D98-2704CE91C7A9}"/>
                  </a:ext>
                </a:extLst>
              </p:cNvPr>
              <p:cNvSpPr/>
              <p:nvPr/>
            </p:nvSpPr>
            <p:spPr>
              <a:xfrm>
                <a:off x="3573780"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11" name="object 225">
                <a:extLst>
                  <a:ext uri="{FF2B5EF4-FFF2-40B4-BE49-F238E27FC236}">
                    <a16:creationId xmlns:a16="http://schemas.microsoft.com/office/drawing/2014/main" id="{02566CB6-A7CF-4A8F-A92D-9CA4303D071C}"/>
                  </a:ext>
                </a:extLst>
              </p:cNvPr>
              <p:cNvSpPr/>
              <p:nvPr/>
            </p:nvSpPr>
            <p:spPr>
              <a:xfrm>
                <a:off x="3659124" y="2827019"/>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BBB800"/>
              </a:solidFill>
            </p:spPr>
            <p:txBody>
              <a:bodyPr wrap="square" lIns="0" tIns="0" rIns="0" bIns="0" rtlCol="0"/>
              <a:lstStyle/>
              <a:p>
                <a:endParaRPr sz="2000"/>
              </a:p>
            </p:txBody>
          </p:sp>
          <p:sp>
            <p:nvSpPr>
              <p:cNvPr id="712" name="object 226">
                <a:extLst>
                  <a:ext uri="{FF2B5EF4-FFF2-40B4-BE49-F238E27FC236}">
                    <a16:creationId xmlns:a16="http://schemas.microsoft.com/office/drawing/2014/main" id="{D9A6034D-B650-4871-B777-67BABD9BD2BD}"/>
                  </a:ext>
                </a:extLst>
              </p:cNvPr>
              <p:cNvSpPr/>
              <p:nvPr/>
            </p:nvSpPr>
            <p:spPr>
              <a:xfrm>
                <a:off x="3659124" y="2827019"/>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grpSp>
        <p:sp>
          <p:nvSpPr>
            <p:cNvPr id="713" name="object 227">
              <a:extLst>
                <a:ext uri="{FF2B5EF4-FFF2-40B4-BE49-F238E27FC236}">
                  <a16:creationId xmlns:a16="http://schemas.microsoft.com/office/drawing/2014/main" id="{7833B927-157F-42C2-9E66-500D99F257B6}"/>
                </a:ext>
              </a:extLst>
            </p:cNvPr>
            <p:cNvSpPr txBox="1"/>
            <p:nvPr/>
          </p:nvSpPr>
          <p:spPr>
            <a:xfrm>
              <a:off x="4970765" y="3009941"/>
              <a:ext cx="325261"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dW</a:t>
              </a:r>
              <a:endParaRPr sz="1556">
                <a:latin typeface="Arial"/>
                <a:cs typeface="Arial"/>
              </a:endParaRPr>
            </a:p>
          </p:txBody>
        </p:sp>
        <p:sp>
          <p:nvSpPr>
            <p:cNvPr id="714" name="object 228">
              <a:extLst>
                <a:ext uri="{FF2B5EF4-FFF2-40B4-BE49-F238E27FC236}">
                  <a16:creationId xmlns:a16="http://schemas.microsoft.com/office/drawing/2014/main" id="{F76482D3-6BCE-430C-A2A1-7C61764023DC}"/>
                </a:ext>
              </a:extLst>
            </p:cNvPr>
            <p:cNvSpPr txBox="1"/>
            <p:nvPr/>
          </p:nvSpPr>
          <p:spPr>
            <a:xfrm>
              <a:off x="2935379" y="3012621"/>
              <a:ext cx="270933" cy="254386"/>
            </a:xfrm>
            <a:prstGeom prst="rect">
              <a:avLst/>
            </a:prstGeom>
          </p:spPr>
          <p:txBody>
            <a:bodyPr vert="horz" wrap="square" lIns="0" tIns="14817" rIns="0" bIns="0" rtlCol="0">
              <a:spAutoFit/>
            </a:bodyPr>
            <a:lstStyle/>
            <a:p>
              <a:pPr marL="14111">
                <a:spcBef>
                  <a:spcPts val="117"/>
                </a:spcBef>
              </a:pPr>
              <a:r>
                <a:rPr sz="1556" i="1" spc="-6" dirty="0">
                  <a:latin typeface="Arial"/>
                  <a:cs typeface="Arial"/>
                </a:rPr>
                <a:t>dY</a:t>
              </a:r>
              <a:endParaRPr sz="1556">
                <a:latin typeface="Arial"/>
                <a:cs typeface="Arial"/>
              </a:endParaRPr>
            </a:p>
          </p:txBody>
        </p:sp>
        <p:sp>
          <p:nvSpPr>
            <p:cNvPr id="715" name="object 229">
              <a:extLst>
                <a:ext uri="{FF2B5EF4-FFF2-40B4-BE49-F238E27FC236}">
                  <a16:creationId xmlns:a16="http://schemas.microsoft.com/office/drawing/2014/main" id="{29F5E0F3-CDD1-460E-B40B-3E48D312698F}"/>
                </a:ext>
              </a:extLst>
            </p:cNvPr>
            <p:cNvSpPr txBox="1"/>
            <p:nvPr/>
          </p:nvSpPr>
          <p:spPr>
            <a:xfrm>
              <a:off x="3775275" y="2953779"/>
              <a:ext cx="330200" cy="254323"/>
            </a:xfrm>
            <a:prstGeom prst="rect">
              <a:avLst/>
            </a:prstGeom>
          </p:spPr>
          <p:txBody>
            <a:bodyPr vert="horz" wrap="square" lIns="0" tIns="14817" rIns="0" bIns="0" rtlCol="0">
              <a:spAutoFit/>
            </a:bodyPr>
            <a:lstStyle/>
            <a:p>
              <a:pPr marL="42333">
                <a:spcBef>
                  <a:spcPts val="117"/>
                </a:spcBef>
              </a:pPr>
              <a:r>
                <a:rPr sz="2333" i="1" baseline="-15873" dirty="0">
                  <a:latin typeface="Arial"/>
                  <a:cs typeface="Arial"/>
                </a:rPr>
                <a:t>X</a:t>
              </a:r>
              <a:r>
                <a:rPr sz="2333" i="1" spc="-350" baseline="-15873" dirty="0">
                  <a:latin typeface="Arial"/>
                  <a:cs typeface="Arial"/>
                </a:rPr>
                <a:t> </a:t>
              </a:r>
              <a:r>
                <a:rPr sz="1000" spc="22" dirty="0">
                  <a:latin typeface="Arial"/>
                  <a:cs typeface="Arial"/>
                </a:rPr>
                <a:t>T</a:t>
              </a:r>
              <a:endParaRPr sz="1000">
                <a:latin typeface="Arial"/>
                <a:cs typeface="Arial"/>
              </a:endParaRPr>
            </a:p>
          </p:txBody>
        </p:sp>
        <p:sp>
          <p:nvSpPr>
            <p:cNvPr id="716" name="object 230">
              <a:extLst>
                <a:ext uri="{FF2B5EF4-FFF2-40B4-BE49-F238E27FC236}">
                  <a16:creationId xmlns:a16="http://schemas.microsoft.com/office/drawing/2014/main" id="{4E1A07EC-74DE-44F7-9500-D75E0475A488}"/>
                </a:ext>
              </a:extLst>
            </p:cNvPr>
            <p:cNvSpPr txBox="1"/>
            <p:nvPr/>
          </p:nvSpPr>
          <p:spPr>
            <a:xfrm>
              <a:off x="526500" y="3066243"/>
              <a:ext cx="1863064" cy="507404"/>
            </a:xfrm>
            <a:prstGeom prst="rect">
              <a:avLst/>
            </a:prstGeom>
          </p:spPr>
          <p:txBody>
            <a:bodyPr vert="horz" wrap="square" lIns="0" tIns="14817" rIns="0" bIns="0" rtlCol="0">
              <a:spAutoFit/>
            </a:bodyPr>
            <a:lstStyle/>
            <a:p>
              <a:pPr marL="14111">
                <a:spcBef>
                  <a:spcPts val="117"/>
                </a:spcBef>
              </a:pPr>
              <a:r>
                <a:rPr lang="en-US" sz="1600" b="1" dirty="0">
                  <a:solidFill>
                    <a:srgbClr val="0070C0"/>
                  </a:solidFill>
                  <a:latin typeface="Arial"/>
                  <a:cs typeface="Arial"/>
                </a:rPr>
                <a:t>2, </a:t>
              </a:r>
              <a:r>
                <a:rPr sz="1600" b="1" dirty="0">
                  <a:solidFill>
                    <a:srgbClr val="0070C0"/>
                  </a:solidFill>
                  <a:latin typeface="Arial"/>
                  <a:cs typeface="Arial"/>
                </a:rPr>
                <a:t>Backward</a:t>
              </a:r>
              <a:r>
                <a:rPr sz="1600" b="1" spc="-122" dirty="0">
                  <a:solidFill>
                    <a:srgbClr val="0070C0"/>
                  </a:solidFill>
                  <a:latin typeface="Arial"/>
                  <a:cs typeface="Arial"/>
                </a:rPr>
                <a:t> </a:t>
              </a:r>
              <a:r>
                <a:rPr sz="1600" b="1" dirty="0">
                  <a:solidFill>
                    <a:srgbClr val="0070C0"/>
                  </a:solidFill>
                  <a:latin typeface="Arial"/>
                  <a:cs typeface="Arial"/>
                </a:rPr>
                <a:t>Pass:</a:t>
              </a:r>
              <a:endParaRPr sz="1600" dirty="0">
                <a:solidFill>
                  <a:srgbClr val="0070C0"/>
                </a:solidFill>
                <a:latin typeface="Arial"/>
                <a:cs typeface="Arial"/>
              </a:endParaRPr>
            </a:p>
            <a:p>
              <a:pPr marL="14111"/>
              <a:r>
                <a:rPr sz="1600" spc="-6" dirty="0">
                  <a:solidFill>
                    <a:srgbClr val="0070C0"/>
                  </a:solidFill>
                  <a:latin typeface="Arial"/>
                  <a:cs typeface="Arial"/>
                </a:rPr>
                <a:t>weight</a:t>
              </a:r>
              <a:r>
                <a:rPr sz="1600" spc="-33" dirty="0">
                  <a:solidFill>
                    <a:srgbClr val="0070C0"/>
                  </a:solidFill>
                  <a:latin typeface="Arial"/>
                  <a:cs typeface="Arial"/>
                </a:rPr>
                <a:t> </a:t>
              </a:r>
              <a:r>
                <a:rPr sz="1600" dirty="0">
                  <a:solidFill>
                    <a:srgbClr val="0070C0"/>
                  </a:solidFill>
                  <a:latin typeface="Arial"/>
                  <a:cs typeface="Arial"/>
                </a:rPr>
                <a:t>gradients</a:t>
              </a:r>
            </a:p>
          </p:txBody>
        </p:sp>
      </p:grpSp>
      <p:grpSp>
        <p:nvGrpSpPr>
          <p:cNvPr id="5" name="组合 4">
            <a:extLst>
              <a:ext uri="{FF2B5EF4-FFF2-40B4-BE49-F238E27FC236}">
                <a16:creationId xmlns:a16="http://schemas.microsoft.com/office/drawing/2014/main" id="{E7833618-3203-405C-96A5-1192E05C38E7}"/>
              </a:ext>
            </a:extLst>
          </p:cNvPr>
          <p:cNvGrpSpPr/>
          <p:nvPr/>
        </p:nvGrpSpPr>
        <p:grpSpPr>
          <a:xfrm>
            <a:off x="526500" y="4036832"/>
            <a:ext cx="4474181" cy="1176302"/>
            <a:chOff x="526500" y="4036832"/>
            <a:chExt cx="4474181" cy="1176302"/>
          </a:xfrm>
        </p:grpSpPr>
        <p:sp>
          <p:nvSpPr>
            <p:cNvPr id="717" name="object 231">
              <a:extLst>
                <a:ext uri="{FF2B5EF4-FFF2-40B4-BE49-F238E27FC236}">
                  <a16:creationId xmlns:a16="http://schemas.microsoft.com/office/drawing/2014/main" id="{85B0E525-1129-4C9C-A470-4FDCA57D08B6}"/>
                </a:ext>
              </a:extLst>
            </p:cNvPr>
            <p:cNvSpPr txBox="1"/>
            <p:nvPr/>
          </p:nvSpPr>
          <p:spPr>
            <a:xfrm>
              <a:off x="3802082" y="4404566"/>
              <a:ext cx="822678" cy="356202"/>
            </a:xfrm>
            <a:prstGeom prst="rect">
              <a:avLst/>
            </a:prstGeom>
          </p:spPr>
          <p:txBody>
            <a:bodyPr vert="horz" wrap="square" lIns="0" tIns="14111" rIns="0" bIns="0" rtlCol="0">
              <a:spAutoFit/>
            </a:bodyPr>
            <a:lstStyle/>
            <a:p>
              <a:pPr marL="14111">
                <a:spcBef>
                  <a:spcPts val="111"/>
                </a:spcBef>
                <a:tabLst>
                  <a:tab pos="642755" algn="l"/>
                </a:tabLst>
              </a:pPr>
              <a:r>
                <a:rPr sz="2222" b="1" dirty="0">
                  <a:latin typeface="Arial"/>
                  <a:cs typeface="Arial"/>
                </a:rPr>
                <a:t>×	=</a:t>
              </a:r>
              <a:endParaRPr sz="2222">
                <a:latin typeface="Arial"/>
                <a:cs typeface="Arial"/>
              </a:endParaRPr>
            </a:p>
          </p:txBody>
        </p:sp>
        <p:grpSp>
          <p:nvGrpSpPr>
            <p:cNvPr id="718" name="object 232">
              <a:extLst>
                <a:ext uri="{FF2B5EF4-FFF2-40B4-BE49-F238E27FC236}">
                  <a16:creationId xmlns:a16="http://schemas.microsoft.com/office/drawing/2014/main" id="{AC439E98-DA72-441C-A801-2594B178F680}"/>
                </a:ext>
              </a:extLst>
            </p:cNvPr>
            <p:cNvGrpSpPr/>
            <p:nvPr/>
          </p:nvGrpSpPr>
          <p:grpSpPr>
            <a:xfrm>
              <a:off x="3333311" y="4386223"/>
              <a:ext cx="393700" cy="826911"/>
              <a:chOff x="2884677" y="3962146"/>
              <a:chExt cx="354330" cy="744220"/>
            </a:xfrm>
          </p:grpSpPr>
          <p:sp>
            <p:nvSpPr>
              <p:cNvPr id="719" name="object 233">
                <a:extLst>
                  <a:ext uri="{FF2B5EF4-FFF2-40B4-BE49-F238E27FC236}">
                    <a16:creationId xmlns:a16="http://schemas.microsoft.com/office/drawing/2014/main" id="{059B1A31-4938-4B32-9BD2-5A847BEF306F}"/>
                  </a:ext>
                </a:extLst>
              </p:cNvPr>
              <p:cNvSpPr/>
              <p:nvPr/>
            </p:nvSpPr>
            <p:spPr>
              <a:xfrm>
                <a:off x="3147059" y="433425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20" name="object 234">
                <a:extLst>
                  <a:ext uri="{FF2B5EF4-FFF2-40B4-BE49-F238E27FC236}">
                    <a16:creationId xmlns:a16="http://schemas.microsoft.com/office/drawing/2014/main" id="{82FB94C9-7BDA-4351-AB65-DC0EFA90E638}"/>
                  </a:ext>
                </a:extLst>
              </p:cNvPr>
              <p:cNvSpPr/>
              <p:nvPr/>
            </p:nvSpPr>
            <p:spPr>
              <a:xfrm>
                <a:off x="3147059" y="433425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1" name="object 235">
                <a:extLst>
                  <a:ext uri="{FF2B5EF4-FFF2-40B4-BE49-F238E27FC236}">
                    <a16:creationId xmlns:a16="http://schemas.microsoft.com/office/drawing/2014/main" id="{85DB29D6-C55D-4D17-97B9-BCE14D63F1D2}"/>
                  </a:ext>
                </a:extLst>
              </p:cNvPr>
              <p:cNvSpPr/>
              <p:nvPr/>
            </p:nvSpPr>
            <p:spPr>
              <a:xfrm>
                <a:off x="3061715" y="433425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22" name="object 236">
                <a:extLst>
                  <a:ext uri="{FF2B5EF4-FFF2-40B4-BE49-F238E27FC236}">
                    <a16:creationId xmlns:a16="http://schemas.microsoft.com/office/drawing/2014/main" id="{9734ABBF-4F58-4105-8674-7A409E0E9308}"/>
                  </a:ext>
                </a:extLst>
              </p:cNvPr>
              <p:cNvSpPr/>
              <p:nvPr/>
            </p:nvSpPr>
            <p:spPr>
              <a:xfrm>
                <a:off x="3061715" y="433425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3" name="object 237">
                <a:extLst>
                  <a:ext uri="{FF2B5EF4-FFF2-40B4-BE49-F238E27FC236}">
                    <a16:creationId xmlns:a16="http://schemas.microsoft.com/office/drawing/2014/main" id="{A3D7044C-B599-4F3F-BC22-4F8C557AB3DF}"/>
                  </a:ext>
                </a:extLst>
              </p:cNvPr>
              <p:cNvSpPr/>
              <p:nvPr/>
            </p:nvSpPr>
            <p:spPr>
              <a:xfrm>
                <a:off x="2976371" y="433425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24" name="object 238">
                <a:extLst>
                  <a:ext uri="{FF2B5EF4-FFF2-40B4-BE49-F238E27FC236}">
                    <a16:creationId xmlns:a16="http://schemas.microsoft.com/office/drawing/2014/main" id="{5E461839-F162-4C5B-86BD-3A75EC4D5A63}"/>
                  </a:ext>
                </a:extLst>
              </p:cNvPr>
              <p:cNvSpPr/>
              <p:nvPr/>
            </p:nvSpPr>
            <p:spPr>
              <a:xfrm>
                <a:off x="2976371" y="433425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5" name="object 239">
                <a:extLst>
                  <a:ext uri="{FF2B5EF4-FFF2-40B4-BE49-F238E27FC236}">
                    <a16:creationId xmlns:a16="http://schemas.microsoft.com/office/drawing/2014/main" id="{587BDCCE-F524-42D8-AA35-322C7128BD1B}"/>
                  </a:ext>
                </a:extLst>
              </p:cNvPr>
              <p:cNvSpPr/>
              <p:nvPr/>
            </p:nvSpPr>
            <p:spPr>
              <a:xfrm>
                <a:off x="2891027" y="4334256"/>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26" name="object 240">
                <a:extLst>
                  <a:ext uri="{FF2B5EF4-FFF2-40B4-BE49-F238E27FC236}">
                    <a16:creationId xmlns:a16="http://schemas.microsoft.com/office/drawing/2014/main" id="{2F7A56E6-9155-4F90-9302-17BF42E08C2F}"/>
                  </a:ext>
                </a:extLst>
              </p:cNvPr>
              <p:cNvSpPr/>
              <p:nvPr/>
            </p:nvSpPr>
            <p:spPr>
              <a:xfrm>
                <a:off x="2891027" y="4334256"/>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7" name="object 241">
                <a:extLst>
                  <a:ext uri="{FF2B5EF4-FFF2-40B4-BE49-F238E27FC236}">
                    <a16:creationId xmlns:a16="http://schemas.microsoft.com/office/drawing/2014/main" id="{AF127AA4-C1A8-418A-AF66-0943439F37DC}"/>
                  </a:ext>
                </a:extLst>
              </p:cNvPr>
              <p:cNvSpPr/>
              <p:nvPr/>
            </p:nvSpPr>
            <p:spPr>
              <a:xfrm>
                <a:off x="3147059" y="39684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28" name="object 242">
                <a:extLst>
                  <a:ext uri="{FF2B5EF4-FFF2-40B4-BE49-F238E27FC236}">
                    <a16:creationId xmlns:a16="http://schemas.microsoft.com/office/drawing/2014/main" id="{0457AF67-7C39-4080-808D-FF84BECB8D3D}"/>
                  </a:ext>
                </a:extLst>
              </p:cNvPr>
              <p:cNvSpPr/>
              <p:nvPr/>
            </p:nvSpPr>
            <p:spPr>
              <a:xfrm>
                <a:off x="3147059" y="39684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29" name="object 243">
                <a:extLst>
                  <a:ext uri="{FF2B5EF4-FFF2-40B4-BE49-F238E27FC236}">
                    <a16:creationId xmlns:a16="http://schemas.microsoft.com/office/drawing/2014/main" id="{1DCFB9C1-5C4C-497A-9A1E-F33EA55FB5BB}"/>
                  </a:ext>
                </a:extLst>
              </p:cNvPr>
              <p:cNvSpPr/>
              <p:nvPr/>
            </p:nvSpPr>
            <p:spPr>
              <a:xfrm>
                <a:off x="3147059" y="40599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30" name="object 244">
                <a:extLst>
                  <a:ext uri="{FF2B5EF4-FFF2-40B4-BE49-F238E27FC236}">
                    <a16:creationId xmlns:a16="http://schemas.microsoft.com/office/drawing/2014/main" id="{10C29333-47D1-4252-840B-24FE9C4A2087}"/>
                  </a:ext>
                </a:extLst>
              </p:cNvPr>
              <p:cNvSpPr/>
              <p:nvPr/>
            </p:nvSpPr>
            <p:spPr>
              <a:xfrm>
                <a:off x="3147059" y="40599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31" name="object 245">
                <a:extLst>
                  <a:ext uri="{FF2B5EF4-FFF2-40B4-BE49-F238E27FC236}">
                    <a16:creationId xmlns:a16="http://schemas.microsoft.com/office/drawing/2014/main" id="{F670D28A-5FC4-427D-9AC7-6A16A634022A}"/>
                  </a:ext>
                </a:extLst>
              </p:cNvPr>
              <p:cNvSpPr/>
              <p:nvPr/>
            </p:nvSpPr>
            <p:spPr>
              <a:xfrm>
                <a:off x="3147059" y="415290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32" name="object 246">
                <a:extLst>
                  <a:ext uri="{FF2B5EF4-FFF2-40B4-BE49-F238E27FC236}">
                    <a16:creationId xmlns:a16="http://schemas.microsoft.com/office/drawing/2014/main" id="{4DBA5CF1-FD0C-4E9D-9561-A48056C1826A}"/>
                  </a:ext>
                </a:extLst>
              </p:cNvPr>
              <p:cNvSpPr/>
              <p:nvPr/>
            </p:nvSpPr>
            <p:spPr>
              <a:xfrm>
                <a:off x="3147059" y="415290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33" name="object 247">
                <a:extLst>
                  <a:ext uri="{FF2B5EF4-FFF2-40B4-BE49-F238E27FC236}">
                    <a16:creationId xmlns:a16="http://schemas.microsoft.com/office/drawing/2014/main" id="{C3A83BB8-1453-450A-AD56-0ED5259C7C78}"/>
                  </a:ext>
                </a:extLst>
              </p:cNvPr>
              <p:cNvSpPr/>
              <p:nvPr/>
            </p:nvSpPr>
            <p:spPr>
              <a:xfrm>
                <a:off x="3061715" y="39684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34" name="object 248">
                <a:extLst>
                  <a:ext uri="{FF2B5EF4-FFF2-40B4-BE49-F238E27FC236}">
                    <a16:creationId xmlns:a16="http://schemas.microsoft.com/office/drawing/2014/main" id="{61975D8E-081D-4E4E-8DAA-DE3DC1D160A7}"/>
                  </a:ext>
                </a:extLst>
              </p:cNvPr>
              <p:cNvSpPr/>
              <p:nvPr/>
            </p:nvSpPr>
            <p:spPr>
              <a:xfrm>
                <a:off x="3061715" y="39684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35" name="object 249">
                <a:extLst>
                  <a:ext uri="{FF2B5EF4-FFF2-40B4-BE49-F238E27FC236}">
                    <a16:creationId xmlns:a16="http://schemas.microsoft.com/office/drawing/2014/main" id="{B2FCDEC1-2C6D-474D-B569-24D41D087013}"/>
                  </a:ext>
                </a:extLst>
              </p:cNvPr>
              <p:cNvSpPr/>
              <p:nvPr/>
            </p:nvSpPr>
            <p:spPr>
              <a:xfrm>
                <a:off x="3061715" y="40599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36" name="object 250">
                <a:extLst>
                  <a:ext uri="{FF2B5EF4-FFF2-40B4-BE49-F238E27FC236}">
                    <a16:creationId xmlns:a16="http://schemas.microsoft.com/office/drawing/2014/main" id="{66776637-3E5C-47F7-BB8D-821E561501FE}"/>
                  </a:ext>
                </a:extLst>
              </p:cNvPr>
              <p:cNvSpPr/>
              <p:nvPr/>
            </p:nvSpPr>
            <p:spPr>
              <a:xfrm>
                <a:off x="3061715" y="40599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37" name="object 251">
                <a:extLst>
                  <a:ext uri="{FF2B5EF4-FFF2-40B4-BE49-F238E27FC236}">
                    <a16:creationId xmlns:a16="http://schemas.microsoft.com/office/drawing/2014/main" id="{C87B8748-7B11-4C64-B2D8-0C93A120AF6F}"/>
                  </a:ext>
                </a:extLst>
              </p:cNvPr>
              <p:cNvSpPr/>
              <p:nvPr/>
            </p:nvSpPr>
            <p:spPr>
              <a:xfrm>
                <a:off x="3061715" y="415290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38" name="object 252">
                <a:extLst>
                  <a:ext uri="{FF2B5EF4-FFF2-40B4-BE49-F238E27FC236}">
                    <a16:creationId xmlns:a16="http://schemas.microsoft.com/office/drawing/2014/main" id="{616C642A-3507-4C41-9C58-21CF8D4D9E9D}"/>
                  </a:ext>
                </a:extLst>
              </p:cNvPr>
              <p:cNvSpPr/>
              <p:nvPr/>
            </p:nvSpPr>
            <p:spPr>
              <a:xfrm>
                <a:off x="3061715" y="415290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39" name="object 253">
                <a:extLst>
                  <a:ext uri="{FF2B5EF4-FFF2-40B4-BE49-F238E27FC236}">
                    <a16:creationId xmlns:a16="http://schemas.microsoft.com/office/drawing/2014/main" id="{20944DE4-5B89-4557-AB7D-95586EDF82EB}"/>
                  </a:ext>
                </a:extLst>
              </p:cNvPr>
              <p:cNvSpPr/>
              <p:nvPr/>
            </p:nvSpPr>
            <p:spPr>
              <a:xfrm>
                <a:off x="2976371" y="396849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40" name="object 254">
                <a:extLst>
                  <a:ext uri="{FF2B5EF4-FFF2-40B4-BE49-F238E27FC236}">
                    <a16:creationId xmlns:a16="http://schemas.microsoft.com/office/drawing/2014/main" id="{CDA80507-D7A0-400A-80C5-0E8FA17CC9BA}"/>
                  </a:ext>
                </a:extLst>
              </p:cNvPr>
              <p:cNvSpPr/>
              <p:nvPr/>
            </p:nvSpPr>
            <p:spPr>
              <a:xfrm>
                <a:off x="2976371" y="396849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41" name="object 255">
                <a:extLst>
                  <a:ext uri="{FF2B5EF4-FFF2-40B4-BE49-F238E27FC236}">
                    <a16:creationId xmlns:a16="http://schemas.microsoft.com/office/drawing/2014/main" id="{AE9CDD25-36CB-4226-AE3A-5A8542CAC348}"/>
                  </a:ext>
                </a:extLst>
              </p:cNvPr>
              <p:cNvSpPr/>
              <p:nvPr/>
            </p:nvSpPr>
            <p:spPr>
              <a:xfrm>
                <a:off x="2976371" y="405993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42" name="object 256">
                <a:extLst>
                  <a:ext uri="{FF2B5EF4-FFF2-40B4-BE49-F238E27FC236}">
                    <a16:creationId xmlns:a16="http://schemas.microsoft.com/office/drawing/2014/main" id="{A4EC1F5A-6493-49B3-91AB-50D75E256724}"/>
                  </a:ext>
                </a:extLst>
              </p:cNvPr>
              <p:cNvSpPr/>
              <p:nvPr/>
            </p:nvSpPr>
            <p:spPr>
              <a:xfrm>
                <a:off x="2976371" y="405993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43" name="object 257">
                <a:extLst>
                  <a:ext uri="{FF2B5EF4-FFF2-40B4-BE49-F238E27FC236}">
                    <a16:creationId xmlns:a16="http://schemas.microsoft.com/office/drawing/2014/main" id="{925E3941-8FEF-4DDE-9721-619D4C00CF34}"/>
                  </a:ext>
                </a:extLst>
              </p:cNvPr>
              <p:cNvSpPr/>
              <p:nvPr/>
            </p:nvSpPr>
            <p:spPr>
              <a:xfrm>
                <a:off x="2976371" y="415290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44" name="object 258">
                <a:extLst>
                  <a:ext uri="{FF2B5EF4-FFF2-40B4-BE49-F238E27FC236}">
                    <a16:creationId xmlns:a16="http://schemas.microsoft.com/office/drawing/2014/main" id="{2A301DD1-CDC7-49FE-A0B9-7E99DCBE7CE4}"/>
                  </a:ext>
                </a:extLst>
              </p:cNvPr>
              <p:cNvSpPr/>
              <p:nvPr/>
            </p:nvSpPr>
            <p:spPr>
              <a:xfrm>
                <a:off x="2976371" y="415290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45" name="object 259">
                <a:extLst>
                  <a:ext uri="{FF2B5EF4-FFF2-40B4-BE49-F238E27FC236}">
                    <a16:creationId xmlns:a16="http://schemas.microsoft.com/office/drawing/2014/main" id="{9E78984D-765E-4446-82CE-A97910746A6D}"/>
                  </a:ext>
                </a:extLst>
              </p:cNvPr>
              <p:cNvSpPr/>
              <p:nvPr/>
            </p:nvSpPr>
            <p:spPr>
              <a:xfrm>
                <a:off x="2891027" y="3968496"/>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46" name="object 260">
                <a:extLst>
                  <a:ext uri="{FF2B5EF4-FFF2-40B4-BE49-F238E27FC236}">
                    <a16:creationId xmlns:a16="http://schemas.microsoft.com/office/drawing/2014/main" id="{73FD7553-76BB-48B4-8CFF-BE9D5F4487DB}"/>
                  </a:ext>
                </a:extLst>
              </p:cNvPr>
              <p:cNvSpPr/>
              <p:nvPr/>
            </p:nvSpPr>
            <p:spPr>
              <a:xfrm>
                <a:off x="2891027" y="3968496"/>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47" name="object 261">
                <a:extLst>
                  <a:ext uri="{FF2B5EF4-FFF2-40B4-BE49-F238E27FC236}">
                    <a16:creationId xmlns:a16="http://schemas.microsoft.com/office/drawing/2014/main" id="{A3A8F9DC-E89C-4BE3-961C-539F0A64A94A}"/>
                  </a:ext>
                </a:extLst>
              </p:cNvPr>
              <p:cNvSpPr/>
              <p:nvPr/>
            </p:nvSpPr>
            <p:spPr>
              <a:xfrm>
                <a:off x="2891027" y="4059937"/>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E3C2F5"/>
              </a:solidFill>
            </p:spPr>
            <p:txBody>
              <a:bodyPr wrap="square" lIns="0" tIns="0" rIns="0" bIns="0" rtlCol="0"/>
              <a:lstStyle/>
              <a:p>
                <a:endParaRPr sz="2000"/>
              </a:p>
            </p:txBody>
          </p:sp>
          <p:sp>
            <p:nvSpPr>
              <p:cNvPr id="748" name="object 262">
                <a:extLst>
                  <a:ext uri="{FF2B5EF4-FFF2-40B4-BE49-F238E27FC236}">
                    <a16:creationId xmlns:a16="http://schemas.microsoft.com/office/drawing/2014/main" id="{86970661-B830-4186-9125-5623A12E5B60}"/>
                  </a:ext>
                </a:extLst>
              </p:cNvPr>
              <p:cNvSpPr/>
              <p:nvPr/>
            </p:nvSpPr>
            <p:spPr>
              <a:xfrm>
                <a:off x="2891027" y="4059937"/>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49" name="object 263">
                <a:extLst>
                  <a:ext uri="{FF2B5EF4-FFF2-40B4-BE49-F238E27FC236}">
                    <a16:creationId xmlns:a16="http://schemas.microsoft.com/office/drawing/2014/main" id="{B5610042-2554-40D6-82F2-EC9BDAD28ED3}"/>
                  </a:ext>
                </a:extLst>
              </p:cNvPr>
              <p:cNvSpPr/>
              <p:nvPr/>
            </p:nvSpPr>
            <p:spPr>
              <a:xfrm>
                <a:off x="2891027" y="4152900"/>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50" name="object 264">
                <a:extLst>
                  <a:ext uri="{FF2B5EF4-FFF2-40B4-BE49-F238E27FC236}">
                    <a16:creationId xmlns:a16="http://schemas.microsoft.com/office/drawing/2014/main" id="{319DA714-6031-4F67-A402-33E87E6ECD56}"/>
                  </a:ext>
                </a:extLst>
              </p:cNvPr>
              <p:cNvSpPr/>
              <p:nvPr/>
            </p:nvSpPr>
            <p:spPr>
              <a:xfrm>
                <a:off x="2891027" y="4152900"/>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1" name="object 265">
                <a:extLst>
                  <a:ext uri="{FF2B5EF4-FFF2-40B4-BE49-F238E27FC236}">
                    <a16:creationId xmlns:a16="http://schemas.microsoft.com/office/drawing/2014/main" id="{6467A7F6-BC44-4F47-A2BA-9478A8B10A4B}"/>
                  </a:ext>
                </a:extLst>
              </p:cNvPr>
              <p:cNvSpPr/>
              <p:nvPr/>
            </p:nvSpPr>
            <p:spPr>
              <a:xfrm>
                <a:off x="3147059" y="424434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52" name="object 266">
                <a:extLst>
                  <a:ext uri="{FF2B5EF4-FFF2-40B4-BE49-F238E27FC236}">
                    <a16:creationId xmlns:a16="http://schemas.microsoft.com/office/drawing/2014/main" id="{600C6170-84C0-4CF8-9E12-893808194BFE}"/>
                  </a:ext>
                </a:extLst>
              </p:cNvPr>
              <p:cNvSpPr/>
              <p:nvPr/>
            </p:nvSpPr>
            <p:spPr>
              <a:xfrm>
                <a:off x="3147059" y="424434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3" name="object 267">
                <a:extLst>
                  <a:ext uri="{FF2B5EF4-FFF2-40B4-BE49-F238E27FC236}">
                    <a16:creationId xmlns:a16="http://schemas.microsoft.com/office/drawing/2014/main" id="{814840D5-2260-4B0F-BF8C-4831FD4F2365}"/>
                  </a:ext>
                </a:extLst>
              </p:cNvPr>
              <p:cNvSpPr/>
              <p:nvPr/>
            </p:nvSpPr>
            <p:spPr>
              <a:xfrm>
                <a:off x="3061715" y="424434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54" name="object 268">
                <a:extLst>
                  <a:ext uri="{FF2B5EF4-FFF2-40B4-BE49-F238E27FC236}">
                    <a16:creationId xmlns:a16="http://schemas.microsoft.com/office/drawing/2014/main" id="{8760C6B1-F8C0-4AA6-AEE6-768510AE7BBC}"/>
                  </a:ext>
                </a:extLst>
              </p:cNvPr>
              <p:cNvSpPr/>
              <p:nvPr/>
            </p:nvSpPr>
            <p:spPr>
              <a:xfrm>
                <a:off x="3061715" y="424434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5" name="object 269">
                <a:extLst>
                  <a:ext uri="{FF2B5EF4-FFF2-40B4-BE49-F238E27FC236}">
                    <a16:creationId xmlns:a16="http://schemas.microsoft.com/office/drawing/2014/main" id="{6484BBC5-FFC1-47A2-80C0-893E6AB39BC2}"/>
                  </a:ext>
                </a:extLst>
              </p:cNvPr>
              <p:cNvSpPr/>
              <p:nvPr/>
            </p:nvSpPr>
            <p:spPr>
              <a:xfrm>
                <a:off x="2976371" y="424434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56" name="object 270">
                <a:extLst>
                  <a:ext uri="{FF2B5EF4-FFF2-40B4-BE49-F238E27FC236}">
                    <a16:creationId xmlns:a16="http://schemas.microsoft.com/office/drawing/2014/main" id="{DDDBB86C-3196-41BC-9755-039ACD62E8ED}"/>
                  </a:ext>
                </a:extLst>
              </p:cNvPr>
              <p:cNvSpPr/>
              <p:nvPr/>
            </p:nvSpPr>
            <p:spPr>
              <a:xfrm>
                <a:off x="2976371" y="424434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7" name="object 271">
                <a:extLst>
                  <a:ext uri="{FF2B5EF4-FFF2-40B4-BE49-F238E27FC236}">
                    <a16:creationId xmlns:a16="http://schemas.microsoft.com/office/drawing/2014/main" id="{6DBED94A-8491-4FFA-8ED2-E6A9AB38A7B0}"/>
                  </a:ext>
                </a:extLst>
              </p:cNvPr>
              <p:cNvSpPr/>
              <p:nvPr/>
            </p:nvSpPr>
            <p:spPr>
              <a:xfrm>
                <a:off x="2891027" y="4244340"/>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58" name="object 272">
                <a:extLst>
                  <a:ext uri="{FF2B5EF4-FFF2-40B4-BE49-F238E27FC236}">
                    <a16:creationId xmlns:a16="http://schemas.microsoft.com/office/drawing/2014/main" id="{47C302C2-04C2-49F6-BCB5-FCEE2B0FDFC7}"/>
                  </a:ext>
                </a:extLst>
              </p:cNvPr>
              <p:cNvSpPr/>
              <p:nvPr/>
            </p:nvSpPr>
            <p:spPr>
              <a:xfrm>
                <a:off x="2891027" y="4244340"/>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59" name="object 273">
                <a:extLst>
                  <a:ext uri="{FF2B5EF4-FFF2-40B4-BE49-F238E27FC236}">
                    <a16:creationId xmlns:a16="http://schemas.microsoft.com/office/drawing/2014/main" id="{949580CE-05EE-4295-B64E-F6F752D83F80}"/>
                  </a:ext>
                </a:extLst>
              </p:cNvPr>
              <p:cNvSpPr/>
              <p:nvPr/>
            </p:nvSpPr>
            <p:spPr>
              <a:xfrm>
                <a:off x="3147059" y="442569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60" name="object 274">
                <a:extLst>
                  <a:ext uri="{FF2B5EF4-FFF2-40B4-BE49-F238E27FC236}">
                    <a16:creationId xmlns:a16="http://schemas.microsoft.com/office/drawing/2014/main" id="{C012AAC9-4CD3-4554-A920-E9A009AE32E0}"/>
                  </a:ext>
                </a:extLst>
              </p:cNvPr>
              <p:cNvSpPr/>
              <p:nvPr/>
            </p:nvSpPr>
            <p:spPr>
              <a:xfrm>
                <a:off x="3147059" y="442569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61" name="object 275">
                <a:extLst>
                  <a:ext uri="{FF2B5EF4-FFF2-40B4-BE49-F238E27FC236}">
                    <a16:creationId xmlns:a16="http://schemas.microsoft.com/office/drawing/2014/main" id="{48E6AAF6-9A65-4B55-9A07-2495C209492F}"/>
                  </a:ext>
                </a:extLst>
              </p:cNvPr>
              <p:cNvSpPr/>
              <p:nvPr/>
            </p:nvSpPr>
            <p:spPr>
              <a:xfrm>
                <a:off x="3061715" y="442569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62" name="object 276">
                <a:extLst>
                  <a:ext uri="{FF2B5EF4-FFF2-40B4-BE49-F238E27FC236}">
                    <a16:creationId xmlns:a16="http://schemas.microsoft.com/office/drawing/2014/main" id="{F3D1AB4B-126A-4204-A167-59A8FD915FE3}"/>
                  </a:ext>
                </a:extLst>
              </p:cNvPr>
              <p:cNvSpPr/>
              <p:nvPr/>
            </p:nvSpPr>
            <p:spPr>
              <a:xfrm>
                <a:off x="3061715" y="442569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63" name="object 277">
                <a:extLst>
                  <a:ext uri="{FF2B5EF4-FFF2-40B4-BE49-F238E27FC236}">
                    <a16:creationId xmlns:a16="http://schemas.microsoft.com/office/drawing/2014/main" id="{80198D3C-7AF7-4C46-AFCD-9C66681098D0}"/>
                  </a:ext>
                </a:extLst>
              </p:cNvPr>
              <p:cNvSpPr/>
              <p:nvPr/>
            </p:nvSpPr>
            <p:spPr>
              <a:xfrm>
                <a:off x="2976371" y="4425697"/>
                <a:ext cx="85725" cy="93345"/>
              </a:xfrm>
              <a:custGeom>
                <a:avLst/>
                <a:gdLst/>
                <a:ahLst/>
                <a:cxnLst/>
                <a:rect l="l" t="t" r="r" b="b"/>
                <a:pathLst>
                  <a:path w="85725" h="93345">
                    <a:moveTo>
                      <a:pt x="85342" y="0"/>
                    </a:moveTo>
                    <a:lnTo>
                      <a:pt x="0" y="0"/>
                    </a:lnTo>
                    <a:lnTo>
                      <a:pt x="0" y="92962"/>
                    </a:lnTo>
                    <a:lnTo>
                      <a:pt x="85342" y="92962"/>
                    </a:lnTo>
                    <a:lnTo>
                      <a:pt x="85342" y="0"/>
                    </a:lnTo>
                    <a:close/>
                  </a:path>
                </a:pathLst>
              </a:custGeom>
              <a:solidFill>
                <a:srgbClr val="E3C2F5"/>
              </a:solidFill>
            </p:spPr>
            <p:txBody>
              <a:bodyPr wrap="square" lIns="0" tIns="0" rIns="0" bIns="0" rtlCol="0"/>
              <a:lstStyle/>
              <a:p>
                <a:endParaRPr sz="2000"/>
              </a:p>
            </p:txBody>
          </p:sp>
          <p:sp>
            <p:nvSpPr>
              <p:cNvPr id="764" name="object 278">
                <a:extLst>
                  <a:ext uri="{FF2B5EF4-FFF2-40B4-BE49-F238E27FC236}">
                    <a16:creationId xmlns:a16="http://schemas.microsoft.com/office/drawing/2014/main" id="{49AB147A-3571-4644-A781-FECCBF752867}"/>
                  </a:ext>
                </a:extLst>
              </p:cNvPr>
              <p:cNvSpPr/>
              <p:nvPr/>
            </p:nvSpPr>
            <p:spPr>
              <a:xfrm>
                <a:off x="2976371" y="4425697"/>
                <a:ext cx="85725" cy="93345"/>
              </a:xfrm>
              <a:custGeom>
                <a:avLst/>
                <a:gdLst/>
                <a:ahLst/>
                <a:cxnLst/>
                <a:rect l="l" t="t" r="r" b="b"/>
                <a:pathLst>
                  <a:path w="85725" h="93345">
                    <a:moveTo>
                      <a:pt x="0" y="92962"/>
                    </a:moveTo>
                    <a:lnTo>
                      <a:pt x="85342" y="92962"/>
                    </a:lnTo>
                    <a:lnTo>
                      <a:pt x="85342"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65" name="object 279">
                <a:extLst>
                  <a:ext uri="{FF2B5EF4-FFF2-40B4-BE49-F238E27FC236}">
                    <a16:creationId xmlns:a16="http://schemas.microsoft.com/office/drawing/2014/main" id="{D5CA579E-46A7-444F-9D53-734013C28528}"/>
                  </a:ext>
                </a:extLst>
              </p:cNvPr>
              <p:cNvSpPr/>
              <p:nvPr/>
            </p:nvSpPr>
            <p:spPr>
              <a:xfrm>
                <a:off x="2891027" y="4425697"/>
                <a:ext cx="85725" cy="93345"/>
              </a:xfrm>
              <a:custGeom>
                <a:avLst/>
                <a:gdLst/>
                <a:ahLst/>
                <a:cxnLst/>
                <a:rect l="l" t="t" r="r" b="b"/>
                <a:pathLst>
                  <a:path w="85725" h="93345">
                    <a:moveTo>
                      <a:pt x="85347" y="0"/>
                    </a:moveTo>
                    <a:lnTo>
                      <a:pt x="0" y="0"/>
                    </a:lnTo>
                    <a:lnTo>
                      <a:pt x="0" y="92962"/>
                    </a:lnTo>
                    <a:lnTo>
                      <a:pt x="85347" y="92962"/>
                    </a:lnTo>
                    <a:lnTo>
                      <a:pt x="85347" y="0"/>
                    </a:lnTo>
                    <a:close/>
                  </a:path>
                </a:pathLst>
              </a:custGeom>
              <a:solidFill>
                <a:srgbClr val="E3C2F5"/>
              </a:solidFill>
            </p:spPr>
            <p:txBody>
              <a:bodyPr wrap="square" lIns="0" tIns="0" rIns="0" bIns="0" rtlCol="0"/>
              <a:lstStyle/>
              <a:p>
                <a:endParaRPr sz="2000"/>
              </a:p>
            </p:txBody>
          </p:sp>
          <p:sp>
            <p:nvSpPr>
              <p:cNvPr id="766" name="object 280">
                <a:extLst>
                  <a:ext uri="{FF2B5EF4-FFF2-40B4-BE49-F238E27FC236}">
                    <a16:creationId xmlns:a16="http://schemas.microsoft.com/office/drawing/2014/main" id="{21F1E79E-DE26-412C-AE5D-91111A64EFD3}"/>
                  </a:ext>
                </a:extLst>
              </p:cNvPr>
              <p:cNvSpPr/>
              <p:nvPr/>
            </p:nvSpPr>
            <p:spPr>
              <a:xfrm>
                <a:off x="2891027" y="4425697"/>
                <a:ext cx="85725" cy="93345"/>
              </a:xfrm>
              <a:custGeom>
                <a:avLst/>
                <a:gdLst/>
                <a:ahLst/>
                <a:cxnLst/>
                <a:rect l="l" t="t" r="r" b="b"/>
                <a:pathLst>
                  <a:path w="85725" h="93345">
                    <a:moveTo>
                      <a:pt x="0" y="92962"/>
                    </a:moveTo>
                    <a:lnTo>
                      <a:pt x="85347" y="92962"/>
                    </a:lnTo>
                    <a:lnTo>
                      <a:pt x="85347" y="0"/>
                    </a:lnTo>
                    <a:lnTo>
                      <a:pt x="0" y="0"/>
                    </a:lnTo>
                    <a:lnTo>
                      <a:pt x="0" y="92962"/>
                    </a:lnTo>
                    <a:close/>
                  </a:path>
                </a:pathLst>
              </a:custGeom>
              <a:ln w="12700">
                <a:solidFill>
                  <a:srgbClr val="000000"/>
                </a:solidFill>
              </a:ln>
            </p:spPr>
            <p:txBody>
              <a:bodyPr wrap="square" lIns="0" tIns="0" rIns="0" bIns="0" rtlCol="0"/>
              <a:lstStyle/>
              <a:p>
                <a:endParaRPr sz="2000"/>
              </a:p>
            </p:txBody>
          </p:sp>
          <p:sp>
            <p:nvSpPr>
              <p:cNvPr id="767" name="object 281">
                <a:extLst>
                  <a:ext uri="{FF2B5EF4-FFF2-40B4-BE49-F238E27FC236}">
                    <a16:creationId xmlns:a16="http://schemas.microsoft.com/office/drawing/2014/main" id="{4281B46B-CCF0-4B85-9BA2-ECDC6740EB49}"/>
                  </a:ext>
                </a:extLst>
              </p:cNvPr>
              <p:cNvSpPr/>
              <p:nvPr/>
            </p:nvSpPr>
            <p:spPr>
              <a:xfrm>
                <a:off x="3147059" y="460857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68" name="object 282">
                <a:extLst>
                  <a:ext uri="{FF2B5EF4-FFF2-40B4-BE49-F238E27FC236}">
                    <a16:creationId xmlns:a16="http://schemas.microsoft.com/office/drawing/2014/main" id="{C49DAF49-57BE-40A7-BB6E-A9753F95E595}"/>
                  </a:ext>
                </a:extLst>
              </p:cNvPr>
              <p:cNvSpPr/>
              <p:nvPr/>
            </p:nvSpPr>
            <p:spPr>
              <a:xfrm>
                <a:off x="3147059" y="460857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69" name="object 283">
                <a:extLst>
                  <a:ext uri="{FF2B5EF4-FFF2-40B4-BE49-F238E27FC236}">
                    <a16:creationId xmlns:a16="http://schemas.microsoft.com/office/drawing/2014/main" id="{74522BE6-D19C-4E46-ADC5-24D115204AB7}"/>
                  </a:ext>
                </a:extLst>
              </p:cNvPr>
              <p:cNvSpPr/>
              <p:nvPr/>
            </p:nvSpPr>
            <p:spPr>
              <a:xfrm>
                <a:off x="3061715" y="460857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70" name="object 284">
                <a:extLst>
                  <a:ext uri="{FF2B5EF4-FFF2-40B4-BE49-F238E27FC236}">
                    <a16:creationId xmlns:a16="http://schemas.microsoft.com/office/drawing/2014/main" id="{D9BC49DF-BE50-4E06-8922-80284A25CDA6}"/>
                  </a:ext>
                </a:extLst>
              </p:cNvPr>
              <p:cNvSpPr/>
              <p:nvPr/>
            </p:nvSpPr>
            <p:spPr>
              <a:xfrm>
                <a:off x="3061715" y="460857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1" name="object 285">
                <a:extLst>
                  <a:ext uri="{FF2B5EF4-FFF2-40B4-BE49-F238E27FC236}">
                    <a16:creationId xmlns:a16="http://schemas.microsoft.com/office/drawing/2014/main" id="{78609BCC-1B77-4133-8388-26FFB484326A}"/>
                  </a:ext>
                </a:extLst>
              </p:cNvPr>
              <p:cNvSpPr/>
              <p:nvPr/>
            </p:nvSpPr>
            <p:spPr>
              <a:xfrm>
                <a:off x="2976371" y="4608576"/>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72" name="object 286">
                <a:extLst>
                  <a:ext uri="{FF2B5EF4-FFF2-40B4-BE49-F238E27FC236}">
                    <a16:creationId xmlns:a16="http://schemas.microsoft.com/office/drawing/2014/main" id="{1144FA07-7A41-43D6-900E-58E7C8814799}"/>
                  </a:ext>
                </a:extLst>
              </p:cNvPr>
              <p:cNvSpPr/>
              <p:nvPr/>
            </p:nvSpPr>
            <p:spPr>
              <a:xfrm>
                <a:off x="2976371" y="4608576"/>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3" name="object 287">
                <a:extLst>
                  <a:ext uri="{FF2B5EF4-FFF2-40B4-BE49-F238E27FC236}">
                    <a16:creationId xmlns:a16="http://schemas.microsoft.com/office/drawing/2014/main" id="{64D57B3B-C84F-4348-8EF3-182894BBD6DB}"/>
                  </a:ext>
                </a:extLst>
              </p:cNvPr>
              <p:cNvSpPr/>
              <p:nvPr/>
            </p:nvSpPr>
            <p:spPr>
              <a:xfrm>
                <a:off x="2891027" y="4608576"/>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74" name="object 288">
                <a:extLst>
                  <a:ext uri="{FF2B5EF4-FFF2-40B4-BE49-F238E27FC236}">
                    <a16:creationId xmlns:a16="http://schemas.microsoft.com/office/drawing/2014/main" id="{F77152F7-DA61-4C32-A07C-A1D0072E8BB6}"/>
                  </a:ext>
                </a:extLst>
              </p:cNvPr>
              <p:cNvSpPr/>
              <p:nvPr/>
            </p:nvSpPr>
            <p:spPr>
              <a:xfrm>
                <a:off x="2891027" y="4608576"/>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5" name="object 289">
                <a:extLst>
                  <a:ext uri="{FF2B5EF4-FFF2-40B4-BE49-F238E27FC236}">
                    <a16:creationId xmlns:a16="http://schemas.microsoft.com/office/drawing/2014/main" id="{33D1FBAB-03D6-44AE-BC2A-7FBAF047FF83}"/>
                  </a:ext>
                </a:extLst>
              </p:cNvPr>
              <p:cNvSpPr/>
              <p:nvPr/>
            </p:nvSpPr>
            <p:spPr>
              <a:xfrm>
                <a:off x="3147059" y="45186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76" name="object 290">
                <a:extLst>
                  <a:ext uri="{FF2B5EF4-FFF2-40B4-BE49-F238E27FC236}">
                    <a16:creationId xmlns:a16="http://schemas.microsoft.com/office/drawing/2014/main" id="{50F2ED1C-F556-40B8-9793-37953285003D}"/>
                  </a:ext>
                </a:extLst>
              </p:cNvPr>
              <p:cNvSpPr/>
              <p:nvPr/>
            </p:nvSpPr>
            <p:spPr>
              <a:xfrm>
                <a:off x="3147059" y="45186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7" name="object 291">
                <a:extLst>
                  <a:ext uri="{FF2B5EF4-FFF2-40B4-BE49-F238E27FC236}">
                    <a16:creationId xmlns:a16="http://schemas.microsoft.com/office/drawing/2014/main" id="{FD91DD6C-48E6-45E3-996F-97BEA105EA61}"/>
                  </a:ext>
                </a:extLst>
              </p:cNvPr>
              <p:cNvSpPr/>
              <p:nvPr/>
            </p:nvSpPr>
            <p:spPr>
              <a:xfrm>
                <a:off x="3061715" y="45186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78" name="object 292">
                <a:extLst>
                  <a:ext uri="{FF2B5EF4-FFF2-40B4-BE49-F238E27FC236}">
                    <a16:creationId xmlns:a16="http://schemas.microsoft.com/office/drawing/2014/main" id="{B96EF209-0B91-4576-9979-45637A5D7AF9}"/>
                  </a:ext>
                </a:extLst>
              </p:cNvPr>
              <p:cNvSpPr/>
              <p:nvPr/>
            </p:nvSpPr>
            <p:spPr>
              <a:xfrm>
                <a:off x="3061715" y="45186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79" name="object 293">
                <a:extLst>
                  <a:ext uri="{FF2B5EF4-FFF2-40B4-BE49-F238E27FC236}">
                    <a16:creationId xmlns:a16="http://schemas.microsoft.com/office/drawing/2014/main" id="{D9796F41-95EE-4CF0-B84F-79D2752BE9A5}"/>
                  </a:ext>
                </a:extLst>
              </p:cNvPr>
              <p:cNvSpPr/>
              <p:nvPr/>
            </p:nvSpPr>
            <p:spPr>
              <a:xfrm>
                <a:off x="2976371" y="4518660"/>
                <a:ext cx="85725" cy="91440"/>
              </a:xfrm>
              <a:custGeom>
                <a:avLst/>
                <a:gdLst/>
                <a:ahLst/>
                <a:cxnLst/>
                <a:rect l="l" t="t" r="r" b="b"/>
                <a:pathLst>
                  <a:path w="85725" h="91439">
                    <a:moveTo>
                      <a:pt x="85342" y="0"/>
                    </a:moveTo>
                    <a:lnTo>
                      <a:pt x="0" y="0"/>
                    </a:lnTo>
                    <a:lnTo>
                      <a:pt x="0" y="91440"/>
                    </a:lnTo>
                    <a:lnTo>
                      <a:pt x="85342" y="91440"/>
                    </a:lnTo>
                    <a:lnTo>
                      <a:pt x="85342" y="0"/>
                    </a:lnTo>
                    <a:close/>
                  </a:path>
                </a:pathLst>
              </a:custGeom>
              <a:solidFill>
                <a:srgbClr val="E3C2F5"/>
              </a:solidFill>
            </p:spPr>
            <p:txBody>
              <a:bodyPr wrap="square" lIns="0" tIns="0" rIns="0" bIns="0" rtlCol="0"/>
              <a:lstStyle/>
              <a:p>
                <a:endParaRPr sz="2000"/>
              </a:p>
            </p:txBody>
          </p:sp>
          <p:sp>
            <p:nvSpPr>
              <p:cNvPr id="780" name="object 294">
                <a:extLst>
                  <a:ext uri="{FF2B5EF4-FFF2-40B4-BE49-F238E27FC236}">
                    <a16:creationId xmlns:a16="http://schemas.microsoft.com/office/drawing/2014/main" id="{9251F79B-6BE0-4A6D-922D-CC0ADA6AD230}"/>
                  </a:ext>
                </a:extLst>
              </p:cNvPr>
              <p:cNvSpPr/>
              <p:nvPr/>
            </p:nvSpPr>
            <p:spPr>
              <a:xfrm>
                <a:off x="2976371" y="4518660"/>
                <a:ext cx="85725" cy="91440"/>
              </a:xfrm>
              <a:custGeom>
                <a:avLst/>
                <a:gdLst/>
                <a:ahLst/>
                <a:cxnLst/>
                <a:rect l="l" t="t" r="r" b="b"/>
                <a:pathLst>
                  <a:path w="85725" h="91439">
                    <a:moveTo>
                      <a:pt x="0" y="91440"/>
                    </a:moveTo>
                    <a:lnTo>
                      <a:pt x="85342" y="91440"/>
                    </a:lnTo>
                    <a:lnTo>
                      <a:pt x="85342" y="0"/>
                    </a:lnTo>
                    <a:lnTo>
                      <a:pt x="0" y="0"/>
                    </a:lnTo>
                    <a:lnTo>
                      <a:pt x="0" y="91440"/>
                    </a:lnTo>
                    <a:close/>
                  </a:path>
                </a:pathLst>
              </a:custGeom>
              <a:ln w="12700">
                <a:solidFill>
                  <a:srgbClr val="000000"/>
                </a:solidFill>
              </a:ln>
            </p:spPr>
            <p:txBody>
              <a:bodyPr wrap="square" lIns="0" tIns="0" rIns="0" bIns="0" rtlCol="0"/>
              <a:lstStyle/>
              <a:p>
                <a:endParaRPr sz="2000"/>
              </a:p>
            </p:txBody>
          </p:sp>
          <p:sp>
            <p:nvSpPr>
              <p:cNvPr id="781" name="object 295">
                <a:extLst>
                  <a:ext uri="{FF2B5EF4-FFF2-40B4-BE49-F238E27FC236}">
                    <a16:creationId xmlns:a16="http://schemas.microsoft.com/office/drawing/2014/main" id="{2617935E-EB63-4ED8-ADA4-4B17C303893E}"/>
                  </a:ext>
                </a:extLst>
              </p:cNvPr>
              <p:cNvSpPr/>
              <p:nvPr/>
            </p:nvSpPr>
            <p:spPr>
              <a:xfrm>
                <a:off x="2891027" y="4518660"/>
                <a:ext cx="85725" cy="91440"/>
              </a:xfrm>
              <a:custGeom>
                <a:avLst/>
                <a:gdLst/>
                <a:ahLst/>
                <a:cxnLst/>
                <a:rect l="l" t="t" r="r" b="b"/>
                <a:pathLst>
                  <a:path w="85725" h="91439">
                    <a:moveTo>
                      <a:pt x="85347" y="0"/>
                    </a:moveTo>
                    <a:lnTo>
                      <a:pt x="0" y="0"/>
                    </a:lnTo>
                    <a:lnTo>
                      <a:pt x="0" y="91440"/>
                    </a:lnTo>
                    <a:lnTo>
                      <a:pt x="85347" y="91440"/>
                    </a:lnTo>
                    <a:lnTo>
                      <a:pt x="85347" y="0"/>
                    </a:lnTo>
                    <a:close/>
                  </a:path>
                </a:pathLst>
              </a:custGeom>
              <a:solidFill>
                <a:srgbClr val="E3C2F5"/>
              </a:solidFill>
            </p:spPr>
            <p:txBody>
              <a:bodyPr wrap="square" lIns="0" tIns="0" rIns="0" bIns="0" rtlCol="0"/>
              <a:lstStyle/>
              <a:p>
                <a:endParaRPr sz="2000"/>
              </a:p>
            </p:txBody>
          </p:sp>
          <p:sp>
            <p:nvSpPr>
              <p:cNvPr id="782" name="object 296">
                <a:extLst>
                  <a:ext uri="{FF2B5EF4-FFF2-40B4-BE49-F238E27FC236}">
                    <a16:creationId xmlns:a16="http://schemas.microsoft.com/office/drawing/2014/main" id="{E8DA62E1-18D8-4E67-9DD9-7A6CBE054DD4}"/>
                  </a:ext>
                </a:extLst>
              </p:cNvPr>
              <p:cNvSpPr/>
              <p:nvPr/>
            </p:nvSpPr>
            <p:spPr>
              <a:xfrm>
                <a:off x="2891027" y="4518660"/>
                <a:ext cx="85725" cy="91440"/>
              </a:xfrm>
              <a:custGeom>
                <a:avLst/>
                <a:gdLst/>
                <a:ahLst/>
                <a:cxnLst/>
                <a:rect l="l" t="t" r="r" b="b"/>
                <a:pathLst>
                  <a:path w="85725" h="91439">
                    <a:moveTo>
                      <a:pt x="0" y="91440"/>
                    </a:moveTo>
                    <a:lnTo>
                      <a:pt x="85347" y="91440"/>
                    </a:lnTo>
                    <a:lnTo>
                      <a:pt x="85347" y="0"/>
                    </a:lnTo>
                    <a:lnTo>
                      <a:pt x="0" y="0"/>
                    </a:lnTo>
                    <a:lnTo>
                      <a:pt x="0" y="91440"/>
                    </a:lnTo>
                    <a:close/>
                  </a:path>
                </a:pathLst>
              </a:custGeom>
              <a:ln w="12700">
                <a:solidFill>
                  <a:srgbClr val="000000"/>
                </a:solidFill>
              </a:ln>
            </p:spPr>
            <p:txBody>
              <a:bodyPr wrap="square" lIns="0" tIns="0" rIns="0" bIns="0" rtlCol="0"/>
              <a:lstStyle/>
              <a:p>
                <a:endParaRPr sz="2000"/>
              </a:p>
            </p:txBody>
          </p:sp>
        </p:grpSp>
        <p:grpSp>
          <p:nvGrpSpPr>
            <p:cNvPr id="783" name="object 297">
              <a:extLst>
                <a:ext uri="{FF2B5EF4-FFF2-40B4-BE49-F238E27FC236}">
                  <a16:creationId xmlns:a16="http://schemas.microsoft.com/office/drawing/2014/main" id="{A6890E54-71EA-4F3B-AF57-6CF84C60E731}"/>
                </a:ext>
              </a:extLst>
            </p:cNvPr>
            <p:cNvGrpSpPr/>
            <p:nvPr/>
          </p:nvGrpSpPr>
          <p:grpSpPr>
            <a:xfrm>
              <a:off x="4732006" y="4369290"/>
              <a:ext cx="219428" cy="774700"/>
              <a:chOff x="4143502" y="3946907"/>
              <a:chExt cx="197485" cy="697230"/>
            </a:xfrm>
          </p:grpSpPr>
          <p:sp>
            <p:nvSpPr>
              <p:cNvPr id="784" name="object 298">
                <a:extLst>
                  <a:ext uri="{FF2B5EF4-FFF2-40B4-BE49-F238E27FC236}">
                    <a16:creationId xmlns:a16="http://schemas.microsoft.com/office/drawing/2014/main" id="{6113D654-16E1-4BC5-BB95-E6F19381F678}"/>
                  </a:ext>
                </a:extLst>
              </p:cNvPr>
              <p:cNvSpPr/>
              <p:nvPr/>
            </p:nvSpPr>
            <p:spPr>
              <a:xfrm>
                <a:off x="4149852" y="3953257"/>
                <a:ext cx="91440" cy="85342"/>
              </a:xfrm>
              <a:prstGeom prst="rect">
                <a:avLst/>
              </a:prstGeom>
              <a:blipFill>
                <a:blip r:embed="rId43" cstate="print"/>
                <a:stretch>
                  <a:fillRect/>
                </a:stretch>
              </a:blipFill>
            </p:spPr>
            <p:txBody>
              <a:bodyPr wrap="square" lIns="0" tIns="0" rIns="0" bIns="0" rtlCol="0"/>
              <a:lstStyle/>
              <a:p>
                <a:endParaRPr sz="2000"/>
              </a:p>
            </p:txBody>
          </p:sp>
          <p:sp>
            <p:nvSpPr>
              <p:cNvPr id="785" name="object 299">
                <a:extLst>
                  <a:ext uri="{FF2B5EF4-FFF2-40B4-BE49-F238E27FC236}">
                    <a16:creationId xmlns:a16="http://schemas.microsoft.com/office/drawing/2014/main" id="{3046ABB0-4BC4-43A0-A7DB-415BF6376E50}"/>
                  </a:ext>
                </a:extLst>
              </p:cNvPr>
              <p:cNvSpPr/>
              <p:nvPr/>
            </p:nvSpPr>
            <p:spPr>
              <a:xfrm>
                <a:off x="4149852" y="39532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6" name="object 300">
                <a:extLst>
                  <a:ext uri="{FF2B5EF4-FFF2-40B4-BE49-F238E27FC236}">
                    <a16:creationId xmlns:a16="http://schemas.microsoft.com/office/drawing/2014/main" id="{E31AE4E8-0B76-41DE-9707-99FCE0992CDE}"/>
                  </a:ext>
                </a:extLst>
              </p:cNvPr>
              <p:cNvSpPr/>
              <p:nvPr/>
            </p:nvSpPr>
            <p:spPr>
              <a:xfrm>
                <a:off x="4149852" y="4038601"/>
                <a:ext cx="91440" cy="85342"/>
              </a:xfrm>
              <a:prstGeom prst="rect">
                <a:avLst/>
              </a:prstGeom>
              <a:blipFill>
                <a:blip r:embed="rId44" cstate="print"/>
                <a:stretch>
                  <a:fillRect/>
                </a:stretch>
              </a:blipFill>
            </p:spPr>
            <p:txBody>
              <a:bodyPr wrap="square" lIns="0" tIns="0" rIns="0" bIns="0" rtlCol="0"/>
              <a:lstStyle/>
              <a:p>
                <a:endParaRPr sz="2000"/>
              </a:p>
            </p:txBody>
          </p:sp>
          <p:sp>
            <p:nvSpPr>
              <p:cNvPr id="787" name="object 301">
                <a:extLst>
                  <a:ext uri="{FF2B5EF4-FFF2-40B4-BE49-F238E27FC236}">
                    <a16:creationId xmlns:a16="http://schemas.microsoft.com/office/drawing/2014/main" id="{F1243517-7C9A-4E11-BB78-41E2313C423E}"/>
                  </a:ext>
                </a:extLst>
              </p:cNvPr>
              <p:cNvSpPr/>
              <p:nvPr/>
            </p:nvSpPr>
            <p:spPr>
              <a:xfrm>
                <a:off x="4149852" y="403860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88" name="object 302">
                <a:extLst>
                  <a:ext uri="{FF2B5EF4-FFF2-40B4-BE49-F238E27FC236}">
                    <a16:creationId xmlns:a16="http://schemas.microsoft.com/office/drawing/2014/main" id="{E0B4745C-793E-4AE1-9487-272E5670AF14}"/>
                  </a:ext>
                </a:extLst>
              </p:cNvPr>
              <p:cNvSpPr/>
              <p:nvPr/>
            </p:nvSpPr>
            <p:spPr>
              <a:xfrm>
                <a:off x="4149852" y="4123945"/>
                <a:ext cx="91440" cy="85342"/>
              </a:xfrm>
              <a:prstGeom prst="rect">
                <a:avLst/>
              </a:prstGeom>
              <a:blipFill>
                <a:blip r:embed="rId45" cstate="print"/>
                <a:stretch>
                  <a:fillRect/>
                </a:stretch>
              </a:blipFill>
            </p:spPr>
            <p:txBody>
              <a:bodyPr wrap="square" lIns="0" tIns="0" rIns="0" bIns="0" rtlCol="0"/>
              <a:lstStyle/>
              <a:p>
                <a:endParaRPr sz="2000"/>
              </a:p>
            </p:txBody>
          </p:sp>
          <p:sp>
            <p:nvSpPr>
              <p:cNvPr id="789" name="object 303">
                <a:extLst>
                  <a:ext uri="{FF2B5EF4-FFF2-40B4-BE49-F238E27FC236}">
                    <a16:creationId xmlns:a16="http://schemas.microsoft.com/office/drawing/2014/main" id="{FD53CDFF-64E9-4DBB-BE7C-E67EA9E4CE10}"/>
                  </a:ext>
                </a:extLst>
              </p:cNvPr>
              <p:cNvSpPr/>
              <p:nvPr/>
            </p:nvSpPr>
            <p:spPr>
              <a:xfrm>
                <a:off x="4149852" y="412394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0" name="object 304">
                <a:extLst>
                  <a:ext uri="{FF2B5EF4-FFF2-40B4-BE49-F238E27FC236}">
                    <a16:creationId xmlns:a16="http://schemas.microsoft.com/office/drawing/2014/main" id="{AB50F31C-499D-4CCD-AF8A-0ABF77722FF6}"/>
                  </a:ext>
                </a:extLst>
              </p:cNvPr>
              <p:cNvSpPr/>
              <p:nvPr/>
            </p:nvSpPr>
            <p:spPr>
              <a:xfrm>
                <a:off x="4149852" y="4209284"/>
                <a:ext cx="91440" cy="85347"/>
              </a:xfrm>
              <a:prstGeom prst="rect">
                <a:avLst/>
              </a:prstGeom>
              <a:blipFill>
                <a:blip r:embed="rId46" cstate="print"/>
                <a:stretch>
                  <a:fillRect/>
                </a:stretch>
              </a:blipFill>
            </p:spPr>
            <p:txBody>
              <a:bodyPr wrap="square" lIns="0" tIns="0" rIns="0" bIns="0" rtlCol="0"/>
              <a:lstStyle/>
              <a:p>
                <a:endParaRPr sz="2000"/>
              </a:p>
            </p:txBody>
          </p:sp>
          <p:sp>
            <p:nvSpPr>
              <p:cNvPr id="791" name="object 305">
                <a:extLst>
                  <a:ext uri="{FF2B5EF4-FFF2-40B4-BE49-F238E27FC236}">
                    <a16:creationId xmlns:a16="http://schemas.microsoft.com/office/drawing/2014/main" id="{3A61C225-5970-4BD6-B223-C654EE47EE8B}"/>
                  </a:ext>
                </a:extLst>
              </p:cNvPr>
              <p:cNvSpPr/>
              <p:nvPr/>
            </p:nvSpPr>
            <p:spPr>
              <a:xfrm>
                <a:off x="4149852" y="420928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792" name="object 306">
                <a:extLst>
                  <a:ext uri="{FF2B5EF4-FFF2-40B4-BE49-F238E27FC236}">
                    <a16:creationId xmlns:a16="http://schemas.microsoft.com/office/drawing/2014/main" id="{F1BD9608-F638-4711-9F3B-AA765E4A73D4}"/>
                  </a:ext>
                </a:extLst>
              </p:cNvPr>
              <p:cNvSpPr/>
              <p:nvPr/>
            </p:nvSpPr>
            <p:spPr>
              <a:xfrm>
                <a:off x="4149852" y="4294633"/>
                <a:ext cx="91440" cy="85342"/>
              </a:xfrm>
              <a:prstGeom prst="rect">
                <a:avLst/>
              </a:prstGeom>
              <a:blipFill>
                <a:blip r:embed="rId47" cstate="print"/>
                <a:stretch>
                  <a:fillRect/>
                </a:stretch>
              </a:blipFill>
            </p:spPr>
            <p:txBody>
              <a:bodyPr wrap="square" lIns="0" tIns="0" rIns="0" bIns="0" rtlCol="0"/>
              <a:lstStyle/>
              <a:p>
                <a:endParaRPr sz="2000"/>
              </a:p>
            </p:txBody>
          </p:sp>
          <p:sp>
            <p:nvSpPr>
              <p:cNvPr id="793" name="object 307">
                <a:extLst>
                  <a:ext uri="{FF2B5EF4-FFF2-40B4-BE49-F238E27FC236}">
                    <a16:creationId xmlns:a16="http://schemas.microsoft.com/office/drawing/2014/main" id="{E846C169-7C4B-48FE-A4DB-0118EADFD534}"/>
                  </a:ext>
                </a:extLst>
              </p:cNvPr>
              <p:cNvSpPr/>
              <p:nvPr/>
            </p:nvSpPr>
            <p:spPr>
              <a:xfrm>
                <a:off x="4149852" y="42946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4" name="object 308">
                <a:extLst>
                  <a:ext uri="{FF2B5EF4-FFF2-40B4-BE49-F238E27FC236}">
                    <a16:creationId xmlns:a16="http://schemas.microsoft.com/office/drawing/2014/main" id="{FCC9ACAC-D2FA-4930-BE34-934E1863607D}"/>
                  </a:ext>
                </a:extLst>
              </p:cNvPr>
              <p:cNvSpPr/>
              <p:nvPr/>
            </p:nvSpPr>
            <p:spPr>
              <a:xfrm>
                <a:off x="4149852" y="4379977"/>
                <a:ext cx="91440" cy="85342"/>
              </a:xfrm>
              <a:prstGeom prst="rect">
                <a:avLst/>
              </a:prstGeom>
              <a:blipFill>
                <a:blip r:embed="rId48" cstate="print"/>
                <a:stretch>
                  <a:fillRect/>
                </a:stretch>
              </a:blipFill>
            </p:spPr>
            <p:txBody>
              <a:bodyPr wrap="square" lIns="0" tIns="0" rIns="0" bIns="0" rtlCol="0"/>
              <a:lstStyle/>
              <a:p>
                <a:endParaRPr sz="2000"/>
              </a:p>
            </p:txBody>
          </p:sp>
          <p:sp>
            <p:nvSpPr>
              <p:cNvPr id="795" name="object 309">
                <a:extLst>
                  <a:ext uri="{FF2B5EF4-FFF2-40B4-BE49-F238E27FC236}">
                    <a16:creationId xmlns:a16="http://schemas.microsoft.com/office/drawing/2014/main" id="{746D8934-6214-40CB-805D-75463FF9D442}"/>
                  </a:ext>
                </a:extLst>
              </p:cNvPr>
              <p:cNvSpPr/>
              <p:nvPr/>
            </p:nvSpPr>
            <p:spPr>
              <a:xfrm>
                <a:off x="4149852" y="43799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6" name="object 310">
                <a:extLst>
                  <a:ext uri="{FF2B5EF4-FFF2-40B4-BE49-F238E27FC236}">
                    <a16:creationId xmlns:a16="http://schemas.microsoft.com/office/drawing/2014/main" id="{B141FF82-A5BB-4F54-BC0C-23A7707675A2}"/>
                  </a:ext>
                </a:extLst>
              </p:cNvPr>
              <p:cNvSpPr/>
              <p:nvPr/>
            </p:nvSpPr>
            <p:spPr>
              <a:xfrm>
                <a:off x="4149852" y="4465321"/>
                <a:ext cx="91440" cy="85342"/>
              </a:xfrm>
              <a:prstGeom prst="rect">
                <a:avLst/>
              </a:prstGeom>
              <a:blipFill>
                <a:blip r:embed="rId49" cstate="print"/>
                <a:stretch>
                  <a:fillRect/>
                </a:stretch>
              </a:blipFill>
            </p:spPr>
            <p:txBody>
              <a:bodyPr wrap="square" lIns="0" tIns="0" rIns="0" bIns="0" rtlCol="0"/>
              <a:lstStyle/>
              <a:p>
                <a:endParaRPr sz="2000"/>
              </a:p>
            </p:txBody>
          </p:sp>
          <p:sp>
            <p:nvSpPr>
              <p:cNvPr id="797" name="object 311">
                <a:extLst>
                  <a:ext uri="{FF2B5EF4-FFF2-40B4-BE49-F238E27FC236}">
                    <a16:creationId xmlns:a16="http://schemas.microsoft.com/office/drawing/2014/main" id="{995BD370-FC87-4A1E-9D79-5CF93C90D0E4}"/>
                  </a:ext>
                </a:extLst>
              </p:cNvPr>
              <p:cNvSpPr/>
              <p:nvPr/>
            </p:nvSpPr>
            <p:spPr>
              <a:xfrm>
                <a:off x="4149852" y="44653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98" name="object 312">
                <a:extLst>
                  <a:ext uri="{FF2B5EF4-FFF2-40B4-BE49-F238E27FC236}">
                    <a16:creationId xmlns:a16="http://schemas.microsoft.com/office/drawing/2014/main" id="{563016BA-1DA4-47B4-B52A-8BAAA01DA477}"/>
                  </a:ext>
                </a:extLst>
              </p:cNvPr>
              <p:cNvSpPr/>
              <p:nvPr/>
            </p:nvSpPr>
            <p:spPr>
              <a:xfrm>
                <a:off x="4149852" y="4550661"/>
                <a:ext cx="91440" cy="86870"/>
              </a:xfrm>
              <a:prstGeom prst="rect">
                <a:avLst/>
              </a:prstGeom>
              <a:blipFill>
                <a:blip r:embed="rId50" cstate="print"/>
                <a:stretch>
                  <a:fillRect/>
                </a:stretch>
              </a:blipFill>
            </p:spPr>
            <p:txBody>
              <a:bodyPr wrap="square" lIns="0" tIns="0" rIns="0" bIns="0" rtlCol="0"/>
              <a:lstStyle/>
              <a:p>
                <a:endParaRPr sz="2000"/>
              </a:p>
            </p:txBody>
          </p:sp>
          <p:sp>
            <p:nvSpPr>
              <p:cNvPr id="799" name="object 313">
                <a:extLst>
                  <a:ext uri="{FF2B5EF4-FFF2-40B4-BE49-F238E27FC236}">
                    <a16:creationId xmlns:a16="http://schemas.microsoft.com/office/drawing/2014/main" id="{CA9F5D3D-A683-4E5B-AF5A-CB70EF7058B7}"/>
                  </a:ext>
                </a:extLst>
              </p:cNvPr>
              <p:cNvSpPr/>
              <p:nvPr/>
            </p:nvSpPr>
            <p:spPr>
              <a:xfrm>
                <a:off x="4149852" y="4550661"/>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800" name="object 314">
                <a:extLst>
                  <a:ext uri="{FF2B5EF4-FFF2-40B4-BE49-F238E27FC236}">
                    <a16:creationId xmlns:a16="http://schemas.microsoft.com/office/drawing/2014/main" id="{33385A59-55F3-4A1B-9A77-9AE34DEC0429}"/>
                  </a:ext>
                </a:extLst>
              </p:cNvPr>
              <p:cNvSpPr/>
              <p:nvPr/>
            </p:nvSpPr>
            <p:spPr>
              <a:xfrm>
                <a:off x="4241292" y="3953257"/>
                <a:ext cx="92962" cy="85342"/>
              </a:xfrm>
              <a:prstGeom prst="rect">
                <a:avLst/>
              </a:prstGeom>
              <a:blipFill>
                <a:blip r:embed="rId51" cstate="print"/>
                <a:stretch>
                  <a:fillRect/>
                </a:stretch>
              </a:blipFill>
            </p:spPr>
            <p:txBody>
              <a:bodyPr wrap="square" lIns="0" tIns="0" rIns="0" bIns="0" rtlCol="0"/>
              <a:lstStyle/>
              <a:p>
                <a:endParaRPr sz="2000"/>
              </a:p>
            </p:txBody>
          </p:sp>
          <p:sp>
            <p:nvSpPr>
              <p:cNvPr id="801" name="object 315">
                <a:extLst>
                  <a:ext uri="{FF2B5EF4-FFF2-40B4-BE49-F238E27FC236}">
                    <a16:creationId xmlns:a16="http://schemas.microsoft.com/office/drawing/2014/main" id="{AB6E5A15-499F-41FC-89C8-04F1394727FE}"/>
                  </a:ext>
                </a:extLst>
              </p:cNvPr>
              <p:cNvSpPr/>
              <p:nvPr/>
            </p:nvSpPr>
            <p:spPr>
              <a:xfrm>
                <a:off x="4241292" y="39532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2" name="object 316">
                <a:extLst>
                  <a:ext uri="{FF2B5EF4-FFF2-40B4-BE49-F238E27FC236}">
                    <a16:creationId xmlns:a16="http://schemas.microsoft.com/office/drawing/2014/main" id="{F891D1D5-F69C-45E1-ACED-E81942A0B468}"/>
                  </a:ext>
                </a:extLst>
              </p:cNvPr>
              <p:cNvSpPr/>
              <p:nvPr/>
            </p:nvSpPr>
            <p:spPr>
              <a:xfrm>
                <a:off x="4241292" y="4038601"/>
                <a:ext cx="92962" cy="85342"/>
              </a:xfrm>
              <a:prstGeom prst="rect">
                <a:avLst/>
              </a:prstGeom>
              <a:blipFill>
                <a:blip r:embed="rId52" cstate="print"/>
                <a:stretch>
                  <a:fillRect/>
                </a:stretch>
              </a:blipFill>
            </p:spPr>
            <p:txBody>
              <a:bodyPr wrap="square" lIns="0" tIns="0" rIns="0" bIns="0" rtlCol="0"/>
              <a:lstStyle/>
              <a:p>
                <a:endParaRPr sz="2000"/>
              </a:p>
            </p:txBody>
          </p:sp>
          <p:sp>
            <p:nvSpPr>
              <p:cNvPr id="803" name="object 317">
                <a:extLst>
                  <a:ext uri="{FF2B5EF4-FFF2-40B4-BE49-F238E27FC236}">
                    <a16:creationId xmlns:a16="http://schemas.microsoft.com/office/drawing/2014/main" id="{525C23E7-64E1-4ACD-8B55-7D82F0A54614}"/>
                  </a:ext>
                </a:extLst>
              </p:cNvPr>
              <p:cNvSpPr/>
              <p:nvPr/>
            </p:nvSpPr>
            <p:spPr>
              <a:xfrm>
                <a:off x="4241292" y="40386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4" name="object 318">
                <a:extLst>
                  <a:ext uri="{FF2B5EF4-FFF2-40B4-BE49-F238E27FC236}">
                    <a16:creationId xmlns:a16="http://schemas.microsoft.com/office/drawing/2014/main" id="{54CFB682-B5A5-4FB7-AA21-6C8EAA2D0E4C}"/>
                  </a:ext>
                </a:extLst>
              </p:cNvPr>
              <p:cNvSpPr/>
              <p:nvPr/>
            </p:nvSpPr>
            <p:spPr>
              <a:xfrm>
                <a:off x="4241292" y="4123945"/>
                <a:ext cx="92962" cy="85342"/>
              </a:xfrm>
              <a:prstGeom prst="rect">
                <a:avLst/>
              </a:prstGeom>
              <a:blipFill>
                <a:blip r:embed="rId53" cstate="print"/>
                <a:stretch>
                  <a:fillRect/>
                </a:stretch>
              </a:blipFill>
            </p:spPr>
            <p:txBody>
              <a:bodyPr wrap="square" lIns="0" tIns="0" rIns="0" bIns="0" rtlCol="0"/>
              <a:lstStyle/>
              <a:p>
                <a:endParaRPr sz="2000"/>
              </a:p>
            </p:txBody>
          </p:sp>
          <p:sp>
            <p:nvSpPr>
              <p:cNvPr id="805" name="object 319">
                <a:extLst>
                  <a:ext uri="{FF2B5EF4-FFF2-40B4-BE49-F238E27FC236}">
                    <a16:creationId xmlns:a16="http://schemas.microsoft.com/office/drawing/2014/main" id="{1E27ED55-09E6-471D-9754-927582A09CA2}"/>
                  </a:ext>
                </a:extLst>
              </p:cNvPr>
              <p:cNvSpPr/>
              <p:nvPr/>
            </p:nvSpPr>
            <p:spPr>
              <a:xfrm>
                <a:off x="4241292" y="412394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06" name="object 320">
                <a:extLst>
                  <a:ext uri="{FF2B5EF4-FFF2-40B4-BE49-F238E27FC236}">
                    <a16:creationId xmlns:a16="http://schemas.microsoft.com/office/drawing/2014/main" id="{A12105C8-1F13-4FDF-ADD7-192C3340F5EE}"/>
                  </a:ext>
                </a:extLst>
              </p:cNvPr>
              <p:cNvSpPr/>
              <p:nvPr/>
            </p:nvSpPr>
            <p:spPr>
              <a:xfrm>
                <a:off x="4241292" y="4209284"/>
                <a:ext cx="92962" cy="85347"/>
              </a:xfrm>
              <a:prstGeom prst="rect">
                <a:avLst/>
              </a:prstGeom>
              <a:blipFill>
                <a:blip r:embed="rId54" cstate="print"/>
                <a:stretch>
                  <a:fillRect/>
                </a:stretch>
              </a:blipFill>
            </p:spPr>
            <p:txBody>
              <a:bodyPr wrap="square" lIns="0" tIns="0" rIns="0" bIns="0" rtlCol="0"/>
              <a:lstStyle/>
              <a:p>
                <a:endParaRPr sz="2000"/>
              </a:p>
            </p:txBody>
          </p:sp>
          <p:sp>
            <p:nvSpPr>
              <p:cNvPr id="807" name="object 321">
                <a:extLst>
                  <a:ext uri="{FF2B5EF4-FFF2-40B4-BE49-F238E27FC236}">
                    <a16:creationId xmlns:a16="http://schemas.microsoft.com/office/drawing/2014/main" id="{E4310CCE-6EE3-449E-8483-2CCACE87D7B9}"/>
                  </a:ext>
                </a:extLst>
              </p:cNvPr>
              <p:cNvSpPr/>
              <p:nvPr/>
            </p:nvSpPr>
            <p:spPr>
              <a:xfrm>
                <a:off x="4241292" y="42092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08" name="object 322">
                <a:extLst>
                  <a:ext uri="{FF2B5EF4-FFF2-40B4-BE49-F238E27FC236}">
                    <a16:creationId xmlns:a16="http://schemas.microsoft.com/office/drawing/2014/main" id="{6616425B-5236-467B-81BF-3A0CC7645EA6}"/>
                  </a:ext>
                </a:extLst>
              </p:cNvPr>
              <p:cNvSpPr/>
              <p:nvPr/>
            </p:nvSpPr>
            <p:spPr>
              <a:xfrm>
                <a:off x="4241292" y="4294633"/>
                <a:ext cx="92962" cy="85342"/>
              </a:xfrm>
              <a:prstGeom prst="rect">
                <a:avLst/>
              </a:prstGeom>
              <a:blipFill>
                <a:blip r:embed="rId55" cstate="print"/>
                <a:stretch>
                  <a:fillRect/>
                </a:stretch>
              </a:blipFill>
            </p:spPr>
            <p:txBody>
              <a:bodyPr wrap="square" lIns="0" tIns="0" rIns="0" bIns="0" rtlCol="0"/>
              <a:lstStyle/>
              <a:p>
                <a:endParaRPr sz="2000"/>
              </a:p>
            </p:txBody>
          </p:sp>
          <p:sp>
            <p:nvSpPr>
              <p:cNvPr id="809" name="object 323">
                <a:extLst>
                  <a:ext uri="{FF2B5EF4-FFF2-40B4-BE49-F238E27FC236}">
                    <a16:creationId xmlns:a16="http://schemas.microsoft.com/office/drawing/2014/main" id="{AC8EA31D-065F-4F6E-8404-6BECC0F62EC6}"/>
                  </a:ext>
                </a:extLst>
              </p:cNvPr>
              <p:cNvSpPr/>
              <p:nvPr/>
            </p:nvSpPr>
            <p:spPr>
              <a:xfrm>
                <a:off x="4241292" y="429463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0" name="object 324">
                <a:extLst>
                  <a:ext uri="{FF2B5EF4-FFF2-40B4-BE49-F238E27FC236}">
                    <a16:creationId xmlns:a16="http://schemas.microsoft.com/office/drawing/2014/main" id="{7AF428A4-21E7-428C-A05B-73CA893BFAA8}"/>
                  </a:ext>
                </a:extLst>
              </p:cNvPr>
              <p:cNvSpPr/>
              <p:nvPr/>
            </p:nvSpPr>
            <p:spPr>
              <a:xfrm>
                <a:off x="4241292" y="4379977"/>
                <a:ext cx="92962" cy="85342"/>
              </a:xfrm>
              <a:prstGeom prst="rect">
                <a:avLst/>
              </a:prstGeom>
              <a:blipFill>
                <a:blip r:embed="rId56" cstate="print"/>
                <a:stretch>
                  <a:fillRect/>
                </a:stretch>
              </a:blipFill>
            </p:spPr>
            <p:txBody>
              <a:bodyPr wrap="square" lIns="0" tIns="0" rIns="0" bIns="0" rtlCol="0"/>
              <a:lstStyle/>
              <a:p>
                <a:endParaRPr sz="2000"/>
              </a:p>
            </p:txBody>
          </p:sp>
          <p:sp>
            <p:nvSpPr>
              <p:cNvPr id="811" name="object 325">
                <a:extLst>
                  <a:ext uri="{FF2B5EF4-FFF2-40B4-BE49-F238E27FC236}">
                    <a16:creationId xmlns:a16="http://schemas.microsoft.com/office/drawing/2014/main" id="{6DEA6954-E7AC-408C-BFBD-022228F40B68}"/>
                  </a:ext>
                </a:extLst>
              </p:cNvPr>
              <p:cNvSpPr/>
              <p:nvPr/>
            </p:nvSpPr>
            <p:spPr>
              <a:xfrm>
                <a:off x="4241292" y="43799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2" name="object 326">
                <a:extLst>
                  <a:ext uri="{FF2B5EF4-FFF2-40B4-BE49-F238E27FC236}">
                    <a16:creationId xmlns:a16="http://schemas.microsoft.com/office/drawing/2014/main" id="{2EB68C2C-3DC8-4D5F-B399-39FD3770812F}"/>
                  </a:ext>
                </a:extLst>
              </p:cNvPr>
              <p:cNvSpPr/>
              <p:nvPr/>
            </p:nvSpPr>
            <p:spPr>
              <a:xfrm>
                <a:off x="4241292" y="4465321"/>
                <a:ext cx="92962" cy="85342"/>
              </a:xfrm>
              <a:prstGeom prst="rect">
                <a:avLst/>
              </a:prstGeom>
              <a:blipFill>
                <a:blip r:embed="rId57" cstate="print"/>
                <a:stretch>
                  <a:fillRect/>
                </a:stretch>
              </a:blipFill>
            </p:spPr>
            <p:txBody>
              <a:bodyPr wrap="square" lIns="0" tIns="0" rIns="0" bIns="0" rtlCol="0"/>
              <a:lstStyle/>
              <a:p>
                <a:endParaRPr sz="2000"/>
              </a:p>
            </p:txBody>
          </p:sp>
          <p:sp>
            <p:nvSpPr>
              <p:cNvPr id="813" name="object 327">
                <a:extLst>
                  <a:ext uri="{FF2B5EF4-FFF2-40B4-BE49-F238E27FC236}">
                    <a16:creationId xmlns:a16="http://schemas.microsoft.com/office/drawing/2014/main" id="{B66764E2-6EB5-460A-B3BD-31DF35E6EFC2}"/>
                  </a:ext>
                </a:extLst>
              </p:cNvPr>
              <p:cNvSpPr/>
              <p:nvPr/>
            </p:nvSpPr>
            <p:spPr>
              <a:xfrm>
                <a:off x="4241292" y="44653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4" name="object 328">
                <a:extLst>
                  <a:ext uri="{FF2B5EF4-FFF2-40B4-BE49-F238E27FC236}">
                    <a16:creationId xmlns:a16="http://schemas.microsoft.com/office/drawing/2014/main" id="{36A40B83-61BE-4AD3-BE88-C0E2687346DF}"/>
                  </a:ext>
                </a:extLst>
              </p:cNvPr>
              <p:cNvSpPr/>
              <p:nvPr/>
            </p:nvSpPr>
            <p:spPr>
              <a:xfrm>
                <a:off x="4241292" y="4550661"/>
                <a:ext cx="92962" cy="86870"/>
              </a:xfrm>
              <a:prstGeom prst="rect">
                <a:avLst/>
              </a:prstGeom>
              <a:blipFill>
                <a:blip r:embed="rId58" cstate="print"/>
                <a:stretch>
                  <a:fillRect/>
                </a:stretch>
              </a:blipFill>
            </p:spPr>
            <p:txBody>
              <a:bodyPr wrap="square" lIns="0" tIns="0" rIns="0" bIns="0" rtlCol="0"/>
              <a:lstStyle/>
              <a:p>
                <a:endParaRPr sz="2000"/>
              </a:p>
            </p:txBody>
          </p:sp>
          <p:sp>
            <p:nvSpPr>
              <p:cNvPr id="815" name="object 329">
                <a:extLst>
                  <a:ext uri="{FF2B5EF4-FFF2-40B4-BE49-F238E27FC236}">
                    <a16:creationId xmlns:a16="http://schemas.microsoft.com/office/drawing/2014/main" id="{0A36E0AC-F250-4A86-9B22-4A1965EAE256}"/>
                  </a:ext>
                </a:extLst>
              </p:cNvPr>
              <p:cNvSpPr/>
              <p:nvPr/>
            </p:nvSpPr>
            <p:spPr>
              <a:xfrm>
                <a:off x="4241292" y="4550661"/>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grpSp>
        <p:grpSp>
          <p:nvGrpSpPr>
            <p:cNvPr id="816" name="object 330">
              <a:extLst>
                <a:ext uri="{FF2B5EF4-FFF2-40B4-BE49-F238E27FC236}">
                  <a16:creationId xmlns:a16="http://schemas.microsoft.com/office/drawing/2014/main" id="{1852AE2E-30FF-4B9D-BD15-8B2915C2AF91}"/>
                </a:ext>
              </a:extLst>
            </p:cNvPr>
            <p:cNvGrpSpPr/>
            <p:nvPr/>
          </p:nvGrpSpPr>
          <p:grpSpPr>
            <a:xfrm>
              <a:off x="4093618" y="4392997"/>
              <a:ext cx="219428" cy="393700"/>
              <a:chOff x="3568953" y="3968243"/>
              <a:chExt cx="197485" cy="354330"/>
            </a:xfrm>
          </p:grpSpPr>
          <p:sp>
            <p:nvSpPr>
              <p:cNvPr id="817" name="object 331">
                <a:extLst>
                  <a:ext uri="{FF2B5EF4-FFF2-40B4-BE49-F238E27FC236}">
                    <a16:creationId xmlns:a16="http://schemas.microsoft.com/office/drawing/2014/main" id="{1D1D0735-19A7-4E57-8167-7FB0818341ED}"/>
                  </a:ext>
                </a:extLst>
              </p:cNvPr>
              <p:cNvSpPr/>
              <p:nvPr/>
            </p:nvSpPr>
            <p:spPr>
              <a:xfrm>
                <a:off x="3575303" y="3974593"/>
                <a:ext cx="91440" cy="85342"/>
              </a:xfrm>
              <a:prstGeom prst="rect">
                <a:avLst/>
              </a:prstGeom>
              <a:blipFill>
                <a:blip r:embed="rId59" cstate="print"/>
                <a:stretch>
                  <a:fillRect/>
                </a:stretch>
              </a:blipFill>
            </p:spPr>
            <p:txBody>
              <a:bodyPr wrap="square" lIns="0" tIns="0" rIns="0" bIns="0" rtlCol="0"/>
              <a:lstStyle/>
              <a:p>
                <a:endParaRPr sz="2000"/>
              </a:p>
            </p:txBody>
          </p:sp>
          <p:sp>
            <p:nvSpPr>
              <p:cNvPr id="818" name="object 332">
                <a:extLst>
                  <a:ext uri="{FF2B5EF4-FFF2-40B4-BE49-F238E27FC236}">
                    <a16:creationId xmlns:a16="http://schemas.microsoft.com/office/drawing/2014/main" id="{1EE4BB3D-8B1A-484C-B28D-D318CD34CBE1}"/>
                  </a:ext>
                </a:extLst>
              </p:cNvPr>
              <p:cNvSpPr/>
              <p:nvPr/>
            </p:nvSpPr>
            <p:spPr>
              <a:xfrm>
                <a:off x="3575303" y="39745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9" name="object 333">
                <a:extLst>
                  <a:ext uri="{FF2B5EF4-FFF2-40B4-BE49-F238E27FC236}">
                    <a16:creationId xmlns:a16="http://schemas.microsoft.com/office/drawing/2014/main" id="{A8954B1C-AD9A-4894-9603-64AC433B9723}"/>
                  </a:ext>
                </a:extLst>
              </p:cNvPr>
              <p:cNvSpPr/>
              <p:nvPr/>
            </p:nvSpPr>
            <p:spPr>
              <a:xfrm>
                <a:off x="3575303" y="4059937"/>
                <a:ext cx="91440" cy="85342"/>
              </a:xfrm>
              <a:prstGeom prst="rect">
                <a:avLst/>
              </a:prstGeom>
              <a:blipFill>
                <a:blip r:embed="rId60" cstate="print"/>
                <a:stretch>
                  <a:fillRect/>
                </a:stretch>
              </a:blipFill>
            </p:spPr>
            <p:txBody>
              <a:bodyPr wrap="square" lIns="0" tIns="0" rIns="0" bIns="0" rtlCol="0"/>
              <a:lstStyle/>
              <a:p>
                <a:endParaRPr sz="2000"/>
              </a:p>
            </p:txBody>
          </p:sp>
          <p:sp>
            <p:nvSpPr>
              <p:cNvPr id="820" name="object 334">
                <a:extLst>
                  <a:ext uri="{FF2B5EF4-FFF2-40B4-BE49-F238E27FC236}">
                    <a16:creationId xmlns:a16="http://schemas.microsoft.com/office/drawing/2014/main" id="{4D0CB639-D1E7-48DD-A8C5-51313214E571}"/>
                  </a:ext>
                </a:extLst>
              </p:cNvPr>
              <p:cNvSpPr/>
              <p:nvPr/>
            </p:nvSpPr>
            <p:spPr>
              <a:xfrm>
                <a:off x="3575303" y="40599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1" name="object 335">
                <a:extLst>
                  <a:ext uri="{FF2B5EF4-FFF2-40B4-BE49-F238E27FC236}">
                    <a16:creationId xmlns:a16="http://schemas.microsoft.com/office/drawing/2014/main" id="{E942755F-BC1B-4FFC-ACC6-F781B528EB40}"/>
                  </a:ext>
                </a:extLst>
              </p:cNvPr>
              <p:cNvSpPr/>
              <p:nvPr/>
            </p:nvSpPr>
            <p:spPr>
              <a:xfrm>
                <a:off x="3575303" y="4145281"/>
                <a:ext cx="91440" cy="85342"/>
              </a:xfrm>
              <a:prstGeom prst="rect">
                <a:avLst/>
              </a:prstGeom>
              <a:blipFill>
                <a:blip r:embed="rId61" cstate="print"/>
                <a:stretch>
                  <a:fillRect/>
                </a:stretch>
              </a:blipFill>
            </p:spPr>
            <p:txBody>
              <a:bodyPr wrap="square" lIns="0" tIns="0" rIns="0" bIns="0" rtlCol="0"/>
              <a:lstStyle/>
              <a:p>
                <a:endParaRPr sz="2000"/>
              </a:p>
            </p:txBody>
          </p:sp>
          <p:sp>
            <p:nvSpPr>
              <p:cNvPr id="822" name="object 336">
                <a:extLst>
                  <a:ext uri="{FF2B5EF4-FFF2-40B4-BE49-F238E27FC236}">
                    <a16:creationId xmlns:a16="http://schemas.microsoft.com/office/drawing/2014/main" id="{182D3808-3302-400F-B953-B62B40C7FD51}"/>
                  </a:ext>
                </a:extLst>
              </p:cNvPr>
              <p:cNvSpPr/>
              <p:nvPr/>
            </p:nvSpPr>
            <p:spPr>
              <a:xfrm>
                <a:off x="3575303" y="41452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3" name="object 337">
                <a:extLst>
                  <a:ext uri="{FF2B5EF4-FFF2-40B4-BE49-F238E27FC236}">
                    <a16:creationId xmlns:a16="http://schemas.microsoft.com/office/drawing/2014/main" id="{D40A6F03-C713-4DBF-A7A9-DC2A20DCB676}"/>
                  </a:ext>
                </a:extLst>
              </p:cNvPr>
              <p:cNvSpPr/>
              <p:nvPr/>
            </p:nvSpPr>
            <p:spPr>
              <a:xfrm>
                <a:off x="3575303" y="4230625"/>
                <a:ext cx="91440" cy="85342"/>
              </a:xfrm>
              <a:prstGeom prst="rect">
                <a:avLst/>
              </a:prstGeom>
              <a:blipFill>
                <a:blip r:embed="rId62" cstate="print"/>
                <a:stretch>
                  <a:fillRect/>
                </a:stretch>
              </a:blipFill>
            </p:spPr>
            <p:txBody>
              <a:bodyPr wrap="square" lIns="0" tIns="0" rIns="0" bIns="0" rtlCol="0"/>
              <a:lstStyle/>
              <a:p>
                <a:endParaRPr sz="2000"/>
              </a:p>
            </p:txBody>
          </p:sp>
          <p:sp>
            <p:nvSpPr>
              <p:cNvPr id="824" name="object 338">
                <a:extLst>
                  <a:ext uri="{FF2B5EF4-FFF2-40B4-BE49-F238E27FC236}">
                    <a16:creationId xmlns:a16="http://schemas.microsoft.com/office/drawing/2014/main" id="{EF76835F-CAD2-43F5-BC1F-BC8BED9D425C}"/>
                  </a:ext>
                </a:extLst>
              </p:cNvPr>
              <p:cNvSpPr/>
              <p:nvPr/>
            </p:nvSpPr>
            <p:spPr>
              <a:xfrm>
                <a:off x="3575303" y="42306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5" name="object 339">
                <a:extLst>
                  <a:ext uri="{FF2B5EF4-FFF2-40B4-BE49-F238E27FC236}">
                    <a16:creationId xmlns:a16="http://schemas.microsoft.com/office/drawing/2014/main" id="{3EC027B2-5B2F-455B-AB44-1F8DF6F675CC}"/>
                  </a:ext>
                </a:extLst>
              </p:cNvPr>
              <p:cNvSpPr/>
              <p:nvPr/>
            </p:nvSpPr>
            <p:spPr>
              <a:xfrm>
                <a:off x="3666743" y="3974593"/>
                <a:ext cx="92962" cy="85342"/>
              </a:xfrm>
              <a:prstGeom prst="rect">
                <a:avLst/>
              </a:prstGeom>
              <a:blipFill>
                <a:blip r:embed="rId63" cstate="print"/>
                <a:stretch>
                  <a:fillRect/>
                </a:stretch>
              </a:blipFill>
            </p:spPr>
            <p:txBody>
              <a:bodyPr wrap="square" lIns="0" tIns="0" rIns="0" bIns="0" rtlCol="0"/>
              <a:lstStyle/>
              <a:p>
                <a:endParaRPr sz="2000"/>
              </a:p>
            </p:txBody>
          </p:sp>
          <p:sp>
            <p:nvSpPr>
              <p:cNvPr id="826" name="object 340">
                <a:extLst>
                  <a:ext uri="{FF2B5EF4-FFF2-40B4-BE49-F238E27FC236}">
                    <a16:creationId xmlns:a16="http://schemas.microsoft.com/office/drawing/2014/main" id="{9B4BC980-FFEE-4DF4-A31A-1DEDF368FFD9}"/>
                  </a:ext>
                </a:extLst>
              </p:cNvPr>
              <p:cNvSpPr/>
              <p:nvPr/>
            </p:nvSpPr>
            <p:spPr>
              <a:xfrm>
                <a:off x="3666743" y="397459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7" name="object 341">
                <a:extLst>
                  <a:ext uri="{FF2B5EF4-FFF2-40B4-BE49-F238E27FC236}">
                    <a16:creationId xmlns:a16="http://schemas.microsoft.com/office/drawing/2014/main" id="{C004BBEB-7828-482E-873F-FFC0948B7120}"/>
                  </a:ext>
                </a:extLst>
              </p:cNvPr>
              <p:cNvSpPr/>
              <p:nvPr/>
            </p:nvSpPr>
            <p:spPr>
              <a:xfrm>
                <a:off x="3666743" y="4059937"/>
                <a:ext cx="92962" cy="85342"/>
              </a:xfrm>
              <a:prstGeom prst="rect">
                <a:avLst/>
              </a:prstGeom>
              <a:blipFill>
                <a:blip r:embed="rId64" cstate="print"/>
                <a:stretch>
                  <a:fillRect/>
                </a:stretch>
              </a:blipFill>
            </p:spPr>
            <p:txBody>
              <a:bodyPr wrap="square" lIns="0" tIns="0" rIns="0" bIns="0" rtlCol="0"/>
              <a:lstStyle/>
              <a:p>
                <a:endParaRPr sz="2000"/>
              </a:p>
            </p:txBody>
          </p:sp>
          <p:sp>
            <p:nvSpPr>
              <p:cNvPr id="828" name="object 342">
                <a:extLst>
                  <a:ext uri="{FF2B5EF4-FFF2-40B4-BE49-F238E27FC236}">
                    <a16:creationId xmlns:a16="http://schemas.microsoft.com/office/drawing/2014/main" id="{4C69AFCB-2463-4542-BC81-258CB2C44F13}"/>
                  </a:ext>
                </a:extLst>
              </p:cNvPr>
              <p:cNvSpPr/>
              <p:nvPr/>
            </p:nvSpPr>
            <p:spPr>
              <a:xfrm>
                <a:off x="3666743" y="405993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9" name="object 343">
                <a:extLst>
                  <a:ext uri="{FF2B5EF4-FFF2-40B4-BE49-F238E27FC236}">
                    <a16:creationId xmlns:a16="http://schemas.microsoft.com/office/drawing/2014/main" id="{F30EB7E1-D3F6-47C7-BDED-3A1547E8C667}"/>
                  </a:ext>
                </a:extLst>
              </p:cNvPr>
              <p:cNvSpPr/>
              <p:nvPr/>
            </p:nvSpPr>
            <p:spPr>
              <a:xfrm>
                <a:off x="3666743" y="4145281"/>
                <a:ext cx="92962" cy="85342"/>
              </a:xfrm>
              <a:prstGeom prst="rect">
                <a:avLst/>
              </a:prstGeom>
              <a:blipFill>
                <a:blip r:embed="rId65" cstate="print"/>
                <a:stretch>
                  <a:fillRect/>
                </a:stretch>
              </a:blipFill>
            </p:spPr>
            <p:txBody>
              <a:bodyPr wrap="square" lIns="0" tIns="0" rIns="0" bIns="0" rtlCol="0"/>
              <a:lstStyle/>
              <a:p>
                <a:endParaRPr sz="2000"/>
              </a:p>
            </p:txBody>
          </p:sp>
          <p:sp>
            <p:nvSpPr>
              <p:cNvPr id="830" name="object 344">
                <a:extLst>
                  <a:ext uri="{FF2B5EF4-FFF2-40B4-BE49-F238E27FC236}">
                    <a16:creationId xmlns:a16="http://schemas.microsoft.com/office/drawing/2014/main" id="{EA67AA75-4C0A-4414-B7E0-222EF3286BC7}"/>
                  </a:ext>
                </a:extLst>
              </p:cNvPr>
              <p:cNvSpPr/>
              <p:nvPr/>
            </p:nvSpPr>
            <p:spPr>
              <a:xfrm>
                <a:off x="3666743" y="414528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31" name="object 345">
                <a:extLst>
                  <a:ext uri="{FF2B5EF4-FFF2-40B4-BE49-F238E27FC236}">
                    <a16:creationId xmlns:a16="http://schemas.microsoft.com/office/drawing/2014/main" id="{6B30D367-CF9A-47B5-9C9C-63322247DC41}"/>
                  </a:ext>
                </a:extLst>
              </p:cNvPr>
              <p:cNvSpPr/>
              <p:nvPr/>
            </p:nvSpPr>
            <p:spPr>
              <a:xfrm>
                <a:off x="3666743" y="4230625"/>
                <a:ext cx="92962" cy="85342"/>
              </a:xfrm>
              <a:prstGeom prst="rect">
                <a:avLst/>
              </a:prstGeom>
              <a:blipFill>
                <a:blip r:embed="rId66" cstate="print"/>
                <a:stretch>
                  <a:fillRect/>
                </a:stretch>
              </a:blipFill>
            </p:spPr>
            <p:txBody>
              <a:bodyPr wrap="square" lIns="0" tIns="0" rIns="0" bIns="0" rtlCol="0"/>
              <a:lstStyle/>
              <a:p>
                <a:endParaRPr sz="2000"/>
              </a:p>
            </p:txBody>
          </p:sp>
          <p:sp>
            <p:nvSpPr>
              <p:cNvPr id="832" name="object 346">
                <a:extLst>
                  <a:ext uri="{FF2B5EF4-FFF2-40B4-BE49-F238E27FC236}">
                    <a16:creationId xmlns:a16="http://schemas.microsoft.com/office/drawing/2014/main" id="{459B9DBF-1FE3-4BC8-81B4-77D250442F55}"/>
                  </a:ext>
                </a:extLst>
              </p:cNvPr>
              <p:cNvSpPr/>
              <p:nvPr/>
            </p:nvSpPr>
            <p:spPr>
              <a:xfrm>
                <a:off x="3666743" y="423062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833" name="object 347">
              <a:extLst>
                <a:ext uri="{FF2B5EF4-FFF2-40B4-BE49-F238E27FC236}">
                  <a16:creationId xmlns:a16="http://schemas.microsoft.com/office/drawing/2014/main" id="{28274609-B818-4316-999E-F6C2B778BA28}"/>
                </a:ext>
              </a:extLst>
            </p:cNvPr>
            <p:cNvSpPr txBox="1"/>
            <p:nvPr/>
          </p:nvSpPr>
          <p:spPr>
            <a:xfrm>
              <a:off x="4729748" y="4062514"/>
              <a:ext cx="270933"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dX</a:t>
              </a:r>
              <a:endParaRPr sz="1556">
                <a:latin typeface="Arial"/>
                <a:cs typeface="Arial"/>
              </a:endParaRPr>
            </a:p>
          </p:txBody>
        </p:sp>
        <p:sp>
          <p:nvSpPr>
            <p:cNvPr id="834" name="object 348">
              <a:extLst>
                <a:ext uri="{FF2B5EF4-FFF2-40B4-BE49-F238E27FC236}">
                  <a16:creationId xmlns:a16="http://schemas.microsoft.com/office/drawing/2014/main" id="{3AB2C1A2-BCE5-4787-B85B-B9C140E2A0D7}"/>
                </a:ext>
              </a:extLst>
            </p:cNvPr>
            <p:cNvSpPr txBox="1"/>
            <p:nvPr/>
          </p:nvSpPr>
          <p:spPr>
            <a:xfrm>
              <a:off x="4077813" y="4070700"/>
              <a:ext cx="270933"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dY</a:t>
              </a:r>
              <a:endParaRPr sz="1556">
                <a:latin typeface="Arial"/>
                <a:cs typeface="Arial"/>
              </a:endParaRPr>
            </a:p>
          </p:txBody>
        </p:sp>
        <p:sp>
          <p:nvSpPr>
            <p:cNvPr id="835" name="object 349">
              <a:extLst>
                <a:ext uri="{FF2B5EF4-FFF2-40B4-BE49-F238E27FC236}">
                  <a16:creationId xmlns:a16="http://schemas.microsoft.com/office/drawing/2014/main" id="{E1079AD0-33C0-4D92-A998-7F221272BAB7}"/>
                </a:ext>
              </a:extLst>
            </p:cNvPr>
            <p:cNvSpPr txBox="1"/>
            <p:nvPr/>
          </p:nvSpPr>
          <p:spPr>
            <a:xfrm>
              <a:off x="3372257" y="4036832"/>
              <a:ext cx="383822" cy="253610"/>
            </a:xfrm>
            <a:prstGeom prst="rect">
              <a:avLst/>
            </a:prstGeom>
          </p:spPr>
          <p:txBody>
            <a:bodyPr vert="horz" wrap="square" lIns="0" tIns="14111" rIns="0" bIns="0" rtlCol="0">
              <a:spAutoFit/>
            </a:bodyPr>
            <a:lstStyle/>
            <a:p>
              <a:pPr marL="42333">
                <a:spcBef>
                  <a:spcPts val="111"/>
                </a:spcBef>
              </a:pPr>
              <a:r>
                <a:rPr sz="2333" i="1" baseline="-15873" dirty="0">
                  <a:latin typeface="Arial"/>
                  <a:cs typeface="Arial"/>
                </a:rPr>
                <a:t>W</a:t>
              </a:r>
              <a:r>
                <a:rPr sz="2333" i="1" spc="-350" baseline="-15873" dirty="0">
                  <a:latin typeface="Arial"/>
                  <a:cs typeface="Arial"/>
                </a:rPr>
                <a:t> </a:t>
              </a:r>
              <a:r>
                <a:rPr sz="1000" spc="22" dirty="0">
                  <a:latin typeface="Arial"/>
                  <a:cs typeface="Arial"/>
                </a:rPr>
                <a:t>T</a:t>
              </a:r>
              <a:endParaRPr sz="1000">
                <a:latin typeface="Arial"/>
                <a:cs typeface="Arial"/>
              </a:endParaRPr>
            </a:p>
          </p:txBody>
        </p:sp>
        <p:sp>
          <p:nvSpPr>
            <p:cNvPr id="836" name="object 350">
              <a:extLst>
                <a:ext uri="{FF2B5EF4-FFF2-40B4-BE49-F238E27FC236}">
                  <a16:creationId xmlns:a16="http://schemas.microsoft.com/office/drawing/2014/main" id="{5A47198B-6982-4E82-8259-7AC145B171CD}"/>
                </a:ext>
              </a:extLst>
            </p:cNvPr>
            <p:cNvSpPr txBox="1"/>
            <p:nvPr/>
          </p:nvSpPr>
          <p:spPr>
            <a:xfrm>
              <a:off x="526500" y="4389043"/>
              <a:ext cx="1956494" cy="506691"/>
            </a:xfrm>
            <a:prstGeom prst="rect">
              <a:avLst/>
            </a:prstGeom>
          </p:spPr>
          <p:txBody>
            <a:bodyPr vert="horz" wrap="square" lIns="0" tIns="14111" rIns="0" bIns="0" rtlCol="0">
              <a:spAutoFit/>
            </a:bodyPr>
            <a:lstStyle/>
            <a:p>
              <a:pPr marL="14111">
                <a:spcBef>
                  <a:spcPts val="111"/>
                </a:spcBef>
              </a:pPr>
              <a:r>
                <a:rPr lang="en-US" sz="1600" b="1" dirty="0">
                  <a:solidFill>
                    <a:srgbClr val="0070C0"/>
                  </a:solidFill>
                  <a:latin typeface="Arial"/>
                  <a:cs typeface="Arial"/>
                </a:rPr>
                <a:t>2, </a:t>
              </a:r>
              <a:r>
                <a:rPr sz="1600" b="1" dirty="0">
                  <a:solidFill>
                    <a:srgbClr val="0070C0"/>
                  </a:solidFill>
                  <a:latin typeface="Arial"/>
                  <a:cs typeface="Arial"/>
                </a:rPr>
                <a:t>Backward</a:t>
              </a:r>
              <a:r>
                <a:rPr sz="1600" b="1" spc="-72" dirty="0">
                  <a:solidFill>
                    <a:srgbClr val="0070C0"/>
                  </a:solidFill>
                  <a:latin typeface="Arial"/>
                  <a:cs typeface="Arial"/>
                </a:rPr>
                <a:t> </a:t>
              </a:r>
              <a:r>
                <a:rPr sz="1600" b="1" dirty="0">
                  <a:solidFill>
                    <a:srgbClr val="0070C0"/>
                  </a:solidFill>
                  <a:latin typeface="Arial"/>
                  <a:cs typeface="Arial"/>
                </a:rPr>
                <a:t>Pass:</a:t>
              </a:r>
              <a:endParaRPr sz="1600" dirty="0">
                <a:solidFill>
                  <a:srgbClr val="0070C0"/>
                </a:solidFill>
                <a:latin typeface="Arial"/>
                <a:cs typeface="Arial"/>
              </a:endParaRPr>
            </a:p>
            <a:p>
              <a:pPr marL="14111">
                <a:spcBef>
                  <a:spcPts val="6"/>
                </a:spcBef>
              </a:pPr>
              <a:r>
                <a:rPr sz="1600" spc="-6" dirty="0">
                  <a:solidFill>
                    <a:srgbClr val="0070C0"/>
                  </a:solidFill>
                  <a:latin typeface="Arial"/>
                  <a:cs typeface="Arial"/>
                </a:rPr>
                <a:t>activation</a:t>
              </a:r>
              <a:r>
                <a:rPr sz="1600" spc="-67" dirty="0">
                  <a:solidFill>
                    <a:srgbClr val="0070C0"/>
                  </a:solidFill>
                  <a:latin typeface="Arial"/>
                  <a:cs typeface="Arial"/>
                </a:rPr>
                <a:t> </a:t>
              </a:r>
              <a:r>
                <a:rPr sz="1600" dirty="0">
                  <a:solidFill>
                    <a:srgbClr val="0070C0"/>
                  </a:solidFill>
                  <a:latin typeface="Arial"/>
                  <a:cs typeface="Arial"/>
                </a:rPr>
                <a:t>gradients</a:t>
              </a:r>
            </a:p>
          </p:txBody>
        </p:sp>
      </p:grpSp>
      <p:grpSp>
        <p:nvGrpSpPr>
          <p:cNvPr id="6" name="组合 5">
            <a:extLst>
              <a:ext uri="{FF2B5EF4-FFF2-40B4-BE49-F238E27FC236}">
                <a16:creationId xmlns:a16="http://schemas.microsoft.com/office/drawing/2014/main" id="{B1747F48-B1AC-4728-8B4B-73E4F4DD33D7}"/>
              </a:ext>
            </a:extLst>
          </p:cNvPr>
          <p:cNvGrpSpPr/>
          <p:nvPr/>
        </p:nvGrpSpPr>
        <p:grpSpPr>
          <a:xfrm>
            <a:off x="539903" y="5562079"/>
            <a:ext cx="5532373" cy="749974"/>
            <a:chOff x="539903" y="5562079"/>
            <a:chExt cx="5532373" cy="749974"/>
          </a:xfrm>
        </p:grpSpPr>
        <p:sp>
          <p:nvSpPr>
            <p:cNvPr id="837" name="object 356">
              <a:extLst>
                <a:ext uri="{FF2B5EF4-FFF2-40B4-BE49-F238E27FC236}">
                  <a16:creationId xmlns:a16="http://schemas.microsoft.com/office/drawing/2014/main" id="{140A17A0-6998-4F58-9BEA-B1145BA73121}"/>
                </a:ext>
              </a:extLst>
            </p:cNvPr>
            <p:cNvSpPr txBox="1"/>
            <p:nvPr/>
          </p:nvSpPr>
          <p:spPr>
            <a:xfrm>
              <a:off x="539903" y="5879747"/>
              <a:ext cx="1765343" cy="260470"/>
            </a:xfrm>
            <a:prstGeom prst="rect">
              <a:avLst/>
            </a:prstGeom>
          </p:spPr>
          <p:txBody>
            <a:bodyPr vert="horz" wrap="square" lIns="0" tIns="14111" rIns="0" bIns="0" rtlCol="0">
              <a:spAutoFit/>
            </a:bodyPr>
            <a:lstStyle/>
            <a:p>
              <a:pPr marL="14111">
                <a:spcBef>
                  <a:spcPts val="111"/>
                </a:spcBef>
              </a:pPr>
              <a:r>
                <a:rPr lang="en-US" sz="1600" b="1" spc="-6" dirty="0">
                  <a:solidFill>
                    <a:srgbClr val="00B050"/>
                  </a:solidFill>
                  <a:latin typeface="Arial"/>
                  <a:cs typeface="Arial"/>
                </a:rPr>
                <a:t>3, </a:t>
              </a:r>
              <a:r>
                <a:rPr sz="1600" b="1" spc="-6" dirty="0">
                  <a:solidFill>
                    <a:srgbClr val="00B050"/>
                  </a:solidFill>
                  <a:latin typeface="Arial"/>
                  <a:cs typeface="Arial"/>
                </a:rPr>
                <a:t>Weight</a:t>
              </a:r>
              <a:r>
                <a:rPr sz="1600" b="1" spc="-78" dirty="0">
                  <a:solidFill>
                    <a:srgbClr val="00B050"/>
                  </a:solidFill>
                  <a:latin typeface="Arial"/>
                  <a:cs typeface="Arial"/>
                </a:rPr>
                <a:t> </a:t>
              </a:r>
              <a:r>
                <a:rPr sz="1600" b="1" spc="-6" dirty="0">
                  <a:solidFill>
                    <a:srgbClr val="00B050"/>
                  </a:solidFill>
                  <a:latin typeface="Arial"/>
                  <a:cs typeface="Arial"/>
                </a:rPr>
                <a:t>update:</a:t>
              </a:r>
              <a:endParaRPr sz="1600" dirty="0">
                <a:solidFill>
                  <a:srgbClr val="00B050"/>
                </a:solidFill>
                <a:latin typeface="Arial"/>
                <a:cs typeface="Arial"/>
              </a:endParaRPr>
            </a:p>
          </p:txBody>
        </p:sp>
        <p:grpSp>
          <p:nvGrpSpPr>
            <p:cNvPr id="838" name="object 357">
              <a:extLst>
                <a:ext uri="{FF2B5EF4-FFF2-40B4-BE49-F238E27FC236}">
                  <a16:creationId xmlns:a16="http://schemas.microsoft.com/office/drawing/2014/main" id="{D4B25282-A451-43AF-8784-E6435890ED25}"/>
                </a:ext>
              </a:extLst>
            </p:cNvPr>
            <p:cNvGrpSpPr/>
            <p:nvPr/>
          </p:nvGrpSpPr>
          <p:grpSpPr>
            <a:xfrm>
              <a:off x="2320553" y="5916942"/>
              <a:ext cx="829028" cy="395111"/>
              <a:chOff x="1961133" y="5521196"/>
              <a:chExt cx="746125" cy="355600"/>
            </a:xfrm>
          </p:grpSpPr>
          <p:sp>
            <p:nvSpPr>
              <p:cNvPr id="839" name="object 358">
                <a:extLst>
                  <a:ext uri="{FF2B5EF4-FFF2-40B4-BE49-F238E27FC236}">
                    <a16:creationId xmlns:a16="http://schemas.microsoft.com/office/drawing/2014/main" id="{73F520FA-CD74-415C-A00C-77A51109AD05}"/>
                  </a:ext>
                </a:extLst>
              </p:cNvPr>
              <p:cNvSpPr/>
              <p:nvPr/>
            </p:nvSpPr>
            <p:spPr>
              <a:xfrm>
                <a:off x="2334767" y="552754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840" name="object 359">
                <a:extLst>
                  <a:ext uri="{FF2B5EF4-FFF2-40B4-BE49-F238E27FC236}">
                    <a16:creationId xmlns:a16="http://schemas.microsoft.com/office/drawing/2014/main" id="{10613656-C29D-4C73-A803-836CC1F20884}"/>
                  </a:ext>
                </a:extLst>
              </p:cNvPr>
              <p:cNvSpPr/>
              <p:nvPr/>
            </p:nvSpPr>
            <p:spPr>
              <a:xfrm>
                <a:off x="2334767"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41" name="object 360">
                <a:extLst>
                  <a:ext uri="{FF2B5EF4-FFF2-40B4-BE49-F238E27FC236}">
                    <a16:creationId xmlns:a16="http://schemas.microsoft.com/office/drawing/2014/main" id="{1E00A96D-82FF-43A7-9D0F-368BA53A3D25}"/>
                  </a:ext>
                </a:extLst>
              </p:cNvPr>
              <p:cNvSpPr/>
              <p:nvPr/>
            </p:nvSpPr>
            <p:spPr>
              <a:xfrm>
                <a:off x="2334767" y="561289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42" name="object 361">
                <a:extLst>
                  <a:ext uri="{FF2B5EF4-FFF2-40B4-BE49-F238E27FC236}">
                    <a16:creationId xmlns:a16="http://schemas.microsoft.com/office/drawing/2014/main" id="{893AA70C-DCBD-40AB-BE28-C2D86D13CCD2}"/>
                  </a:ext>
                </a:extLst>
              </p:cNvPr>
              <p:cNvSpPr/>
              <p:nvPr/>
            </p:nvSpPr>
            <p:spPr>
              <a:xfrm>
                <a:off x="2334767"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43" name="object 362">
                <a:extLst>
                  <a:ext uri="{FF2B5EF4-FFF2-40B4-BE49-F238E27FC236}">
                    <a16:creationId xmlns:a16="http://schemas.microsoft.com/office/drawing/2014/main" id="{97AE1EAF-68BC-4C55-8C4C-9FC0D83DA403}"/>
                  </a:ext>
                </a:extLst>
              </p:cNvPr>
              <p:cNvSpPr/>
              <p:nvPr/>
            </p:nvSpPr>
            <p:spPr>
              <a:xfrm>
                <a:off x="2334767" y="56982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44" name="object 363">
                <a:extLst>
                  <a:ext uri="{FF2B5EF4-FFF2-40B4-BE49-F238E27FC236}">
                    <a16:creationId xmlns:a16="http://schemas.microsoft.com/office/drawing/2014/main" id="{5DE949B8-D721-4C3A-A733-8E14C00E285A}"/>
                  </a:ext>
                </a:extLst>
              </p:cNvPr>
              <p:cNvSpPr/>
              <p:nvPr/>
            </p:nvSpPr>
            <p:spPr>
              <a:xfrm>
                <a:off x="2334767" y="56982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45" name="object 364">
                <a:extLst>
                  <a:ext uri="{FF2B5EF4-FFF2-40B4-BE49-F238E27FC236}">
                    <a16:creationId xmlns:a16="http://schemas.microsoft.com/office/drawing/2014/main" id="{1BD6CB50-B4B1-4575-BFCE-B22C19F21894}"/>
                  </a:ext>
                </a:extLst>
              </p:cNvPr>
              <p:cNvSpPr/>
              <p:nvPr/>
            </p:nvSpPr>
            <p:spPr>
              <a:xfrm>
                <a:off x="2334767" y="5783579"/>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846" name="object 365">
                <a:extLst>
                  <a:ext uri="{FF2B5EF4-FFF2-40B4-BE49-F238E27FC236}">
                    <a16:creationId xmlns:a16="http://schemas.microsoft.com/office/drawing/2014/main" id="{86A10A4F-9186-49A5-B058-DE7A4F14BAB8}"/>
                  </a:ext>
                </a:extLst>
              </p:cNvPr>
              <p:cNvSpPr/>
              <p:nvPr/>
            </p:nvSpPr>
            <p:spPr>
              <a:xfrm>
                <a:off x="2334767" y="5783579"/>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47" name="object 366">
                <a:extLst>
                  <a:ext uri="{FF2B5EF4-FFF2-40B4-BE49-F238E27FC236}">
                    <a16:creationId xmlns:a16="http://schemas.microsoft.com/office/drawing/2014/main" id="{665C244C-3D76-4FB0-A9DD-C135A16772F8}"/>
                  </a:ext>
                </a:extLst>
              </p:cNvPr>
              <p:cNvSpPr/>
              <p:nvPr/>
            </p:nvSpPr>
            <p:spPr>
              <a:xfrm>
                <a:off x="1967483" y="5527546"/>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848" name="object 367">
                <a:extLst>
                  <a:ext uri="{FF2B5EF4-FFF2-40B4-BE49-F238E27FC236}">
                    <a16:creationId xmlns:a16="http://schemas.microsoft.com/office/drawing/2014/main" id="{94928F04-5BC2-47E3-94FD-1584B38B8FC3}"/>
                  </a:ext>
                </a:extLst>
              </p:cNvPr>
              <p:cNvSpPr/>
              <p:nvPr/>
            </p:nvSpPr>
            <p:spPr>
              <a:xfrm>
                <a:off x="1967483" y="5527546"/>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49" name="object 368">
                <a:extLst>
                  <a:ext uri="{FF2B5EF4-FFF2-40B4-BE49-F238E27FC236}">
                    <a16:creationId xmlns:a16="http://schemas.microsoft.com/office/drawing/2014/main" id="{E1207D4B-CAB1-4FFE-8258-C0F0DE0858D4}"/>
                  </a:ext>
                </a:extLst>
              </p:cNvPr>
              <p:cNvSpPr/>
              <p:nvPr/>
            </p:nvSpPr>
            <p:spPr>
              <a:xfrm>
                <a:off x="2060447" y="552754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850" name="object 369">
                <a:extLst>
                  <a:ext uri="{FF2B5EF4-FFF2-40B4-BE49-F238E27FC236}">
                    <a16:creationId xmlns:a16="http://schemas.microsoft.com/office/drawing/2014/main" id="{F8B8A279-6C68-40C2-879B-C099F48C0383}"/>
                  </a:ext>
                </a:extLst>
              </p:cNvPr>
              <p:cNvSpPr/>
              <p:nvPr/>
            </p:nvSpPr>
            <p:spPr>
              <a:xfrm>
                <a:off x="2060447"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51" name="object 370">
                <a:extLst>
                  <a:ext uri="{FF2B5EF4-FFF2-40B4-BE49-F238E27FC236}">
                    <a16:creationId xmlns:a16="http://schemas.microsoft.com/office/drawing/2014/main" id="{1BF956CE-1C1A-4C04-94B7-D056369ABEED}"/>
                  </a:ext>
                </a:extLst>
              </p:cNvPr>
              <p:cNvSpPr/>
              <p:nvPr/>
            </p:nvSpPr>
            <p:spPr>
              <a:xfrm>
                <a:off x="2151887" y="5527546"/>
                <a:ext cx="93345" cy="85725"/>
              </a:xfrm>
              <a:custGeom>
                <a:avLst/>
                <a:gdLst/>
                <a:ahLst/>
                <a:cxnLst/>
                <a:rect l="l" t="t" r="r" b="b"/>
                <a:pathLst>
                  <a:path w="93344" h="85725">
                    <a:moveTo>
                      <a:pt x="92967" y="0"/>
                    </a:moveTo>
                    <a:lnTo>
                      <a:pt x="0" y="0"/>
                    </a:lnTo>
                    <a:lnTo>
                      <a:pt x="0" y="85347"/>
                    </a:lnTo>
                    <a:lnTo>
                      <a:pt x="92967" y="85347"/>
                    </a:lnTo>
                    <a:lnTo>
                      <a:pt x="92967" y="0"/>
                    </a:lnTo>
                    <a:close/>
                  </a:path>
                </a:pathLst>
              </a:custGeom>
              <a:solidFill>
                <a:srgbClr val="E3C2F5"/>
              </a:solidFill>
            </p:spPr>
            <p:txBody>
              <a:bodyPr wrap="square" lIns="0" tIns="0" rIns="0" bIns="0" rtlCol="0"/>
              <a:lstStyle/>
              <a:p>
                <a:endParaRPr sz="2000"/>
              </a:p>
            </p:txBody>
          </p:sp>
          <p:sp>
            <p:nvSpPr>
              <p:cNvPr id="852" name="object 371">
                <a:extLst>
                  <a:ext uri="{FF2B5EF4-FFF2-40B4-BE49-F238E27FC236}">
                    <a16:creationId xmlns:a16="http://schemas.microsoft.com/office/drawing/2014/main" id="{0D116B18-DE58-4283-84C2-71CE36838E6C}"/>
                  </a:ext>
                </a:extLst>
              </p:cNvPr>
              <p:cNvSpPr/>
              <p:nvPr/>
            </p:nvSpPr>
            <p:spPr>
              <a:xfrm>
                <a:off x="2151887" y="5527546"/>
                <a:ext cx="93345" cy="85725"/>
              </a:xfrm>
              <a:custGeom>
                <a:avLst/>
                <a:gdLst/>
                <a:ahLst/>
                <a:cxnLst/>
                <a:rect l="l" t="t" r="r" b="b"/>
                <a:pathLst>
                  <a:path w="93344"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53" name="object 372">
                <a:extLst>
                  <a:ext uri="{FF2B5EF4-FFF2-40B4-BE49-F238E27FC236}">
                    <a16:creationId xmlns:a16="http://schemas.microsoft.com/office/drawing/2014/main" id="{FD0E6DB4-CC92-4876-9BA7-6FD17FD793DF}"/>
                  </a:ext>
                </a:extLst>
              </p:cNvPr>
              <p:cNvSpPr/>
              <p:nvPr/>
            </p:nvSpPr>
            <p:spPr>
              <a:xfrm>
                <a:off x="1967483" y="561289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854" name="object 373">
                <a:extLst>
                  <a:ext uri="{FF2B5EF4-FFF2-40B4-BE49-F238E27FC236}">
                    <a16:creationId xmlns:a16="http://schemas.microsoft.com/office/drawing/2014/main" id="{487B1DC9-1301-4C7C-99EA-8A4E5FCDB1E7}"/>
                  </a:ext>
                </a:extLst>
              </p:cNvPr>
              <p:cNvSpPr/>
              <p:nvPr/>
            </p:nvSpPr>
            <p:spPr>
              <a:xfrm>
                <a:off x="1967483" y="561289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5" name="object 374">
                <a:extLst>
                  <a:ext uri="{FF2B5EF4-FFF2-40B4-BE49-F238E27FC236}">
                    <a16:creationId xmlns:a16="http://schemas.microsoft.com/office/drawing/2014/main" id="{E4452351-306A-4B74-9E77-29BE0A6F9473}"/>
                  </a:ext>
                </a:extLst>
              </p:cNvPr>
              <p:cNvSpPr/>
              <p:nvPr/>
            </p:nvSpPr>
            <p:spPr>
              <a:xfrm>
                <a:off x="2060447" y="561289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56" name="object 375">
                <a:extLst>
                  <a:ext uri="{FF2B5EF4-FFF2-40B4-BE49-F238E27FC236}">
                    <a16:creationId xmlns:a16="http://schemas.microsoft.com/office/drawing/2014/main" id="{74A2A98E-6D68-4A48-80A9-A9588DF81B9F}"/>
                  </a:ext>
                </a:extLst>
              </p:cNvPr>
              <p:cNvSpPr/>
              <p:nvPr/>
            </p:nvSpPr>
            <p:spPr>
              <a:xfrm>
                <a:off x="2060447"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7" name="object 376">
                <a:extLst>
                  <a:ext uri="{FF2B5EF4-FFF2-40B4-BE49-F238E27FC236}">
                    <a16:creationId xmlns:a16="http://schemas.microsoft.com/office/drawing/2014/main" id="{7002F0B8-BFDA-47A2-B43B-58DC92E39079}"/>
                  </a:ext>
                </a:extLst>
              </p:cNvPr>
              <p:cNvSpPr/>
              <p:nvPr/>
            </p:nvSpPr>
            <p:spPr>
              <a:xfrm>
                <a:off x="2151887" y="561289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858" name="object 377">
                <a:extLst>
                  <a:ext uri="{FF2B5EF4-FFF2-40B4-BE49-F238E27FC236}">
                    <a16:creationId xmlns:a16="http://schemas.microsoft.com/office/drawing/2014/main" id="{EE99F794-708A-4ACA-97A8-07E3BC6D9884}"/>
                  </a:ext>
                </a:extLst>
              </p:cNvPr>
              <p:cNvSpPr/>
              <p:nvPr/>
            </p:nvSpPr>
            <p:spPr>
              <a:xfrm>
                <a:off x="2151887" y="561289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9" name="object 378">
                <a:extLst>
                  <a:ext uri="{FF2B5EF4-FFF2-40B4-BE49-F238E27FC236}">
                    <a16:creationId xmlns:a16="http://schemas.microsoft.com/office/drawing/2014/main" id="{77064DEC-BA5E-452F-851E-FE3A00A91376}"/>
                  </a:ext>
                </a:extLst>
              </p:cNvPr>
              <p:cNvSpPr/>
              <p:nvPr/>
            </p:nvSpPr>
            <p:spPr>
              <a:xfrm>
                <a:off x="1967483" y="56982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860" name="object 379">
                <a:extLst>
                  <a:ext uri="{FF2B5EF4-FFF2-40B4-BE49-F238E27FC236}">
                    <a16:creationId xmlns:a16="http://schemas.microsoft.com/office/drawing/2014/main" id="{91E4D345-4536-4841-B858-21B6FE9BBC86}"/>
                  </a:ext>
                </a:extLst>
              </p:cNvPr>
              <p:cNvSpPr/>
              <p:nvPr/>
            </p:nvSpPr>
            <p:spPr>
              <a:xfrm>
                <a:off x="1967483" y="56982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1" name="object 380">
                <a:extLst>
                  <a:ext uri="{FF2B5EF4-FFF2-40B4-BE49-F238E27FC236}">
                    <a16:creationId xmlns:a16="http://schemas.microsoft.com/office/drawing/2014/main" id="{15355364-0E1F-4930-8A7E-4CFCD6A4E811}"/>
                  </a:ext>
                </a:extLst>
              </p:cNvPr>
              <p:cNvSpPr/>
              <p:nvPr/>
            </p:nvSpPr>
            <p:spPr>
              <a:xfrm>
                <a:off x="2060447" y="56982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62" name="object 381">
                <a:extLst>
                  <a:ext uri="{FF2B5EF4-FFF2-40B4-BE49-F238E27FC236}">
                    <a16:creationId xmlns:a16="http://schemas.microsoft.com/office/drawing/2014/main" id="{4F9674F6-77E5-4893-8BD2-50C5D38B3F1E}"/>
                  </a:ext>
                </a:extLst>
              </p:cNvPr>
              <p:cNvSpPr/>
              <p:nvPr/>
            </p:nvSpPr>
            <p:spPr>
              <a:xfrm>
                <a:off x="2060447" y="56982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3" name="object 382">
                <a:extLst>
                  <a:ext uri="{FF2B5EF4-FFF2-40B4-BE49-F238E27FC236}">
                    <a16:creationId xmlns:a16="http://schemas.microsoft.com/office/drawing/2014/main" id="{37002AD5-A0CC-49D8-B8CF-B18815F6D7CC}"/>
                  </a:ext>
                </a:extLst>
              </p:cNvPr>
              <p:cNvSpPr/>
              <p:nvPr/>
            </p:nvSpPr>
            <p:spPr>
              <a:xfrm>
                <a:off x="2151887" y="56982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864" name="object 383">
                <a:extLst>
                  <a:ext uri="{FF2B5EF4-FFF2-40B4-BE49-F238E27FC236}">
                    <a16:creationId xmlns:a16="http://schemas.microsoft.com/office/drawing/2014/main" id="{631F3DED-7FE5-46DC-909F-84D68B3A7E7A}"/>
                  </a:ext>
                </a:extLst>
              </p:cNvPr>
              <p:cNvSpPr/>
              <p:nvPr/>
            </p:nvSpPr>
            <p:spPr>
              <a:xfrm>
                <a:off x="2151887" y="56982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5" name="object 384">
                <a:extLst>
                  <a:ext uri="{FF2B5EF4-FFF2-40B4-BE49-F238E27FC236}">
                    <a16:creationId xmlns:a16="http://schemas.microsoft.com/office/drawing/2014/main" id="{59103BBC-4C02-4EB8-9C84-965F4AF092DE}"/>
                  </a:ext>
                </a:extLst>
              </p:cNvPr>
              <p:cNvSpPr/>
              <p:nvPr/>
            </p:nvSpPr>
            <p:spPr>
              <a:xfrm>
                <a:off x="1967483" y="5783579"/>
                <a:ext cx="93345" cy="86995"/>
              </a:xfrm>
              <a:custGeom>
                <a:avLst/>
                <a:gdLst/>
                <a:ahLst/>
                <a:cxnLst/>
                <a:rect l="l" t="t" r="r" b="b"/>
                <a:pathLst>
                  <a:path w="93344" h="86995">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866" name="object 385">
                <a:extLst>
                  <a:ext uri="{FF2B5EF4-FFF2-40B4-BE49-F238E27FC236}">
                    <a16:creationId xmlns:a16="http://schemas.microsoft.com/office/drawing/2014/main" id="{1AD2157A-2596-4D4A-B3B7-B6D6745EDEA9}"/>
                  </a:ext>
                </a:extLst>
              </p:cNvPr>
              <p:cNvSpPr/>
              <p:nvPr/>
            </p:nvSpPr>
            <p:spPr>
              <a:xfrm>
                <a:off x="1967483" y="5783579"/>
                <a:ext cx="93345" cy="86995"/>
              </a:xfrm>
              <a:custGeom>
                <a:avLst/>
                <a:gdLst/>
                <a:ahLst/>
                <a:cxnLst/>
                <a:rect l="l" t="t" r="r" b="b"/>
                <a:pathLst>
                  <a:path w="93344"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67" name="object 386">
                <a:extLst>
                  <a:ext uri="{FF2B5EF4-FFF2-40B4-BE49-F238E27FC236}">
                    <a16:creationId xmlns:a16="http://schemas.microsoft.com/office/drawing/2014/main" id="{C0BC9BA2-1D87-4D6A-96A8-1EC51C6372C3}"/>
                  </a:ext>
                </a:extLst>
              </p:cNvPr>
              <p:cNvSpPr/>
              <p:nvPr/>
            </p:nvSpPr>
            <p:spPr>
              <a:xfrm>
                <a:off x="2060447" y="5783579"/>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868" name="object 387">
                <a:extLst>
                  <a:ext uri="{FF2B5EF4-FFF2-40B4-BE49-F238E27FC236}">
                    <a16:creationId xmlns:a16="http://schemas.microsoft.com/office/drawing/2014/main" id="{9ADF0A40-6581-4C60-8C3B-F0825E1BF2F9}"/>
                  </a:ext>
                </a:extLst>
              </p:cNvPr>
              <p:cNvSpPr/>
              <p:nvPr/>
            </p:nvSpPr>
            <p:spPr>
              <a:xfrm>
                <a:off x="2060447" y="5783579"/>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69" name="object 388">
                <a:extLst>
                  <a:ext uri="{FF2B5EF4-FFF2-40B4-BE49-F238E27FC236}">
                    <a16:creationId xmlns:a16="http://schemas.microsoft.com/office/drawing/2014/main" id="{B3CC8FD5-5833-4217-88A1-076A299DDF43}"/>
                  </a:ext>
                </a:extLst>
              </p:cNvPr>
              <p:cNvSpPr/>
              <p:nvPr/>
            </p:nvSpPr>
            <p:spPr>
              <a:xfrm>
                <a:off x="2151887" y="5783579"/>
                <a:ext cx="93345" cy="86995"/>
              </a:xfrm>
              <a:custGeom>
                <a:avLst/>
                <a:gdLst/>
                <a:ahLst/>
                <a:cxnLst/>
                <a:rect l="l" t="t" r="r" b="b"/>
                <a:pathLst>
                  <a:path w="93344" h="86995">
                    <a:moveTo>
                      <a:pt x="92967" y="0"/>
                    </a:moveTo>
                    <a:lnTo>
                      <a:pt x="0" y="0"/>
                    </a:lnTo>
                    <a:lnTo>
                      <a:pt x="0" y="86865"/>
                    </a:lnTo>
                    <a:lnTo>
                      <a:pt x="92967" y="86865"/>
                    </a:lnTo>
                    <a:lnTo>
                      <a:pt x="92967" y="0"/>
                    </a:lnTo>
                    <a:close/>
                  </a:path>
                </a:pathLst>
              </a:custGeom>
              <a:solidFill>
                <a:srgbClr val="E3C2F5"/>
              </a:solidFill>
            </p:spPr>
            <p:txBody>
              <a:bodyPr wrap="square" lIns="0" tIns="0" rIns="0" bIns="0" rtlCol="0"/>
              <a:lstStyle/>
              <a:p>
                <a:endParaRPr sz="2000"/>
              </a:p>
            </p:txBody>
          </p:sp>
          <p:sp>
            <p:nvSpPr>
              <p:cNvPr id="870" name="object 389">
                <a:extLst>
                  <a:ext uri="{FF2B5EF4-FFF2-40B4-BE49-F238E27FC236}">
                    <a16:creationId xmlns:a16="http://schemas.microsoft.com/office/drawing/2014/main" id="{65AA18E0-9FD8-494F-96E8-0EEFCCC3A658}"/>
                  </a:ext>
                </a:extLst>
              </p:cNvPr>
              <p:cNvSpPr/>
              <p:nvPr/>
            </p:nvSpPr>
            <p:spPr>
              <a:xfrm>
                <a:off x="2151887" y="5783579"/>
                <a:ext cx="93345" cy="86995"/>
              </a:xfrm>
              <a:custGeom>
                <a:avLst/>
                <a:gdLst/>
                <a:ahLst/>
                <a:cxnLst/>
                <a:rect l="l" t="t" r="r" b="b"/>
                <a:pathLst>
                  <a:path w="93344"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71" name="object 390">
                <a:extLst>
                  <a:ext uri="{FF2B5EF4-FFF2-40B4-BE49-F238E27FC236}">
                    <a16:creationId xmlns:a16="http://schemas.microsoft.com/office/drawing/2014/main" id="{21B564F1-1B0C-423B-BA40-37A55337DB97}"/>
                  </a:ext>
                </a:extLst>
              </p:cNvPr>
              <p:cNvSpPr/>
              <p:nvPr/>
            </p:nvSpPr>
            <p:spPr>
              <a:xfrm>
                <a:off x="2244851" y="552754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872" name="object 391">
                <a:extLst>
                  <a:ext uri="{FF2B5EF4-FFF2-40B4-BE49-F238E27FC236}">
                    <a16:creationId xmlns:a16="http://schemas.microsoft.com/office/drawing/2014/main" id="{89B0069B-CD79-4C1D-98E0-FF888506DB5A}"/>
                  </a:ext>
                </a:extLst>
              </p:cNvPr>
              <p:cNvSpPr/>
              <p:nvPr/>
            </p:nvSpPr>
            <p:spPr>
              <a:xfrm>
                <a:off x="2244851"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73" name="object 392">
                <a:extLst>
                  <a:ext uri="{FF2B5EF4-FFF2-40B4-BE49-F238E27FC236}">
                    <a16:creationId xmlns:a16="http://schemas.microsoft.com/office/drawing/2014/main" id="{DA228113-E3FE-40AC-B83C-ADB32C185F81}"/>
                  </a:ext>
                </a:extLst>
              </p:cNvPr>
              <p:cNvSpPr/>
              <p:nvPr/>
            </p:nvSpPr>
            <p:spPr>
              <a:xfrm>
                <a:off x="2244851" y="561289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74" name="object 393">
                <a:extLst>
                  <a:ext uri="{FF2B5EF4-FFF2-40B4-BE49-F238E27FC236}">
                    <a16:creationId xmlns:a16="http://schemas.microsoft.com/office/drawing/2014/main" id="{AE5CB690-91F9-4361-BCA0-BEED938730CB}"/>
                  </a:ext>
                </a:extLst>
              </p:cNvPr>
              <p:cNvSpPr/>
              <p:nvPr/>
            </p:nvSpPr>
            <p:spPr>
              <a:xfrm>
                <a:off x="2244851"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75" name="object 394">
                <a:extLst>
                  <a:ext uri="{FF2B5EF4-FFF2-40B4-BE49-F238E27FC236}">
                    <a16:creationId xmlns:a16="http://schemas.microsoft.com/office/drawing/2014/main" id="{564C956A-D4E7-44BB-9715-EEC16B202494}"/>
                  </a:ext>
                </a:extLst>
              </p:cNvPr>
              <p:cNvSpPr/>
              <p:nvPr/>
            </p:nvSpPr>
            <p:spPr>
              <a:xfrm>
                <a:off x="2244851" y="56982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76" name="object 395">
                <a:extLst>
                  <a:ext uri="{FF2B5EF4-FFF2-40B4-BE49-F238E27FC236}">
                    <a16:creationId xmlns:a16="http://schemas.microsoft.com/office/drawing/2014/main" id="{24AE0673-D5C5-420D-ABC9-40270FD16E10}"/>
                  </a:ext>
                </a:extLst>
              </p:cNvPr>
              <p:cNvSpPr/>
              <p:nvPr/>
            </p:nvSpPr>
            <p:spPr>
              <a:xfrm>
                <a:off x="2244851" y="56982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77" name="object 396">
                <a:extLst>
                  <a:ext uri="{FF2B5EF4-FFF2-40B4-BE49-F238E27FC236}">
                    <a16:creationId xmlns:a16="http://schemas.microsoft.com/office/drawing/2014/main" id="{C83780B3-71AE-41E9-ADDE-39D71007BE34}"/>
                  </a:ext>
                </a:extLst>
              </p:cNvPr>
              <p:cNvSpPr/>
              <p:nvPr/>
            </p:nvSpPr>
            <p:spPr>
              <a:xfrm>
                <a:off x="2244851" y="5783579"/>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878" name="object 397">
                <a:extLst>
                  <a:ext uri="{FF2B5EF4-FFF2-40B4-BE49-F238E27FC236}">
                    <a16:creationId xmlns:a16="http://schemas.microsoft.com/office/drawing/2014/main" id="{8027DE08-1640-4AC7-9C04-5323A640A6BA}"/>
                  </a:ext>
                </a:extLst>
              </p:cNvPr>
              <p:cNvSpPr/>
              <p:nvPr/>
            </p:nvSpPr>
            <p:spPr>
              <a:xfrm>
                <a:off x="2244851" y="5783579"/>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79" name="object 398">
                <a:extLst>
                  <a:ext uri="{FF2B5EF4-FFF2-40B4-BE49-F238E27FC236}">
                    <a16:creationId xmlns:a16="http://schemas.microsoft.com/office/drawing/2014/main" id="{07B3EE17-D0C9-4128-807C-DD59FED4C1CC}"/>
                  </a:ext>
                </a:extLst>
              </p:cNvPr>
              <p:cNvSpPr/>
              <p:nvPr/>
            </p:nvSpPr>
            <p:spPr>
              <a:xfrm>
                <a:off x="2426207" y="552754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880" name="object 399">
                <a:extLst>
                  <a:ext uri="{FF2B5EF4-FFF2-40B4-BE49-F238E27FC236}">
                    <a16:creationId xmlns:a16="http://schemas.microsoft.com/office/drawing/2014/main" id="{FD89B622-E095-4588-89AB-E713A15E18B7}"/>
                  </a:ext>
                </a:extLst>
              </p:cNvPr>
              <p:cNvSpPr/>
              <p:nvPr/>
            </p:nvSpPr>
            <p:spPr>
              <a:xfrm>
                <a:off x="2426207"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81" name="object 400">
                <a:extLst>
                  <a:ext uri="{FF2B5EF4-FFF2-40B4-BE49-F238E27FC236}">
                    <a16:creationId xmlns:a16="http://schemas.microsoft.com/office/drawing/2014/main" id="{8C1C7E3E-1A85-4959-9DC0-525BBA336E93}"/>
                  </a:ext>
                </a:extLst>
              </p:cNvPr>
              <p:cNvSpPr/>
              <p:nvPr/>
            </p:nvSpPr>
            <p:spPr>
              <a:xfrm>
                <a:off x="2426207" y="561289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82" name="object 401">
                <a:extLst>
                  <a:ext uri="{FF2B5EF4-FFF2-40B4-BE49-F238E27FC236}">
                    <a16:creationId xmlns:a16="http://schemas.microsoft.com/office/drawing/2014/main" id="{333AE6E0-1124-458D-BC48-2659FAA287BE}"/>
                  </a:ext>
                </a:extLst>
              </p:cNvPr>
              <p:cNvSpPr/>
              <p:nvPr/>
            </p:nvSpPr>
            <p:spPr>
              <a:xfrm>
                <a:off x="2426207"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3" name="object 402">
                <a:extLst>
                  <a:ext uri="{FF2B5EF4-FFF2-40B4-BE49-F238E27FC236}">
                    <a16:creationId xmlns:a16="http://schemas.microsoft.com/office/drawing/2014/main" id="{A22C644E-A8A5-4EFB-9A27-667186EDDE6F}"/>
                  </a:ext>
                </a:extLst>
              </p:cNvPr>
              <p:cNvSpPr/>
              <p:nvPr/>
            </p:nvSpPr>
            <p:spPr>
              <a:xfrm>
                <a:off x="2426207" y="56982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884" name="object 403">
                <a:extLst>
                  <a:ext uri="{FF2B5EF4-FFF2-40B4-BE49-F238E27FC236}">
                    <a16:creationId xmlns:a16="http://schemas.microsoft.com/office/drawing/2014/main" id="{7E2482FD-6D6E-4CDF-B9FE-54CEDCC44233}"/>
                  </a:ext>
                </a:extLst>
              </p:cNvPr>
              <p:cNvSpPr/>
              <p:nvPr/>
            </p:nvSpPr>
            <p:spPr>
              <a:xfrm>
                <a:off x="2426207" y="56982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5" name="object 404">
                <a:extLst>
                  <a:ext uri="{FF2B5EF4-FFF2-40B4-BE49-F238E27FC236}">
                    <a16:creationId xmlns:a16="http://schemas.microsoft.com/office/drawing/2014/main" id="{5B2C7795-8561-40C4-8FE8-A7D11D9D8048}"/>
                  </a:ext>
                </a:extLst>
              </p:cNvPr>
              <p:cNvSpPr/>
              <p:nvPr/>
            </p:nvSpPr>
            <p:spPr>
              <a:xfrm>
                <a:off x="2426207" y="5783579"/>
                <a:ext cx="91440" cy="86995"/>
              </a:xfrm>
              <a:custGeom>
                <a:avLst/>
                <a:gdLst/>
                <a:ahLst/>
                <a:cxnLst/>
                <a:rect l="l" t="t" r="r" b="b"/>
                <a:pathLst>
                  <a:path w="91439" h="86995">
                    <a:moveTo>
                      <a:pt x="91440" y="0"/>
                    </a:moveTo>
                    <a:lnTo>
                      <a:pt x="0" y="0"/>
                    </a:lnTo>
                    <a:lnTo>
                      <a:pt x="0" y="86865"/>
                    </a:lnTo>
                    <a:lnTo>
                      <a:pt x="91440" y="86865"/>
                    </a:lnTo>
                    <a:lnTo>
                      <a:pt x="91440" y="0"/>
                    </a:lnTo>
                    <a:close/>
                  </a:path>
                </a:pathLst>
              </a:custGeom>
              <a:solidFill>
                <a:srgbClr val="E3C2F5"/>
              </a:solidFill>
            </p:spPr>
            <p:txBody>
              <a:bodyPr wrap="square" lIns="0" tIns="0" rIns="0" bIns="0" rtlCol="0"/>
              <a:lstStyle/>
              <a:p>
                <a:endParaRPr sz="2000"/>
              </a:p>
            </p:txBody>
          </p:sp>
          <p:sp>
            <p:nvSpPr>
              <p:cNvPr id="886" name="object 405">
                <a:extLst>
                  <a:ext uri="{FF2B5EF4-FFF2-40B4-BE49-F238E27FC236}">
                    <a16:creationId xmlns:a16="http://schemas.microsoft.com/office/drawing/2014/main" id="{4F57F027-DDE6-41AE-9FA9-F9B36D30940D}"/>
                  </a:ext>
                </a:extLst>
              </p:cNvPr>
              <p:cNvSpPr/>
              <p:nvPr/>
            </p:nvSpPr>
            <p:spPr>
              <a:xfrm>
                <a:off x="2426207" y="5783579"/>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87" name="object 406">
                <a:extLst>
                  <a:ext uri="{FF2B5EF4-FFF2-40B4-BE49-F238E27FC236}">
                    <a16:creationId xmlns:a16="http://schemas.microsoft.com/office/drawing/2014/main" id="{E395C9DC-0BE5-4D0B-9226-DA22075DA4C5}"/>
                  </a:ext>
                </a:extLst>
              </p:cNvPr>
              <p:cNvSpPr/>
              <p:nvPr/>
            </p:nvSpPr>
            <p:spPr>
              <a:xfrm>
                <a:off x="2607563" y="5527546"/>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888" name="object 407">
                <a:extLst>
                  <a:ext uri="{FF2B5EF4-FFF2-40B4-BE49-F238E27FC236}">
                    <a16:creationId xmlns:a16="http://schemas.microsoft.com/office/drawing/2014/main" id="{E4247437-6916-470D-9250-039E31DA156F}"/>
                  </a:ext>
                </a:extLst>
              </p:cNvPr>
              <p:cNvSpPr/>
              <p:nvPr/>
            </p:nvSpPr>
            <p:spPr>
              <a:xfrm>
                <a:off x="2607563" y="5527546"/>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89" name="object 408">
                <a:extLst>
                  <a:ext uri="{FF2B5EF4-FFF2-40B4-BE49-F238E27FC236}">
                    <a16:creationId xmlns:a16="http://schemas.microsoft.com/office/drawing/2014/main" id="{B85C2D50-E209-4BDF-B266-109C2CCEBD82}"/>
                  </a:ext>
                </a:extLst>
              </p:cNvPr>
              <p:cNvSpPr/>
              <p:nvPr/>
            </p:nvSpPr>
            <p:spPr>
              <a:xfrm>
                <a:off x="2607563" y="561289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890" name="object 409">
                <a:extLst>
                  <a:ext uri="{FF2B5EF4-FFF2-40B4-BE49-F238E27FC236}">
                    <a16:creationId xmlns:a16="http://schemas.microsoft.com/office/drawing/2014/main" id="{7343D852-BE5E-434F-9BE3-918E972053C7}"/>
                  </a:ext>
                </a:extLst>
              </p:cNvPr>
              <p:cNvSpPr/>
              <p:nvPr/>
            </p:nvSpPr>
            <p:spPr>
              <a:xfrm>
                <a:off x="2607563" y="561289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1" name="object 410">
                <a:extLst>
                  <a:ext uri="{FF2B5EF4-FFF2-40B4-BE49-F238E27FC236}">
                    <a16:creationId xmlns:a16="http://schemas.microsoft.com/office/drawing/2014/main" id="{81346043-CA84-4D04-B7F6-1CB0FC397EE3}"/>
                  </a:ext>
                </a:extLst>
              </p:cNvPr>
              <p:cNvSpPr/>
              <p:nvPr/>
            </p:nvSpPr>
            <p:spPr>
              <a:xfrm>
                <a:off x="2607563" y="56982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892" name="object 411">
                <a:extLst>
                  <a:ext uri="{FF2B5EF4-FFF2-40B4-BE49-F238E27FC236}">
                    <a16:creationId xmlns:a16="http://schemas.microsoft.com/office/drawing/2014/main" id="{0DE8C997-6177-4CBA-87C0-327B30B62EFF}"/>
                  </a:ext>
                </a:extLst>
              </p:cNvPr>
              <p:cNvSpPr/>
              <p:nvPr/>
            </p:nvSpPr>
            <p:spPr>
              <a:xfrm>
                <a:off x="2607563" y="56982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3" name="object 412">
                <a:extLst>
                  <a:ext uri="{FF2B5EF4-FFF2-40B4-BE49-F238E27FC236}">
                    <a16:creationId xmlns:a16="http://schemas.microsoft.com/office/drawing/2014/main" id="{C0FC3579-CA40-45D8-86A4-8024FF39E35D}"/>
                  </a:ext>
                </a:extLst>
              </p:cNvPr>
              <p:cNvSpPr/>
              <p:nvPr/>
            </p:nvSpPr>
            <p:spPr>
              <a:xfrm>
                <a:off x="2607563" y="5783579"/>
                <a:ext cx="93345" cy="86995"/>
              </a:xfrm>
              <a:custGeom>
                <a:avLst/>
                <a:gdLst/>
                <a:ahLst/>
                <a:cxnLst/>
                <a:rect l="l" t="t" r="r" b="b"/>
                <a:pathLst>
                  <a:path w="93344" h="86995">
                    <a:moveTo>
                      <a:pt x="92962" y="0"/>
                    </a:moveTo>
                    <a:lnTo>
                      <a:pt x="0" y="0"/>
                    </a:lnTo>
                    <a:lnTo>
                      <a:pt x="0" y="86865"/>
                    </a:lnTo>
                    <a:lnTo>
                      <a:pt x="92962" y="86865"/>
                    </a:lnTo>
                    <a:lnTo>
                      <a:pt x="92962" y="0"/>
                    </a:lnTo>
                    <a:close/>
                  </a:path>
                </a:pathLst>
              </a:custGeom>
              <a:solidFill>
                <a:srgbClr val="E3C2F5"/>
              </a:solidFill>
            </p:spPr>
            <p:txBody>
              <a:bodyPr wrap="square" lIns="0" tIns="0" rIns="0" bIns="0" rtlCol="0"/>
              <a:lstStyle/>
              <a:p>
                <a:endParaRPr sz="2000"/>
              </a:p>
            </p:txBody>
          </p:sp>
          <p:sp>
            <p:nvSpPr>
              <p:cNvPr id="894" name="object 413">
                <a:extLst>
                  <a:ext uri="{FF2B5EF4-FFF2-40B4-BE49-F238E27FC236}">
                    <a16:creationId xmlns:a16="http://schemas.microsoft.com/office/drawing/2014/main" id="{C0A16837-8D8B-4B16-8144-B081E9720A95}"/>
                  </a:ext>
                </a:extLst>
              </p:cNvPr>
              <p:cNvSpPr/>
              <p:nvPr/>
            </p:nvSpPr>
            <p:spPr>
              <a:xfrm>
                <a:off x="2607563" y="5783579"/>
                <a:ext cx="93345" cy="86995"/>
              </a:xfrm>
              <a:custGeom>
                <a:avLst/>
                <a:gdLst/>
                <a:ahLst/>
                <a:cxnLst/>
                <a:rect l="l" t="t" r="r" b="b"/>
                <a:pathLst>
                  <a:path w="93344"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895" name="object 414">
                <a:extLst>
                  <a:ext uri="{FF2B5EF4-FFF2-40B4-BE49-F238E27FC236}">
                    <a16:creationId xmlns:a16="http://schemas.microsoft.com/office/drawing/2014/main" id="{368C604A-8E4D-4C4A-A842-66D248EE2A98}"/>
                  </a:ext>
                </a:extLst>
              </p:cNvPr>
              <p:cNvSpPr/>
              <p:nvPr/>
            </p:nvSpPr>
            <p:spPr>
              <a:xfrm>
                <a:off x="2517647" y="5527546"/>
                <a:ext cx="93345" cy="85725"/>
              </a:xfrm>
              <a:custGeom>
                <a:avLst/>
                <a:gdLst/>
                <a:ahLst/>
                <a:cxnLst/>
                <a:rect l="l" t="t" r="r" b="b"/>
                <a:pathLst>
                  <a:path w="93344" h="85725">
                    <a:moveTo>
                      <a:pt x="92967" y="0"/>
                    </a:moveTo>
                    <a:lnTo>
                      <a:pt x="0" y="0"/>
                    </a:lnTo>
                    <a:lnTo>
                      <a:pt x="0" y="85347"/>
                    </a:lnTo>
                    <a:lnTo>
                      <a:pt x="92967" y="85347"/>
                    </a:lnTo>
                    <a:lnTo>
                      <a:pt x="92967" y="0"/>
                    </a:lnTo>
                    <a:close/>
                  </a:path>
                </a:pathLst>
              </a:custGeom>
              <a:solidFill>
                <a:srgbClr val="E3C2F5"/>
              </a:solidFill>
            </p:spPr>
            <p:txBody>
              <a:bodyPr wrap="square" lIns="0" tIns="0" rIns="0" bIns="0" rtlCol="0"/>
              <a:lstStyle/>
              <a:p>
                <a:endParaRPr sz="2000"/>
              </a:p>
            </p:txBody>
          </p:sp>
          <p:sp>
            <p:nvSpPr>
              <p:cNvPr id="896" name="object 415">
                <a:extLst>
                  <a:ext uri="{FF2B5EF4-FFF2-40B4-BE49-F238E27FC236}">
                    <a16:creationId xmlns:a16="http://schemas.microsoft.com/office/drawing/2014/main" id="{9925C31E-DA1A-4F59-B721-205A8AF38397}"/>
                  </a:ext>
                </a:extLst>
              </p:cNvPr>
              <p:cNvSpPr/>
              <p:nvPr/>
            </p:nvSpPr>
            <p:spPr>
              <a:xfrm>
                <a:off x="2517647" y="5527546"/>
                <a:ext cx="93345" cy="85725"/>
              </a:xfrm>
              <a:custGeom>
                <a:avLst/>
                <a:gdLst/>
                <a:ahLst/>
                <a:cxnLst/>
                <a:rect l="l" t="t" r="r" b="b"/>
                <a:pathLst>
                  <a:path w="93344"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97" name="object 416">
                <a:extLst>
                  <a:ext uri="{FF2B5EF4-FFF2-40B4-BE49-F238E27FC236}">
                    <a16:creationId xmlns:a16="http://schemas.microsoft.com/office/drawing/2014/main" id="{563F7BB0-CACF-4C54-B61A-8995CBA6396B}"/>
                  </a:ext>
                </a:extLst>
              </p:cNvPr>
              <p:cNvSpPr/>
              <p:nvPr/>
            </p:nvSpPr>
            <p:spPr>
              <a:xfrm>
                <a:off x="2517647" y="561289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898" name="object 417">
                <a:extLst>
                  <a:ext uri="{FF2B5EF4-FFF2-40B4-BE49-F238E27FC236}">
                    <a16:creationId xmlns:a16="http://schemas.microsoft.com/office/drawing/2014/main" id="{3CC59217-FEC5-47F7-8195-1D37BFBDE944}"/>
                  </a:ext>
                </a:extLst>
              </p:cNvPr>
              <p:cNvSpPr/>
              <p:nvPr/>
            </p:nvSpPr>
            <p:spPr>
              <a:xfrm>
                <a:off x="2517647" y="561289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9" name="object 418">
                <a:extLst>
                  <a:ext uri="{FF2B5EF4-FFF2-40B4-BE49-F238E27FC236}">
                    <a16:creationId xmlns:a16="http://schemas.microsoft.com/office/drawing/2014/main" id="{A7783929-7C01-454E-85D9-4464530C04DB}"/>
                  </a:ext>
                </a:extLst>
              </p:cNvPr>
              <p:cNvSpPr/>
              <p:nvPr/>
            </p:nvSpPr>
            <p:spPr>
              <a:xfrm>
                <a:off x="2517647" y="56982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00" name="object 419">
                <a:extLst>
                  <a:ext uri="{FF2B5EF4-FFF2-40B4-BE49-F238E27FC236}">
                    <a16:creationId xmlns:a16="http://schemas.microsoft.com/office/drawing/2014/main" id="{4B29552B-8BE7-4219-BD1C-5C2ABFDC560E}"/>
                  </a:ext>
                </a:extLst>
              </p:cNvPr>
              <p:cNvSpPr/>
              <p:nvPr/>
            </p:nvSpPr>
            <p:spPr>
              <a:xfrm>
                <a:off x="2517647" y="56982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1" name="object 420">
                <a:extLst>
                  <a:ext uri="{FF2B5EF4-FFF2-40B4-BE49-F238E27FC236}">
                    <a16:creationId xmlns:a16="http://schemas.microsoft.com/office/drawing/2014/main" id="{927AAD47-A1FF-4CBC-9CED-CE9D2F72DF42}"/>
                  </a:ext>
                </a:extLst>
              </p:cNvPr>
              <p:cNvSpPr/>
              <p:nvPr/>
            </p:nvSpPr>
            <p:spPr>
              <a:xfrm>
                <a:off x="2517647" y="5783579"/>
                <a:ext cx="93345" cy="86995"/>
              </a:xfrm>
              <a:custGeom>
                <a:avLst/>
                <a:gdLst/>
                <a:ahLst/>
                <a:cxnLst/>
                <a:rect l="l" t="t" r="r" b="b"/>
                <a:pathLst>
                  <a:path w="93344" h="86995">
                    <a:moveTo>
                      <a:pt x="92967" y="0"/>
                    </a:moveTo>
                    <a:lnTo>
                      <a:pt x="0" y="0"/>
                    </a:lnTo>
                    <a:lnTo>
                      <a:pt x="0" y="86865"/>
                    </a:lnTo>
                    <a:lnTo>
                      <a:pt x="92967" y="86865"/>
                    </a:lnTo>
                    <a:lnTo>
                      <a:pt x="92967" y="0"/>
                    </a:lnTo>
                    <a:close/>
                  </a:path>
                </a:pathLst>
              </a:custGeom>
              <a:solidFill>
                <a:srgbClr val="E3C2F5"/>
              </a:solidFill>
            </p:spPr>
            <p:txBody>
              <a:bodyPr wrap="square" lIns="0" tIns="0" rIns="0" bIns="0" rtlCol="0"/>
              <a:lstStyle/>
              <a:p>
                <a:endParaRPr sz="2000"/>
              </a:p>
            </p:txBody>
          </p:sp>
          <p:sp>
            <p:nvSpPr>
              <p:cNvPr id="902" name="object 421">
                <a:extLst>
                  <a:ext uri="{FF2B5EF4-FFF2-40B4-BE49-F238E27FC236}">
                    <a16:creationId xmlns:a16="http://schemas.microsoft.com/office/drawing/2014/main" id="{A7994DD1-D513-471C-82E7-2F0D71B923BB}"/>
                  </a:ext>
                </a:extLst>
              </p:cNvPr>
              <p:cNvSpPr/>
              <p:nvPr/>
            </p:nvSpPr>
            <p:spPr>
              <a:xfrm>
                <a:off x="2517647" y="5783579"/>
                <a:ext cx="93345" cy="86995"/>
              </a:xfrm>
              <a:custGeom>
                <a:avLst/>
                <a:gdLst/>
                <a:ahLst/>
                <a:cxnLst/>
                <a:rect l="l" t="t" r="r" b="b"/>
                <a:pathLst>
                  <a:path w="93344"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sz="2000"/>
              </a:p>
            </p:txBody>
          </p:sp>
        </p:grpSp>
        <p:sp>
          <p:nvSpPr>
            <p:cNvPr id="903" name="object 422">
              <a:extLst>
                <a:ext uri="{FF2B5EF4-FFF2-40B4-BE49-F238E27FC236}">
                  <a16:creationId xmlns:a16="http://schemas.microsoft.com/office/drawing/2014/main" id="{3ADA5300-D0D2-4284-8D35-3E09273E16CA}"/>
                </a:ext>
              </a:extLst>
            </p:cNvPr>
            <p:cNvSpPr txBox="1"/>
            <p:nvPr/>
          </p:nvSpPr>
          <p:spPr>
            <a:xfrm>
              <a:off x="4394605" y="5933934"/>
              <a:ext cx="786694"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 …</a:t>
              </a:r>
              <a:r>
                <a:rPr sz="2222" b="1" spc="-194" dirty="0">
                  <a:latin typeface="Arial"/>
                  <a:cs typeface="Arial"/>
                </a:rPr>
                <a:t> </a:t>
              </a:r>
              <a:r>
                <a:rPr sz="3333" b="1" baseline="1388" dirty="0">
                  <a:latin typeface="Arial"/>
                  <a:cs typeface="Arial"/>
                </a:rPr>
                <a:t>=</a:t>
              </a:r>
              <a:endParaRPr sz="3333" baseline="1388">
                <a:latin typeface="Arial"/>
                <a:cs typeface="Arial"/>
              </a:endParaRPr>
            </a:p>
          </p:txBody>
        </p:sp>
        <p:sp>
          <p:nvSpPr>
            <p:cNvPr id="904" name="object 423">
              <a:extLst>
                <a:ext uri="{FF2B5EF4-FFF2-40B4-BE49-F238E27FC236}">
                  <a16:creationId xmlns:a16="http://schemas.microsoft.com/office/drawing/2014/main" id="{7FB604F7-44FC-43ED-A150-0B92CFDE3450}"/>
                </a:ext>
              </a:extLst>
            </p:cNvPr>
            <p:cNvSpPr txBox="1"/>
            <p:nvPr/>
          </p:nvSpPr>
          <p:spPr>
            <a:xfrm>
              <a:off x="2708043" y="5562079"/>
              <a:ext cx="215900" cy="253673"/>
            </a:xfrm>
            <a:prstGeom prst="rect">
              <a:avLst/>
            </a:prstGeom>
          </p:spPr>
          <p:txBody>
            <a:bodyPr vert="horz" wrap="square" lIns="0" tIns="14111" rIns="0" bIns="0" rtlCol="0">
              <a:spAutoFit/>
            </a:bodyPr>
            <a:lstStyle/>
            <a:p>
              <a:pPr marL="14111">
                <a:spcBef>
                  <a:spcPts val="111"/>
                </a:spcBef>
              </a:pPr>
              <a:r>
                <a:rPr sz="1556" i="1" dirty="0">
                  <a:latin typeface="Arial"/>
                  <a:cs typeface="Arial"/>
                </a:rPr>
                <a:t>W</a:t>
              </a:r>
              <a:endParaRPr sz="1556">
                <a:latin typeface="Arial"/>
                <a:cs typeface="Arial"/>
              </a:endParaRPr>
            </a:p>
          </p:txBody>
        </p:sp>
        <p:grpSp>
          <p:nvGrpSpPr>
            <p:cNvPr id="905" name="object 424">
              <a:extLst>
                <a:ext uri="{FF2B5EF4-FFF2-40B4-BE49-F238E27FC236}">
                  <a16:creationId xmlns:a16="http://schemas.microsoft.com/office/drawing/2014/main" id="{8555335B-20B1-4CC7-B60E-49C1B3FB4AC4}"/>
                </a:ext>
              </a:extLst>
            </p:cNvPr>
            <p:cNvGrpSpPr/>
            <p:nvPr/>
          </p:nvGrpSpPr>
          <p:grpSpPr>
            <a:xfrm>
              <a:off x="5243248" y="5913557"/>
              <a:ext cx="829028" cy="395111"/>
              <a:chOff x="4591558" y="5518149"/>
              <a:chExt cx="746125" cy="355600"/>
            </a:xfrm>
          </p:grpSpPr>
          <p:sp>
            <p:nvSpPr>
              <p:cNvPr id="906" name="object 425">
                <a:extLst>
                  <a:ext uri="{FF2B5EF4-FFF2-40B4-BE49-F238E27FC236}">
                    <a16:creationId xmlns:a16="http://schemas.microsoft.com/office/drawing/2014/main" id="{E2B1EEDF-458C-49CE-9822-120C88BAC241}"/>
                  </a:ext>
                </a:extLst>
              </p:cNvPr>
              <p:cNvSpPr/>
              <p:nvPr/>
            </p:nvSpPr>
            <p:spPr>
              <a:xfrm>
                <a:off x="4965192" y="55244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07" name="object 426">
                <a:extLst>
                  <a:ext uri="{FF2B5EF4-FFF2-40B4-BE49-F238E27FC236}">
                    <a16:creationId xmlns:a16="http://schemas.microsoft.com/office/drawing/2014/main" id="{594B4EDF-0AEC-4AFE-8DE8-21C1C869B544}"/>
                  </a:ext>
                </a:extLst>
              </p:cNvPr>
              <p:cNvSpPr/>
              <p:nvPr/>
            </p:nvSpPr>
            <p:spPr>
              <a:xfrm>
                <a:off x="4965192" y="55244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08" name="object 427">
                <a:extLst>
                  <a:ext uri="{FF2B5EF4-FFF2-40B4-BE49-F238E27FC236}">
                    <a16:creationId xmlns:a16="http://schemas.microsoft.com/office/drawing/2014/main" id="{EDDE7004-DF1C-4F66-B0BC-289E59163CB0}"/>
                  </a:ext>
                </a:extLst>
              </p:cNvPr>
              <p:cNvSpPr/>
              <p:nvPr/>
            </p:nvSpPr>
            <p:spPr>
              <a:xfrm>
                <a:off x="4965192" y="56098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09" name="object 428">
                <a:extLst>
                  <a:ext uri="{FF2B5EF4-FFF2-40B4-BE49-F238E27FC236}">
                    <a16:creationId xmlns:a16="http://schemas.microsoft.com/office/drawing/2014/main" id="{F5D62BE0-6825-41DC-B4B6-B537E9179FA0}"/>
                  </a:ext>
                </a:extLst>
              </p:cNvPr>
              <p:cNvSpPr/>
              <p:nvPr/>
            </p:nvSpPr>
            <p:spPr>
              <a:xfrm>
                <a:off x="4965192" y="56098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0" name="object 429">
                <a:extLst>
                  <a:ext uri="{FF2B5EF4-FFF2-40B4-BE49-F238E27FC236}">
                    <a16:creationId xmlns:a16="http://schemas.microsoft.com/office/drawing/2014/main" id="{B35FD256-2933-41D2-BE56-5260CDC209D9}"/>
                  </a:ext>
                </a:extLst>
              </p:cNvPr>
              <p:cNvSpPr/>
              <p:nvPr/>
            </p:nvSpPr>
            <p:spPr>
              <a:xfrm>
                <a:off x="4965192" y="5695186"/>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E3C2F5"/>
              </a:solidFill>
            </p:spPr>
            <p:txBody>
              <a:bodyPr wrap="square" lIns="0" tIns="0" rIns="0" bIns="0" rtlCol="0"/>
              <a:lstStyle/>
              <a:p>
                <a:endParaRPr sz="2000"/>
              </a:p>
            </p:txBody>
          </p:sp>
          <p:sp>
            <p:nvSpPr>
              <p:cNvPr id="911" name="object 430">
                <a:extLst>
                  <a:ext uri="{FF2B5EF4-FFF2-40B4-BE49-F238E27FC236}">
                    <a16:creationId xmlns:a16="http://schemas.microsoft.com/office/drawing/2014/main" id="{12C0F58A-D91F-467F-830F-2A88BEDE3A1E}"/>
                  </a:ext>
                </a:extLst>
              </p:cNvPr>
              <p:cNvSpPr/>
              <p:nvPr/>
            </p:nvSpPr>
            <p:spPr>
              <a:xfrm>
                <a:off x="4965192" y="5695186"/>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12" name="object 431">
                <a:extLst>
                  <a:ext uri="{FF2B5EF4-FFF2-40B4-BE49-F238E27FC236}">
                    <a16:creationId xmlns:a16="http://schemas.microsoft.com/office/drawing/2014/main" id="{FCAD6961-8F2F-464B-93D6-AE28C4E95CAB}"/>
                  </a:ext>
                </a:extLst>
              </p:cNvPr>
              <p:cNvSpPr/>
              <p:nvPr/>
            </p:nvSpPr>
            <p:spPr>
              <a:xfrm>
                <a:off x="4965192" y="5782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13" name="object 432">
                <a:extLst>
                  <a:ext uri="{FF2B5EF4-FFF2-40B4-BE49-F238E27FC236}">
                    <a16:creationId xmlns:a16="http://schemas.microsoft.com/office/drawing/2014/main" id="{6116F02F-40DE-43CA-BD39-55E511436508}"/>
                  </a:ext>
                </a:extLst>
              </p:cNvPr>
              <p:cNvSpPr/>
              <p:nvPr/>
            </p:nvSpPr>
            <p:spPr>
              <a:xfrm>
                <a:off x="4965192" y="5782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4" name="object 433">
                <a:extLst>
                  <a:ext uri="{FF2B5EF4-FFF2-40B4-BE49-F238E27FC236}">
                    <a16:creationId xmlns:a16="http://schemas.microsoft.com/office/drawing/2014/main" id="{D27B2F33-B73E-446A-9C7F-B4D3BF28E948}"/>
                  </a:ext>
                </a:extLst>
              </p:cNvPr>
              <p:cNvSpPr/>
              <p:nvPr/>
            </p:nvSpPr>
            <p:spPr>
              <a:xfrm>
                <a:off x="4597908" y="5524499"/>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15" name="object 434">
                <a:extLst>
                  <a:ext uri="{FF2B5EF4-FFF2-40B4-BE49-F238E27FC236}">
                    <a16:creationId xmlns:a16="http://schemas.microsoft.com/office/drawing/2014/main" id="{6EA29DD1-4D92-40C8-AF64-3D34AEFD31EC}"/>
                  </a:ext>
                </a:extLst>
              </p:cNvPr>
              <p:cNvSpPr/>
              <p:nvPr/>
            </p:nvSpPr>
            <p:spPr>
              <a:xfrm>
                <a:off x="4597908" y="5524499"/>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6" name="object 435">
                <a:extLst>
                  <a:ext uri="{FF2B5EF4-FFF2-40B4-BE49-F238E27FC236}">
                    <a16:creationId xmlns:a16="http://schemas.microsoft.com/office/drawing/2014/main" id="{7B404B8C-C55C-4D1A-B52F-8957F12B432B}"/>
                  </a:ext>
                </a:extLst>
              </p:cNvPr>
              <p:cNvSpPr/>
              <p:nvPr/>
            </p:nvSpPr>
            <p:spPr>
              <a:xfrm>
                <a:off x="4690872" y="55244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17" name="object 436">
                <a:extLst>
                  <a:ext uri="{FF2B5EF4-FFF2-40B4-BE49-F238E27FC236}">
                    <a16:creationId xmlns:a16="http://schemas.microsoft.com/office/drawing/2014/main" id="{E18DFF3F-CC32-4070-8910-CB557C821558}"/>
                  </a:ext>
                </a:extLst>
              </p:cNvPr>
              <p:cNvSpPr/>
              <p:nvPr/>
            </p:nvSpPr>
            <p:spPr>
              <a:xfrm>
                <a:off x="4690872" y="55244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8" name="object 437">
                <a:extLst>
                  <a:ext uri="{FF2B5EF4-FFF2-40B4-BE49-F238E27FC236}">
                    <a16:creationId xmlns:a16="http://schemas.microsoft.com/office/drawing/2014/main" id="{CAC8441E-80FC-4886-BCBF-5E65052C3E0F}"/>
                  </a:ext>
                </a:extLst>
              </p:cNvPr>
              <p:cNvSpPr/>
              <p:nvPr/>
            </p:nvSpPr>
            <p:spPr>
              <a:xfrm>
                <a:off x="4782312" y="552449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19" name="object 438">
                <a:extLst>
                  <a:ext uri="{FF2B5EF4-FFF2-40B4-BE49-F238E27FC236}">
                    <a16:creationId xmlns:a16="http://schemas.microsoft.com/office/drawing/2014/main" id="{853E2ADD-92DA-4B92-AD60-1099C9A7D0AD}"/>
                  </a:ext>
                </a:extLst>
              </p:cNvPr>
              <p:cNvSpPr/>
              <p:nvPr/>
            </p:nvSpPr>
            <p:spPr>
              <a:xfrm>
                <a:off x="4782312" y="55244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0" name="object 439">
                <a:extLst>
                  <a:ext uri="{FF2B5EF4-FFF2-40B4-BE49-F238E27FC236}">
                    <a16:creationId xmlns:a16="http://schemas.microsoft.com/office/drawing/2014/main" id="{73010F19-F43E-4576-871A-87E5E9A00900}"/>
                  </a:ext>
                </a:extLst>
              </p:cNvPr>
              <p:cNvSpPr/>
              <p:nvPr/>
            </p:nvSpPr>
            <p:spPr>
              <a:xfrm>
                <a:off x="4597908" y="5609842"/>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21" name="object 440">
                <a:extLst>
                  <a:ext uri="{FF2B5EF4-FFF2-40B4-BE49-F238E27FC236}">
                    <a16:creationId xmlns:a16="http://schemas.microsoft.com/office/drawing/2014/main" id="{1EC0A850-7145-4281-910B-D42157CD1CCA}"/>
                  </a:ext>
                </a:extLst>
              </p:cNvPr>
              <p:cNvSpPr/>
              <p:nvPr/>
            </p:nvSpPr>
            <p:spPr>
              <a:xfrm>
                <a:off x="4597908" y="560984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2" name="object 441">
                <a:extLst>
                  <a:ext uri="{FF2B5EF4-FFF2-40B4-BE49-F238E27FC236}">
                    <a16:creationId xmlns:a16="http://schemas.microsoft.com/office/drawing/2014/main" id="{145EDC14-37B2-4BD4-A32E-59C8A14EAB66}"/>
                  </a:ext>
                </a:extLst>
              </p:cNvPr>
              <p:cNvSpPr/>
              <p:nvPr/>
            </p:nvSpPr>
            <p:spPr>
              <a:xfrm>
                <a:off x="4690872" y="56098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23" name="object 442">
                <a:extLst>
                  <a:ext uri="{FF2B5EF4-FFF2-40B4-BE49-F238E27FC236}">
                    <a16:creationId xmlns:a16="http://schemas.microsoft.com/office/drawing/2014/main" id="{183E74A3-D54A-42F2-B3B5-D4359B97E15C}"/>
                  </a:ext>
                </a:extLst>
              </p:cNvPr>
              <p:cNvSpPr/>
              <p:nvPr/>
            </p:nvSpPr>
            <p:spPr>
              <a:xfrm>
                <a:off x="4690872" y="56098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4" name="object 443">
                <a:extLst>
                  <a:ext uri="{FF2B5EF4-FFF2-40B4-BE49-F238E27FC236}">
                    <a16:creationId xmlns:a16="http://schemas.microsoft.com/office/drawing/2014/main" id="{D9799D94-CD9B-45A5-8CED-56A8E840E81A}"/>
                  </a:ext>
                </a:extLst>
              </p:cNvPr>
              <p:cNvSpPr/>
              <p:nvPr/>
            </p:nvSpPr>
            <p:spPr>
              <a:xfrm>
                <a:off x="4782312" y="560984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25" name="object 444">
                <a:extLst>
                  <a:ext uri="{FF2B5EF4-FFF2-40B4-BE49-F238E27FC236}">
                    <a16:creationId xmlns:a16="http://schemas.microsoft.com/office/drawing/2014/main" id="{5D7621BB-EA13-4DC2-8525-F90E3BD97124}"/>
                  </a:ext>
                </a:extLst>
              </p:cNvPr>
              <p:cNvSpPr/>
              <p:nvPr/>
            </p:nvSpPr>
            <p:spPr>
              <a:xfrm>
                <a:off x="4782312" y="56098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6" name="object 445">
                <a:extLst>
                  <a:ext uri="{FF2B5EF4-FFF2-40B4-BE49-F238E27FC236}">
                    <a16:creationId xmlns:a16="http://schemas.microsoft.com/office/drawing/2014/main" id="{7C8D5FCB-225A-4CC0-80AE-E29481118F8B}"/>
                  </a:ext>
                </a:extLst>
              </p:cNvPr>
              <p:cNvSpPr/>
              <p:nvPr/>
            </p:nvSpPr>
            <p:spPr>
              <a:xfrm>
                <a:off x="4597908" y="5695186"/>
                <a:ext cx="93345" cy="86995"/>
              </a:xfrm>
              <a:custGeom>
                <a:avLst/>
                <a:gdLst/>
                <a:ahLst/>
                <a:cxnLst/>
                <a:rect l="l" t="t" r="r" b="b"/>
                <a:pathLst>
                  <a:path w="93345" h="86995">
                    <a:moveTo>
                      <a:pt x="92967" y="0"/>
                    </a:moveTo>
                    <a:lnTo>
                      <a:pt x="0" y="0"/>
                    </a:lnTo>
                    <a:lnTo>
                      <a:pt x="0" y="86870"/>
                    </a:lnTo>
                    <a:lnTo>
                      <a:pt x="92967" y="86870"/>
                    </a:lnTo>
                    <a:lnTo>
                      <a:pt x="92967" y="0"/>
                    </a:lnTo>
                    <a:close/>
                  </a:path>
                </a:pathLst>
              </a:custGeom>
              <a:solidFill>
                <a:srgbClr val="E3C2F5"/>
              </a:solidFill>
            </p:spPr>
            <p:txBody>
              <a:bodyPr wrap="square" lIns="0" tIns="0" rIns="0" bIns="0" rtlCol="0"/>
              <a:lstStyle/>
              <a:p>
                <a:endParaRPr sz="2000"/>
              </a:p>
            </p:txBody>
          </p:sp>
          <p:sp>
            <p:nvSpPr>
              <p:cNvPr id="927" name="object 446">
                <a:extLst>
                  <a:ext uri="{FF2B5EF4-FFF2-40B4-BE49-F238E27FC236}">
                    <a16:creationId xmlns:a16="http://schemas.microsoft.com/office/drawing/2014/main" id="{0B344443-4D3F-4C02-BEC8-69CCA6C1B5B8}"/>
                  </a:ext>
                </a:extLst>
              </p:cNvPr>
              <p:cNvSpPr/>
              <p:nvPr/>
            </p:nvSpPr>
            <p:spPr>
              <a:xfrm>
                <a:off x="4597908" y="5695186"/>
                <a:ext cx="93345" cy="86995"/>
              </a:xfrm>
              <a:custGeom>
                <a:avLst/>
                <a:gdLst/>
                <a:ahLst/>
                <a:cxnLst/>
                <a:rect l="l" t="t" r="r" b="b"/>
                <a:pathLst>
                  <a:path w="93345" h="86995">
                    <a:moveTo>
                      <a:pt x="0" y="86870"/>
                    </a:moveTo>
                    <a:lnTo>
                      <a:pt x="92967" y="86870"/>
                    </a:lnTo>
                    <a:lnTo>
                      <a:pt x="92967"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28" name="object 447">
                <a:extLst>
                  <a:ext uri="{FF2B5EF4-FFF2-40B4-BE49-F238E27FC236}">
                    <a16:creationId xmlns:a16="http://schemas.microsoft.com/office/drawing/2014/main" id="{C349D3BA-035E-4C9A-8315-13073A618FF0}"/>
                  </a:ext>
                </a:extLst>
              </p:cNvPr>
              <p:cNvSpPr/>
              <p:nvPr/>
            </p:nvSpPr>
            <p:spPr>
              <a:xfrm>
                <a:off x="4690872" y="5695186"/>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E3C2F5"/>
              </a:solidFill>
            </p:spPr>
            <p:txBody>
              <a:bodyPr wrap="square" lIns="0" tIns="0" rIns="0" bIns="0" rtlCol="0"/>
              <a:lstStyle/>
              <a:p>
                <a:endParaRPr sz="2000"/>
              </a:p>
            </p:txBody>
          </p:sp>
          <p:sp>
            <p:nvSpPr>
              <p:cNvPr id="929" name="object 448">
                <a:extLst>
                  <a:ext uri="{FF2B5EF4-FFF2-40B4-BE49-F238E27FC236}">
                    <a16:creationId xmlns:a16="http://schemas.microsoft.com/office/drawing/2014/main" id="{FE55517C-1F6D-4265-91CF-4E8B9A97AB96}"/>
                  </a:ext>
                </a:extLst>
              </p:cNvPr>
              <p:cNvSpPr/>
              <p:nvPr/>
            </p:nvSpPr>
            <p:spPr>
              <a:xfrm>
                <a:off x="4690872" y="5695186"/>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30" name="object 449">
                <a:extLst>
                  <a:ext uri="{FF2B5EF4-FFF2-40B4-BE49-F238E27FC236}">
                    <a16:creationId xmlns:a16="http://schemas.microsoft.com/office/drawing/2014/main" id="{CA8DD2A4-ED7D-4DD4-A57F-162C4DB6FE38}"/>
                  </a:ext>
                </a:extLst>
              </p:cNvPr>
              <p:cNvSpPr/>
              <p:nvPr/>
            </p:nvSpPr>
            <p:spPr>
              <a:xfrm>
                <a:off x="4782312" y="5695186"/>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E3C2F5"/>
              </a:solidFill>
            </p:spPr>
            <p:txBody>
              <a:bodyPr wrap="square" lIns="0" tIns="0" rIns="0" bIns="0" rtlCol="0"/>
              <a:lstStyle/>
              <a:p>
                <a:endParaRPr sz="2000"/>
              </a:p>
            </p:txBody>
          </p:sp>
          <p:sp>
            <p:nvSpPr>
              <p:cNvPr id="931" name="object 450">
                <a:extLst>
                  <a:ext uri="{FF2B5EF4-FFF2-40B4-BE49-F238E27FC236}">
                    <a16:creationId xmlns:a16="http://schemas.microsoft.com/office/drawing/2014/main" id="{9763DF9B-5DC9-4075-9909-939F591E24E4}"/>
                  </a:ext>
                </a:extLst>
              </p:cNvPr>
              <p:cNvSpPr/>
              <p:nvPr/>
            </p:nvSpPr>
            <p:spPr>
              <a:xfrm>
                <a:off x="4782312" y="5695186"/>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32" name="object 451">
                <a:extLst>
                  <a:ext uri="{FF2B5EF4-FFF2-40B4-BE49-F238E27FC236}">
                    <a16:creationId xmlns:a16="http://schemas.microsoft.com/office/drawing/2014/main" id="{61CD7649-C7C7-45A1-A003-E359A1308813}"/>
                  </a:ext>
                </a:extLst>
              </p:cNvPr>
              <p:cNvSpPr/>
              <p:nvPr/>
            </p:nvSpPr>
            <p:spPr>
              <a:xfrm>
                <a:off x="4597908" y="5782056"/>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33" name="object 452">
                <a:extLst>
                  <a:ext uri="{FF2B5EF4-FFF2-40B4-BE49-F238E27FC236}">
                    <a16:creationId xmlns:a16="http://schemas.microsoft.com/office/drawing/2014/main" id="{C89F3225-0043-498A-85A9-72B2597F7ECF}"/>
                  </a:ext>
                </a:extLst>
              </p:cNvPr>
              <p:cNvSpPr/>
              <p:nvPr/>
            </p:nvSpPr>
            <p:spPr>
              <a:xfrm>
                <a:off x="4597908" y="578205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4" name="object 453">
                <a:extLst>
                  <a:ext uri="{FF2B5EF4-FFF2-40B4-BE49-F238E27FC236}">
                    <a16:creationId xmlns:a16="http://schemas.microsoft.com/office/drawing/2014/main" id="{8F453524-1F18-466E-992B-1CC9EE093E5A}"/>
                  </a:ext>
                </a:extLst>
              </p:cNvPr>
              <p:cNvSpPr/>
              <p:nvPr/>
            </p:nvSpPr>
            <p:spPr>
              <a:xfrm>
                <a:off x="4690872" y="5782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35" name="object 454">
                <a:extLst>
                  <a:ext uri="{FF2B5EF4-FFF2-40B4-BE49-F238E27FC236}">
                    <a16:creationId xmlns:a16="http://schemas.microsoft.com/office/drawing/2014/main" id="{5EA2B3D3-A795-4BB3-B061-BDFED2CF6257}"/>
                  </a:ext>
                </a:extLst>
              </p:cNvPr>
              <p:cNvSpPr/>
              <p:nvPr/>
            </p:nvSpPr>
            <p:spPr>
              <a:xfrm>
                <a:off x="4690872" y="5782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6" name="object 455">
                <a:extLst>
                  <a:ext uri="{FF2B5EF4-FFF2-40B4-BE49-F238E27FC236}">
                    <a16:creationId xmlns:a16="http://schemas.microsoft.com/office/drawing/2014/main" id="{18ADC3E1-74C5-496A-BB0A-6A54238EEF3C}"/>
                  </a:ext>
                </a:extLst>
              </p:cNvPr>
              <p:cNvSpPr/>
              <p:nvPr/>
            </p:nvSpPr>
            <p:spPr>
              <a:xfrm>
                <a:off x="4782312" y="5782056"/>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37" name="object 456">
                <a:extLst>
                  <a:ext uri="{FF2B5EF4-FFF2-40B4-BE49-F238E27FC236}">
                    <a16:creationId xmlns:a16="http://schemas.microsoft.com/office/drawing/2014/main" id="{8DB8DC2A-49F7-415A-A866-DB26F2015708}"/>
                  </a:ext>
                </a:extLst>
              </p:cNvPr>
              <p:cNvSpPr/>
              <p:nvPr/>
            </p:nvSpPr>
            <p:spPr>
              <a:xfrm>
                <a:off x="4782312" y="578205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8" name="object 457">
                <a:extLst>
                  <a:ext uri="{FF2B5EF4-FFF2-40B4-BE49-F238E27FC236}">
                    <a16:creationId xmlns:a16="http://schemas.microsoft.com/office/drawing/2014/main" id="{3ED68344-4EC4-43DF-B957-3C483EF3DC0B}"/>
                  </a:ext>
                </a:extLst>
              </p:cNvPr>
              <p:cNvSpPr/>
              <p:nvPr/>
            </p:nvSpPr>
            <p:spPr>
              <a:xfrm>
                <a:off x="4875276" y="55244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39" name="object 458">
                <a:extLst>
                  <a:ext uri="{FF2B5EF4-FFF2-40B4-BE49-F238E27FC236}">
                    <a16:creationId xmlns:a16="http://schemas.microsoft.com/office/drawing/2014/main" id="{C677856A-E3D0-4488-B1CB-83E4E9D6FC25}"/>
                  </a:ext>
                </a:extLst>
              </p:cNvPr>
              <p:cNvSpPr/>
              <p:nvPr/>
            </p:nvSpPr>
            <p:spPr>
              <a:xfrm>
                <a:off x="4875276" y="55244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0" name="object 459">
                <a:extLst>
                  <a:ext uri="{FF2B5EF4-FFF2-40B4-BE49-F238E27FC236}">
                    <a16:creationId xmlns:a16="http://schemas.microsoft.com/office/drawing/2014/main" id="{CFC1A407-03FB-41DB-B938-8CCD334802B9}"/>
                  </a:ext>
                </a:extLst>
              </p:cNvPr>
              <p:cNvSpPr/>
              <p:nvPr/>
            </p:nvSpPr>
            <p:spPr>
              <a:xfrm>
                <a:off x="4875276" y="56098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41" name="object 460">
                <a:extLst>
                  <a:ext uri="{FF2B5EF4-FFF2-40B4-BE49-F238E27FC236}">
                    <a16:creationId xmlns:a16="http://schemas.microsoft.com/office/drawing/2014/main" id="{317DECC8-D950-47B5-8503-4A18174E68D6}"/>
                  </a:ext>
                </a:extLst>
              </p:cNvPr>
              <p:cNvSpPr/>
              <p:nvPr/>
            </p:nvSpPr>
            <p:spPr>
              <a:xfrm>
                <a:off x="4875276" y="56098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2" name="object 461">
                <a:extLst>
                  <a:ext uri="{FF2B5EF4-FFF2-40B4-BE49-F238E27FC236}">
                    <a16:creationId xmlns:a16="http://schemas.microsoft.com/office/drawing/2014/main" id="{05DD126D-C5D5-4692-B92F-BF2BF76A644F}"/>
                  </a:ext>
                </a:extLst>
              </p:cNvPr>
              <p:cNvSpPr/>
              <p:nvPr/>
            </p:nvSpPr>
            <p:spPr>
              <a:xfrm>
                <a:off x="4875276" y="5695186"/>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E3C2F5"/>
              </a:solidFill>
            </p:spPr>
            <p:txBody>
              <a:bodyPr wrap="square" lIns="0" tIns="0" rIns="0" bIns="0" rtlCol="0"/>
              <a:lstStyle/>
              <a:p>
                <a:endParaRPr sz="2000"/>
              </a:p>
            </p:txBody>
          </p:sp>
          <p:sp>
            <p:nvSpPr>
              <p:cNvPr id="943" name="object 462">
                <a:extLst>
                  <a:ext uri="{FF2B5EF4-FFF2-40B4-BE49-F238E27FC236}">
                    <a16:creationId xmlns:a16="http://schemas.microsoft.com/office/drawing/2014/main" id="{30F24875-8F1F-4F88-86BE-B0E3F21228A2}"/>
                  </a:ext>
                </a:extLst>
              </p:cNvPr>
              <p:cNvSpPr/>
              <p:nvPr/>
            </p:nvSpPr>
            <p:spPr>
              <a:xfrm>
                <a:off x="4875276" y="5695186"/>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44" name="object 463">
                <a:extLst>
                  <a:ext uri="{FF2B5EF4-FFF2-40B4-BE49-F238E27FC236}">
                    <a16:creationId xmlns:a16="http://schemas.microsoft.com/office/drawing/2014/main" id="{46F7E64B-BC91-4D52-AFF6-7ABBC1DD690E}"/>
                  </a:ext>
                </a:extLst>
              </p:cNvPr>
              <p:cNvSpPr/>
              <p:nvPr/>
            </p:nvSpPr>
            <p:spPr>
              <a:xfrm>
                <a:off x="4875276" y="5782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45" name="object 464">
                <a:extLst>
                  <a:ext uri="{FF2B5EF4-FFF2-40B4-BE49-F238E27FC236}">
                    <a16:creationId xmlns:a16="http://schemas.microsoft.com/office/drawing/2014/main" id="{62D08D82-8A48-4408-A7C8-70D2F2BBD87B}"/>
                  </a:ext>
                </a:extLst>
              </p:cNvPr>
              <p:cNvSpPr/>
              <p:nvPr/>
            </p:nvSpPr>
            <p:spPr>
              <a:xfrm>
                <a:off x="4875276" y="5782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6" name="object 465">
                <a:extLst>
                  <a:ext uri="{FF2B5EF4-FFF2-40B4-BE49-F238E27FC236}">
                    <a16:creationId xmlns:a16="http://schemas.microsoft.com/office/drawing/2014/main" id="{E17D73AB-3878-464B-91BF-5627F35C7FA7}"/>
                  </a:ext>
                </a:extLst>
              </p:cNvPr>
              <p:cNvSpPr/>
              <p:nvPr/>
            </p:nvSpPr>
            <p:spPr>
              <a:xfrm>
                <a:off x="5056632" y="55244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47" name="object 466">
                <a:extLst>
                  <a:ext uri="{FF2B5EF4-FFF2-40B4-BE49-F238E27FC236}">
                    <a16:creationId xmlns:a16="http://schemas.microsoft.com/office/drawing/2014/main" id="{9DFD7C9A-D3A5-422B-8273-660EDB6EFB82}"/>
                  </a:ext>
                </a:extLst>
              </p:cNvPr>
              <p:cNvSpPr/>
              <p:nvPr/>
            </p:nvSpPr>
            <p:spPr>
              <a:xfrm>
                <a:off x="5056632" y="55244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8" name="object 467">
                <a:extLst>
                  <a:ext uri="{FF2B5EF4-FFF2-40B4-BE49-F238E27FC236}">
                    <a16:creationId xmlns:a16="http://schemas.microsoft.com/office/drawing/2014/main" id="{B38BA726-A34A-4202-8E17-D558CE88C9B4}"/>
                  </a:ext>
                </a:extLst>
              </p:cNvPr>
              <p:cNvSpPr/>
              <p:nvPr/>
            </p:nvSpPr>
            <p:spPr>
              <a:xfrm>
                <a:off x="5056632" y="56098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49" name="object 468">
                <a:extLst>
                  <a:ext uri="{FF2B5EF4-FFF2-40B4-BE49-F238E27FC236}">
                    <a16:creationId xmlns:a16="http://schemas.microsoft.com/office/drawing/2014/main" id="{51FDDC51-A1F0-48E2-954F-284B0AB45EBD}"/>
                  </a:ext>
                </a:extLst>
              </p:cNvPr>
              <p:cNvSpPr/>
              <p:nvPr/>
            </p:nvSpPr>
            <p:spPr>
              <a:xfrm>
                <a:off x="5056632" y="56098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0" name="object 469">
                <a:extLst>
                  <a:ext uri="{FF2B5EF4-FFF2-40B4-BE49-F238E27FC236}">
                    <a16:creationId xmlns:a16="http://schemas.microsoft.com/office/drawing/2014/main" id="{D9B29010-A24D-4CF4-9EFA-1E7FB2607F88}"/>
                  </a:ext>
                </a:extLst>
              </p:cNvPr>
              <p:cNvSpPr/>
              <p:nvPr/>
            </p:nvSpPr>
            <p:spPr>
              <a:xfrm>
                <a:off x="5056632" y="5695186"/>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E3C2F5"/>
              </a:solidFill>
            </p:spPr>
            <p:txBody>
              <a:bodyPr wrap="square" lIns="0" tIns="0" rIns="0" bIns="0" rtlCol="0"/>
              <a:lstStyle/>
              <a:p>
                <a:endParaRPr sz="2000"/>
              </a:p>
            </p:txBody>
          </p:sp>
          <p:sp>
            <p:nvSpPr>
              <p:cNvPr id="951" name="object 470">
                <a:extLst>
                  <a:ext uri="{FF2B5EF4-FFF2-40B4-BE49-F238E27FC236}">
                    <a16:creationId xmlns:a16="http://schemas.microsoft.com/office/drawing/2014/main" id="{33284440-C4A9-428E-B636-A8017F524EC6}"/>
                  </a:ext>
                </a:extLst>
              </p:cNvPr>
              <p:cNvSpPr/>
              <p:nvPr/>
            </p:nvSpPr>
            <p:spPr>
              <a:xfrm>
                <a:off x="5056632" y="5695186"/>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52" name="object 471">
                <a:extLst>
                  <a:ext uri="{FF2B5EF4-FFF2-40B4-BE49-F238E27FC236}">
                    <a16:creationId xmlns:a16="http://schemas.microsoft.com/office/drawing/2014/main" id="{E4E51A87-C920-4AC7-8F78-E1B1CFC4A0A5}"/>
                  </a:ext>
                </a:extLst>
              </p:cNvPr>
              <p:cNvSpPr/>
              <p:nvPr/>
            </p:nvSpPr>
            <p:spPr>
              <a:xfrm>
                <a:off x="5056632" y="57820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953" name="object 472">
                <a:extLst>
                  <a:ext uri="{FF2B5EF4-FFF2-40B4-BE49-F238E27FC236}">
                    <a16:creationId xmlns:a16="http://schemas.microsoft.com/office/drawing/2014/main" id="{1B396736-7CFC-46D7-8E8A-B48A16E5347B}"/>
                  </a:ext>
                </a:extLst>
              </p:cNvPr>
              <p:cNvSpPr/>
              <p:nvPr/>
            </p:nvSpPr>
            <p:spPr>
              <a:xfrm>
                <a:off x="5056632" y="57820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4" name="object 473">
                <a:extLst>
                  <a:ext uri="{FF2B5EF4-FFF2-40B4-BE49-F238E27FC236}">
                    <a16:creationId xmlns:a16="http://schemas.microsoft.com/office/drawing/2014/main" id="{95F7B0D6-7725-4CBA-B84B-4F4354771D80}"/>
                  </a:ext>
                </a:extLst>
              </p:cNvPr>
              <p:cNvSpPr/>
              <p:nvPr/>
            </p:nvSpPr>
            <p:spPr>
              <a:xfrm>
                <a:off x="5237988" y="5524499"/>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55" name="object 474">
                <a:extLst>
                  <a:ext uri="{FF2B5EF4-FFF2-40B4-BE49-F238E27FC236}">
                    <a16:creationId xmlns:a16="http://schemas.microsoft.com/office/drawing/2014/main" id="{90102457-3986-4B1E-AB61-33F82E28D543}"/>
                  </a:ext>
                </a:extLst>
              </p:cNvPr>
              <p:cNvSpPr/>
              <p:nvPr/>
            </p:nvSpPr>
            <p:spPr>
              <a:xfrm>
                <a:off x="5237988" y="5524499"/>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6" name="object 475">
                <a:extLst>
                  <a:ext uri="{FF2B5EF4-FFF2-40B4-BE49-F238E27FC236}">
                    <a16:creationId xmlns:a16="http://schemas.microsoft.com/office/drawing/2014/main" id="{F105F130-7BF2-462A-B48E-78D953A7FBEA}"/>
                  </a:ext>
                </a:extLst>
              </p:cNvPr>
              <p:cNvSpPr/>
              <p:nvPr/>
            </p:nvSpPr>
            <p:spPr>
              <a:xfrm>
                <a:off x="5237988" y="5609842"/>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57" name="object 476">
                <a:extLst>
                  <a:ext uri="{FF2B5EF4-FFF2-40B4-BE49-F238E27FC236}">
                    <a16:creationId xmlns:a16="http://schemas.microsoft.com/office/drawing/2014/main" id="{52F145DE-86AD-475F-A505-14A7E8819061}"/>
                  </a:ext>
                </a:extLst>
              </p:cNvPr>
              <p:cNvSpPr/>
              <p:nvPr/>
            </p:nvSpPr>
            <p:spPr>
              <a:xfrm>
                <a:off x="5237988" y="560984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58" name="object 477">
                <a:extLst>
                  <a:ext uri="{FF2B5EF4-FFF2-40B4-BE49-F238E27FC236}">
                    <a16:creationId xmlns:a16="http://schemas.microsoft.com/office/drawing/2014/main" id="{654C3529-EC5D-4B4A-A7CE-755CA47E9ED2}"/>
                  </a:ext>
                </a:extLst>
              </p:cNvPr>
              <p:cNvSpPr/>
              <p:nvPr/>
            </p:nvSpPr>
            <p:spPr>
              <a:xfrm>
                <a:off x="5237988" y="5695186"/>
                <a:ext cx="93345" cy="86995"/>
              </a:xfrm>
              <a:custGeom>
                <a:avLst/>
                <a:gdLst/>
                <a:ahLst/>
                <a:cxnLst/>
                <a:rect l="l" t="t" r="r" b="b"/>
                <a:pathLst>
                  <a:path w="93345" h="86995">
                    <a:moveTo>
                      <a:pt x="92967" y="0"/>
                    </a:moveTo>
                    <a:lnTo>
                      <a:pt x="0" y="0"/>
                    </a:lnTo>
                    <a:lnTo>
                      <a:pt x="0" y="86870"/>
                    </a:lnTo>
                    <a:lnTo>
                      <a:pt x="92967" y="86870"/>
                    </a:lnTo>
                    <a:lnTo>
                      <a:pt x="92967" y="0"/>
                    </a:lnTo>
                    <a:close/>
                  </a:path>
                </a:pathLst>
              </a:custGeom>
              <a:solidFill>
                <a:srgbClr val="E3C2F5"/>
              </a:solidFill>
            </p:spPr>
            <p:txBody>
              <a:bodyPr wrap="square" lIns="0" tIns="0" rIns="0" bIns="0" rtlCol="0"/>
              <a:lstStyle/>
              <a:p>
                <a:endParaRPr sz="2000"/>
              </a:p>
            </p:txBody>
          </p:sp>
          <p:sp>
            <p:nvSpPr>
              <p:cNvPr id="959" name="object 478">
                <a:extLst>
                  <a:ext uri="{FF2B5EF4-FFF2-40B4-BE49-F238E27FC236}">
                    <a16:creationId xmlns:a16="http://schemas.microsoft.com/office/drawing/2014/main" id="{697B8052-8921-486D-BAC8-7B1BDFC91B12}"/>
                  </a:ext>
                </a:extLst>
              </p:cNvPr>
              <p:cNvSpPr/>
              <p:nvPr/>
            </p:nvSpPr>
            <p:spPr>
              <a:xfrm>
                <a:off x="5237988" y="5695186"/>
                <a:ext cx="93345" cy="86995"/>
              </a:xfrm>
              <a:custGeom>
                <a:avLst/>
                <a:gdLst/>
                <a:ahLst/>
                <a:cxnLst/>
                <a:rect l="l" t="t" r="r" b="b"/>
                <a:pathLst>
                  <a:path w="93345" h="86995">
                    <a:moveTo>
                      <a:pt x="0" y="86870"/>
                    </a:moveTo>
                    <a:lnTo>
                      <a:pt x="92967" y="86870"/>
                    </a:lnTo>
                    <a:lnTo>
                      <a:pt x="92967"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60" name="object 479">
                <a:extLst>
                  <a:ext uri="{FF2B5EF4-FFF2-40B4-BE49-F238E27FC236}">
                    <a16:creationId xmlns:a16="http://schemas.microsoft.com/office/drawing/2014/main" id="{A8D8A402-AD35-411E-9F8B-7A011A8A360A}"/>
                  </a:ext>
                </a:extLst>
              </p:cNvPr>
              <p:cNvSpPr/>
              <p:nvPr/>
            </p:nvSpPr>
            <p:spPr>
              <a:xfrm>
                <a:off x="5237988" y="5782056"/>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961" name="object 480">
                <a:extLst>
                  <a:ext uri="{FF2B5EF4-FFF2-40B4-BE49-F238E27FC236}">
                    <a16:creationId xmlns:a16="http://schemas.microsoft.com/office/drawing/2014/main" id="{1E4755D8-61C6-448F-BCA2-89E930086A53}"/>
                  </a:ext>
                </a:extLst>
              </p:cNvPr>
              <p:cNvSpPr/>
              <p:nvPr/>
            </p:nvSpPr>
            <p:spPr>
              <a:xfrm>
                <a:off x="5237988" y="5782056"/>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2" name="object 481">
                <a:extLst>
                  <a:ext uri="{FF2B5EF4-FFF2-40B4-BE49-F238E27FC236}">
                    <a16:creationId xmlns:a16="http://schemas.microsoft.com/office/drawing/2014/main" id="{378D36AB-5980-4198-9739-4FB261A544F7}"/>
                  </a:ext>
                </a:extLst>
              </p:cNvPr>
              <p:cNvSpPr/>
              <p:nvPr/>
            </p:nvSpPr>
            <p:spPr>
              <a:xfrm>
                <a:off x="5148072" y="552449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63" name="object 482">
                <a:extLst>
                  <a:ext uri="{FF2B5EF4-FFF2-40B4-BE49-F238E27FC236}">
                    <a16:creationId xmlns:a16="http://schemas.microsoft.com/office/drawing/2014/main" id="{4917FCCF-E27B-4147-8886-7E6C7BAD284C}"/>
                  </a:ext>
                </a:extLst>
              </p:cNvPr>
              <p:cNvSpPr/>
              <p:nvPr/>
            </p:nvSpPr>
            <p:spPr>
              <a:xfrm>
                <a:off x="5148072" y="55244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4" name="object 483">
                <a:extLst>
                  <a:ext uri="{FF2B5EF4-FFF2-40B4-BE49-F238E27FC236}">
                    <a16:creationId xmlns:a16="http://schemas.microsoft.com/office/drawing/2014/main" id="{68D6EABE-7FAA-48A0-8E57-5B5DEB1453B8}"/>
                  </a:ext>
                </a:extLst>
              </p:cNvPr>
              <p:cNvSpPr/>
              <p:nvPr/>
            </p:nvSpPr>
            <p:spPr>
              <a:xfrm>
                <a:off x="5148072" y="560984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65" name="object 484">
                <a:extLst>
                  <a:ext uri="{FF2B5EF4-FFF2-40B4-BE49-F238E27FC236}">
                    <a16:creationId xmlns:a16="http://schemas.microsoft.com/office/drawing/2014/main" id="{3A44D7F3-4DF0-4CB4-AC7C-2B4333734493}"/>
                  </a:ext>
                </a:extLst>
              </p:cNvPr>
              <p:cNvSpPr/>
              <p:nvPr/>
            </p:nvSpPr>
            <p:spPr>
              <a:xfrm>
                <a:off x="5148072" y="56098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66" name="object 485">
                <a:extLst>
                  <a:ext uri="{FF2B5EF4-FFF2-40B4-BE49-F238E27FC236}">
                    <a16:creationId xmlns:a16="http://schemas.microsoft.com/office/drawing/2014/main" id="{BDBA914C-0865-4EFF-8C2F-D346E2879062}"/>
                  </a:ext>
                </a:extLst>
              </p:cNvPr>
              <p:cNvSpPr/>
              <p:nvPr/>
            </p:nvSpPr>
            <p:spPr>
              <a:xfrm>
                <a:off x="5148072" y="5695186"/>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E3C2F5"/>
              </a:solidFill>
            </p:spPr>
            <p:txBody>
              <a:bodyPr wrap="square" lIns="0" tIns="0" rIns="0" bIns="0" rtlCol="0"/>
              <a:lstStyle/>
              <a:p>
                <a:endParaRPr sz="2000"/>
              </a:p>
            </p:txBody>
          </p:sp>
          <p:sp>
            <p:nvSpPr>
              <p:cNvPr id="967" name="object 486">
                <a:extLst>
                  <a:ext uri="{FF2B5EF4-FFF2-40B4-BE49-F238E27FC236}">
                    <a16:creationId xmlns:a16="http://schemas.microsoft.com/office/drawing/2014/main" id="{6C96F4D3-546B-443A-93E0-264778A70608}"/>
                  </a:ext>
                </a:extLst>
              </p:cNvPr>
              <p:cNvSpPr/>
              <p:nvPr/>
            </p:nvSpPr>
            <p:spPr>
              <a:xfrm>
                <a:off x="5148072" y="5695186"/>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68" name="object 487">
                <a:extLst>
                  <a:ext uri="{FF2B5EF4-FFF2-40B4-BE49-F238E27FC236}">
                    <a16:creationId xmlns:a16="http://schemas.microsoft.com/office/drawing/2014/main" id="{56B6CF09-AFB7-4DFE-AA71-514BB008BE08}"/>
                  </a:ext>
                </a:extLst>
              </p:cNvPr>
              <p:cNvSpPr/>
              <p:nvPr/>
            </p:nvSpPr>
            <p:spPr>
              <a:xfrm>
                <a:off x="5148072" y="5782056"/>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969" name="object 488">
                <a:extLst>
                  <a:ext uri="{FF2B5EF4-FFF2-40B4-BE49-F238E27FC236}">
                    <a16:creationId xmlns:a16="http://schemas.microsoft.com/office/drawing/2014/main" id="{848EAC8C-FB23-49A1-A467-4648C913D63F}"/>
                  </a:ext>
                </a:extLst>
              </p:cNvPr>
              <p:cNvSpPr/>
              <p:nvPr/>
            </p:nvSpPr>
            <p:spPr>
              <a:xfrm>
                <a:off x="5148072" y="578205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970" name="object 489">
              <a:extLst>
                <a:ext uri="{FF2B5EF4-FFF2-40B4-BE49-F238E27FC236}">
                  <a16:creationId xmlns:a16="http://schemas.microsoft.com/office/drawing/2014/main" id="{CE708077-869B-488B-A44D-1F9C081BD488}"/>
                </a:ext>
              </a:extLst>
            </p:cNvPr>
            <p:cNvSpPr txBox="1"/>
            <p:nvPr/>
          </p:nvSpPr>
          <p:spPr>
            <a:xfrm>
              <a:off x="5541678" y="5570204"/>
              <a:ext cx="215900" cy="253673"/>
            </a:xfrm>
            <a:prstGeom prst="rect">
              <a:avLst/>
            </a:prstGeom>
          </p:spPr>
          <p:txBody>
            <a:bodyPr vert="horz" wrap="square" lIns="0" tIns="14111" rIns="0" bIns="0" rtlCol="0">
              <a:spAutoFit/>
            </a:bodyPr>
            <a:lstStyle/>
            <a:p>
              <a:pPr marL="14111">
                <a:spcBef>
                  <a:spcPts val="111"/>
                </a:spcBef>
              </a:pPr>
              <a:r>
                <a:rPr sz="1556" i="1" dirty="0">
                  <a:latin typeface="Arial"/>
                  <a:cs typeface="Arial"/>
                </a:rPr>
                <a:t>W</a:t>
              </a:r>
              <a:endParaRPr sz="1556" dirty="0">
                <a:latin typeface="Arial"/>
                <a:cs typeface="Arial"/>
              </a:endParaRPr>
            </a:p>
          </p:txBody>
        </p:sp>
        <p:grpSp>
          <p:nvGrpSpPr>
            <p:cNvPr id="971" name="object 490">
              <a:extLst>
                <a:ext uri="{FF2B5EF4-FFF2-40B4-BE49-F238E27FC236}">
                  <a16:creationId xmlns:a16="http://schemas.microsoft.com/office/drawing/2014/main" id="{4DD0F0DE-500E-4EF7-84EF-022C1BBDC93C}"/>
                </a:ext>
              </a:extLst>
            </p:cNvPr>
            <p:cNvGrpSpPr/>
            <p:nvPr/>
          </p:nvGrpSpPr>
          <p:grpSpPr>
            <a:xfrm>
              <a:off x="3475407" y="5916942"/>
              <a:ext cx="826911" cy="395111"/>
              <a:chOff x="3000502" y="5521196"/>
              <a:chExt cx="744220" cy="355600"/>
            </a:xfrm>
          </p:grpSpPr>
          <p:sp>
            <p:nvSpPr>
              <p:cNvPr id="972" name="object 491">
                <a:extLst>
                  <a:ext uri="{FF2B5EF4-FFF2-40B4-BE49-F238E27FC236}">
                    <a16:creationId xmlns:a16="http://schemas.microsoft.com/office/drawing/2014/main" id="{07E3155F-F980-427A-B289-44A4DED238C2}"/>
                  </a:ext>
                </a:extLst>
              </p:cNvPr>
              <p:cNvSpPr/>
              <p:nvPr/>
            </p:nvSpPr>
            <p:spPr>
              <a:xfrm>
                <a:off x="3372612" y="5527546"/>
                <a:ext cx="91440" cy="85347"/>
              </a:xfrm>
              <a:prstGeom prst="rect">
                <a:avLst/>
              </a:prstGeom>
              <a:blipFill>
                <a:blip r:embed="rId67" cstate="print"/>
                <a:stretch>
                  <a:fillRect/>
                </a:stretch>
              </a:blipFill>
            </p:spPr>
            <p:txBody>
              <a:bodyPr wrap="square" lIns="0" tIns="0" rIns="0" bIns="0" rtlCol="0"/>
              <a:lstStyle/>
              <a:p>
                <a:endParaRPr sz="2000"/>
              </a:p>
            </p:txBody>
          </p:sp>
          <p:sp>
            <p:nvSpPr>
              <p:cNvPr id="973" name="object 492">
                <a:extLst>
                  <a:ext uri="{FF2B5EF4-FFF2-40B4-BE49-F238E27FC236}">
                    <a16:creationId xmlns:a16="http://schemas.microsoft.com/office/drawing/2014/main" id="{4B53E38B-185B-4CCD-BF73-8AE7BA44B2E7}"/>
                  </a:ext>
                </a:extLst>
              </p:cNvPr>
              <p:cNvSpPr/>
              <p:nvPr/>
            </p:nvSpPr>
            <p:spPr>
              <a:xfrm>
                <a:off x="3372612"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74" name="object 493">
                <a:extLst>
                  <a:ext uri="{FF2B5EF4-FFF2-40B4-BE49-F238E27FC236}">
                    <a16:creationId xmlns:a16="http://schemas.microsoft.com/office/drawing/2014/main" id="{39BDC19A-918A-4508-B8CF-FECDE2E87B43}"/>
                  </a:ext>
                </a:extLst>
              </p:cNvPr>
              <p:cNvSpPr/>
              <p:nvPr/>
            </p:nvSpPr>
            <p:spPr>
              <a:xfrm>
                <a:off x="3372612" y="5612894"/>
                <a:ext cx="91440" cy="85342"/>
              </a:xfrm>
              <a:prstGeom prst="rect">
                <a:avLst/>
              </a:prstGeom>
              <a:blipFill>
                <a:blip r:embed="rId68" cstate="print"/>
                <a:stretch>
                  <a:fillRect/>
                </a:stretch>
              </a:blipFill>
            </p:spPr>
            <p:txBody>
              <a:bodyPr wrap="square" lIns="0" tIns="0" rIns="0" bIns="0" rtlCol="0"/>
              <a:lstStyle/>
              <a:p>
                <a:endParaRPr sz="2000"/>
              </a:p>
            </p:txBody>
          </p:sp>
          <p:sp>
            <p:nvSpPr>
              <p:cNvPr id="975" name="object 494">
                <a:extLst>
                  <a:ext uri="{FF2B5EF4-FFF2-40B4-BE49-F238E27FC236}">
                    <a16:creationId xmlns:a16="http://schemas.microsoft.com/office/drawing/2014/main" id="{5D4C6E00-5CCE-47DC-AA4E-3AEB277A2852}"/>
                  </a:ext>
                </a:extLst>
              </p:cNvPr>
              <p:cNvSpPr/>
              <p:nvPr/>
            </p:nvSpPr>
            <p:spPr>
              <a:xfrm>
                <a:off x="3372612"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76" name="object 495">
                <a:extLst>
                  <a:ext uri="{FF2B5EF4-FFF2-40B4-BE49-F238E27FC236}">
                    <a16:creationId xmlns:a16="http://schemas.microsoft.com/office/drawing/2014/main" id="{A0FEE1A2-F772-4769-95AD-62C8A1D9FA9C}"/>
                  </a:ext>
                </a:extLst>
              </p:cNvPr>
              <p:cNvSpPr/>
              <p:nvPr/>
            </p:nvSpPr>
            <p:spPr>
              <a:xfrm>
                <a:off x="3372612" y="5698236"/>
                <a:ext cx="91440" cy="86865"/>
              </a:xfrm>
              <a:prstGeom prst="rect">
                <a:avLst/>
              </a:prstGeom>
              <a:blipFill>
                <a:blip r:embed="rId69" cstate="print"/>
                <a:stretch>
                  <a:fillRect/>
                </a:stretch>
              </a:blipFill>
            </p:spPr>
            <p:txBody>
              <a:bodyPr wrap="square" lIns="0" tIns="0" rIns="0" bIns="0" rtlCol="0"/>
              <a:lstStyle/>
              <a:p>
                <a:endParaRPr sz="2000"/>
              </a:p>
            </p:txBody>
          </p:sp>
          <p:sp>
            <p:nvSpPr>
              <p:cNvPr id="977" name="object 496">
                <a:extLst>
                  <a:ext uri="{FF2B5EF4-FFF2-40B4-BE49-F238E27FC236}">
                    <a16:creationId xmlns:a16="http://schemas.microsoft.com/office/drawing/2014/main" id="{FBD83251-76B5-4A75-842C-72F86A3207F9}"/>
                  </a:ext>
                </a:extLst>
              </p:cNvPr>
              <p:cNvSpPr/>
              <p:nvPr/>
            </p:nvSpPr>
            <p:spPr>
              <a:xfrm>
                <a:off x="3372612"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978" name="object 497">
                <a:extLst>
                  <a:ext uri="{FF2B5EF4-FFF2-40B4-BE49-F238E27FC236}">
                    <a16:creationId xmlns:a16="http://schemas.microsoft.com/office/drawing/2014/main" id="{E321C7F3-4260-4267-AB43-79AD853DE7AD}"/>
                  </a:ext>
                </a:extLst>
              </p:cNvPr>
              <p:cNvSpPr/>
              <p:nvPr/>
            </p:nvSpPr>
            <p:spPr>
              <a:xfrm>
                <a:off x="3372612" y="5785102"/>
                <a:ext cx="91440" cy="85342"/>
              </a:xfrm>
              <a:prstGeom prst="rect">
                <a:avLst/>
              </a:prstGeom>
              <a:blipFill>
                <a:blip r:embed="rId70" cstate="print"/>
                <a:stretch>
                  <a:fillRect/>
                </a:stretch>
              </a:blipFill>
            </p:spPr>
            <p:txBody>
              <a:bodyPr wrap="square" lIns="0" tIns="0" rIns="0" bIns="0" rtlCol="0"/>
              <a:lstStyle/>
              <a:p>
                <a:endParaRPr sz="2000"/>
              </a:p>
            </p:txBody>
          </p:sp>
          <p:sp>
            <p:nvSpPr>
              <p:cNvPr id="979" name="object 498">
                <a:extLst>
                  <a:ext uri="{FF2B5EF4-FFF2-40B4-BE49-F238E27FC236}">
                    <a16:creationId xmlns:a16="http://schemas.microsoft.com/office/drawing/2014/main" id="{8885ABD1-7EED-4ACB-BAC4-58A1E73716C7}"/>
                  </a:ext>
                </a:extLst>
              </p:cNvPr>
              <p:cNvSpPr/>
              <p:nvPr/>
            </p:nvSpPr>
            <p:spPr>
              <a:xfrm>
                <a:off x="3372612"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80" name="object 499">
                <a:extLst>
                  <a:ext uri="{FF2B5EF4-FFF2-40B4-BE49-F238E27FC236}">
                    <a16:creationId xmlns:a16="http://schemas.microsoft.com/office/drawing/2014/main" id="{6E36115B-BB63-4E79-BF5E-FEC7BCF1ED62}"/>
                  </a:ext>
                </a:extLst>
              </p:cNvPr>
              <p:cNvSpPr/>
              <p:nvPr/>
            </p:nvSpPr>
            <p:spPr>
              <a:xfrm>
                <a:off x="3006852" y="5527546"/>
                <a:ext cx="91440" cy="85347"/>
              </a:xfrm>
              <a:prstGeom prst="rect">
                <a:avLst/>
              </a:prstGeom>
              <a:blipFill>
                <a:blip r:embed="rId71" cstate="print"/>
                <a:stretch>
                  <a:fillRect/>
                </a:stretch>
              </a:blipFill>
            </p:spPr>
            <p:txBody>
              <a:bodyPr wrap="square" lIns="0" tIns="0" rIns="0" bIns="0" rtlCol="0"/>
              <a:lstStyle/>
              <a:p>
                <a:endParaRPr sz="2000"/>
              </a:p>
            </p:txBody>
          </p:sp>
          <p:sp>
            <p:nvSpPr>
              <p:cNvPr id="981" name="object 500">
                <a:extLst>
                  <a:ext uri="{FF2B5EF4-FFF2-40B4-BE49-F238E27FC236}">
                    <a16:creationId xmlns:a16="http://schemas.microsoft.com/office/drawing/2014/main" id="{218F89F2-75A2-4E3D-8B29-30E291A5F41F}"/>
                  </a:ext>
                </a:extLst>
              </p:cNvPr>
              <p:cNvSpPr/>
              <p:nvPr/>
            </p:nvSpPr>
            <p:spPr>
              <a:xfrm>
                <a:off x="3006852"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82" name="object 501">
                <a:extLst>
                  <a:ext uri="{FF2B5EF4-FFF2-40B4-BE49-F238E27FC236}">
                    <a16:creationId xmlns:a16="http://schemas.microsoft.com/office/drawing/2014/main" id="{B47CE68F-1435-4A83-9F75-5D819052FB06}"/>
                  </a:ext>
                </a:extLst>
              </p:cNvPr>
              <p:cNvSpPr/>
              <p:nvPr/>
            </p:nvSpPr>
            <p:spPr>
              <a:xfrm>
                <a:off x="3098292" y="5527546"/>
                <a:ext cx="91440" cy="85347"/>
              </a:xfrm>
              <a:prstGeom prst="rect">
                <a:avLst/>
              </a:prstGeom>
              <a:blipFill>
                <a:blip r:embed="rId72" cstate="print"/>
                <a:stretch>
                  <a:fillRect/>
                </a:stretch>
              </a:blipFill>
            </p:spPr>
            <p:txBody>
              <a:bodyPr wrap="square" lIns="0" tIns="0" rIns="0" bIns="0" rtlCol="0"/>
              <a:lstStyle/>
              <a:p>
                <a:endParaRPr sz="2000"/>
              </a:p>
            </p:txBody>
          </p:sp>
          <p:sp>
            <p:nvSpPr>
              <p:cNvPr id="983" name="object 502">
                <a:extLst>
                  <a:ext uri="{FF2B5EF4-FFF2-40B4-BE49-F238E27FC236}">
                    <a16:creationId xmlns:a16="http://schemas.microsoft.com/office/drawing/2014/main" id="{4DD56830-FCFE-43AD-B88C-A5EF75186292}"/>
                  </a:ext>
                </a:extLst>
              </p:cNvPr>
              <p:cNvSpPr/>
              <p:nvPr/>
            </p:nvSpPr>
            <p:spPr>
              <a:xfrm>
                <a:off x="3098292"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84" name="object 503">
                <a:extLst>
                  <a:ext uri="{FF2B5EF4-FFF2-40B4-BE49-F238E27FC236}">
                    <a16:creationId xmlns:a16="http://schemas.microsoft.com/office/drawing/2014/main" id="{D8D33A8A-FED3-4C46-A225-A015BBD6B6B3}"/>
                  </a:ext>
                </a:extLst>
              </p:cNvPr>
              <p:cNvSpPr/>
              <p:nvPr/>
            </p:nvSpPr>
            <p:spPr>
              <a:xfrm>
                <a:off x="3189732" y="5527546"/>
                <a:ext cx="92962" cy="85347"/>
              </a:xfrm>
              <a:prstGeom prst="rect">
                <a:avLst/>
              </a:prstGeom>
              <a:blipFill>
                <a:blip r:embed="rId73" cstate="print"/>
                <a:stretch>
                  <a:fillRect/>
                </a:stretch>
              </a:blipFill>
            </p:spPr>
            <p:txBody>
              <a:bodyPr wrap="square" lIns="0" tIns="0" rIns="0" bIns="0" rtlCol="0"/>
              <a:lstStyle/>
              <a:p>
                <a:endParaRPr sz="2000"/>
              </a:p>
            </p:txBody>
          </p:sp>
          <p:sp>
            <p:nvSpPr>
              <p:cNvPr id="985" name="object 504">
                <a:extLst>
                  <a:ext uri="{FF2B5EF4-FFF2-40B4-BE49-F238E27FC236}">
                    <a16:creationId xmlns:a16="http://schemas.microsoft.com/office/drawing/2014/main" id="{FAE3853A-C36C-40CD-8F11-1BE3D283223E}"/>
                  </a:ext>
                </a:extLst>
              </p:cNvPr>
              <p:cNvSpPr/>
              <p:nvPr/>
            </p:nvSpPr>
            <p:spPr>
              <a:xfrm>
                <a:off x="3189732" y="55275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86" name="object 505">
                <a:extLst>
                  <a:ext uri="{FF2B5EF4-FFF2-40B4-BE49-F238E27FC236}">
                    <a16:creationId xmlns:a16="http://schemas.microsoft.com/office/drawing/2014/main" id="{06C588CB-EFA2-4900-9CF5-474F88816491}"/>
                  </a:ext>
                </a:extLst>
              </p:cNvPr>
              <p:cNvSpPr/>
              <p:nvPr/>
            </p:nvSpPr>
            <p:spPr>
              <a:xfrm>
                <a:off x="3006852" y="5612894"/>
                <a:ext cx="91440" cy="85342"/>
              </a:xfrm>
              <a:prstGeom prst="rect">
                <a:avLst/>
              </a:prstGeom>
              <a:blipFill>
                <a:blip r:embed="rId74" cstate="print"/>
                <a:stretch>
                  <a:fillRect/>
                </a:stretch>
              </a:blipFill>
            </p:spPr>
            <p:txBody>
              <a:bodyPr wrap="square" lIns="0" tIns="0" rIns="0" bIns="0" rtlCol="0"/>
              <a:lstStyle/>
              <a:p>
                <a:endParaRPr sz="2000"/>
              </a:p>
            </p:txBody>
          </p:sp>
          <p:sp>
            <p:nvSpPr>
              <p:cNvPr id="987" name="object 506">
                <a:extLst>
                  <a:ext uri="{FF2B5EF4-FFF2-40B4-BE49-F238E27FC236}">
                    <a16:creationId xmlns:a16="http://schemas.microsoft.com/office/drawing/2014/main" id="{38DE203C-DA6C-46C2-945A-A34C70DA404F}"/>
                  </a:ext>
                </a:extLst>
              </p:cNvPr>
              <p:cNvSpPr/>
              <p:nvPr/>
            </p:nvSpPr>
            <p:spPr>
              <a:xfrm>
                <a:off x="3006852"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88" name="object 507">
                <a:extLst>
                  <a:ext uri="{FF2B5EF4-FFF2-40B4-BE49-F238E27FC236}">
                    <a16:creationId xmlns:a16="http://schemas.microsoft.com/office/drawing/2014/main" id="{8267BDE5-7361-4571-BE74-98D678649697}"/>
                  </a:ext>
                </a:extLst>
              </p:cNvPr>
              <p:cNvSpPr/>
              <p:nvPr/>
            </p:nvSpPr>
            <p:spPr>
              <a:xfrm>
                <a:off x="3098292" y="5612894"/>
                <a:ext cx="91440" cy="85342"/>
              </a:xfrm>
              <a:prstGeom prst="rect">
                <a:avLst/>
              </a:prstGeom>
              <a:blipFill>
                <a:blip r:embed="rId75" cstate="print"/>
                <a:stretch>
                  <a:fillRect/>
                </a:stretch>
              </a:blipFill>
            </p:spPr>
            <p:txBody>
              <a:bodyPr wrap="square" lIns="0" tIns="0" rIns="0" bIns="0" rtlCol="0"/>
              <a:lstStyle/>
              <a:p>
                <a:endParaRPr sz="2000"/>
              </a:p>
            </p:txBody>
          </p:sp>
          <p:sp>
            <p:nvSpPr>
              <p:cNvPr id="989" name="object 508">
                <a:extLst>
                  <a:ext uri="{FF2B5EF4-FFF2-40B4-BE49-F238E27FC236}">
                    <a16:creationId xmlns:a16="http://schemas.microsoft.com/office/drawing/2014/main" id="{2F3AC257-E25F-435F-A6A9-4CA5B9DC844A}"/>
                  </a:ext>
                </a:extLst>
              </p:cNvPr>
              <p:cNvSpPr/>
              <p:nvPr/>
            </p:nvSpPr>
            <p:spPr>
              <a:xfrm>
                <a:off x="3098292"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90" name="object 509">
                <a:extLst>
                  <a:ext uri="{FF2B5EF4-FFF2-40B4-BE49-F238E27FC236}">
                    <a16:creationId xmlns:a16="http://schemas.microsoft.com/office/drawing/2014/main" id="{1AF81FA6-8365-444A-BF83-32998235B27F}"/>
                  </a:ext>
                </a:extLst>
              </p:cNvPr>
              <p:cNvSpPr/>
              <p:nvPr/>
            </p:nvSpPr>
            <p:spPr>
              <a:xfrm>
                <a:off x="3189732" y="5612894"/>
                <a:ext cx="92962" cy="85342"/>
              </a:xfrm>
              <a:prstGeom prst="rect">
                <a:avLst/>
              </a:prstGeom>
              <a:blipFill>
                <a:blip r:embed="rId76" cstate="print"/>
                <a:stretch>
                  <a:fillRect/>
                </a:stretch>
              </a:blipFill>
            </p:spPr>
            <p:txBody>
              <a:bodyPr wrap="square" lIns="0" tIns="0" rIns="0" bIns="0" rtlCol="0"/>
              <a:lstStyle/>
              <a:p>
                <a:endParaRPr sz="2000"/>
              </a:p>
            </p:txBody>
          </p:sp>
          <p:sp>
            <p:nvSpPr>
              <p:cNvPr id="991" name="object 510">
                <a:extLst>
                  <a:ext uri="{FF2B5EF4-FFF2-40B4-BE49-F238E27FC236}">
                    <a16:creationId xmlns:a16="http://schemas.microsoft.com/office/drawing/2014/main" id="{EC0D3BA7-A120-435A-B551-F95C791B5277}"/>
                  </a:ext>
                </a:extLst>
              </p:cNvPr>
              <p:cNvSpPr/>
              <p:nvPr/>
            </p:nvSpPr>
            <p:spPr>
              <a:xfrm>
                <a:off x="3189732" y="56128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92" name="object 511">
                <a:extLst>
                  <a:ext uri="{FF2B5EF4-FFF2-40B4-BE49-F238E27FC236}">
                    <a16:creationId xmlns:a16="http://schemas.microsoft.com/office/drawing/2014/main" id="{909C720E-A62B-4BAD-A812-7557E9162B3C}"/>
                  </a:ext>
                </a:extLst>
              </p:cNvPr>
              <p:cNvSpPr/>
              <p:nvPr/>
            </p:nvSpPr>
            <p:spPr>
              <a:xfrm>
                <a:off x="3006852" y="5698236"/>
                <a:ext cx="91440" cy="86865"/>
              </a:xfrm>
              <a:prstGeom prst="rect">
                <a:avLst/>
              </a:prstGeom>
              <a:blipFill>
                <a:blip r:embed="rId77" cstate="print"/>
                <a:stretch>
                  <a:fillRect/>
                </a:stretch>
              </a:blipFill>
            </p:spPr>
            <p:txBody>
              <a:bodyPr wrap="square" lIns="0" tIns="0" rIns="0" bIns="0" rtlCol="0"/>
              <a:lstStyle/>
              <a:p>
                <a:endParaRPr sz="2000"/>
              </a:p>
            </p:txBody>
          </p:sp>
          <p:sp>
            <p:nvSpPr>
              <p:cNvPr id="993" name="object 512">
                <a:extLst>
                  <a:ext uri="{FF2B5EF4-FFF2-40B4-BE49-F238E27FC236}">
                    <a16:creationId xmlns:a16="http://schemas.microsoft.com/office/drawing/2014/main" id="{E063E397-5F6A-4F9D-98AB-36336190844E}"/>
                  </a:ext>
                </a:extLst>
              </p:cNvPr>
              <p:cNvSpPr/>
              <p:nvPr/>
            </p:nvSpPr>
            <p:spPr>
              <a:xfrm>
                <a:off x="3006852"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994" name="object 513">
                <a:extLst>
                  <a:ext uri="{FF2B5EF4-FFF2-40B4-BE49-F238E27FC236}">
                    <a16:creationId xmlns:a16="http://schemas.microsoft.com/office/drawing/2014/main" id="{405C2100-6767-40C3-8C6D-27C3433303A1}"/>
                  </a:ext>
                </a:extLst>
              </p:cNvPr>
              <p:cNvSpPr/>
              <p:nvPr/>
            </p:nvSpPr>
            <p:spPr>
              <a:xfrm>
                <a:off x="3098292" y="5698236"/>
                <a:ext cx="91440" cy="86865"/>
              </a:xfrm>
              <a:prstGeom prst="rect">
                <a:avLst/>
              </a:prstGeom>
              <a:blipFill>
                <a:blip r:embed="rId78" cstate="print"/>
                <a:stretch>
                  <a:fillRect/>
                </a:stretch>
              </a:blipFill>
            </p:spPr>
            <p:txBody>
              <a:bodyPr wrap="square" lIns="0" tIns="0" rIns="0" bIns="0" rtlCol="0"/>
              <a:lstStyle/>
              <a:p>
                <a:endParaRPr sz="2000"/>
              </a:p>
            </p:txBody>
          </p:sp>
          <p:sp>
            <p:nvSpPr>
              <p:cNvPr id="995" name="object 514">
                <a:extLst>
                  <a:ext uri="{FF2B5EF4-FFF2-40B4-BE49-F238E27FC236}">
                    <a16:creationId xmlns:a16="http://schemas.microsoft.com/office/drawing/2014/main" id="{717851B0-07BF-4B4A-8C7C-203102D297D0}"/>
                  </a:ext>
                </a:extLst>
              </p:cNvPr>
              <p:cNvSpPr/>
              <p:nvPr/>
            </p:nvSpPr>
            <p:spPr>
              <a:xfrm>
                <a:off x="3098292"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996" name="object 515">
                <a:extLst>
                  <a:ext uri="{FF2B5EF4-FFF2-40B4-BE49-F238E27FC236}">
                    <a16:creationId xmlns:a16="http://schemas.microsoft.com/office/drawing/2014/main" id="{47C8DB53-26D0-4739-B869-3F6481597321}"/>
                  </a:ext>
                </a:extLst>
              </p:cNvPr>
              <p:cNvSpPr/>
              <p:nvPr/>
            </p:nvSpPr>
            <p:spPr>
              <a:xfrm>
                <a:off x="3189732" y="5698236"/>
                <a:ext cx="92962" cy="86865"/>
              </a:xfrm>
              <a:prstGeom prst="rect">
                <a:avLst/>
              </a:prstGeom>
              <a:blipFill>
                <a:blip r:embed="rId79" cstate="print"/>
                <a:stretch>
                  <a:fillRect/>
                </a:stretch>
              </a:blipFill>
            </p:spPr>
            <p:txBody>
              <a:bodyPr wrap="square" lIns="0" tIns="0" rIns="0" bIns="0" rtlCol="0"/>
              <a:lstStyle/>
              <a:p>
                <a:endParaRPr sz="2000"/>
              </a:p>
            </p:txBody>
          </p:sp>
          <p:sp>
            <p:nvSpPr>
              <p:cNvPr id="997" name="object 516">
                <a:extLst>
                  <a:ext uri="{FF2B5EF4-FFF2-40B4-BE49-F238E27FC236}">
                    <a16:creationId xmlns:a16="http://schemas.microsoft.com/office/drawing/2014/main" id="{38E22C28-A175-43EA-B336-F68B9DBBEDD5}"/>
                  </a:ext>
                </a:extLst>
              </p:cNvPr>
              <p:cNvSpPr/>
              <p:nvPr/>
            </p:nvSpPr>
            <p:spPr>
              <a:xfrm>
                <a:off x="3189732" y="5698236"/>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998" name="object 517">
                <a:extLst>
                  <a:ext uri="{FF2B5EF4-FFF2-40B4-BE49-F238E27FC236}">
                    <a16:creationId xmlns:a16="http://schemas.microsoft.com/office/drawing/2014/main" id="{7032BF4E-C666-4C4A-AF56-47FD1D5C0511}"/>
                  </a:ext>
                </a:extLst>
              </p:cNvPr>
              <p:cNvSpPr/>
              <p:nvPr/>
            </p:nvSpPr>
            <p:spPr>
              <a:xfrm>
                <a:off x="3006852" y="5785102"/>
                <a:ext cx="91440" cy="85342"/>
              </a:xfrm>
              <a:prstGeom prst="rect">
                <a:avLst/>
              </a:prstGeom>
              <a:blipFill>
                <a:blip r:embed="rId80" cstate="print"/>
                <a:stretch>
                  <a:fillRect/>
                </a:stretch>
              </a:blipFill>
            </p:spPr>
            <p:txBody>
              <a:bodyPr wrap="square" lIns="0" tIns="0" rIns="0" bIns="0" rtlCol="0"/>
              <a:lstStyle/>
              <a:p>
                <a:endParaRPr sz="2000"/>
              </a:p>
            </p:txBody>
          </p:sp>
          <p:sp>
            <p:nvSpPr>
              <p:cNvPr id="999" name="object 518">
                <a:extLst>
                  <a:ext uri="{FF2B5EF4-FFF2-40B4-BE49-F238E27FC236}">
                    <a16:creationId xmlns:a16="http://schemas.microsoft.com/office/drawing/2014/main" id="{6AEC6259-6D64-45D0-8A18-FF1F7EB9A5AF}"/>
                  </a:ext>
                </a:extLst>
              </p:cNvPr>
              <p:cNvSpPr/>
              <p:nvPr/>
            </p:nvSpPr>
            <p:spPr>
              <a:xfrm>
                <a:off x="3006852"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0" name="object 519">
                <a:extLst>
                  <a:ext uri="{FF2B5EF4-FFF2-40B4-BE49-F238E27FC236}">
                    <a16:creationId xmlns:a16="http://schemas.microsoft.com/office/drawing/2014/main" id="{F06CDBBB-4116-4D1D-BEE6-44829AEA435E}"/>
                  </a:ext>
                </a:extLst>
              </p:cNvPr>
              <p:cNvSpPr/>
              <p:nvPr/>
            </p:nvSpPr>
            <p:spPr>
              <a:xfrm>
                <a:off x="3098292" y="5785102"/>
                <a:ext cx="91440" cy="85342"/>
              </a:xfrm>
              <a:prstGeom prst="rect">
                <a:avLst/>
              </a:prstGeom>
              <a:blipFill>
                <a:blip r:embed="rId81" cstate="print"/>
                <a:stretch>
                  <a:fillRect/>
                </a:stretch>
              </a:blipFill>
            </p:spPr>
            <p:txBody>
              <a:bodyPr wrap="square" lIns="0" tIns="0" rIns="0" bIns="0" rtlCol="0"/>
              <a:lstStyle/>
              <a:p>
                <a:endParaRPr sz="2000"/>
              </a:p>
            </p:txBody>
          </p:sp>
          <p:sp>
            <p:nvSpPr>
              <p:cNvPr id="1001" name="object 520">
                <a:extLst>
                  <a:ext uri="{FF2B5EF4-FFF2-40B4-BE49-F238E27FC236}">
                    <a16:creationId xmlns:a16="http://schemas.microsoft.com/office/drawing/2014/main" id="{F59FF2FF-43C5-4177-8F59-E98082B1B6EE}"/>
                  </a:ext>
                </a:extLst>
              </p:cNvPr>
              <p:cNvSpPr/>
              <p:nvPr/>
            </p:nvSpPr>
            <p:spPr>
              <a:xfrm>
                <a:off x="3098292"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2" name="object 521">
                <a:extLst>
                  <a:ext uri="{FF2B5EF4-FFF2-40B4-BE49-F238E27FC236}">
                    <a16:creationId xmlns:a16="http://schemas.microsoft.com/office/drawing/2014/main" id="{A6C96F53-13F4-4BDC-BD4B-91BA9B96B70D}"/>
                  </a:ext>
                </a:extLst>
              </p:cNvPr>
              <p:cNvSpPr/>
              <p:nvPr/>
            </p:nvSpPr>
            <p:spPr>
              <a:xfrm>
                <a:off x="3189732" y="5785102"/>
                <a:ext cx="92962" cy="85342"/>
              </a:xfrm>
              <a:prstGeom prst="rect">
                <a:avLst/>
              </a:prstGeom>
              <a:blipFill>
                <a:blip r:embed="rId82" cstate="print"/>
                <a:stretch>
                  <a:fillRect/>
                </a:stretch>
              </a:blipFill>
            </p:spPr>
            <p:txBody>
              <a:bodyPr wrap="square" lIns="0" tIns="0" rIns="0" bIns="0" rtlCol="0"/>
              <a:lstStyle/>
              <a:p>
                <a:endParaRPr sz="2000"/>
              </a:p>
            </p:txBody>
          </p:sp>
          <p:sp>
            <p:nvSpPr>
              <p:cNvPr id="1003" name="object 522">
                <a:extLst>
                  <a:ext uri="{FF2B5EF4-FFF2-40B4-BE49-F238E27FC236}">
                    <a16:creationId xmlns:a16="http://schemas.microsoft.com/office/drawing/2014/main" id="{C7262222-BE22-4A75-9D0B-5DA9BB0C25B8}"/>
                  </a:ext>
                </a:extLst>
              </p:cNvPr>
              <p:cNvSpPr/>
              <p:nvPr/>
            </p:nvSpPr>
            <p:spPr>
              <a:xfrm>
                <a:off x="3189732" y="57851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4" name="object 523">
                <a:extLst>
                  <a:ext uri="{FF2B5EF4-FFF2-40B4-BE49-F238E27FC236}">
                    <a16:creationId xmlns:a16="http://schemas.microsoft.com/office/drawing/2014/main" id="{FA12710F-811D-4132-8F03-0E92A6D4C71C}"/>
                  </a:ext>
                </a:extLst>
              </p:cNvPr>
              <p:cNvSpPr/>
              <p:nvPr/>
            </p:nvSpPr>
            <p:spPr>
              <a:xfrm>
                <a:off x="3282696" y="5527546"/>
                <a:ext cx="91440" cy="85347"/>
              </a:xfrm>
              <a:prstGeom prst="rect">
                <a:avLst/>
              </a:prstGeom>
              <a:blipFill>
                <a:blip r:embed="rId83" cstate="print"/>
                <a:stretch>
                  <a:fillRect/>
                </a:stretch>
              </a:blipFill>
            </p:spPr>
            <p:txBody>
              <a:bodyPr wrap="square" lIns="0" tIns="0" rIns="0" bIns="0" rtlCol="0"/>
              <a:lstStyle/>
              <a:p>
                <a:endParaRPr sz="2000"/>
              </a:p>
            </p:txBody>
          </p:sp>
          <p:sp>
            <p:nvSpPr>
              <p:cNvPr id="1005" name="object 524">
                <a:extLst>
                  <a:ext uri="{FF2B5EF4-FFF2-40B4-BE49-F238E27FC236}">
                    <a16:creationId xmlns:a16="http://schemas.microsoft.com/office/drawing/2014/main" id="{DDAC951E-C136-48AE-BD73-91A6AA6578F7}"/>
                  </a:ext>
                </a:extLst>
              </p:cNvPr>
              <p:cNvSpPr/>
              <p:nvPr/>
            </p:nvSpPr>
            <p:spPr>
              <a:xfrm>
                <a:off x="3282696"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06" name="object 525">
                <a:extLst>
                  <a:ext uri="{FF2B5EF4-FFF2-40B4-BE49-F238E27FC236}">
                    <a16:creationId xmlns:a16="http://schemas.microsoft.com/office/drawing/2014/main" id="{2A50C522-5A0E-448A-B807-22635E7C2706}"/>
                  </a:ext>
                </a:extLst>
              </p:cNvPr>
              <p:cNvSpPr/>
              <p:nvPr/>
            </p:nvSpPr>
            <p:spPr>
              <a:xfrm>
                <a:off x="3282696" y="5612894"/>
                <a:ext cx="91440" cy="85342"/>
              </a:xfrm>
              <a:prstGeom prst="rect">
                <a:avLst/>
              </a:prstGeom>
              <a:blipFill>
                <a:blip r:embed="rId84" cstate="print"/>
                <a:stretch>
                  <a:fillRect/>
                </a:stretch>
              </a:blipFill>
            </p:spPr>
            <p:txBody>
              <a:bodyPr wrap="square" lIns="0" tIns="0" rIns="0" bIns="0" rtlCol="0"/>
              <a:lstStyle/>
              <a:p>
                <a:endParaRPr sz="2000"/>
              </a:p>
            </p:txBody>
          </p:sp>
          <p:sp>
            <p:nvSpPr>
              <p:cNvPr id="1007" name="object 526">
                <a:extLst>
                  <a:ext uri="{FF2B5EF4-FFF2-40B4-BE49-F238E27FC236}">
                    <a16:creationId xmlns:a16="http://schemas.microsoft.com/office/drawing/2014/main" id="{1584BCB3-73B4-400A-AA15-A9B7D884BAC7}"/>
                  </a:ext>
                </a:extLst>
              </p:cNvPr>
              <p:cNvSpPr/>
              <p:nvPr/>
            </p:nvSpPr>
            <p:spPr>
              <a:xfrm>
                <a:off x="3282696"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8" name="object 527">
                <a:extLst>
                  <a:ext uri="{FF2B5EF4-FFF2-40B4-BE49-F238E27FC236}">
                    <a16:creationId xmlns:a16="http://schemas.microsoft.com/office/drawing/2014/main" id="{D8078B24-D788-4794-82E5-17B53139EBBB}"/>
                  </a:ext>
                </a:extLst>
              </p:cNvPr>
              <p:cNvSpPr/>
              <p:nvPr/>
            </p:nvSpPr>
            <p:spPr>
              <a:xfrm>
                <a:off x="3282696" y="5698236"/>
                <a:ext cx="91440" cy="86865"/>
              </a:xfrm>
              <a:prstGeom prst="rect">
                <a:avLst/>
              </a:prstGeom>
              <a:blipFill>
                <a:blip r:embed="rId85" cstate="print"/>
                <a:stretch>
                  <a:fillRect/>
                </a:stretch>
              </a:blipFill>
            </p:spPr>
            <p:txBody>
              <a:bodyPr wrap="square" lIns="0" tIns="0" rIns="0" bIns="0" rtlCol="0"/>
              <a:lstStyle/>
              <a:p>
                <a:endParaRPr sz="2000"/>
              </a:p>
            </p:txBody>
          </p:sp>
          <p:sp>
            <p:nvSpPr>
              <p:cNvPr id="1009" name="object 528">
                <a:extLst>
                  <a:ext uri="{FF2B5EF4-FFF2-40B4-BE49-F238E27FC236}">
                    <a16:creationId xmlns:a16="http://schemas.microsoft.com/office/drawing/2014/main" id="{1D0BDD3A-F3CF-4335-B653-0FE2F77770EB}"/>
                  </a:ext>
                </a:extLst>
              </p:cNvPr>
              <p:cNvSpPr/>
              <p:nvPr/>
            </p:nvSpPr>
            <p:spPr>
              <a:xfrm>
                <a:off x="3282696"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010" name="object 529">
                <a:extLst>
                  <a:ext uri="{FF2B5EF4-FFF2-40B4-BE49-F238E27FC236}">
                    <a16:creationId xmlns:a16="http://schemas.microsoft.com/office/drawing/2014/main" id="{67B506EC-423E-4DF4-8148-277D42D35A7A}"/>
                  </a:ext>
                </a:extLst>
              </p:cNvPr>
              <p:cNvSpPr/>
              <p:nvPr/>
            </p:nvSpPr>
            <p:spPr>
              <a:xfrm>
                <a:off x="3282696" y="5785102"/>
                <a:ext cx="91440" cy="85342"/>
              </a:xfrm>
              <a:prstGeom prst="rect">
                <a:avLst/>
              </a:prstGeom>
              <a:blipFill>
                <a:blip r:embed="rId86" cstate="print"/>
                <a:stretch>
                  <a:fillRect/>
                </a:stretch>
              </a:blipFill>
            </p:spPr>
            <p:txBody>
              <a:bodyPr wrap="square" lIns="0" tIns="0" rIns="0" bIns="0" rtlCol="0"/>
              <a:lstStyle/>
              <a:p>
                <a:endParaRPr sz="2000"/>
              </a:p>
            </p:txBody>
          </p:sp>
          <p:sp>
            <p:nvSpPr>
              <p:cNvPr id="1011" name="object 530">
                <a:extLst>
                  <a:ext uri="{FF2B5EF4-FFF2-40B4-BE49-F238E27FC236}">
                    <a16:creationId xmlns:a16="http://schemas.microsoft.com/office/drawing/2014/main" id="{719BC330-F541-49B9-B140-03E0281ADFD4}"/>
                  </a:ext>
                </a:extLst>
              </p:cNvPr>
              <p:cNvSpPr/>
              <p:nvPr/>
            </p:nvSpPr>
            <p:spPr>
              <a:xfrm>
                <a:off x="3282696"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12" name="object 531">
                <a:extLst>
                  <a:ext uri="{FF2B5EF4-FFF2-40B4-BE49-F238E27FC236}">
                    <a16:creationId xmlns:a16="http://schemas.microsoft.com/office/drawing/2014/main" id="{83880A0F-0D64-459D-878F-9101FF5C1CE9}"/>
                  </a:ext>
                </a:extLst>
              </p:cNvPr>
              <p:cNvSpPr/>
              <p:nvPr/>
            </p:nvSpPr>
            <p:spPr>
              <a:xfrm>
                <a:off x="3464052" y="5527546"/>
                <a:ext cx="91440" cy="85347"/>
              </a:xfrm>
              <a:prstGeom prst="rect">
                <a:avLst/>
              </a:prstGeom>
              <a:blipFill>
                <a:blip r:embed="rId87" cstate="print"/>
                <a:stretch>
                  <a:fillRect/>
                </a:stretch>
              </a:blipFill>
            </p:spPr>
            <p:txBody>
              <a:bodyPr wrap="square" lIns="0" tIns="0" rIns="0" bIns="0" rtlCol="0"/>
              <a:lstStyle/>
              <a:p>
                <a:endParaRPr sz="2000"/>
              </a:p>
            </p:txBody>
          </p:sp>
          <p:sp>
            <p:nvSpPr>
              <p:cNvPr id="1013" name="object 532">
                <a:extLst>
                  <a:ext uri="{FF2B5EF4-FFF2-40B4-BE49-F238E27FC236}">
                    <a16:creationId xmlns:a16="http://schemas.microsoft.com/office/drawing/2014/main" id="{CB36D287-7489-4765-8DC6-D703D3833E05}"/>
                  </a:ext>
                </a:extLst>
              </p:cNvPr>
              <p:cNvSpPr/>
              <p:nvPr/>
            </p:nvSpPr>
            <p:spPr>
              <a:xfrm>
                <a:off x="3464052" y="552754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14" name="object 533">
                <a:extLst>
                  <a:ext uri="{FF2B5EF4-FFF2-40B4-BE49-F238E27FC236}">
                    <a16:creationId xmlns:a16="http://schemas.microsoft.com/office/drawing/2014/main" id="{8520E890-33EE-4908-88A9-2B9844C5F57D}"/>
                  </a:ext>
                </a:extLst>
              </p:cNvPr>
              <p:cNvSpPr/>
              <p:nvPr/>
            </p:nvSpPr>
            <p:spPr>
              <a:xfrm>
                <a:off x="3464052" y="5612894"/>
                <a:ext cx="91440" cy="85342"/>
              </a:xfrm>
              <a:prstGeom prst="rect">
                <a:avLst/>
              </a:prstGeom>
              <a:blipFill>
                <a:blip r:embed="rId88" cstate="print"/>
                <a:stretch>
                  <a:fillRect/>
                </a:stretch>
              </a:blipFill>
            </p:spPr>
            <p:txBody>
              <a:bodyPr wrap="square" lIns="0" tIns="0" rIns="0" bIns="0" rtlCol="0"/>
              <a:lstStyle/>
              <a:p>
                <a:endParaRPr sz="2000"/>
              </a:p>
            </p:txBody>
          </p:sp>
          <p:sp>
            <p:nvSpPr>
              <p:cNvPr id="1015" name="object 534">
                <a:extLst>
                  <a:ext uri="{FF2B5EF4-FFF2-40B4-BE49-F238E27FC236}">
                    <a16:creationId xmlns:a16="http://schemas.microsoft.com/office/drawing/2014/main" id="{269E60EE-3B53-4F30-94B6-2E8EAE230000}"/>
                  </a:ext>
                </a:extLst>
              </p:cNvPr>
              <p:cNvSpPr/>
              <p:nvPr/>
            </p:nvSpPr>
            <p:spPr>
              <a:xfrm>
                <a:off x="3464052" y="561289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16" name="object 535">
                <a:extLst>
                  <a:ext uri="{FF2B5EF4-FFF2-40B4-BE49-F238E27FC236}">
                    <a16:creationId xmlns:a16="http://schemas.microsoft.com/office/drawing/2014/main" id="{4C3D69CE-8112-489C-9C8B-D6C5AA78AAE6}"/>
                  </a:ext>
                </a:extLst>
              </p:cNvPr>
              <p:cNvSpPr/>
              <p:nvPr/>
            </p:nvSpPr>
            <p:spPr>
              <a:xfrm>
                <a:off x="3464052" y="5698236"/>
                <a:ext cx="91440" cy="86865"/>
              </a:xfrm>
              <a:prstGeom prst="rect">
                <a:avLst/>
              </a:prstGeom>
              <a:blipFill>
                <a:blip r:embed="rId89" cstate="print"/>
                <a:stretch>
                  <a:fillRect/>
                </a:stretch>
              </a:blipFill>
            </p:spPr>
            <p:txBody>
              <a:bodyPr wrap="square" lIns="0" tIns="0" rIns="0" bIns="0" rtlCol="0"/>
              <a:lstStyle/>
              <a:p>
                <a:endParaRPr sz="2000"/>
              </a:p>
            </p:txBody>
          </p:sp>
          <p:sp>
            <p:nvSpPr>
              <p:cNvPr id="1017" name="object 536">
                <a:extLst>
                  <a:ext uri="{FF2B5EF4-FFF2-40B4-BE49-F238E27FC236}">
                    <a16:creationId xmlns:a16="http://schemas.microsoft.com/office/drawing/2014/main" id="{3997E040-8DD0-425E-8D0B-831CB8D076B9}"/>
                  </a:ext>
                </a:extLst>
              </p:cNvPr>
              <p:cNvSpPr/>
              <p:nvPr/>
            </p:nvSpPr>
            <p:spPr>
              <a:xfrm>
                <a:off x="3464052" y="5698236"/>
                <a:ext cx="91440" cy="86995"/>
              </a:xfrm>
              <a:custGeom>
                <a:avLst/>
                <a:gdLst/>
                <a:ahLst/>
                <a:cxnLst/>
                <a:rect l="l" t="t" r="r" b="b"/>
                <a:pathLst>
                  <a:path w="91439"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018" name="object 537">
                <a:extLst>
                  <a:ext uri="{FF2B5EF4-FFF2-40B4-BE49-F238E27FC236}">
                    <a16:creationId xmlns:a16="http://schemas.microsoft.com/office/drawing/2014/main" id="{522B541A-87ED-4601-B18C-7C5CEA755D86}"/>
                  </a:ext>
                </a:extLst>
              </p:cNvPr>
              <p:cNvSpPr/>
              <p:nvPr/>
            </p:nvSpPr>
            <p:spPr>
              <a:xfrm>
                <a:off x="3464052" y="5785102"/>
                <a:ext cx="91440" cy="85342"/>
              </a:xfrm>
              <a:prstGeom prst="rect">
                <a:avLst/>
              </a:prstGeom>
              <a:blipFill>
                <a:blip r:embed="rId90" cstate="print"/>
                <a:stretch>
                  <a:fillRect/>
                </a:stretch>
              </a:blipFill>
            </p:spPr>
            <p:txBody>
              <a:bodyPr wrap="square" lIns="0" tIns="0" rIns="0" bIns="0" rtlCol="0"/>
              <a:lstStyle/>
              <a:p>
                <a:endParaRPr sz="2000"/>
              </a:p>
            </p:txBody>
          </p:sp>
          <p:sp>
            <p:nvSpPr>
              <p:cNvPr id="1019" name="object 538">
                <a:extLst>
                  <a:ext uri="{FF2B5EF4-FFF2-40B4-BE49-F238E27FC236}">
                    <a16:creationId xmlns:a16="http://schemas.microsoft.com/office/drawing/2014/main" id="{FF0668D1-D227-4FF5-A945-B96E1B00A63C}"/>
                  </a:ext>
                </a:extLst>
              </p:cNvPr>
              <p:cNvSpPr/>
              <p:nvPr/>
            </p:nvSpPr>
            <p:spPr>
              <a:xfrm>
                <a:off x="3464052" y="578510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0" name="object 539">
                <a:extLst>
                  <a:ext uri="{FF2B5EF4-FFF2-40B4-BE49-F238E27FC236}">
                    <a16:creationId xmlns:a16="http://schemas.microsoft.com/office/drawing/2014/main" id="{5EE35DAB-E059-40EE-BB78-B91FF0A0EBD2}"/>
                  </a:ext>
                </a:extLst>
              </p:cNvPr>
              <p:cNvSpPr/>
              <p:nvPr/>
            </p:nvSpPr>
            <p:spPr>
              <a:xfrm>
                <a:off x="3645408" y="5527546"/>
                <a:ext cx="92967" cy="85347"/>
              </a:xfrm>
              <a:prstGeom prst="rect">
                <a:avLst/>
              </a:prstGeom>
              <a:blipFill>
                <a:blip r:embed="rId91" cstate="print"/>
                <a:stretch>
                  <a:fillRect/>
                </a:stretch>
              </a:blipFill>
            </p:spPr>
            <p:txBody>
              <a:bodyPr wrap="square" lIns="0" tIns="0" rIns="0" bIns="0" rtlCol="0"/>
              <a:lstStyle/>
              <a:p>
                <a:endParaRPr sz="2000"/>
              </a:p>
            </p:txBody>
          </p:sp>
          <p:sp>
            <p:nvSpPr>
              <p:cNvPr id="1021" name="object 540">
                <a:extLst>
                  <a:ext uri="{FF2B5EF4-FFF2-40B4-BE49-F238E27FC236}">
                    <a16:creationId xmlns:a16="http://schemas.microsoft.com/office/drawing/2014/main" id="{BDBEA6D5-83DB-4C91-9A13-26A622844A35}"/>
                  </a:ext>
                </a:extLst>
              </p:cNvPr>
              <p:cNvSpPr/>
              <p:nvPr/>
            </p:nvSpPr>
            <p:spPr>
              <a:xfrm>
                <a:off x="3645408" y="5527546"/>
                <a:ext cx="93345" cy="85725"/>
              </a:xfrm>
              <a:custGeom>
                <a:avLst/>
                <a:gdLst/>
                <a:ahLst/>
                <a:cxnLst/>
                <a:rect l="l" t="t" r="r" b="b"/>
                <a:pathLst>
                  <a:path w="93345" h="85725">
                    <a:moveTo>
                      <a:pt x="0" y="85347"/>
                    </a:moveTo>
                    <a:lnTo>
                      <a:pt x="92967" y="85347"/>
                    </a:lnTo>
                    <a:lnTo>
                      <a:pt x="92967"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22" name="object 541">
                <a:extLst>
                  <a:ext uri="{FF2B5EF4-FFF2-40B4-BE49-F238E27FC236}">
                    <a16:creationId xmlns:a16="http://schemas.microsoft.com/office/drawing/2014/main" id="{A7BE2805-D433-4870-9859-02352AABB655}"/>
                  </a:ext>
                </a:extLst>
              </p:cNvPr>
              <p:cNvSpPr/>
              <p:nvPr/>
            </p:nvSpPr>
            <p:spPr>
              <a:xfrm>
                <a:off x="3645408" y="5612894"/>
                <a:ext cx="92967" cy="85342"/>
              </a:xfrm>
              <a:prstGeom prst="rect">
                <a:avLst/>
              </a:prstGeom>
              <a:blipFill>
                <a:blip r:embed="rId92" cstate="print"/>
                <a:stretch>
                  <a:fillRect/>
                </a:stretch>
              </a:blipFill>
            </p:spPr>
            <p:txBody>
              <a:bodyPr wrap="square" lIns="0" tIns="0" rIns="0" bIns="0" rtlCol="0"/>
              <a:lstStyle/>
              <a:p>
                <a:endParaRPr sz="2000"/>
              </a:p>
            </p:txBody>
          </p:sp>
          <p:sp>
            <p:nvSpPr>
              <p:cNvPr id="1023" name="object 542">
                <a:extLst>
                  <a:ext uri="{FF2B5EF4-FFF2-40B4-BE49-F238E27FC236}">
                    <a16:creationId xmlns:a16="http://schemas.microsoft.com/office/drawing/2014/main" id="{1331D4FB-ECB1-486B-AC87-2CA20E425E01}"/>
                  </a:ext>
                </a:extLst>
              </p:cNvPr>
              <p:cNvSpPr/>
              <p:nvPr/>
            </p:nvSpPr>
            <p:spPr>
              <a:xfrm>
                <a:off x="3645408" y="561289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4" name="object 543">
                <a:extLst>
                  <a:ext uri="{FF2B5EF4-FFF2-40B4-BE49-F238E27FC236}">
                    <a16:creationId xmlns:a16="http://schemas.microsoft.com/office/drawing/2014/main" id="{19A8BF16-2FDF-47C1-B90C-7516B1462D21}"/>
                  </a:ext>
                </a:extLst>
              </p:cNvPr>
              <p:cNvSpPr/>
              <p:nvPr/>
            </p:nvSpPr>
            <p:spPr>
              <a:xfrm>
                <a:off x="3645408" y="5698236"/>
                <a:ext cx="92967" cy="86865"/>
              </a:xfrm>
              <a:prstGeom prst="rect">
                <a:avLst/>
              </a:prstGeom>
              <a:blipFill>
                <a:blip r:embed="rId93" cstate="print"/>
                <a:stretch>
                  <a:fillRect/>
                </a:stretch>
              </a:blipFill>
            </p:spPr>
            <p:txBody>
              <a:bodyPr wrap="square" lIns="0" tIns="0" rIns="0" bIns="0" rtlCol="0"/>
              <a:lstStyle/>
              <a:p>
                <a:endParaRPr sz="2000"/>
              </a:p>
            </p:txBody>
          </p:sp>
          <p:sp>
            <p:nvSpPr>
              <p:cNvPr id="1025" name="object 544">
                <a:extLst>
                  <a:ext uri="{FF2B5EF4-FFF2-40B4-BE49-F238E27FC236}">
                    <a16:creationId xmlns:a16="http://schemas.microsoft.com/office/drawing/2014/main" id="{729AD5C1-F2BD-451B-8FE1-D2FE7BCEC76E}"/>
                  </a:ext>
                </a:extLst>
              </p:cNvPr>
              <p:cNvSpPr/>
              <p:nvPr/>
            </p:nvSpPr>
            <p:spPr>
              <a:xfrm>
                <a:off x="3645408" y="5698236"/>
                <a:ext cx="93345" cy="86995"/>
              </a:xfrm>
              <a:custGeom>
                <a:avLst/>
                <a:gdLst/>
                <a:ahLst/>
                <a:cxnLst/>
                <a:rect l="l" t="t" r="r" b="b"/>
                <a:pathLst>
                  <a:path w="93345" h="86995">
                    <a:moveTo>
                      <a:pt x="0" y="86865"/>
                    </a:moveTo>
                    <a:lnTo>
                      <a:pt x="92967" y="86865"/>
                    </a:lnTo>
                    <a:lnTo>
                      <a:pt x="92967"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026" name="object 545">
                <a:extLst>
                  <a:ext uri="{FF2B5EF4-FFF2-40B4-BE49-F238E27FC236}">
                    <a16:creationId xmlns:a16="http://schemas.microsoft.com/office/drawing/2014/main" id="{330F90C3-F742-4D6E-8E68-7E03EF003274}"/>
                  </a:ext>
                </a:extLst>
              </p:cNvPr>
              <p:cNvSpPr/>
              <p:nvPr/>
            </p:nvSpPr>
            <p:spPr>
              <a:xfrm>
                <a:off x="3645408" y="5785102"/>
                <a:ext cx="92967" cy="85342"/>
              </a:xfrm>
              <a:prstGeom prst="rect">
                <a:avLst/>
              </a:prstGeom>
              <a:blipFill>
                <a:blip r:embed="rId94" cstate="print"/>
                <a:stretch>
                  <a:fillRect/>
                </a:stretch>
              </a:blipFill>
            </p:spPr>
            <p:txBody>
              <a:bodyPr wrap="square" lIns="0" tIns="0" rIns="0" bIns="0" rtlCol="0"/>
              <a:lstStyle/>
              <a:p>
                <a:endParaRPr sz="2000"/>
              </a:p>
            </p:txBody>
          </p:sp>
          <p:sp>
            <p:nvSpPr>
              <p:cNvPr id="1027" name="object 546">
                <a:extLst>
                  <a:ext uri="{FF2B5EF4-FFF2-40B4-BE49-F238E27FC236}">
                    <a16:creationId xmlns:a16="http://schemas.microsoft.com/office/drawing/2014/main" id="{19B7EF19-708E-405D-A187-990C9FD8B58D}"/>
                  </a:ext>
                </a:extLst>
              </p:cNvPr>
              <p:cNvSpPr/>
              <p:nvPr/>
            </p:nvSpPr>
            <p:spPr>
              <a:xfrm>
                <a:off x="3645408" y="578510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8" name="object 547">
                <a:extLst>
                  <a:ext uri="{FF2B5EF4-FFF2-40B4-BE49-F238E27FC236}">
                    <a16:creationId xmlns:a16="http://schemas.microsoft.com/office/drawing/2014/main" id="{1C4D9B0C-BF4E-477B-84CA-2B33891081B1}"/>
                  </a:ext>
                </a:extLst>
              </p:cNvPr>
              <p:cNvSpPr/>
              <p:nvPr/>
            </p:nvSpPr>
            <p:spPr>
              <a:xfrm>
                <a:off x="3555492" y="5527546"/>
                <a:ext cx="92962" cy="85347"/>
              </a:xfrm>
              <a:prstGeom prst="rect">
                <a:avLst/>
              </a:prstGeom>
              <a:blipFill>
                <a:blip r:embed="rId95" cstate="print"/>
                <a:stretch>
                  <a:fillRect/>
                </a:stretch>
              </a:blipFill>
            </p:spPr>
            <p:txBody>
              <a:bodyPr wrap="square" lIns="0" tIns="0" rIns="0" bIns="0" rtlCol="0"/>
              <a:lstStyle/>
              <a:p>
                <a:endParaRPr sz="2000"/>
              </a:p>
            </p:txBody>
          </p:sp>
          <p:sp>
            <p:nvSpPr>
              <p:cNvPr id="1029" name="object 548">
                <a:extLst>
                  <a:ext uri="{FF2B5EF4-FFF2-40B4-BE49-F238E27FC236}">
                    <a16:creationId xmlns:a16="http://schemas.microsoft.com/office/drawing/2014/main" id="{53999383-26DC-431C-8AE0-05B562C824FB}"/>
                  </a:ext>
                </a:extLst>
              </p:cNvPr>
              <p:cNvSpPr/>
              <p:nvPr/>
            </p:nvSpPr>
            <p:spPr>
              <a:xfrm>
                <a:off x="3555492" y="55275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30" name="object 549">
                <a:extLst>
                  <a:ext uri="{FF2B5EF4-FFF2-40B4-BE49-F238E27FC236}">
                    <a16:creationId xmlns:a16="http://schemas.microsoft.com/office/drawing/2014/main" id="{E8922A3A-CDC6-4DFD-871D-A19DC534D4F9}"/>
                  </a:ext>
                </a:extLst>
              </p:cNvPr>
              <p:cNvSpPr/>
              <p:nvPr/>
            </p:nvSpPr>
            <p:spPr>
              <a:xfrm>
                <a:off x="3555492" y="5612894"/>
                <a:ext cx="92962" cy="85342"/>
              </a:xfrm>
              <a:prstGeom prst="rect">
                <a:avLst/>
              </a:prstGeom>
              <a:blipFill>
                <a:blip r:embed="rId96" cstate="print"/>
                <a:stretch>
                  <a:fillRect/>
                </a:stretch>
              </a:blipFill>
            </p:spPr>
            <p:txBody>
              <a:bodyPr wrap="square" lIns="0" tIns="0" rIns="0" bIns="0" rtlCol="0"/>
              <a:lstStyle/>
              <a:p>
                <a:endParaRPr sz="2000"/>
              </a:p>
            </p:txBody>
          </p:sp>
          <p:sp>
            <p:nvSpPr>
              <p:cNvPr id="1031" name="object 550">
                <a:extLst>
                  <a:ext uri="{FF2B5EF4-FFF2-40B4-BE49-F238E27FC236}">
                    <a16:creationId xmlns:a16="http://schemas.microsoft.com/office/drawing/2014/main" id="{00B2E616-83F5-4C92-B8A8-9F3CCEC5C042}"/>
                  </a:ext>
                </a:extLst>
              </p:cNvPr>
              <p:cNvSpPr/>
              <p:nvPr/>
            </p:nvSpPr>
            <p:spPr>
              <a:xfrm>
                <a:off x="3555492" y="56128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32" name="object 551">
                <a:extLst>
                  <a:ext uri="{FF2B5EF4-FFF2-40B4-BE49-F238E27FC236}">
                    <a16:creationId xmlns:a16="http://schemas.microsoft.com/office/drawing/2014/main" id="{27B69DA1-29C6-4A72-8EC5-07258DA1823D}"/>
                  </a:ext>
                </a:extLst>
              </p:cNvPr>
              <p:cNvSpPr/>
              <p:nvPr/>
            </p:nvSpPr>
            <p:spPr>
              <a:xfrm>
                <a:off x="3555492" y="5698236"/>
                <a:ext cx="92962" cy="86865"/>
              </a:xfrm>
              <a:prstGeom prst="rect">
                <a:avLst/>
              </a:prstGeom>
              <a:blipFill>
                <a:blip r:embed="rId97" cstate="print"/>
                <a:stretch>
                  <a:fillRect/>
                </a:stretch>
              </a:blipFill>
            </p:spPr>
            <p:txBody>
              <a:bodyPr wrap="square" lIns="0" tIns="0" rIns="0" bIns="0" rtlCol="0"/>
              <a:lstStyle/>
              <a:p>
                <a:endParaRPr sz="2000"/>
              </a:p>
            </p:txBody>
          </p:sp>
          <p:sp>
            <p:nvSpPr>
              <p:cNvPr id="1033" name="object 552">
                <a:extLst>
                  <a:ext uri="{FF2B5EF4-FFF2-40B4-BE49-F238E27FC236}">
                    <a16:creationId xmlns:a16="http://schemas.microsoft.com/office/drawing/2014/main" id="{F92A0050-2BAB-4682-AD44-BBBF84DAEA16}"/>
                  </a:ext>
                </a:extLst>
              </p:cNvPr>
              <p:cNvSpPr/>
              <p:nvPr/>
            </p:nvSpPr>
            <p:spPr>
              <a:xfrm>
                <a:off x="3555492" y="5698236"/>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034" name="object 553">
                <a:extLst>
                  <a:ext uri="{FF2B5EF4-FFF2-40B4-BE49-F238E27FC236}">
                    <a16:creationId xmlns:a16="http://schemas.microsoft.com/office/drawing/2014/main" id="{A9A42AB0-8F1C-46CE-982F-1AE983B7557E}"/>
                  </a:ext>
                </a:extLst>
              </p:cNvPr>
              <p:cNvSpPr/>
              <p:nvPr/>
            </p:nvSpPr>
            <p:spPr>
              <a:xfrm>
                <a:off x="3555492" y="5785102"/>
                <a:ext cx="92962" cy="85342"/>
              </a:xfrm>
              <a:prstGeom prst="rect">
                <a:avLst/>
              </a:prstGeom>
              <a:blipFill>
                <a:blip r:embed="rId98" cstate="print"/>
                <a:stretch>
                  <a:fillRect/>
                </a:stretch>
              </a:blipFill>
            </p:spPr>
            <p:txBody>
              <a:bodyPr wrap="square" lIns="0" tIns="0" rIns="0" bIns="0" rtlCol="0"/>
              <a:lstStyle/>
              <a:p>
                <a:endParaRPr sz="2000"/>
              </a:p>
            </p:txBody>
          </p:sp>
          <p:sp>
            <p:nvSpPr>
              <p:cNvPr id="1035" name="object 554">
                <a:extLst>
                  <a:ext uri="{FF2B5EF4-FFF2-40B4-BE49-F238E27FC236}">
                    <a16:creationId xmlns:a16="http://schemas.microsoft.com/office/drawing/2014/main" id="{1D6EC06D-11D7-4D6F-AE25-C4333CEDAE2C}"/>
                  </a:ext>
                </a:extLst>
              </p:cNvPr>
              <p:cNvSpPr/>
              <p:nvPr/>
            </p:nvSpPr>
            <p:spPr>
              <a:xfrm>
                <a:off x="3555492" y="57851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036" name="object 555">
              <a:extLst>
                <a:ext uri="{FF2B5EF4-FFF2-40B4-BE49-F238E27FC236}">
                  <a16:creationId xmlns:a16="http://schemas.microsoft.com/office/drawing/2014/main" id="{DEF1C111-06DC-4308-A56E-EF98E5BA4462}"/>
                </a:ext>
              </a:extLst>
            </p:cNvPr>
            <p:cNvSpPr txBox="1"/>
            <p:nvPr/>
          </p:nvSpPr>
          <p:spPr>
            <a:xfrm>
              <a:off x="3759888" y="5576643"/>
              <a:ext cx="325261" cy="253673"/>
            </a:xfrm>
            <a:prstGeom prst="rect">
              <a:avLst/>
            </a:prstGeom>
          </p:spPr>
          <p:txBody>
            <a:bodyPr vert="horz" wrap="square" lIns="0" tIns="14111" rIns="0" bIns="0" rtlCol="0">
              <a:spAutoFit/>
            </a:bodyPr>
            <a:lstStyle/>
            <a:p>
              <a:pPr marL="14111">
                <a:spcBef>
                  <a:spcPts val="111"/>
                </a:spcBef>
              </a:pPr>
              <a:r>
                <a:rPr sz="1556" i="1" spc="-6" dirty="0">
                  <a:latin typeface="Arial"/>
                  <a:cs typeface="Arial"/>
                </a:rPr>
                <a:t>dW</a:t>
              </a:r>
              <a:endParaRPr sz="1556">
                <a:latin typeface="Arial"/>
                <a:cs typeface="Arial"/>
              </a:endParaRPr>
            </a:p>
          </p:txBody>
        </p:sp>
        <p:sp>
          <p:nvSpPr>
            <p:cNvPr id="1037" name="object 556">
              <a:extLst>
                <a:ext uri="{FF2B5EF4-FFF2-40B4-BE49-F238E27FC236}">
                  <a16:creationId xmlns:a16="http://schemas.microsoft.com/office/drawing/2014/main" id="{26DE8CAF-D7E1-4700-9CDD-90329E4EF6F3}"/>
                </a:ext>
              </a:extLst>
            </p:cNvPr>
            <p:cNvSpPr txBox="1"/>
            <p:nvPr/>
          </p:nvSpPr>
          <p:spPr>
            <a:xfrm>
              <a:off x="3214636" y="5927159"/>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grpSp>
      <p:sp>
        <p:nvSpPr>
          <p:cNvPr id="1038" name="Rectangle 56">
            <a:extLst>
              <a:ext uri="{FF2B5EF4-FFF2-40B4-BE49-F238E27FC236}">
                <a16:creationId xmlns:a16="http://schemas.microsoft.com/office/drawing/2014/main" id="{0138F85C-ED95-4569-818E-9780FA68895D}"/>
              </a:ext>
            </a:extLst>
          </p:cNvPr>
          <p:cNvSpPr/>
          <p:nvPr/>
        </p:nvSpPr>
        <p:spPr>
          <a:xfrm flipH="1">
            <a:off x="3047901" y="1560558"/>
            <a:ext cx="992943" cy="901865"/>
          </a:xfrm>
          <a:prstGeom prst="rect">
            <a:avLst/>
          </a:prstGeom>
          <a:ln w="25400">
            <a:solidFill>
              <a:srgbClr val="C00000"/>
            </a:solidFill>
            <a:miter/>
          </a:ln>
        </p:spPr>
        <p:txBody>
          <a:bodyPr lIns="45696" tIns="45696" rIns="45696" bIns="45696" anchor="ctr"/>
          <a:lstStyle/>
          <a:p>
            <a:pPr algn="ctr" defTabSz="914400">
              <a:defRPr sz="1800">
                <a:solidFill>
                  <a:srgbClr val="FFFFFF"/>
                </a:solidFill>
              </a:defRPr>
            </a:pPr>
            <a:endParaRPr/>
          </a:p>
        </p:txBody>
      </p:sp>
      <p:sp>
        <p:nvSpPr>
          <p:cNvPr id="1039" name="Rectangle 56">
            <a:extLst>
              <a:ext uri="{FF2B5EF4-FFF2-40B4-BE49-F238E27FC236}">
                <a16:creationId xmlns:a16="http://schemas.microsoft.com/office/drawing/2014/main" id="{F4DEF335-0BF5-49C2-B0CF-374F771D897A}"/>
              </a:ext>
            </a:extLst>
          </p:cNvPr>
          <p:cNvSpPr/>
          <p:nvPr/>
        </p:nvSpPr>
        <p:spPr>
          <a:xfrm flipH="1">
            <a:off x="5161925" y="5483001"/>
            <a:ext cx="992943" cy="901865"/>
          </a:xfrm>
          <a:prstGeom prst="rect">
            <a:avLst/>
          </a:prstGeom>
          <a:ln w="25400">
            <a:solidFill>
              <a:srgbClr val="C00000"/>
            </a:solidFill>
            <a:miter/>
          </a:ln>
        </p:spPr>
        <p:txBody>
          <a:bodyPr lIns="45696" tIns="45696" rIns="45696" bIns="45696" anchor="ctr"/>
          <a:lstStyle/>
          <a:p>
            <a:pPr algn="ctr" defTabSz="914400">
              <a:defRPr sz="1800">
                <a:solidFill>
                  <a:srgbClr val="FFFFFF"/>
                </a:solidFill>
              </a:defRPr>
            </a:pPr>
            <a:endParaRPr/>
          </a:p>
        </p:txBody>
      </p:sp>
      <p:sp>
        <p:nvSpPr>
          <p:cNvPr id="1040" name="TextBox 559">
            <a:extLst>
              <a:ext uri="{FF2B5EF4-FFF2-40B4-BE49-F238E27FC236}">
                <a16:creationId xmlns:a16="http://schemas.microsoft.com/office/drawing/2014/main" id="{1DFD8C07-2E3C-48E8-8B21-238E6C30ED83}"/>
              </a:ext>
            </a:extLst>
          </p:cNvPr>
          <p:cNvSpPr txBox="1"/>
          <p:nvPr/>
        </p:nvSpPr>
        <p:spPr>
          <a:xfrm>
            <a:off x="81459" y="1039155"/>
            <a:ext cx="2268570" cy="461665"/>
          </a:xfrm>
          <a:prstGeom prst="rect">
            <a:avLst/>
          </a:prstGeom>
          <a:noFill/>
        </p:spPr>
        <p:txBody>
          <a:bodyPr wrap="none" rtlCol="0">
            <a:spAutoFit/>
          </a:bodyPr>
          <a:lstStyle/>
          <a:p>
            <a:r>
              <a:rPr lang="en-US" sz="2400" b="1" i="1" u="sng" dirty="0"/>
              <a:t>One iteration: </a:t>
            </a:r>
          </a:p>
        </p:txBody>
      </p:sp>
      <p:sp>
        <p:nvSpPr>
          <p:cNvPr id="1041" name="object 3">
            <a:extLst>
              <a:ext uri="{FF2B5EF4-FFF2-40B4-BE49-F238E27FC236}">
                <a16:creationId xmlns:a16="http://schemas.microsoft.com/office/drawing/2014/main" id="{662EF2DD-53AD-4A50-9249-DC51D7DF5AAB}"/>
              </a:ext>
            </a:extLst>
          </p:cNvPr>
          <p:cNvSpPr txBox="1"/>
          <p:nvPr/>
        </p:nvSpPr>
        <p:spPr>
          <a:xfrm>
            <a:off x="5186773" y="1132475"/>
            <a:ext cx="3890551" cy="2720388"/>
          </a:xfrm>
          <a:prstGeom prst="rect">
            <a:avLst/>
          </a:prstGeom>
        </p:spPr>
        <p:txBody>
          <a:bodyPr vert="horz" wrap="square" lIns="0" tIns="110772" rIns="0" bIns="0" rtlCol="0">
            <a:spAutoFit/>
          </a:bodyPr>
          <a:lstStyle/>
          <a:p>
            <a:pPr marL="332313" indent="-318908">
              <a:spcBef>
                <a:spcPts val="872"/>
              </a:spcBef>
              <a:buClr>
                <a:srgbClr val="B2B2B2"/>
              </a:buClr>
              <a:buFont typeface="Arial"/>
              <a:buChar char="•"/>
              <a:tabLst>
                <a:tab pos="332313" algn="l"/>
                <a:tab pos="333019" algn="l"/>
              </a:tabLst>
            </a:pPr>
            <a:r>
              <a:rPr sz="2400" b="1" spc="-6" dirty="0">
                <a:latin typeface="Trebuchet MS"/>
                <a:cs typeface="Trebuchet MS"/>
              </a:rPr>
              <a:t>Backward</a:t>
            </a:r>
            <a:r>
              <a:rPr lang="en-US" sz="2400" b="1" spc="-6" dirty="0">
                <a:latin typeface="Trebuchet MS"/>
                <a:cs typeface="Trebuchet MS"/>
              </a:rPr>
              <a:t> pass:</a:t>
            </a:r>
            <a:r>
              <a:rPr sz="2400" b="1" spc="-6" dirty="0">
                <a:latin typeface="Trebuchet MS"/>
                <a:cs typeface="Trebuchet MS"/>
              </a:rPr>
              <a:t> </a:t>
            </a:r>
            <a:endParaRPr lang="en-US" sz="2400" b="1" spc="-6" dirty="0">
              <a:latin typeface="Trebuchet MS"/>
              <a:cs typeface="Trebuchet MS"/>
            </a:endParaRPr>
          </a:p>
          <a:p>
            <a:pPr marL="789513" lvl="1" indent="-318908">
              <a:spcBef>
                <a:spcPts val="872"/>
              </a:spcBef>
              <a:buClr>
                <a:srgbClr val="B2B2B2"/>
              </a:buClr>
              <a:buFont typeface="Arial"/>
              <a:buChar char="•"/>
              <a:tabLst>
                <a:tab pos="332313" algn="l"/>
                <a:tab pos="333019" algn="l"/>
              </a:tabLst>
            </a:pPr>
            <a:r>
              <a:rPr lang="en-US" sz="2400" dirty="0">
                <a:latin typeface="Trebuchet MS"/>
                <a:cs typeface="Trebuchet MS"/>
              </a:rPr>
              <a:t>Its </a:t>
            </a:r>
            <a:r>
              <a:rPr sz="2400" dirty="0">
                <a:latin typeface="Trebuchet MS"/>
                <a:cs typeface="Trebuchet MS"/>
              </a:rPr>
              <a:t>compute </a:t>
            </a:r>
            <a:r>
              <a:rPr sz="2400" spc="-6" dirty="0">
                <a:latin typeface="Trebuchet MS"/>
                <a:cs typeface="Trebuchet MS"/>
              </a:rPr>
              <a:t>is </a:t>
            </a:r>
            <a:r>
              <a:rPr sz="2400" dirty="0">
                <a:latin typeface="Trebuchet MS"/>
                <a:cs typeface="Trebuchet MS"/>
              </a:rPr>
              <a:t>~2x of</a:t>
            </a:r>
            <a:r>
              <a:rPr sz="2400" spc="-78" dirty="0">
                <a:latin typeface="Trebuchet MS"/>
                <a:cs typeface="Trebuchet MS"/>
              </a:rPr>
              <a:t> </a:t>
            </a:r>
            <a:r>
              <a:rPr sz="2400" spc="-6" dirty="0">
                <a:latin typeface="Trebuchet MS"/>
                <a:cs typeface="Trebuchet MS"/>
              </a:rPr>
              <a:t>forward</a:t>
            </a:r>
            <a:endParaRPr sz="2400" dirty="0">
              <a:latin typeface="Trebuchet MS"/>
              <a:cs typeface="Trebuchet MS"/>
            </a:endParaRPr>
          </a:p>
          <a:p>
            <a:pPr marL="789513" marR="201787" lvl="1" indent="-318908">
              <a:lnSpc>
                <a:spcPts val="2154"/>
              </a:lnSpc>
              <a:spcBef>
                <a:spcPts val="1033"/>
              </a:spcBef>
              <a:buClr>
                <a:srgbClr val="B2B2B2"/>
              </a:buClr>
              <a:buFont typeface="Arial"/>
              <a:buChar char="•"/>
              <a:tabLst>
                <a:tab pos="332313" algn="l"/>
                <a:tab pos="333019" algn="l"/>
              </a:tabLst>
            </a:pPr>
            <a:r>
              <a:rPr sz="2400" spc="-6" dirty="0">
                <a:latin typeface="Trebuchet MS"/>
                <a:cs typeface="Trebuchet MS"/>
              </a:rPr>
              <a:t>requires </a:t>
            </a:r>
            <a:r>
              <a:rPr sz="2400" dirty="0">
                <a:latin typeface="Trebuchet MS"/>
                <a:cs typeface="Trebuchet MS"/>
              </a:rPr>
              <a:t>activations computed during </a:t>
            </a:r>
            <a:r>
              <a:rPr sz="2400" spc="-6" dirty="0">
                <a:latin typeface="Trebuchet MS"/>
                <a:cs typeface="Trebuchet MS"/>
              </a:rPr>
              <a:t>the </a:t>
            </a:r>
            <a:r>
              <a:rPr sz="2400" spc="-6" dirty="0" err="1">
                <a:latin typeface="Trebuchet MS"/>
                <a:cs typeface="Trebuchet MS"/>
              </a:rPr>
              <a:t>fwd</a:t>
            </a:r>
            <a:r>
              <a:rPr sz="2400" spc="-28" dirty="0">
                <a:latin typeface="Trebuchet MS"/>
                <a:cs typeface="Trebuchet MS"/>
              </a:rPr>
              <a:t> </a:t>
            </a:r>
            <a:r>
              <a:rPr sz="2400" spc="-6" dirty="0">
                <a:latin typeface="Trebuchet MS"/>
                <a:cs typeface="Trebuchet MS"/>
              </a:rPr>
              <a:t>pass</a:t>
            </a:r>
            <a:endParaRPr lang="en-US" sz="2400" spc="-6" dirty="0">
              <a:latin typeface="Trebuchet MS"/>
              <a:cs typeface="Trebuchet MS"/>
            </a:endParaRPr>
          </a:p>
          <a:p>
            <a:pPr marL="332313" marR="201787" indent="-318908">
              <a:lnSpc>
                <a:spcPts val="2154"/>
              </a:lnSpc>
              <a:spcBef>
                <a:spcPts val="1033"/>
              </a:spcBef>
              <a:buClr>
                <a:srgbClr val="B2B2B2"/>
              </a:buClr>
              <a:buFont typeface="Arial"/>
              <a:buChar char="•"/>
              <a:tabLst>
                <a:tab pos="332313" algn="l"/>
                <a:tab pos="333019" algn="l"/>
              </a:tabLst>
            </a:pPr>
            <a:endParaRPr sz="2400" dirty="0">
              <a:latin typeface="Trebuchet MS"/>
              <a:cs typeface="Trebuchet MS"/>
            </a:endParaRPr>
          </a:p>
        </p:txBody>
      </p:sp>
      <p:sp>
        <p:nvSpPr>
          <p:cNvPr id="1042" name="Data Ar">
            <a:extLst>
              <a:ext uri="{FF2B5EF4-FFF2-40B4-BE49-F238E27FC236}">
                <a16:creationId xmlns:a16="http://schemas.microsoft.com/office/drawing/2014/main" id="{A7CAAE84-60D6-406F-9F9C-2420ED305B99}"/>
              </a:ext>
            </a:extLst>
          </p:cNvPr>
          <p:cNvSpPr/>
          <p:nvPr/>
        </p:nvSpPr>
        <p:spPr>
          <a:xfrm>
            <a:off x="5896645" y="3917197"/>
            <a:ext cx="2985175" cy="1077167"/>
          </a:xfrm>
          <a:prstGeom prst="rect">
            <a:avLst/>
          </a:prstGeom>
          <a:ln w="25400">
            <a:solidFill>
              <a:srgbClr val="C00000"/>
            </a:solidFill>
            <a:miter lim="400000"/>
          </a:ln>
          <a:extLst>
            <a:ext uri="{C572A759-6A51-4108-AA02-DFA0A04FC94B}">
              <ma14:wrappingTextBoxFlag xmlns:ma14="http://schemas.microsoft.com/office/mac/drawingml/2011/main" xmlns="" val="1"/>
            </a:ext>
          </a:extLst>
        </p:spPr>
        <p:txBody>
          <a:bodyPr wrap="square" lIns="45695" tIns="45695" rIns="45695" bIns="45695">
            <a:spAutoFit/>
          </a:bodyPr>
          <a:lstStyle/>
          <a:p>
            <a:pPr defTabSz="914400">
              <a:defRPr sz="2400">
                <a:solidFill>
                  <a:srgbClr val="000000"/>
                </a:solidFill>
                <a:latin typeface="DINPro-Regular"/>
                <a:ea typeface="DINPro-Regular"/>
                <a:cs typeface="DINPro-Regular"/>
                <a:sym typeface="DINPro-Regular"/>
              </a:defRPr>
            </a:pPr>
            <a:r>
              <a:rPr lang="en-US" sz="3200" baseline="-5998" dirty="0">
                <a:solidFill>
                  <a:srgbClr val="FF2600"/>
                </a:solidFill>
                <a:latin typeface="DINPro-Bold"/>
                <a:ea typeface="DINPro-Bold"/>
                <a:cs typeface="DINPro-Bold"/>
                <a:sym typeface="DINPro-Bold"/>
              </a:rPr>
              <a:t>Read After Write (RAW) Dependency Regarding the Model x</a:t>
            </a:r>
            <a:endParaRPr sz="3200" baseline="-5998" dirty="0">
              <a:solidFill>
                <a:srgbClr val="FF2600"/>
              </a:solidFill>
              <a:latin typeface="DINPro-Bold"/>
              <a:ea typeface="DINPro-Bold"/>
              <a:cs typeface="DINPro-Bold"/>
              <a:sym typeface="DINPro-Bold"/>
            </a:endParaRPr>
          </a:p>
        </p:txBody>
      </p:sp>
    </p:spTree>
    <p:extLst>
      <p:ext uri="{BB962C8B-B14F-4D97-AF65-F5344CB8AC3E}">
        <p14:creationId xmlns:p14="http://schemas.microsoft.com/office/powerpoint/2010/main" val="39834558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 grpId="0" animBg="1"/>
      <p:bldP spid="1039" grpId="0" animBg="1"/>
      <p:bldP spid="1041" grpId="0"/>
      <p:bldP spid="1042"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Why Distributed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149</a:t>
            </a:fld>
            <a:endParaRPr lang="en-US" altLang="en-US" sz="1600">
              <a:solidFill>
                <a:srgbClr val="000000"/>
              </a:solidFill>
              <a:latin typeface="Garamond" panose="02020404030301010803" pitchFamily="18" charset="0"/>
            </a:endParaRPr>
          </a:p>
        </p:txBody>
      </p:sp>
      <p:sp>
        <p:nvSpPr>
          <p:cNvPr id="73" name="Content Placeholder 2">
            <a:extLst>
              <a:ext uri="{FF2B5EF4-FFF2-40B4-BE49-F238E27FC236}">
                <a16:creationId xmlns:a16="http://schemas.microsoft.com/office/drawing/2014/main" id="{A68E0EB9-E9EC-4BAF-8850-59AFED946832}"/>
              </a:ext>
            </a:extLst>
          </p:cNvPr>
          <p:cNvSpPr txBox="1">
            <a:spLocks/>
          </p:cNvSpPr>
          <p:nvPr/>
        </p:nvSpPr>
        <p:spPr bwMode="auto">
          <a:xfrm>
            <a:off x="457200" y="990600"/>
            <a:ext cx="8534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b="1" spc="-6" dirty="0">
                <a:latin typeface="Trebuchet MS"/>
                <a:cs typeface="Trebuchet MS"/>
              </a:rPr>
              <a:t>Challenge from Model </a:t>
            </a:r>
            <a:r>
              <a:rPr lang="en-US" altLang="zh-CN" b="1" spc="-6" dirty="0">
                <a:latin typeface="Trebuchet MS"/>
                <a:cs typeface="Trebuchet MS"/>
              </a:rPr>
              <a:t>Side</a:t>
            </a:r>
            <a:r>
              <a:rPr lang="en-US" altLang="en-US" b="1" spc="-6" dirty="0">
                <a:latin typeface="Trebuchet MS"/>
                <a:cs typeface="Trebuchet MS"/>
              </a:rPr>
              <a:t>: Larger models</a:t>
            </a:r>
          </a:p>
          <a:p>
            <a:pPr lvl="1"/>
            <a:r>
              <a:rPr lang="en-US" altLang="en-US" sz="2000" kern="0" dirty="0">
                <a:ea typeface="ＭＳ Ｐゴシック" panose="020B0600070205080204" pitchFamily="34" charset="-128"/>
              </a:rPr>
              <a:t>Language models: in the past 2 years grew from 340M (BERT-large) to 175B (GPT-3) parameters</a:t>
            </a:r>
          </a:p>
          <a:p>
            <a:pPr lvl="1"/>
            <a:r>
              <a:rPr lang="en-US" altLang="en-US" sz="2000" kern="0" dirty="0">
                <a:ea typeface="ＭＳ Ｐゴシック" panose="020B0600070205080204" pitchFamily="34" charset="-128"/>
              </a:rPr>
              <a:t>Recommender models: largest ones are reaching O(1B) parameters</a:t>
            </a:r>
          </a:p>
          <a:p>
            <a:pPr lvl="1"/>
            <a:r>
              <a:rPr lang="en-US" altLang="en-US" sz="2000" kern="0" dirty="0">
                <a:ea typeface="ＭＳ Ｐゴシック" panose="020B0600070205080204" pitchFamily="34" charset="-128"/>
              </a:rPr>
              <a:t>Vision models: deeper and wider </a:t>
            </a:r>
            <a:r>
              <a:rPr lang="en-US" altLang="en-US" sz="2000" kern="0" dirty="0" err="1">
                <a:ea typeface="ＭＳ Ｐゴシック" panose="020B0600070205080204" pitchFamily="34" charset="-128"/>
              </a:rPr>
              <a:t>Resnets</a:t>
            </a:r>
            <a:r>
              <a:rPr lang="en-US" altLang="en-US" sz="2000" kern="0" dirty="0">
                <a:ea typeface="ＭＳ Ｐゴシック" panose="020B0600070205080204" pitchFamily="34" charset="-128"/>
              </a:rPr>
              <a:t> and </a:t>
            </a:r>
            <a:r>
              <a:rPr lang="en-US" altLang="en-US" sz="2000" kern="0" dirty="0" err="1">
                <a:ea typeface="ＭＳ Ｐゴシック" panose="020B0600070205080204" pitchFamily="34" charset="-128"/>
              </a:rPr>
              <a:t>ResNeXTs</a:t>
            </a:r>
            <a:endParaRPr lang="en-US" altLang="en-US" sz="2000" kern="0" dirty="0">
              <a:ea typeface="ＭＳ Ｐゴシック" panose="020B0600070205080204" pitchFamily="34" charset="-128"/>
            </a:endParaRPr>
          </a:p>
          <a:p>
            <a:pPr lvl="1"/>
            <a:endParaRPr lang="en-US" altLang="en-US" kern="0" dirty="0">
              <a:ea typeface="ＭＳ Ｐゴシック" panose="020B0600070205080204" pitchFamily="34" charset="-128"/>
            </a:endParaRPr>
          </a:p>
          <a:p>
            <a:r>
              <a:rPr lang="en-US" altLang="zh-CN" b="1" spc="-6" dirty="0">
                <a:latin typeface="Trebuchet MS"/>
                <a:cs typeface="Trebuchet MS"/>
              </a:rPr>
              <a:t>Challenge from Dataset Side: Larger datasets</a:t>
            </a:r>
            <a:endParaRPr lang="en-US" altLang="zh-CN" dirty="0">
              <a:latin typeface="Trebuchet MS"/>
              <a:cs typeface="Trebuchet MS"/>
            </a:endParaRPr>
          </a:p>
          <a:p>
            <a:pPr lvl="1"/>
            <a:r>
              <a:rPr lang="en-US" altLang="en-US" sz="2000" kern="0" dirty="0">
                <a:ea typeface="ＭＳ Ｐゴシック" panose="020B0600070205080204" pitchFamily="34" charset="-128"/>
                <a:cs typeface="+mn-cs"/>
              </a:rPr>
              <a:t>Recommender data (user behavior): terabytes to petabytes</a:t>
            </a:r>
          </a:p>
          <a:p>
            <a:pPr lvl="1"/>
            <a:r>
              <a:rPr lang="en-US" altLang="en-US" sz="2000" kern="0" dirty="0">
                <a:ea typeface="ＭＳ Ｐゴシック" panose="020B0600070205080204" pitchFamily="34" charset="-128"/>
                <a:cs typeface="+mn-cs"/>
              </a:rPr>
              <a:t>Image data: 1B Instagram dataset, JFT (300M images)</a:t>
            </a:r>
          </a:p>
          <a:p>
            <a:endParaRPr lang="en-US" altLang="en-US" sz="2200" kern="0" dirty="0">
              <a:ea typeface="ＭＳ Ｐゴシック" panose="020B0600070205080204" pitchFamily="34" charset="-128"/>
              <a:cs typeface="+mn-cs"/>
            </a:endParaRPr>
          </a:p>
          <a:p>
            <a:r>
              <a:rPr lang="en-US" altLang="en-US" b="1" spc="-6" dirty="0">
                <a:latin typeface="Trebuchet MS"/>
                <a:cs typeface="Trebuchet MS"/>
              </a:rPr>
              <a:t>Challenge from System Side</a:t>
            </a:r>
            <a:r>
              <a:rPr lang="en-US" altLang="en-US" sz="2200" kern="0" dirty="0">
                <a:ea typeface="ＭＳ Ｐゴシック" panose="020B0600070205080204" pitchFamily="34" charset="-128"/>
                <a:cs typeface="+mn-cs"/>
              </a:rPr>
              <a:t>:</a:t>
            </a:r>
          </a:p>
          <a:p>
            <a:pPr lvl="1"/>
            <a:r>
              <a:rPr lang="en-US" altLang="en-US" kern="0" dirty="0">
                <a:ea typeface="ＭＳ Ｐゴシック" panose="020B0600070205080204" pitchFamily="34" charset="-128"/>
              </a:rPr>
              <a:t>The memory size of a single accelerator, e.g., GPU, is 40GB. </a:t>
            </a:r>
          </a:p>
        </p:txBody>
      </p:sp>
    </p:spTree>
    <p:extLst>
      <p:ext uri="{BB962C8B-B14F-4D97-AF65-F5344CB8AC3E}">
        <p14:creationId xmlns:p14="http://schemas.microsoft.com/office/powerpoint/2010/main" val="830704297"/>
      </p:ext>
    </p:extLst>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pc="-6" dirty="0"/>
              <a:t>Parallelism</a:t>
            </a:r>
            <a:r>
              <a:rPr lang="en-US" altLang="zh-CN" spc="-56" dirty="0"/>
              <a:t> </a:t>
            </a:r>
            <a:r>
              <a:rPr lang="en-US" altLang="zh-CN" dirty="0"/>
              <a:t>Taxonomy</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150</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92" name="object 3">
            <a:extLst>
              <a:ext uri="{FF2B5EF4-FFF2-40B4-BE49-F238E27FC236}">
                <a16:creationId xmlns:a16="http://schemas.microsoft.com/office/drawing/2014/main" id="{F1C0B9AC-C47D-4203-9FFB-82A96DE30F5B}"/>
              </a:ext>
            </a:extLst>
          </p:cNvPr>
          <p:cNvSpPr/>
          <p:nvPr/>
        </p:nvSpPr>
        <p:spPr>
          <a:xfrm>
            <a:off x="2362200" y="1632782"/>
            <a:ext cx="2336800" cy="657578"/>
          </a:xfrm>
          <a:custGeom>
            <a:avLst/>
            <a:gdLst/>
            <a:ahLst/>
            <a:cxnLst/>
            <a:rect l="l" t="t" r="r" b="b"/>
            <a:pathLst>
              <a:path w="2103120" h="591819">
                <a:moveTo>
                  <a:pt x="0" y="295656"/>
                </a:moveTo>
                <a:lnTo>
                  <a:pt x="9599" y="255529"/>
                </a:lnTo>
                <a:lnTo>
                  <a:pt x="37562" y="217046"/>
                </a:lnTo>
                <a:lnTo>
                  <a:pt x="82635" y="180558"/>
                </a:lnTo>
                <a:lnTo>
                  <a:pt x="143566" y="146416"/>
                </a:lnTo>
                <a:lnTo>
                  <a:pt x="179587" y="130336"/>
                </a:lnTo>
                <a:lnTo>
                  <a:pt x="219102" y="114974"/>
                </a:lnTo>
                <a:lnTo>
                  <a:pt x="261955" y="100374"/>
                </a:lnTo>
                <a:lnTo>
                  <a:pt x="307990" y="86582"/>
                </a:lnTo>
                <a:lnTo>
                  <a:pt x="357050" y="73640"/>
                </a:lnTo>
                <a:lnTo>
                  <a:pt x="408978" y="61592"/>
                </a:lnTo>
                <a:lnTo>
                  <a:pt x="463618" y="50483"/>
                </a:lnTo>
                <a:lnTo>
                  <a:pt x="520812" y="40357"/>
                </a:lnTo>
                <a:lnTo>
                  <a:pt x="580406" y="31258"/>
                </a:lnTo>
                <a:lnTo>
                  <a:pt x="642240" y="23229"/>
                </a:lnTo>
                <a:lnTo>
                  <a:pt x="706161" y="16314"/>
                </a:lnTo>
                <a:lnTo>
                  <a:pt x="772010" y="10558"/>
                </a:lnTo>
                <a:lnTo>
                  <a:pt x="839630" y="6005"/>
                </a:lnTo>
                <a:lnTo>
                  <a:pt x="908867" y="2698"/>
                </a:lnTo>
                <a:lnTo>
                  <a:pt x="979562" y="681"/>
                </a:lnTo>
                <a:lnTo>
                  <a:pt x="1051560" y="0"/>
                </a:lnTo>
                <a:lnTo>
                  <a:pt x="1123557" y="681"/>
                </a:lnTo>
                <a:lnTo>
                  <a:pt x="1194252" y="2698"/>
                </a:lnTo>
                <a:lnTo>
                  <a:pt x="1263489" y="6005"/>
                </a:lnTo>
                <a:lnTo>
                  <a:pt x="1331109" y="10558"/>
                </a:lnTo>
                <a:lnTo>
                  <a:pt x="1396958" y="16314"/>
                </a:lnTo>
                <a:lnTo>
                  <a:pt x="1460879" y="23229"/>
                </a:lnTo>
                <a:lnTo>
                  <a:pt x="1522714" y="31258"/>
                </a:lnTo>
                <a:lnTo>
                  <a:pt x="1582307" y="40357"/>
                </a:lnTo>
                <a:lnTo>
                  <a:pt x="1639501" y="50483"/>
                </a:lnTo>
                <a:lnTo>
                  <a:pt x="1694141" y="61592"/>
                </a:lnTo>
                <a:lnTo>
                  <a:pt x="1746069" y="73640"/>
                </a:lnTo>
                <a:lnTo>
                  <a:pt x="1795129" y="86582"/>
                </a:lnTo>
                <a:lnTo>
                  <a:pt x="1841164" y="100374"/>
                </a:lnTo>
                <a:lnTo>
                  <a:pt x="1884017" y="114974"/>
                </a:lnTo>
                <a:lnTo>
                  <a:pt x="1923532" y="130336"/>
                </a:lnTo>
                <a:lnTo>
                  <a:pt x="1959553" y="146416"/>
                </a:lnTo>
                <a:lnTo>
                  <a:pt x="2020484" y="180558"/>
                </a:lnTo>
                <a:lnTo>
                  <a:pt x="2065558" y="217046"/>
                </a:lnTo>
                <a:lnTo>
                  <a:pt x="2093520" y="255529"/>
                </a:lnTo>
                <a:lnTo>
                  <a:pt x="2103120" y="295656"/>
                </a:lnTo>
                <a:lnTo>
                  <a:pt x="2100694" y="315902"/>
                </a:lnTo>
                <a:lnTo>
                  <a:pt x="2081756" y="355251"/>
                </a:lnTo>
                <a:lnTo>
                  <a:pt x="2045081" y="392780"/>
                </a:lnTo>
                <a:lnTo>
                  <a:pt x="1991923" y="428139"/>
                </a:lnTo>
                <a:lnTo>
                  <a:pt x="1923532" y="460975"/>
                </a:lnTo>
                <a:lnTo>
                  <a:pt x="1884017" y="476337"/>
                </a:lnTo>
                <a:lnTo>
                  <a:pt x="1841164" y="490937"/>
                </a:lnTo>
                <a:lnTo>
                  <a:pt x="1795129" y="504729"/>
                </a:lnTo>
                <a:lnTo>
                  <a:pt x="1746069" y="517671"/>
                </a:lnTo>
                <a:lnTo>
                  <a:pt x="1694141" y="529719"/>
                </a:lnTo>
                <a:lnTo>
                  <a:pt x="1639501" y="540828"/>
                </a:lnTo>
                <a:lnTo>
                  <a:pt x="1582307" y="550954"/>
                </a:lnTo>
                <a:lnTo>
                  <a:pt x="1522714" y="560053"/>
                </a:lnTo>
                <a:lnTo>
                  <a:pt x="1460879" y="568082"/>
                </a:lnTo>
                <a:lnTo>
                  <a:pt x="1396958" y="574997"/>
                </a:lnTo>
                <a:lnTo>
                  <a:pt x="1331109" y="580753"/>
                </a:lnTo>
                <a:lnTo>
                  <a:pt x="1263489" y="585306"/>
                </a:lnTo>
                <a:lnTo>
                  <a:pt x="1194252" y="588613"/>
                </a:lnTo>
                <a:lnTo>
                  <a:pt x="1123557" y="590630"/>
                </a:lnTo>
                <a:lnTo>
                  <a:pt x="1051560" y="591312"/>
                </a:lnTo>
                <a:lnTo>
                  <a:pt x="979562" y="590630"/>
                </a:lnTo>
                <a:lnTo>
                  <a:pt x="908867" y="588613"/>
                </a:lnTo>
                <a:lnTo>
                  <a:pt x="839630" y="585306"/>
                </a:lnTo>
                <a:lnTo>
                  <a:pt x="772010" y="580753"/>
                </a:lnTo>
                <a:lnTo>
                  <a:pt x="706161" y="574997"/>
                </a:lnTo>
                <a:lnTo>
                  <a:pt x="642240" y="568082"/>
                </a:lnTo>
                <a:lnTo>
                  <a:pt x="580406" y="560053"/>
                </a:lnTo>
                <a:lnTo>
                  <a:pt x="520812" y="550954"/>
                </a:lnTo>
                <a:lnTo>
                  <a:pt x="463618" y="540828"/>
                </a:lnTo>
                <a:lnTo>
                  <a:pt x="408978" y="529719"/>
                </a:lnTo>
                <a:lnTo>
                  <a:pt x="357050" y="517671"/>
                </a:lnTo>
                <a:lnTo>
                  <a:pt x="307990" y="504729"/>
                </a:lnTo>
                <a:lnTo>
                  <a:pt x="261955" y="490937"/>
                </a:lnTo>
                <a:lnTo>
                  <a:pt x="219102" y="476337"/>
                </a:lnTo>
                <a:lnTo>
                  <a:pt x="179587" y="460975"/>
                </a:lnTo>
                <a:lnTo>
                  <a:pt x="143566" y="444895"/>
                </a:lnTo>
                <a:lnTo>
                  <a:pt x="82635" y="410753"/>
                </a:lnTo>
                <a:lnTo>
                  <a:pt x="37562" y="374265"/>
                </a:lnTo>
                <a:lnTo>
                  <a:pt x="9599" y="335782"/>
                </a:lnTo>
                <a:lnTo>
                  <a:pt x="0" y="295656"/>
                </a:lnTo>
                <a:close/>
              </a:path>
            </a:pathLst>
          </a:custGeom>
          <a:ln w="19050">
            <a:solidFill>
              <a:srgbClr val="000000"/>
            </a:solidFill>
          </a:ln>
        </p:spPr>
        <p:txBody>
          <a:bodyPr wrap="square" lIns="0" tIns="0" rIns="0" bIns="0" rtlCol="0"/>
          <a:lstStyle/>
          <a:p>
            <a:endParaRPr sz="2000"/>
          </a:p>
        </p:txBody>
      </p:sp>
      <p:sp>
        <p:nvSpPr>
          <p:cNvPr id="93" name="object 4">
            <a:extLst>
              <a:ext uri="{FF2B5EF4-FFF2-40B4-BE49-F238E27FC236}">
                <a16:creationId xmlns:a16="http://schemas.microsoft.com/office/drawing/2014/main" id="{357F96B7-097A-4F4D-A309-E4CDE449EA80}"/>
              </a:ext>
            </a:extLst>
          </p:cNvPr>
          <p:cNvSpPr txBox="1"/>
          <p:nvPr/>
        </p:nvSpPr>
        <p:spPr>
          <a:xfrm>
            <a:off x="2802749" y="1821306"/>
            <a:ext cx="1455561" cy="254386"/>
          </a:xfrm>
          <a:prstGeom prst="rect">
            <a:avLst/>
          </a:prstGeom>
        </p:spPr>
        <p:txBody>
          <a:bodyPr vert="horz" wrap="square" lIns="0" tIns="14817" rIns="0" bIns="0" rtlCol="0">
            <a:spAutoFit/>
          </a:bodyPr>
          <a:lstStyle/>
          <a:p>
            <a:pPr marL="14111">
              <a:spcBef>
                <a:spcPts val="117"/>
              </a:spcBef>
            </a:pPr>
            <a:r>
              <a:rPr sz="1556" spc="-6" dirty="0">
                <a:latin typeface="Arial"/>
                <a:cs typeface="Arial"/>
              </a:rPr>
              <a:t>Parallel</a:t>
            </a:r>
            <a:r>
              <a:rPr sz="1556" spc="-78" dirty="0">
                <a:latin typeface="Arial"/>
                <a:cs typeface="Arial"/>
              </a:rPr>
              <a:t> </a:t>
            </a:r>
            <a:r>
              <a:rPr sz="1556" spc="-6" dirty="0">
                <a:latin typeface="Arial"/>
                <a:cs typeface="Arial"/>
              </a:rPr>
              <a:t>Training</a:t>
            </a:r>
            <a:endParaRPr sz="1556">
              <a:latin typeface="Arial"/>
              <a:cs typeface="Arial"/>
            </a:endParaRPr>
          </a:p>
        </p:txBody>
      </p:sp>
      <p:sp>
        <p:nvSpPr>
          <p:cNvPr id="94" name="object 5">
            <a:extLst>
              <a:ext uri="{FF2B5EF4-FFF2-40B4-BE49-F238E27FC236}">
                <a16:creationId xmlns:a16="http://schemas.microsoft.com/office/drawing/2014/main" id="{D8BCF1E5-D32D-4BFD-BB84-00D48353FE58}"/>
              </a:ext>
            </a:extLst>
          </p:cNvPr>
          <p:cNvSpPr/>
          <p:nvPr/>
        </p:nvSpPr>
        <p:spPr>
          <a:xfrm>
            <a:off x="152400" y="2640905"/>
            <a:ext cx="2338917" cy="655461"/>
          </a:xfrm>
          <a:custGeom>
            <a:avLst/>
            <a:gdLst/>
            <a:ahLst/>
            <a:cxnLst/>
            <a:rect l="l" t="t" r="r" b="b"/>
            <a:pathLst>
              <a:path w="2105025" h="589914">
                <a:moveTo>
                  <a:pt x="0" y="294894"/>
                </a:moveTo>
                <a:lnTo>
                  <a:pt x="9606" y="254889"/>
                </a:lnTo>
                <a:lnTo>
                  <a:pt x="37591" y="216517"/>
                </a:lnTo>
                <a:lnTo>
                  <a:pt x="82700" y="180129"/>
                </a:lnTo>
                <a:lnTo>
                  <a:pt x="143678" y="146078"/>
                </a:lnTo>
                <a:lnTo>
                  <a:pt x="179727" y="130038"/>
                </a:lnTo>
                <a:lnTo>
                  <a:pt x="219272" y="114714"/>
                </a:lnTo>
                <a:lnTo>
                  <a:pt x="262158" y="100151"/>
                </a:lnTo>
                <a:lnTo>
                  <a:pt x="308227" y="86391"/>
                </a:lnTo>
                <a:lnTo>
                  <a:pt x="357323" y="73480"/>
                </a:lnTo>
                <a:lnTo>
                  <a:pt x="409290" y="61460"/>
                </a:lnTo>
                <a:lnTo>
                  <a:pt x="463969" y="50376"/>
                </a:lnTo>
                <a:lnTo>
                  <a:pt x="521206" y="40273"/>
                </a:lnTo>
                <a:lnTo>
                  <a:pt x="580842" y="31193"/>
                </a:lnTo>
                <a:lnTo>
                  <a:pt x="642721" y="23181"/>
                </a:lnTo>
                <a:lnTo>
                  <a:pt x="706686" y="16281"/>
                </a:lnTo>
                <a:lnTo>
                  <a:pt x="772580" y="10537"/>
                </a:lnTo>
                <a:lnTo>
                  <a:pt x="840248" y="5993"/>
                </a:lnTo>
                <a:lnTo>
                  <a:pt x="909531" y="2693"/>
                </a:lnTo>
                <a:lnTo>
                  <a:pt x="980274" y="680"/>
                </a:lnTo>
                <a:lnTo>
                  <a:pt x="1052319" y="0"/>
                </a:lnTo>
                <a:lnTo>
                  <a:pt x="1124364" y="680"/>
                </a:lnTo>
                <a:lnTo>
                  <a:pt x="1195107" y="2693"/>
                </a:lnTo>
                <a:lnTo>
                  <a:pt x="1264390" y="5993"/>
                </a:lnTo>
                <a:lnTo>
                  <a:pt x="1332058" y="10537"/>
                </a:lnTo>
                <a:lnTo>
                  <a:pt x="1397952" y="16281"/>
                </a:lnTo>
                <a:lnTo>
                  <a:pt x="1461918" y="23181"/>
                </a:lnTo>
                <a:lnTo>
                  <a:pt x="1523797" y="31193"/>
                </a:lnTo>
                <a:lnTo>
                  <a:pt x="1583433" y="40273"/>
                </a:lnTo>
                <a:lnTo>
                  <a:pt x="1640669" y="50376"/>
                </a:lnTo>
                <a:lnTo>
                  <a:pt x="1695349" y="61460"/>
                </a:lnTo>
                <a:lnTo>
                  <a:pt x="1747316" y="73480"/>
                </a:lnTo>
                <a:lnTo>
                  <a:pt x="1796412" y="86391"/>
                </a:lnTo>
                <a:lnTo>
                  <a:pt x="1842482" y="100151"/>
                </a:lnTo>
                <a:lnTo>
                  <a:pt x="1885368" y="114714"/>
                </a:lnTo>
                <a:lnTo>
                  <a:pt x="1924913" y="130038"/>
                </a:lnTo>
                <a:lnTo>
                  <a:pt x="1960962" y="146078"/>
                </a:lnTo>
                <a:lnTo>
                  <a:pt x="2021940" y="180129"/>
                </a:lnTo>
                <a:lnTo>
                  <a:pt x="2067049" y="216517"/>
                </a:lnTo>
                <a:lnTo>
                  <a:pt x="2095034" y="254889"/>
                </a:lnTo>
                <a:lnTo>
                  <a:pt x="2104641" y="294894"/>
                </a:lnTo>
                <a:lnTo>
                  <a:pt x="2102213" y="315078"/>
                </a:lnTo>
                <a:lnTo>
                  <a:pt x="2083260" y="354310"/>
                </a:lnTo>
                <a:lnTo>
                  <a:pt x="2046557" y="391734"/>
                </a:lnTo>
                <a:lnTo>
                  <a:pt x="1993356" y="426998"/>
                </a:lnTo>
                <a:lnTo>
                  <a:pt x="1924913" y="459749"/>
                </a:lnTo>
                <a:lnTo>
                  <a:pt x="1885368" y="475073"/>
                </a:lnTo>
                <a:lnTo>
                  <a:pt x="1842482" y="489636"/>
                </a:lnTo>
                <a:lnTo>
                  <a:pt x="1796412" y="503396"/>
                </a:lnTo>
                <a:lnTo>
                  <a:pt x="1747316" y="516307"/>
                </a:lnTo>
                <a:lnTo>
                  <a:pt x="1695349" y="528327"/>
                </a:lnTo>
                <a:lnTo>
                  <a:pt x="1640669" y="539411"/>
                </a:lnTo>
                <a:lnTo>
                  <a:pt x="1583433" y="549514"/>
                </a:lnTo>
                <a:lnTo>
                  <a:pt x="1523797" y="558594"/>
                </a:lnTo>
                <a:lnTo>
                  <a:pt x="1461918" y="566606"/>
                </a:lnTo>
                <a:lnTo>
                  <a:pt x="1397952" y="573506"/>
                </a:lnTo>
                <a:lnTo>
                  <a:pt x="1332058" y="579250"/>
                </a:lnTo>
                <a:lnTo>
                  <a:pt x="1264390" y="583794"/>
                </a:lnTo>
                <a:lnTo>
                  <a:pt x="1195107" y="587094"/>
                </a:lnTo>
                <a:lnTo>
                  <a:pt x="1124364" y="589107"/>
                </a:lnTo>
                <a:lnTo>
                  <a:pt x="1052319" y="589788"/>
                </a:lnTo>
                <a:lnTo>
                  <a:pt x="980274" y="589107"/>
                </a:lnTo>
                <a:lnTo>
                  <a:pt x="909531" y="587094"/>
                </a:lnTo>
                <a:lnTo>
                  <a:pt x="840248" y="583794"/>
                </a:lnTo>
                <a:lnTo>
                  <a:pt x="772580" y="579250"/>
                </a:lnTo>
                <a:lnTo>
                  <a:pt x="706686" y="573506"/>
                </a:lnTo>
                <a:lnTo>
                  <a:pt x="642721" y="566606"/>
                </a:lnTo>
                <a:lnTo>
                  <a:pt x="580842" y="558594"/>
                </a:lnTo>
                <a:lnTo>
                  <a:pt x="521206" y="549514"/>
                </a:lnTo>
                <a:lnTo>
                  <a:pt x="463969" y="539411"/>
                </a:lnTo>
                <a:lnTo>
                  <a:pt x="409290" y="528327"/>
                </a:lnTo>
                <a:lnTo>
                  <a:pt x="357323" y="516307"/>
                </a:lnTo>
                <a:lnTo>
                  <a:pt x="308227" y="503396"/>
                </a:lnTo>
                <a:lnTo>
                  <a:pt x="262158" y="489636"/>
                </a:lnTo>
                <a:lnTo>
                  <a:pt x="219272" y="475073"/>
                </a:lnTo>
                <a:lnTo>
                  <a:pt x="179727" y="459749"/>
                </a:lnTo>
                <a:lnTo>
                  <a:pt x="143678" y="443709"/>
                </a:lnTo>
                <a:lnTo>
                  <a:pt x="82700" y="409658"/>
                </a:lnTo>
                <a:lnTo>
                  <a:pt x="37591" y="373270"/>
                </a:lnTo>
                <a:lnTo>
                  <a:pt x="9606" y="334898"/>
                </a:lnTo>
                <a:lnTo>
                  <a:pt x="0" y="294894"/>
                </a:lnTo>
                <a:close/>
              </a:path>
            </a:pathLst>
          </a:custGeom>
          <a:ln w="19050">
            <a:solidFill>
              <a:srgbClr val="000000"/>
            </a:solidFill>
          </a:ln>
        </p:spPr>
        <p:txBody>
          <a:bodyPr wrap="square" lIns="0" tIns="0" rIns="0" bIns="0" rtlCol="0"/>
          <a:lstStyle/>
          <a:p>
            <a:endParaRPr sz="2000"/>
          </a:p>
        </p:txBody>
      </p:sp>
      <p:sp>
        <p:nvSpPr>
          <p:cNvPr id="95" name="object 6">
            <a:extLst>
              <a:ext uri="{FF2B5EF4-FFF2-40B4-BE49-F238E27FC236}">
                <a16:creationId xmlns:a16="http://schemas.microsoft.com/office/drawing/2014/main" id="{DCF75CA3-BC31-49E1-BE81-3927ED204E16}"/>
              </a:ext>
            </a:extLst>
          </p:cNvPr>
          <p:cNvSpPr txBox="1"/>
          <p:nvPr/>
        </p:nvSpPr>
        <p:spPr>
          <a:xfrm>
            <a:off x="723055" y="2841442"/>
            <a:ext cx="1159933" cy="254386"/>
          </a:xfrm>
          <a:prstGeom prst="rect">
            <a:avLst/>
          </a:prstGeom>
        </p:spPr>
        <p:txBody>
          <a:bodyPr vert="horz" wrap="square" lIns="0" tIns="14817" rIns="0" bIns="0" rtlCol="0">
            <a:spAutoFit/>
          </a:bodyPr>
          <a:lstStyle/>
          <a:p>
            <a:pPr marL="14111">
              <a:spcBef>
                <a:spcPts val="117"/>
              </a:spcBef>
            </a:pPr>
            <a:r>
              <a:rPr sz="1556" spc="-6" dirty="0">
                <a:latin typeface="Arial"/>
                <a:cs typeface="Arial"/>
              </a:rPr>
              <a:t>Data</a:t>
            </a:r>
            <a:r>
              <a:rPr sz="1556" spc="-83" dirty="0">
                <a:latin typeface="Arial"/>
                <a:cs typeface="Arial"/>
              </a:rPr>
              <a:t> </a:t>
            </a:r>
            <a:r>
              <a:rPr sz="1556" dirty="0">
                <a:latin typeface="Arial"/>
                <a:cs typeface="Arial"/>
              </a:rPr>
              <a:t>Parallel</a:t>
            </a:r>
          </a:p>
        </p:txBody>
      </p:sp>
      <p:sp>
        <p:nvSpPr>
          <p:cNvPr id="96" name="object 7">
            <a:extLst>
              <a:ext uri="{FF2B5EF4-FFF2-40B4-BE49-F238E27FC236}">
                <a16:creationId xmlns:a16="http://schemas.microsoft.com/office/drawing/2014/main" id="{B7699B3F-B8F8-4B0C-ABBB-761F43567039}"/>
              </a:ext>
            </a:extLst>
          </p:cNvPr>
          <p:cNvSpPr/>
          <p:nvPr/>
        </p:nvSpPr>
        <p:spPr>
          <a:xfrm>
            <a:off x="5283200" y="2543796"/>
            <a:ext cx="2336800" cy="655461"/>
          </a:xfrm>
          <a:custGeom>
            <a:avLst/>
            <a:gdLst/>
            <a:ahLst/>
            <a:cxnLst/>
            <a:rect l="l" t="t" r="r" b="b"/>
            <a:pathLst>
              <a:path w="2103120" h="589914">
                <a:moveTo>
                  <a:pt x="0" y="294894"/>
                </a:moveTo>
                <a:lnTo>
                  <a:pt x="9599" y="254889"/>
                </a:lnTo>
                <a:lnTo>
                  <a:pt x="37562" y="216517"/>
                </a:lnTo>
                <a:lnTo>
                  <a:pt x="82635" y="180129"/>
                </a:lnTo>
                <a:lnTo>
                  <a:pt x="143566" y="146078"/>
                </a:lnTo>
                <a:lnTo>
                  <a:pt x="179587" y="130038"/>
                </a:lnTo>
                <a:lnTo>
                  <a:pt x="219102" y="114714"/>
                </a:lnTo>
                <a:lnTo>
                  <a:pt x="261955" y="100151"/>
                </a:lnTo>
                <a:lnTo>
                  <a:pt x="307990" y="86391"/>
                </a:lnTo>
                <a:lnTo>
                  <a:pt x="357050" y="73480"/>
                </a:lnTo>
                <a:lnTo>
                  <a:pt x="408978" y="61460"/>
                </a:lnTo>
                <a:lnTo>
                  <a:pt x="463618" y="50376"/>
                </a:lnTo>
                <a:lnTo>
                  <a:pt x="520812" y="40273"/>
                </a:lnTo>
                <a:lnTo>
                  <a:pt x="580406" y="31193"/>
                </a:lnTo>
                <a:lnTo>
                  <a:pt x="642240" y="23181"/>
                </a:lnTo>
                <a:lnTo>
                  <a:pt x="706161" y="16281"/>
                </a:lnTo>
                <a:lnTo>
                  <a:pt x="772010" y="10537"/>
                </a:lnTo>
                <a:lnTo>
                  <a:pt x="839630" y="5993"/>
                </a:lnTo>
                <a:lnTo>
                  <a:pt x="908867" y="2693"/>
                </a:lnTo>
                <a:lnTo>
                  <a:pt x="979562" y="680"/>
                </a:lnTo>
                <a:lnTo>
                  <a:pt x="1051560" y="0"/>
                </a:lnTo>
                <a:lnTo>
                  <a:pt x="1123557" y="680"/>
                </a:lnTo>
                <a:lnTo>
                  <a:pt x="1194252" y="2693"/>
                </a:lnTo>
                <a:lnTo>
                  <a:pt x="1263489" y="5993"/>
                </a:lnTo>
                <a:lnTo>
                  <a:pt x="1331109" y="10537"/>
                </a:lnTo>
                <a:lnTo>
                  <a:pt x="1396958" y="16281"/>
                </a:lnTo>
                <a:lnTo>
                  <a:pt x="1460879" y="23181"/>
                </a:lnTo>
                <a:lnTo>
                  <a:pt x="1522714" y="31193"/>
                </a:lnTo>
                <a:lnTo>
                  <a:pt x="1582307" y="40273"/>
                </a:lnTo>
                <a:lnTo>
                  <a:pt x="1639501" y="50376"/>
                </a:lnTo>
                <a:lnTo>
                  <a:pt x="1694141" y="61460"/>
                </a:lnTo>
                <a:lnTo>
                  <a:pt x="1746069" y="73480"/>
                </a:lnTo>
                <a:lnTo>
                  <a:pt x="1795129" y="86391"/>
                </a:lnTo>
                <a:lnTo>
                  <a:pt x="1841164" y="100151"/>
                </a:lnTo>
                <a:lnTo>
                  <a:pt x="1884017" y="114714"/>
                </a:lnTo>
                <a:lnTo>
                  <a:pt x="1923532" y="130038"/>
                </a:lnTo>
                <a:lnTo>
                  <a:pt x="1959553" y="146078"/>
                </a:lnTo>
                <a:lnTo>
                  <a:pt x="2020484" y="180129"/>
                </a:lnTo>
                <a:lnTo>
                  <a:pt x="2065558" y="216517"/>
                </a:lnTo>
                <a:lnTo>
                  <a:pt x="2093520" y="254889"/>
                </a:lnTo>
                <a:lnTo>
                  <a:pt x="2103120" y="294894"/>
                </a:lnTo>
                <a:lnTo>
                  <a:pt x="2100694" y="315078"/>
                </a:lnTo>
                <a:lnTo>
                  <a:pt x="2081756" y="354310"/>
                </a:lnTo>
                <a:lnTo>
                  <a:pt x="2045081" y="391734"/>
                </a:lnTo>
                <a:lnTo>
                  <a:pt x="1991923" y="426998"/>
                </a:lnTo>
                <a:lnTo>
                  <a:pt x="1923532" y="459749"/>
                </a:lnTo>
                <a:lnTo>
                  <a:pt x="1884017" y="475073"/>
                </a:lnTo>
                <a:lnTo>
                  <a:pt x="1841164" y="489636"/>
                </a:lnTo>
                <a:lnTo>
                  <a:pt x="1795129" y="503396"/>
                </a:lnTo>
                <a:lnTo>
                  <a:pt x="1746069" y="516307"/>
                </a:lnTo>
                <a:lnTo>
                  <a:pt x="1694141" y="528327"/>
                </a:lnTo>
                <a:lnTo>
                  <a:pt x="1639501" y="539411"/>
                </a:lnTo>
                <a:lnTo>
                  <a:pt x="1582307" y="549514"/>
                </a:lnTo>
                <a:lnTo>
                  <a:pt x="1522714" y="558594"/>
                </a:lnTo>
                <a:lnTo>
                  <a:pt x="1460879" y="566606"/>
                </a:lnTo>
                <a:lnTo>
                  <a:pt x="1396958" y="573506"/>
                </a:lnTo>
                <a:lnTo>
                  <a:pt x="1331109" y="579250"/>
                </a:lnTo>
                <a:lnTo>
                  <a:pt x="1263489" y="583794"/>
                </a:lnTo>
                <a:lnTo>
                  <a:pt x="1194252" y="587094"/>
                </a:lnTo>
                <a:lnTo>
                  <a:pt x="1123557" y="589107"/>
                </a:lnTo>
                <a:lnTo>
                  <a:pt x="1051560" y="589788"/>
                </a:lnTo>
                <a:lnTo>
                  <a:pt x="979562" y="589107"/>
                </a:lnTo>
                <a:lnTo>
                  <a:pt x="908867" y="587094"/>
                </a:lnTo>
                <a:lnTo>
                  <a:pt x="839630" y="583794"/>
                </a:lnTo>
                <a:lnTo>
                  <a:pt x="772010" y="579250"/>
                </a:lnTo>
                <a:lnTo>
                  <a:pt x="706161" y="573506"/>
                </a:lnTo>
                <a:lnTo>
                  <a:pt x="642240" y="566606"/>
                </a:lnTo>
                <a:lnTo>
                  <a:pt x="580406" y="558594"/>
                </a:lnTo>
                <a:lnTo>
                  <a:pt x="520812" y="549514"/>
                </a:lnTo>
                <a:lnTo>
                  <a:pt x="463618" y="539411"/>
                </a:lnTo>
                <a:lnTo>
                  <a:pt x="408978" y="528327"/>
                </a:lnTo>
                <a:lnTo>
                  <a:pt x="357050" y="516307"/>
                </a:lnTo>
                <a:lnTo>
                  <a:pt x="307990" y="503396"/>
                </a:lnTo>
                <a:lnTo>
                  <a:pt x="261955" y="489636"/>
                </a:lnTo>
                <a:lnTo>
                  <a:pt x="219102" y="475073"/>
                </a:lnTo>
                <a:lnTo>
                  <a:pt x="179587" y="459749"/>
                </a:lnTo>
                <a:lnTo>
                  <a:pt x="143566" y="443709"/>
                </a:lnTo>
                <a:lnTo>
                  <a:pt x="82635" y="409658"/>
                </a:lnTo>
                <a:lnTo>
                  <a:pt x="37562" y="373270"/>
                </a:lnTo>
                <a:lnTo>
                  <a:pt x="9599" y="334898"/>
                </a:lnTo>
                <a:lnTo>
                  <a:pt x="0" y="294894"/>
                </a:lnTo>
                <a:close/>
              </a:path>
            </a:pathLst>
          </a:custGeom>
          <a:ln w="19050">
            <a:solidFill>
              <a:srgbClr val="000000"/>
            </a:solidFill>
          </a:ln>
        </p:spPr>
        <p:txBody>
          <a:bodyPr wrap="square" lIns="0" tIns="0" rIns="0" bIns="0" rtlCol="0"/>
          <a:lstStyle/>
          <a:p>
            <a:endParaRPr sz="2000"/>
          </a:p>
        </p:txBody>
      </p:sp>
      <p:sp>
        <p:nvSpPr>
          <p:cNvPr id="97" name="object 8">
            <a:extLst>
              <a:ext uri="{FF2B5EF4-FFF2-40B4-BE49-F238E27FC236}">
                <a16:creationId xmlns:a16="http://schemas.microsoft.com/office/drawing/2014/main" id="{A35962E6-282F-44AE-A374-FA72167C51DF}"/>
              </a:ext>
            </a:extLst>
          </p:cNvPr>
          <p:cNvSpPr txBox="1"/>
          <p:nvPr/>
        </p:nvSpPr>
        <p:spPr>
          <a:xfrm>
            <a:off x="5811801" y="2732039"/>
            <a:ext cx="1279878" cy="254386"/>
          </a:xfrm>
          <a:prstGeom prst="rect">
            <a:avLst/>
          </a:prstGeom>
        </p:spPr>
        <p:txBody>
          <a:bodyPr vert="horz" wrap="square" lIns="0" tIns="14817" rIns="0" bIns="0" rtlCol="0">
            <a:spAutoFit/>
          </a:bodyPr>
          <a:lstStyle/>
          <a:p>
            <a:pPr marL="14111">
              <a:spcBef>
                <a:spcPts val="117"/>
              </a:spcBef>
            </a:pPr>
            <a:r>
              <a:rPr sz="1556" dirty="0">
                <a:latin typeface="Arial"/>
                <a:cs typeface="Arial"/>
              </a:rPr>
              <a:t>Model</a:t>
            </a:r>
            <a:r>
              <a:rPr sz="1556" spc="-100" dirty="0">
                <a:latin typeface="Arial"/>
                <a:cs typeface="Arial"/>
              </a:rPr>
              <a:t> </a:t>
            </a:r>
            <a:r>
              <a:rPr sz="1556" dirty="0">
                <a:latin typeface="Arial"/>
                <a:cs typeface="Arial"/>
              </a:rPr>
              <a:t>Parallel</a:t>
            </a:r>
          </a:p>
        </p:txBody>
      </p:sp>
      <p:sp>
        <p:nvSpPr>
          <p:cNvPr id="98" name="object 9">
            <a:extLst>
              <a:ext uri="{FF2B5EF4-FFF2-40B4-BE49-F238E27FC236}">
                <a16:creationId xmlns:a16="http://schemas.microsoft.com/office/drawing/2014/main" id="{A580B88B-616E-4442-8E0F-5FC9D1FE7072}"/>
              </a:ext>
            </a:extLst>
          </p:cNvPr>
          <p:cNvSpPr/>
          <p:nvPr/>
        </p:nvSpPr>
        <p:spPr>
          <a:xfrm>
            <a:off x="3058160" y="3676635"/>
            <a:ext cx="2338917" cy="657578"/>
          </a:xfrm>
          <a:custGeom>
            <a:avLst/>
            <a:gdLst/>
            <a:ahLst/>
            <a:cxnLst/>
            <a:rect l="l" t="t" r="r" b="b"/>
            <a:pathLst>
              <a:path w="2105025" h="591820">
                <a:moveTo>
                  <a:pt x="0" y="295656"/>
                </a:moveTo>
                <a:lnTo>
                  <a:pt x="9607" y="255529"/>
                </a:lnTo>
                <a:lnTo>
                  <a:pt x="37592" y="217046"/>
                </a:lnTo>
                <a:lnTo>
                  <a:pt x="82700" y="180558"/>
                </a:lnTo>
                <a:lnTo>
                  <a:pt x="143679" y="146416"/>
                </a:lnTo>
                <a:lnTo>
                  <a:pt x="179727" y="130336"/>
                </a:lnTo>
                <a:lnTo>
                  <a:pt x="219273" y="114974"/>
                </a:lnTo>
                <a:lnTo>
                  <a:pt x="262159" y="100374"/>
                </a:lnTo>
                <a:lnTo>
                  <a:pt x="308229" y="86582"/>
                </a:lnTo>
                <a:lnTo>
                  <a:pt x="357325" y="73640"/>
                </a:lnTo>
                <a:lnTo>
                  <a:pt x="409291" y="61592"/>
                </a:lnTo>
                <a:lnTo>
                  <a:pt x="463971" y="50483"/>
                </a:lnTo>
                <a:lnTo>
                  <a:pt x="521208" y="40357"/>
                </a:lnTo>
                <a:lnTo>
                  <a:pt x="580844" y="31258"/>
                </a:lnTo>
                <a:lnTo>
                  <a:pt x="642723" y="23229"/>
                </a:lnTo>
                <a:lnTo>
                  <a:pt x="706688" y="16314"/>
                </a:lnTo>
                <a:lnTo>
                  <a:pt x="772583" y="10558"/>
                </a:lnTo>
                <a:lnTo>
                  <a:pt x="840250" y="6005"/>
                </a:lnTo>
                <a:lnTo>
                  <a:pt x="909534" y="2698"/>
                </a:lnTo>
                <a:lnTo>
                  <a:pt x="980276" y="681"/>
                </a:lnTo>
                <a:lnTo>
                  <a:pt x="1052322" y="0"/>
                </a:lnTo>
                <a:lnTo>
                  <a:pt x="1124367" y="681"/>
                </a:lnTo>
                <a:lnTo>
                  <a:pt x="1195109" y="2698"/>
                </a:lnTo>
                <a:lnTo>
                  <a:pt x="1264393" y="6005"/>
                </a:lnTo>
                <a:lnTo>
                  <a:pt x="1332060" y="10558"/>
                </a:lnTo>
                <a:lnTo>
                  <a:pt x="1397955" y="16314"/>
                </a:lnTo>
                <a:lnTo>
                  <a:pt x="1461920" y="23229"/>
                </a:lnTo>
                <a:lnTo>
                  <a:pt x="1523799" y="31258"/>
                </a:lnTo>
                <a:lnTo>
                  <a:pt x="1583436" y="40357"/>
                </a:lnTo>
                <a:lnTo>
                  <a:pt x="1640672" y="50483"/>
                </a:lnTo>
                <a:lnTo>
                  <a:pt x="1695352" y="61592"/>
                </a:lnTo>
                <a:lnTo>
                  <a:pt x="1747318" y="73640"/>
                </a:lnTo>
                <a:lnTo>
                  <a:pt x="1796415" y="86582"/>
                </a:lnTo>
                <a:lnTo>
                  <a:pt x="1842484" y="100374"/>
                </a:lnTo>
                <a:lnTo>
                  <a:pt x="1885370" y="114974"/>
                </a:lnTo>
                <a:lnTo>
                  <a:pt x="1924916" y="130336"/>
                </a:lnTo>
                <a:lnTo>
                  <a:pt x="1960964" y="146416"/>
                </a:lnTo>
                <a:lnTo>
                  <a:pt x="2021943" y="180558"/>
                </a:lnTo>
                <a:lnTo>
                  <a:pt x="2067052" y="217046"/>
                </a:lnTo>
                <a:lnTo>
                  <a:pt x="2095037" y="255529"/>
                </a:lnTo>
                <a:lnTo>
                  <a:pt x="2104644" y="295656"/>
                </a:lnTo>
                <a:lnTo>
                  <a:pt x="2102216" y="315902"/>
                </a:lnTo>
                <a:lnTo>
                  <a:pt x="2083263" y="355251"/>
                </a:lnTo>
                <a:lnTo>
                  <a:pt x="2046559" y="392780"/>
                </a:lnTo>
                <a:lnTo>
                  <a:pt x="1993359" y="428139"/>
                </a:lnTo>
                <a:lnTo>
                  <a:pt x="1924916" y="460975"/>
                </a:lnTo>
                <a:lnTo>
                  <a:pt x="1885370" y="476337"/>
                </a:lnTo>
                <a:lnTo>
                  <a:pt x="1842484" y="490937"/>
                </a:lnTo>
                <a:lnTo>
                  <a:pt x="1796415" y="504729"/>
                </a:lnTo>
                <a:lnTo>
                  <a:pt x="1747318" y="517671"/>
                </a:lnTo>
                <a:lnTo>
                  <a:pt x="1695352" y="529719"/>
                </a:lnTo>
                <a:lnTo>
                  <a:pt x="1640672" y="540828"/>
                </a:lnTo>
                <a:lnTo>
                  <a:pt x="1583436" y="550954"/>
                </a:lnTo>
                <a:lnTo>
                  <a:pt x="1523799" y="560053"/>
                </a:lnTo>
                <a:lnTo>
                  <a:pt x="1461920" y="568082"/>
                </a:lnTo>
                <a:lnTo>
                  <a:pt x="1397955" y="574997"/>
                </a:lnTo>
                <a:lnTo>
                  <a:pt x="1332060" y="580753"/>
                </a:lnTo>
                <a:lnTo>
                  <a:pt x="1264393" y="585306"/>
                </a:lnTo>
                <a:lnTo>
                  <a:pt x="1195109" y="588613"/>
                </a:lnTo>
                <a:lnTo>
                  <a:pt x="1124367" y="590630"/>
                </a:lnTo>
                <a:lnTo>
                  <a:pt x="1052322" y="591312"/>
                </a:lnTo>
                <a:lnTo>
                  <a:pt x="980276" y="590630"/>
                </a:lnTo>
                <a:lnTo>
                  <a:pt x="909534" y="588613"/>
                </a:lnTo>
                <a:lnTo>
                  <a:pt x="840250" y="585306"/>
                </a:lnTo>
                <a:lnTo>
                  <a:pt x="772583" y="580753"/>
                </a:lnTo>
                <a:lnTo>
                  <a:pt x="706688" y="574997"/>
                </a:lnTo>
                <a:lnTo>
                  <a:pt x="642723" y="568082"/>
                </a:lnTo>
                <a:lnTo>
                  <a:pt x="580844" y="560053"/>
                </a:lnTo>
                <a:lnTo>
                  <a:pt x="521208" y="550954"/>
                </a:lnTo>
                <a:lnTo>
                  <a:pt x="463971" y="540828"/>
                </a:lnTo>
                <a:lnTo>
                  <a:pt x="409291" y="529719"/>
                </a:lnTo>
                <a:lnTo>
                  <a:pt x="357325" y="517671"/>
                </a:lnTo>
                <a:lnTo>
                  <a:pt x="308229" y="504729"/>
                </a:lnTo>
                <a:lnTo>
                  <a:pt x="262159" y="490937"/>
                </a:lnTo>
                <a:lnTo>
                  <a:pt x="219273" y="476337"/>
                </a:lnTo>
                <a:lnTo>
                  <a:pt x="179727" y="460975"/>
                </a:lnTo>
                <a:lnTo>
                  <a:pt x="143679" y="444895"/>
                </a:lnTo>
                <a:lnTo>
                  <a:pt x="82700" y="410753"/>
                </a:lnTo>
                <a:lnTo>
                  <a:pt x="37592" y="374265"/>
                </a:lnTo>
                <a:lnTo>
                  <a:pt x="9607" y="335782"/>
                </a:lnTo>
                <a:lnTo>
                  <a:pt x="0" y="295656"/>
                </a:lnTo>
                <a:close/>
              </a:path>
            </a:pathLst>
          </a:custGeom>
          <a:ln w="19050">
            <a:solidFill>
              <a:srgbClr val="000000"/>
            </a:solidFill>
          </a:ln>
        </p:spPr>
        <p:txBody>
          <a:bodyPr wrap="square" lIns="0" tIns="0" rIns="0" bIns="0" rtlCol="0"/>
          <a:lstStyle/>
          <a:p>
            <a:endParaRPr sz="2000"/>
          </a:p>
        </p:txBody>
      </p:sp>
      <p:sp>
        <p:nvSpPr>
          <p:cNvPr id="99" name="object 10">
            <a:extLst>
              <a:ext uri="{FF2B5EF4-FFF2-40B4-BE49-F238E27FC236}">
                <a16:creationId xmlns:a16="http://schemas.microsoft.com/office/drawing/2014/main" id="{6F6DE6F8-2963-4562-B766-6E2114C88E2F}"/>
              </a:ext>
            </a:extLst>
          </p:cNvPr>
          <p:cNvSpPr txBox="1"/>
          <p:nvPr/>
        </p:nvSpPr>
        <p:spPr>
          <a:xfrm>
            <a:off x="3741138" y="3865162"/>
            <a:ext cx="969433"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Intra</a:t>
            </a:r>
            <a:r>
              <a:rPr sz="1556" spc="-100" dirty="0">
                <a:latin typeface="Arial"/>
                <a:cs typeface="Arial"/>
              </a:rPr>
              <a:t> </a:t>
            </a:r>
            <a:r>
              <a:rPr sz="1556" spc="-6" dirty="0">
                <a:latin typeface="Arial"/>
                <a:cs typeface="Arial"/>
              </a:rPr>
              <a:t>Layer</a:t>
            </a:r>
            <a:endParaRPr sz="1556" dirty="0">
              <a:latin typeface="Arial"/>
              <a:cs typeface="Arial"/>
            </a:endParaRPr>
          </a:p>
        </p:txBody>
      </p:sp>
      <p:sp>
        <p:nvSpPr>
          <p:cNvPr id="100" name="object 11">
            <a:extLst>
              <a:ext uri="{FF2B5EF4-FFF2-40B4-BE49-F238E27FC236}">
                <a16:creationId xmlns:a16="http://schemas.microsoft.com/office/drawing/2014/main" id="{AE172A8E-ECE5-42F0-9403-8FDB79FBB390}"/>
              </a:ext>
            </a:extLst>
          </p:cNvPr>
          <p:cNvSpPr/>
          <p:nvPr/>
        </p:nvSpPr>
        <p:spPr>
          <a:xfrm>
            <a:off x="6700838" y="3818574"/>
            <a:ext cx="2292773" cy="600521"/>
          </a:xfrm>
          <a:custGeom>
            <a:avLst/>
            <a:gdLst/>
            <a:ahLst/>
            <a:cxnLst/>
            <a:rect l="l" t="t" r="r" b="b"/>
            <a:pathLst>
              <a:path w="2103120" h="591820">
                <a:moveTo>
                  <a:pt x="0" y="295656"/>
                </a:moveTo>
                <a:lnTo>
                  <a:pt x="9599" y="255529"/>
                </a:lnTo>
                <a:lnTo>
                  <a:pt x="37562" y="217046"/>
                </a:lnTo>
                <a:lnTo>
                  <a:pt x="82635" y="180558"/>
                </a:lnTo>
                <a:lnTo>
                  <a:pt x="143566" y="146416"/>
                </a:lnTo>
                <a:lnTo>
                  <a:pt x="179587" y="130336"/>
                </a:lnTo>
                <a:lnTo>
                  <a:pt x="219102" y="114974"/>
                </a:lnTo>
                <a:lnTo>
                  <a:pt x="261955" y="100374"/>
                </a:lnTo>
                <a:lnTo>
                  <a:pt x="307990" y="86582"/>
                </a:lnTo>
                <a:lnTo>
                  <a:pt x="357050" y="73640"/>
                </a:lnTo>
                <a:lnTo>
                  <a:pt x="408978" y="61592"/>
                </a:lnTo>
                <a:lnTo>
                  <a:pt x="463618" y="50483"/>
                </a:lnTo>
                <a:lnTo>
                  <a:pt x="520812" y="40357"/>
                </a:lnTo>
                <a:lnTo>
                  <a:pt x="580406" y="31258"/>
                </a:lnTo>
                <a:lnTo>
                  <a:pt x="642240" y="23229"/>
                </a:lnTo>
                <a:lnTo>
                  <a:pt x="706161" y="16314"/>
                </a:lnTo>
                <a:lnTo>
                  <a:pt x="772010" y="10558"/>
                </a:lnTo>
                <a:lnTo>
                  <a:pt x="839630" y="6005"/>
                </a:lnTo>
                <a:lnTo>
                  <a:pt x="908867" y="2698"/>
                </a:lnTo>
                <a:lnTo>
                  <a:pt x="979562" y="681"/>
                </a:lnTo>
                <a:lnTo>
                  <a:pt x="1051560" y="0"/>
                </a:lnTo>
                <a:lnTo>
                  <a:pt x="1123557" y="681"/>
                </a:lnTo>
                <a:lnTo>
                  <a:pt x="1194252" y="2698"/>
                </a:lnTo>
                <a:lnTo>
                  <a:pt x="1263489" y="6005"/>
                </a:lnTo>
                <a:lnTo>
                  <a:pt x="1331109" y="10558"/>
                </a:lnTo>
                <a:lnTo>
                  <a:pt x="1396958" y="16314"/>
                </a:lnTo>
                <a:lnTo>
                  <a:pt x="1460879" y="23229"/>
                </a:lnTo>
                <a:lnTo>
                  <a:pt x="1522714" y="31258"/>
                </a:lnTo>
                <a:lnTo>
                  <a:pt x="1582307" y="40357"/>
                </a:lnTo>
                <a:lnTo>
                  <a:pt x="1639501" y="50483"/>
                </a:lnTo>
                <a:lnTo>
                  <a:pt x="1694141" y="61592"/>
                </a:lnTo>
                <a:lnTo>
                  <a:pt x="1746069" y="73640"/>
                </a:lnTo>
                <a:lnTo>
                  <a:pt x="1795129" y="86582"/>
                </a:lnTo>
                <a:lnTo>
                  <a:pt x="1841164" y="100374"/>
                </a:lnTo>
                <a:lnTo>
                  <a:pt x="1884017" y="114974"/>
                </a:lnTo>
                <a:lnTo>
                  <a:pt x="1923532" y="130336"/>
                </a:lnTo>
                <a:lnTo>
                  <a:pt x="1959553" y="146416"/>
                </a:lnTo>
                <a:lnTo>
                  <a:pt x="2020484" y="180558"/>
                </a:lnTo>
                <a:lnTo>
                  <a:pt x="2065558" y="217046"/>
                </a:lnTo>
                <a:lnTo>
                  <a:pt x="2093520" y="255529"/>
                </a:lnTo>
                <a:lnTo>
                  <a:pt x="2103120" y="295656"/>
                </a:lnTo>
                <a:lnTo>
                  <a:pt x="2100694" y="315902"/>
                </a:lnTo>
                <a:lnTo>
                  <a:pt x="2081756" y="355251"/>
                </a:lnTo>
                <a:lnTo>
                  <a:pt x="2045081" y="392780"/>
                </a:lnTo>
                <a:lnTo>
                  <a:pt x="1991923" y="428139"/>
                </a:lnTo>
                <a:lnTo>
                  <a:pt x="1923532" y="460975"/>
                </a:lnTo>
                <a:lnTo>
                  <a:pt x="1884017" y="476337"/>
                </a:lnTo>
                <a:lnTo>
                  <a:pt x="1841164" y="490937"/>
                </a:lnTo>
                <a:lnTo>
                  <a:pt x="1795129" y="504729"/>
                </a:lnTo>
                <a:lnTo>
                  <a:pt x="1746069" y="517671"/>
                </a:lnTo>
                <a:lnTo>
                  <a:pt x="1694141" y="529719"/>
                </a:lnTo>
                <a:lnTo>
                  <a:pt x="1639501" y="540828"/>
                </a:lnTo>
                <a:lnTo>
                  <a:pt x="1582307" y="550954"/>
                </a:lnTo>
                <a:lnTo>
                  <a:pt x="1522714" y="560053"/>
                </a:lnTo>
                <a:lnTo>
                  <a:pt x="1460879" y="568082"/>
                </a:lnTo>
                <a:lnTo>
                  <a:pt x="1396958" y="574997"/>
                </a:lnTo>
                <a:lnTo>
                  <a:pt x="1331109" y="580753"/>
                </a:lnTo>
                <a:lnTo>
                  <a:pt x="1263489" y="585306"/>
                </a:lnTo>
                <a:lnTo>
                  <a:pt x="1194252" y="588613"/>
                </a:lnTo>
                <a:lnTo>
                  <a:pt x="1123557" y="590630"/>
                </a:lnTo>
                <a:lnTo>
                  <a:pt x="1051560" y="591312"/>
                </a:lnTo>
                <a:lnTo>
                  <a:pt x="979562" y="590630"/>
                </a:lnTo>
                <a:lnTo>
                  <a:pt x="908867" y="588613"/>
                </a:lnTo>
                <a:lnTo>
                  <a:pt x="839630" y="585306"/>
                </a:lnTo>
                <a:lnTo>
                  <a:pt x="772010" y="580753"/>
                </a:lnTo>
                <a:lnTo>
                  <a:pt x="706161" y="574997"/>
                </a:lnTo>
                <a:lnTo>
                  <a:pt x="642240" y="568082"/>
                </a:lnTo>
                <a:lnTo>
                  <a:pt x="580406" y="560053"/>
                </a:lnTo>
                <a:lnTo>
                  <a:pt x="520812" y="550954"/>
                </a:lnTo>
                <a:lnTo>
                  <a:pt x="463618" y="540828"/>
                </a:lnTo>
                <a:lnTo>
                  <a:pt x="408978" y="529719"/>
                </a:lnTo>
                <a:lnTo>
                  <a:pt x="357050" y="517671"/>
                </a:lnTo>
                <a:lnTo>
                  <a:pt x="307990" y="504729"/>
                </a:lnTo>
                <a:lnTo>
                  <a:pt x="261955" y="490937"/>
                </a:lnTo>
                <a:lnTo>
                  <a:pt x="219102" y="476337"/>
                </a:lnTo>
                <a:lnTo>
                  <a:pt x="179587" y="460975"/>
                </a:lnTo>
                <a:lnTo>
                  <a:pt x="143566" y="444895"/>
                </a:lnTo>
                <a:lnTo>
                  <a:pt x="82635" y="410753"/>
                </a:lnTo>
                <a:lnTo>
                  <a:pt x="37562" y="374265"/>
                </a:lnTo>
                <a:lnTo>
                  <a:pt x="9599" y="335782"/>
                </a:lnTo>
                <a:lnTo>
                  <a:pt x="0" y="295656"/>
                </a:lnTo>
                <a:close/>
              </a:path>
            </a:pathLst>
          </a:custGeom>
          <a:ln w="19050">
            <a:solidFill>
              <a:srgbClr val="000000"/>
            </a:solidFill>
          </a:ln>
        </p:spPr>
        <p:txBody>
          <a:bodyPr wrap="square" lIns="0" tIns="0" rIns="0" bIns="0" rtlCol="0"/>
          <a:lstStyle/>
          <a:p>
            <a:endParaRPr sz="2000"/>
          </a:p>
        </p:txBody>
      </p:sp>
      <p:sp>
        <p:nvSpPr>
          <p:cNvPr id="101" name="object 12">
            <a:extLst>
              <a:ext uri="{FF2B5EF4-FFF2-40B4-BE49-F238E27FC236}">
                <a16:creationId xmlns:a16="http://schemas.microsoft.com/office/drawing/2014/main" id="{58C5201A-62D1-4E4C-AD50-67BCD1F8F608}"/>
              </a:ext>
            </a:extLst>
          </p:cNvPr>
          <p:cNvSpPr txBox="1"/>
          <p:nvPr/>
        </p:nvSpPr>
        <p:spPr>
          <a:xfrm>
            <a:off x="7383815" y="3855043"/>
            <a:ext cx="1535277" cy="505922"/>
          </a:xfrm>
          <a:prstGeom prst="rect">
            <a:avLst/>
          </a:prstGeom>
        </p:spPr>
        <p:txBody>
          <a:bodyPr vert="horz" wrap="square" lIns="0" tIns="14111" rIns="0" bIns="0" rtlCol="0">
            <a:spAutoFit/>
          </a:bodyPr>
          <a:lstStyle/>
          <a:p>
            <a:pPr marL="14111">
              <a:spcBef>
                <a:spcPts val="111"/>
              </a:spcBef>
            </a:pPr>
            <a:r>
              <a:rPr sz="1556" dirty="0">
                <a:latin typeface="Arial"/>
                <a:cs typeface="Arial"/>
              </a:rPr>
              <a:t>Inter</a:t>
            </a:r>
            <a:r>
              <a:rPr sz="1556" spc="-100" dirty="0">
                <a:latin typeface="Arial"/>
                <a:cs typeface="Arial"/>
              </a:rPr>
              <a:t> </a:t>
            </a:r>
            <a:r>
              <a:rPr sz="1556" spc="-6" dirty="0">
                <a:latin typeface="Arial"/>
                <a:cs typeface="Arial"/>
              </a:rPr>
              <a:t>Layer</a:t>
            </a:r>
            <a:r>
              <a:rPr lang="en-US" sz="1556" spc="-6" dirty="0">
                <a:latin typeface="Arial"/>
                <a:cs typeface="Arial"/>
              </a:rPr>
              <a:t>/</a:t>
            </a:r>
          </a:p>
          <a:p>
            <a:pPr marL="14111">
              <a:spcBef>
                <a:spcPts val="111"/>
              </a:spcBef>
            </a:pPr>
            <a:r>
              <a:rPr lang="en-US" sz="1556" spc="-6" dirty="0">
                <a:latin typeface="Arial"/>
                <a:cs typeface="Arial"/>
              </a:rPr>
              <a:t>Pipeline</a:t>
            </a:r>
            <a:endParaRPr sz="1556" dirty="0">
              <a:latin typeface="Arial"/>
              <a:cs typeface="Arial"/>
            </a:endParaRPr>
          </a:p>
        </p:txBody>
      </p:sp>
      <p:sp>
        <p:nvSpPr>
          <p:cNvPr id="102" name="object 13">
            <a:extLst>
              <a:ext uri="{FF2B5EF4-FFF2-40B4-BE49-F238E27FC236}">
                <a16:creationId xmlns:a16="http://schemas.microsoft.com/office/drawing/2014/main" id="{20E5D485-E6AC-4F0A-BA8C-845921694924}"/>
              </a:ext>
            </a:extLst>
          </p:cNvPr>
          <p:cNvSpPr/>
          <p:nvPr/>
        </p:nvSpPr>
        <p:spPr>
          <a:xfrm>
            <a:off x="1524001" y="2178318"/>
            <a:ext cx="6248400" cy="1595261"/>
          </a:xfrm>
          <a:custGeom>
            <a:avLst/>
            <a:gdLst/>
            <a:ahLst/>
            <a:cxnLst/>
            <a:rect l="l" t="t" r="r" b="b"/>
            <a:pathLst>
              <a:path w="5768340" h="1435735">
                <a:moveTo>
                  <a:pt x="1123315" y="26924"/>
                </a:moveTo>
                <a:lnTo>
                  <a:pt x="1113663" y="0"/>
                </a:lnTo>
                <a:lnTo>
                  <a:pt x="75780" y="372503"/>
                </a:lnTo>
                <a:lnTo>
                  <a:pt x="66167" y="345694"/>
                </a:lnTo>
                <a:lnTo>
                  <a:pt x="0" y="414909"/>
                </a:lnTo>
                <a:lnTo>
                  <a:pt x="95123" y="426339"/>
                </a:lnTo>
                <a:lnTo>
                  <a:pt x="87185" y="404241"/>
                </a:lnTo>
                <a:lnTo>
                  <a:pt x="85445" y="399415"/>
                </a:lnTo>
                <a:lnTo>
                  <a:pt x="1123315" y="26924"/>
                </a:lnTo>
                <a:close/>
              </a:path>
              <a:path w="5768340" h="1435735">
                <a:moveTo>
                  <a:pt x="3747008" y="414909"/>
                </a:moveTo>
                <a:lnTo>
                  <a:pt x="3737178" y="404749"/>
                </a:lnTo>
                <a:lnTo>
                  <a:pt x="3680460" y="346075"/>
                </a:lnTo>
                <a:lnTo>
                  <a:pt x="3670985" y="372986"/>
                </a:lnTo>
                <a:lnTo>
                  <a:pt x="2610739" y="0"/>
                </a:lnTo>
                <a:lnTo>
                  <a:pt x="2601341" y="26924"/>
                </a:lnTo>
                <a:lnTo>
                  <a:pt x="3661486" y="399999"/>
                </a:lnTo>
                <a:lnTo>
                  <a:pt x="3652012" y="426974"/>
                </a:lnTo>
                <a:lnTo>
                  <a:pt x="3747008" y="414909"/>
                </a:lnTo>
                <a:close/>
              </a:path>
              <a:path w="5768340" h="1435735">
                <a:moveTo>
                  <a:pt x="3757803" y="842645"/>
                </a:moveTo>
                <a:lnTo>
                  <a:pt x="3736086" y="824103"/>
                </a:lnTo>
                <a:lnTo>
                  <a:pt x="3277247" y="1360868"/>
                </a:lnTo>
                <a:lnTo>
                  <a:pt x="3255518" y="1342263"/>
                </a:lnTo>
                <a:lnTo>
                  <a:pt x="3232404" y="1435227"/>
                </a:lnTo>
                <a:lnTo>
                  <a:pt x="3320669" y="1398016"/>
                </a:lnTo>
                <a:lnTo>
                  <a:pt x="3311614" y="1390269"/>
                </a:lnTo>
                <a:lnTo>
                  <a:pt x="3298939" y="1379435"/>
                </a:lnTo>
                <a:lnTo>
                  <a:pt x="3757803" y="842645"/>
                </a:lnTo>
                <a:close/>
              </a:path>
              <a:path w="5768340" h="1435735">
                <a:moveTo>
                  <a:pt x="5768213" y="1435227"/>
                </a:moveTo>
                <a:lnTo>
                  <a:pt x="5756453" y="1391285"/>
                </a:lnTo>
                <a:lnTo>
                  <a:pt x="5743448" y="1342644"/>
                </a:lnTo>
                <a:lnTo>
                  <a:pt x="5722010" y="1361655"/>
                </a:lnTo>
                <a:lnTo>
                  <a:pt x="5245608" y="823849"/>
                </a:lnTo>
                <a:lnTo>
                  <a:pt x="5224272" y="842899"/>
                </a:lnTo>
                <a:lnTo>
                  <a:pt x="5700687" y="1380578"/>
                </a:lnTo>
                <a:lnTo>
                  <a:pt x="5679313" y="1399540"/>
                </a:lnTo>
                <a:lnTo>
                  <a:pt x="5768213" y="1435227"/>
                </a:lnTo>
                <a:close/>
              </a:path>
            </a:pathLst>
          </a:custGeom>
          <a:solidFill>
            <a:srgbClr val="000000"/>
          </a:solidFill>
        </p:spPr>
        <p:txBody>
          <a:bodyPr wrap="square" lIns="0" tIns="0" rIns="0" bIns="0" rtlCol="0"/>
          <a:lstStyle/>
          <a:p>
            <a:endParaRPr sz="2000"/>
          </a:p>
        </p:txBody>
      </p:sp>
      <p:sp>
        <p:nvSpPr>
          <p:cNvPr id="103" name="Rectangle 45">
            <a:extLst>
              <a:ext uri="{FF2B5EF4-FFF2-40B4-BE49-F238E27FC236}">
                <a16:creationId xmlns:a16="http://schemas.microsoft.com/office/drawing/2014/main" id="{E930A138-5D4E-4D01-85BA-7443871516D7}"/>
              </a:ext>
            </a:extLst>
          </p:cNvPr>
          <p:cNvSpPr/>
          <p:nvPr/>
        </p:nvSpPr>
        <p:spPr>
          <a:xfrm>
            <a:off x="24062" y="2290359"/>
            <a:ext cx="2719137" cy="1214841"/>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n>
                <a:solidFill>
                  <a:schemeClr val="tx1">
                    <a:lumMod val="60000"/>
                    <a:lumOff val="40000"/>
                  </a:schemeClr>
                </a:solidFill>
              </a:ln>
              <a:solidFill>
                <a:srgbClr val="FF0000"/>
              </a:solidFill>
            </a:endParaRPr>
          </a:p>
        </p:txBody>
      </p:sp>
    </p:spTree>
    <p:extLst>
      <p:ext uri="{BB962C8B-B14F-4D97-AF65-F5344CB8AC3E}">
        <p14:creationId xmlns:p14="http://schemas.microsoft.com/office/powerpoint/2010/main" val="661187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Data </a:t>
            </a:r>
            <a:r>
              <a:rPr lang="en-US" altLang="zh-CN" spc="-6" dirty="0"/>
              <a:t>Parallel: Forward</a:t>
            </a:r>
            <a:r>
              <a:rPr lang="en-US" altLang="zh-CN" spc="-83" dirty="0"/>
              <a:t> </a:t>
            </a:r>
            <a:r>
              <a:rPr lang="en-US" altLang="zh-CN" dirty="0"/>
              <a:t>Pass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151</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6" name="object 4">
            <a:extLst>
              <a:ext uri="{FF2B5EF4-FFF2-40B4-BE49-F238E27FC236}">
                <a16:creationId xmlns:a16="http://schemas.microsoft.com/office/drawing/2014/main" id="{E4E46D29-FAF9-4DFD-AD2D-448F985AE6F6}"/>
              </a:ext>
            </a:extLst>
          </p:cNvPr>
          <p:cNvSpPr txBox="1"/>
          <p:nvPr/>
        </p:nvSpPr>
        <p:spPr>
          <a:xfrm>
            <a:off x="2060222" y="1665392"/>
            <a:ext cx="215900"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W</a:t>
            </a:r>
            <a:endParaRPr sz="1556">
              <a:latin typeface="Arial"/>
              <a:cs typeface="Arial"/>
            </a:endParaRPr>
          </a:p>
        </p:txBody>
      </p:sp>
      <p:sp>
        <p:nvSpPr>
          <p:cNvPr id="8" name="object 5">
            <a:extLst>
              <a:ext uri="{FF2B5EF4-FFF2-40B4-BE49-F238E27FC236}">
                <a16:creationId xmlns:a16="http://schemas.microsoft.com/office/drawing/2014/main" id="{A811070C-AAF6-4078-B906-02AA57CD2C1A}"/>
              </a:ext>
            </a:extLst>
          </p:cNvPr>
          <p:cNvSpPr txBox="1"/>
          <p:nvPr/>
        </p:nvSpPr>
        <p:spPr>
          <a:xfrm>
            <a:off x="2942167" y="1665392"/>
            <a:ext cx="160867"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X</a:t>
            </a:r>
            <a:endParaRPr sz="1556">
              <a:latin typeface="Arial"/>
              <a:cs typeface="Arial"/>
            </a:endParaRPr>
          </a:p>
        </p:txBody>
      </p:sp>
      <p:sp>
        <p:nvSpPr>
          <p:cNvPr id="9" name="object 6">
            <a:extLst>
              <a:ext uri="{FF2B5EF4-FFF2-40B4-BE49-F238E27FC236}">
                <a16:creationId xmlns:a16="http://schemas.microsoft.com/office/drawing/2014/main" id="{35E5A306-A10F-48CC-9CE1-AFE829530240}"/>
              </a:ext>
            </a:extLst>
          </p:cNvPr>
          <p:cNvSpPr txBox="1"/>
          <p:nvPr/>
        </p:nvSpPr>
        <p:spPr>
          <a:xfrm>
            <a:off x="4293728" y="1657489"/>
            <a:ext cx="160867" cy="254386"/>
          </a:xfrm>
          <a:prstGeom prst="rect">
            <a:avLst/>
          </a:prstGeom>
        </p:spPr>
        <p:txBody>
          <a:bodyPr vert="horz" wrap="square" lIns="0" tIns="14817" rIns="0" bIns="0" rtlCol="0">
            <a:spAutoFit/>
          </a:bodyPr>
          <a:lstStyle/>
          <a:p>
            <a:pPr marL="14111">
              <a:spcBef>
                <a:spcPts val="117"/>
              </a:spcBef>
            </a:pPr>
            <a:r>
              <a:rPr sz="1556" i="1" dirty="0">
                <a:latin typeface="Arial"/>
                <a:cs typeface="Arial"/>
              </a:rPr>
              <a:t>Y</a:t>
            </a:r>
            <a:endParaRPr sz="1556">
              <a:latin typeface="Arial"/>
              <a:cs typeface="Arial"/>
            </a:endParaRPr>
          </a:p>
        </p:txBody>
      </p:sp>
      <p:grpSp>
        <p:nvGrpSpPr>
          <p:cNvPr id="10" name="object 7">
            <a:extLst>
              <a:ext uri="{FF2B5EF4-FFF2-40B4-BE49-F238E27FC236}">
                <a16:creationId xmlns:a16="http://schemas.microsoft.com/office/drawing/2014/main" id="{8A78FB38-868B-4F82-A926-7E528EDE7D94}"/>
              </a:ext>
            </a:extLst>
          </p:cNvPr>
          <p:cNvGrpSpPr/>
          <p:nvPr/>
        </p:nvGrpSpPr>
        <p:grpSpPr>
          <a:xfrm>
            <a:off x="1672732" y="5475960"/>
            <a:ext cx="829028" cy="393700"/>
            <a:chOff x="1505458" y="4928364"/>
            <a:chExt cx="746125" cy="354330"/>
          </a:xfrm>
        </p:grpSpPr>
        <p:sp>
          <p:nvSpPr>
            <p:cNvPr id="11" name="object 8">
              <a:extLst>
                <a:ext uri="{FF2B5EF4-FFF2-40B4-BE49-F238E27FC236}">
                  <a16:creationId xmlns:a16="http://schemas.microsoft.com/office/drawing/2014/main" id="{1353E07C-8868-455D-9441-87EC59284FDB}"/>
                </a:ext>
              </a:extLst>
            </p:cNvPr>
            <p:cNvSpPr/>
            <p:nvPr/>
          </p:nvSpPr>
          <p:spPr>
            <a:xfrm>
              <a:off x="1877568" y="493471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2" name="object 9">
              <a:extLst>
                <a:ext uri="{FF2B5EF4-FFF2-40B4-BE49-F238E27FC236}">
                  <a16:creationId xmlns:a16="http://schemas.microsoft.com/office/drawing/2014/main" id="{651C8172-FA1E-486D-8628-1D42F8D2D1EB}"/>
                </a:ext>
              </a:extLst>
            </p:cNvPr>
            <p:cNvSpPr/>
            <p:nvPr/>
          </p:nvSpPr>
          <p:spPr>
            <a:xfrm>
              <a:off x="1877568" y="493471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 name="object 10">
              <a:extLst>
                <a:ext uri="{FF2B5EF4-FFF2-40B4-BE49-F238E27FC236}">
                  <a16:creationId xmlns:a16="http://schemas.microsoft.com/office/drawing/2014/main" id="{3C6F0BFA-1D33-4803-8E00-82FC18304EA9}"/>
                </a:ext>
              </a:extLst>
            </p:cNvPr>
            <p:cNvSpPr/>
            <p:nvPr/>
          </p:nvSpPr>
          <p:spPr>
            <a:xfrm>
              <a:off x="1877568" y="502005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4" name="object 11">
              <a:extLst>
                <a:ext uri="{FF2B5EF4-FFF2-40B4-BE49-F238E27FC236}">
                  <a16:creationId xmlns:a16="http://schemas.microsoft.com/office/drawing/2014/main" id="{4313F83D-1E11-488D-BDE5-ACC676B596B5}"/>
                </a:ext>
              </a:extLst>
            </p:cNvPr>
            <p:cNvSpPr/>
            <p:nvPr/>
          </p:nvSpPr>
          <p:spPr>
            <a:xfrm>
              <a:off x="1877568" y="502005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 name="object 12">
              <a:extLst>
                <a:ext uri="{FF2B5EF4-FFF2-40B4-BE49-F238E27FC236}">
                  <a16:creationId xmlns:a16="http://schemas.microsoft.com/office/drawing/2014/main" id="{2BB63900-076E-4B97-AC52-07F6D1B208C0}"/>
                </a:ext>
              </a:extLst>
            </p:cNvPr>
            <p:cNvSpPr/>
            <p:nvPr/>
          </p:nvSpPr>
          <p:spPr>
            <a:xfrm>
              <a:off x="1877568" y="5105399"/>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6" name="object 13">
              <a:extLst>
                <a:ext uri="{FF2B5EF4-FFF2-40B4-BE49-F238E27FC236}">
                  <a16:creationId xmlns:a16="http://schemas.microsoft.com/office/drawing/2014/main" id="{39EE6A1F-1076-47A5-B04D-173CCC85E110}"/>
                </a:ext>
              </a:extLst>
            </p:cNvPr>
            <p:cNvSpPr/>
            <p:nvPr/>
          </p:nvSpPr>
          <p:spPr>
            <a:xfrm>
              <a:off x="1877568" y="5105399"/>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 name="object 14">
              <a:extLst>
                <a:ext uri="{FF2B5EF4-FFF2-40B4-BE49-F238E27FC236}">
                  <a16:creationId xmlns:a16="http://schemas.microsoft.com/office/drawing/2014/main" id="{1E588D48-1DCD-43F7-A456-66629880C540}"/>
                </a:ext>
              </a:extLst>
            </p:cNvPr>
            <p:cNvSpPr/>
            <p:nvPr/>
          </p:nvSpPr>
          <p:spPr>
            <a:xfrm>
              <a:off x="1877568" y="519074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 name="object 15">
              <a:extLst>
                <a:ext uri="{FF2B5EF4-FFF2-40B4-BE49-F238E27FC236}">
                  <a16:creationId xmlns:a16="http://schemas.microsoft.com/office/drawing/2014/main" id="{BFE6959D-CA91-4731-9B72-A39C31266B7C}"/>
                </a:ext>
              </a:extLst>
            </p:cNvPr>
            <p:cNvSpPr/>
            <p:nvPr/>
          </p:nvSpPr>
          <p:spPr>
            <a:xfrm>
              <a:off x="1877568" y="519074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 name="object 16">
              <a:extLst>
                <a:ext uri="{FF2B5EF4-FFF2-40B4-BE49-F238E27FC236}">
                  <a16:creationId xmlns:a16="http://schemas.microsoft.com/office/drawing/2014/main" id="{97F98EC0-28A8-4C39-91B3-A1CF78D36697}"/>
                </a:ext>
              </a:extLst>
            </p:cNvPr>
            <p:cNvSpPr/>
            <p:nvPr/>
          </p:nvSpPr>
          <p:spPr>
            <a:xfrm>
              <a:off x="1511808" y="493471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0" name="object 17">
              <a:extLst>
                <a:ext uri="{FF2B5EF4-FFF2-40B4-BE49-F238E27FC236}">
                  <a16:creationId xmlns:a16="http://schemas.microsoft.com/office/drawing/2014/main" id="{3C1CF09B-1084-4EA8-ADC4-F9CDB9F4F817}"/>
                </a:ext>
              </a:extLst>
            </p:cNvPr>
            <p:cNvSpPr/>
            <p:nvPr/>
          </p:nvSpPr>
          <p:spPr>
            <a:xfrm>
              <a:off x="1511808" y="493471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 name="object 18">
              <a:extLst>
                <a:ext uri="{FF2B5EF4-FFF2-40B4-BE49-F238E27FC236}">
                  <a16:creationId xmlns:a16="http://schemas.microsoft.com/office/drawing/2014/main" id="{DD265670-09DD-4E1B-8042-CE5AD8D816C3}"/>
                </a:ext>
              </a:extLst>
            </p:cNvPr>
            <p:cNvSpPr/>
            <p:nvPr/>
          </p:nvSpPr>
          <p:spPr>
            <a:xfrm>
              <a:off x="1604772" y="493471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2" name="object 19">
              <a:extLst>
                <a:ext uri="{FF2B5EF4-FFF2-40B4-BE49-F238E27FC236}">
                  <a16:creationId xmlns:a16="http://schemas.microsoft.com/office/drawing/2014/main" id="{BC53DED5-301F-4976-BDE3-0F6EEFBD4110}"/>
                </a:ext>
              </a:extLst>
            </p:cNvPr>
            <p:cNvSpPr/>
            <p:nvPr/>
          </p:nvSpPr>
          <p:spPr>
            <a:xfrm>
              <a:off x="1604772" y="493471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 name="object 20">
              <a:extLst>
                <a:ext uri="{FF2B5EF4-FFF2-40B4-BE49-F238E27FC236}">
                  <a16:creationId xmlns:a16="http://schemas.microsoft.com/office/drawing/2014/main" id="{C9DEF31A-9F58-48E3-984C-4167F6F4C857}"/>
                </a:ext>
              </a:extLst>
            </p:cNvPr>
            <p:cNvSpPr/>
            <p:nvPr/>
          </p:nvSpPr>
          <p:spPr>
            <a:xfrm>
              <a:off x="1696212" y="493471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4" name="object 21">
              <a:extLst>
                <a:ext uri="{FF2B5EF4-FFF2-40B4-BE49-F238E27FC236}">
                  <a16:creationId xmlns:a16="http://schemas.microsoft.com/office/drawing/2014/main" id="{8D7D6CB9-60F8-46F4-B2B2-7C6F7D547495}"/>
                </a:ext>
              </a:extLst>
            </p:cNvPr>
            <p:cNvSpPr/>
            <p:nvPr/>
          </p:nvSpPr>
          <p:spPr>
            <a:xfrm>
              <a:off x="1696212" y="493471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 name="object 22">
              <a:extLst>
                <a:ext uri="{FF2B5EF4-FFF2-40B4-BE49-F238E27FC236}">
                  <a16:creationId xmlns:a16="http://schemas.microsoft.com/office/drawing/2014/main" id="{D5C2CF90-A00E-4455-A3F3-C96C251C2E3C}"/>
                </a:ext>
              </a:extLst>
            </p:cNvPr>
            <p:cNvSpPr/>
            <p:nvPr/>
          </p:nvSpPr>
          <p:spPr>
            <a:xfrm>
              <a:off x="1511808" y="502005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6" name="object 23">
              <a:extLst>
                <a:ext uri="{FF2B5EF4-FFF2-40B4-BE49-F238E27FC236}">
                  <a16:creationId xmlns:a16="http://schemas.microsoft.com/office/drawing/2014/main" id="{4C2F9529-B0E6-45B2-B745-BF1DE8B73910}"/>
                </a:ext>
              </a:extLst>
            </p:cNvPr>
            <p:cNvSpPr/>
            <p:nvPr/>
          </p:nvSpPr>
          <p:spPr>
            <a:xfrm>
              <a:off x="1511808" y="502005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 name="object 24">
              <a:extLst>
                <a:ext uri="{FF2B5EF4-FFF2-40B4-BE49-F238E27FC236}">
                  <a16:creationId xmlns:a16="http://schemas.microsoft.com/office/drawing/2014/main" id="{A25C1C9E-42AA-4B09-9F59-E8569DD12276}"/>
                </a:ext>
              </a:extLst>
            </p:cNvPr>
            <p:cNvSpPr/>
            <p:nvPr/>
          </p:nvSpPr>
          <p:spPr>
            <a:xfrm>
              <a:off x="1604772" y="50200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 name="object 25">
              <a:extLst>
                <a:ext uri="{FF2B5EF4-FFF2-40B4-BE49-F238E27FC236}">
                  <a16:creationId xmlns:a16="http://schemas.microsoft.com/office/drawing/2014/main" id="{06EE62AA-CE56-437B-90E2-FCB7FD25A469}"/>
                </a:ext>
              </a:extLst>
            </p:cNvPr>
            <p:cNvSpPr/>
            <p:nvPr/>
          </p:nvSpPr>
          <p:spPr>
            <a:xfrm>
              <a:off x="1604772" y="50200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 name="object 26">
              <a:extLst>
                <a:ext uri="{FF2B5EF4-FFF2-40B4-BE49-F238E27FC236}">
                  <a16:creationId xmlns:a16="http://schemas.microsoft.com/office/drawing/2014/main" id="{BA13B2F0-654B-4C17-BEE5-480837718F0F}"/>
                </a:ext>
              </a:extLst>
            </p:cNvPr>
            <p:cNvSpPr/>
            <p:nvPr/>
          </p:nvSpPr>
          <p:spPr>
            <a:xfrm>
              <a:off x="1696212" y="502005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0" name="object 27">
              <a:extLst>
                <a:ext uri="{FF2B5EF4-FFF2-40B4-BE49-F238E27FC236}">
                  <a16:creationId xmlns:a16="http://schemas.microsoft.com/office/drawing/2014/main" id="{8B7FC88D-951D-4E23-B558-46CEE14F6FF6}"/>
                </a:ext>
              </a:extLst>
            </p:cNvPr>
            <p:cNvSpPr/>
            <p:nvPr/>
          </p:nvSpPr>
          <p:spPr>
            <a:xfrm>
              <a:off x="1696212" y="502005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 name="object 28">
              <a:extLst>
                <a:ext uri="{FF2B5EF4-FFF2-40B4-BE49-F238E27FC236}">
                  <a16:creationId xmlns:a16="http://schemas.microsoft.com/office/drawing/2014/main" id="{CAF825CE-21C9-408D-AF22-1ADE87B00EC2}"/>
                </a:ext>
              </a:extLst>
            </p:cNvPr>
            <p:cNvSpPr/>
            <p:nvPr/>
          </p:nvSpPr>
          <p:spPr>
            <a:xfrm>
              <a:off x="1511808" y="5105399"/>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2" name="object 29">
              <a:extLst>
                <a:ext uri="{FF2B5EF4-FFF2-40B4-BE49-F238E27FC236}">
                  <a16:creationId xmlns:a16="http://schemas.microsoft.com/office/drawing/2014/main" id="{78A8768C-2082-4E30-9B89-7435CC1A7DF9}"/>
                </a:ext>
              </a:extLst>
            </p:cNvPr>
            <p:cNvSpPr/>
            <p:nvPr/>
          </p:nvSpPr>
          <p:spPr>
            <a:xfrm>
              <a:off x="1511808" y="5105399"/>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 name="object 30">
              <a:extLst>
                <a:ext uri="{FF2B5EF4-FFF2-40B4-BE49-F238E27FC236}">
                  <a16:creationId xmlns:a16="http://schemas.microsoft.com/office/drawing/2014/main" id="{608138F4-1A4E-4120-8858-2CD42CCA9C7C}"/>
                </a:ext>
              </a:extLst>
            </p:cNvPr>
            <p:cNvSpPr/>
            <p:nvPr/>
          </p:nvSpPr>
          <p:spPr>
            <a:xfrm>
              <a:off x="1604772" y="51053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34" name="object 31">
              <a:extLst>
                <a:ext uri="{FF2B5EF4-FFF2-40B4-BE49-F238E27FC236}">
                  <a16:creationId xmlns:a16="http://schemas.microsoft.com/office/drawing/2014/main" id="{E9E72D91-AAAC-466B-822D-638AB6DCDB00}"/>
                </a:ext>
              </a:extLst>
            </p:cNvPr>
            <p:cNvSpPr/>
            <p:nvPr/>
          </p:nvSpPr>
          <p:spPr>
            <a:xfrm>
              <a:off x="1604772" y="51053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 name="object 32">
              <a:extLst>
                <a:ext uri="{FF2B5EF4-FFF2-40B4-BE49-F238E27FC236}">
                  <a16:creationId xmlns:a16="http://schemas.microsoft.com/office/drawing/2014/main" id="{AB8805F0-1AE7-40CA-8D60-235C3CEE2B70}"/>
                </a:ext>
              </a:extLst>
            </p:cNvPr>
            <p:cNvSpPr/>
            <p:nvPr/>
          </p:nvSpPr>
          <p:spPr>
            <a:xfrm>
              <a:off x="1696212" y="5105399"/>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6" name="object 33">
              <a:extLst>
                <a:ext uri="{FF2B5EF4-FFF2-40B4-BE49-F238E27FC236}">
                  <a16:creationId xmlns:a16="http://schemas.microsoft.com/office/drawing/2014/main" id="{EF97870B-D348-4F92-86F0-33E71091D688}"/>
                </a:ext>
              </a:extLst>
            </p:cNvPr>
            <p:cNvSpPr/>
            <p:nvPr/>
          </p:nvSpPr>
          <p:spPr>
            <a:xfrm>
              <a:off x="1696212" y="5105399"/>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 name="object 34">
              <a:extLst>
                <a:ext uri="{FF2B5EF4-FFF2-40B4-BE49-F238E27FC236}">
                  <a16:creationId xmlns:a16="http://schemas.microsoft.com/office/drawing/2014/main" id="{EDEC26AA-2B04-45DD-8315-7D96E41E74A2}"/>
                </a:ext>
              </a:extLst>
            </p:cNvPr>
            <p:cNvSpPr/>
            <p:nvPr/>
          </p:nvSpPr>
          <p:spPr>
            <a:xfrm>
              <a:off x="1511808" y="519074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8" name="object 35">
              <a:extLst>
                <a:ext uri="{FF2B5EF4-FFF2-40B4-BE49-F238E27FC236}">
                  <a16:creationId xmlns:a16="http://schemas.microsoft.com/office/drawing/2014/main" id="{10E8D79A-6310-4BB6-BCC1-6BB3D29F86ED}"/>
                </a:ext>
              </a:extLst>
            </p:cNvPr>
            <p:cNvSpPr/>
            <p:nvPr/>
          </p:nvSpPr>
          <p:spPr>
            <a:xfrm>
              <a:off x="1511808" y="519074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 name="object 36">
              <a:extLst>
                <a:ext uri="{FF2B5EF4-FFF2-40B4-BE49-F238E27FC236}">
                  <a16:creationId xmlns:a16="http://schemas.microsoft.com/office/drawing/2014/main" id="{35AE4C02-DDD2-41BF-BB6C-A25C31924570}"/>
                </a:ext>
              </a:extLst>
            </p:cNvPr>
            <p:cNvSpPr/>
            <p:nvPr/>
          </p:nvSpPr>
          <p:spPr>
            <a:xfrm>
              <a:off x="1604772" y="51907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 name="object 37">
              <a:extLst>
                <a:ext uri="{FF2B5EF4-FFF2-40B4-BE49-F238E27FC236}">
                  <a16:creationId xmlns:a16="http://schemas.microsoft.com/office/drawing/2014/main" id="{51DDF548-836E-446C-A0A1-64CFC8EA6153}"/>
                </a:ext>
              </a:extLst>
            </p:cNvPr>
            <p:cNvSpPr/>
            <p:nvPr/>
          </p:nvSpPr>
          <p:spPr>
            <a:xfrm>
              <a:off x="1604772" y="51907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 name="object 38">
              <a:extLst>
                <a:ext uri="{FF2B5EF4-FFF2-40B4-BE49-F238E27FC236}">
                  <a16:creationId xmlns:a16="http://schemas.microsoft.com/office/drawing/2014/main" id="{9B52399A-9FFC-4AB2-8D06-92E0AB4E9A56}"/>
                </a:ext>
              </a:extLst>
            </p:cNvPr>
            <p:cNvSpPr/>
            <p:nvPr/>
          </p:nvSpPr>
          <p:spPr>
            <a:xfrm>
              <a:off x="1696212" y="519074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2" name="object 39">
              <a:extLst>
                <a:ext uri="{FF2B5EF4-FFF2-40B4-BE49-F238E27FC236}">
                  <a16:creationId xmlns:a16="http://schemas.microsoft.com/office/drawing/2014/main" id="{E54DCE14-BFCC-4003-97EE-7CE1B078535A}"/>
                </a:ext>
              </a:extLst>
            </p:cNvPr>
            <p:cNvSpPr/>
            <p:nvPr/>
          </p:nvSpPr>
          <p:spPr>
            <a:xfrm>
              <a:off x="1696212" y="519074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3" name="object 40">
              <a:extLst>
                <a:ext uri="{FF2B5EF4-FFF2-40B4-BE49-F238E27FC236}">
                  <a16:creationId xmlns:a16="http://schemas.microsoft.com/office/drawing/2014/main" id="{B8258107-4A0D-4F83-B7AB-CFD8CAF3BC0F}"/>
                </a:ext>
              </a:extLst>
            </p:cNvPr>
            <p:cNvSpPr/>
            <p:nvPr/>
          </p:nvSpPr>
          <p:spPr>
            <a:xfrm>
              <a:off x="1789176" y="493471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4" name="object 41">
              <a:extLst>
                <a:ext uri="{FF2B5EF4-FFF2-40B4-BE49-F238E27FC236}">
                  <a16:creationId xmlns:a16="http://schemas.microsoft.com/office/drawing/2014/main" id="{575AF6ED-C6F3-4458-9B40-89110CCB0153}"/>
                </a:ext>
              </a:extLst>
            </p:cNvPr>
            <p:cNvSpPr/>
            <p:nvPr/>
          </p:nvSpPr>
          <p:spPr>
            <a:xfrm>
              <a:off x="1789176" y="493471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5" name="object 42">
              <a:extLst>
                <a:ext uri="{FF2B5EF4-FFF2-40B4-BE49-F238E27FC236}">
                  <a16:creationId xmlns:a16="http://schemas.microsoft.com/office/drawing/2014/main" id="{0EB8A722-3D98-4DF1-BDE3-EFDF8D152F89}"/>
                </a:ext>
              </a:extLst>
            </p:cNvPr>
            <p:cNvSpPr/>
            <p:nvPr/>
          </p:nvSpPr>
          <p:spPr>
            <a:xfrm>
              <a:off x="1789176" y="50200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6" name="object 43">
              <a:extLst>
                <a:ext uri="{FF2B5EF4-FFF2-40B4-BE49-F238E27FC236}">
                  <a16:creationId xmlns:a16="http://schemas.microsoft.com/office/drawing/2014/main" id="{64463BFF-8428-4732-A826-3AB70FCA9874}"/>
                </a:ext>
              </a:extLst>
            </p:cNvPr>
            <p:cNvSpPr/>
            <p:nvPr/>
          </p:nvSpPr>
          <p:spPr>
            <a:xfrm>
              <a:off x="1789176" y="50200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7" name="object 44">
              <a:extLst>
                <a:ext uri="{FF2B5EF4-FFF2-40B4-BE49-F238E27FC236}">
                  <a16:creationId xmlns:a16="http://schemas.microsoft.com/office/drawing/2014/main" id="{A121462A-59F3-409A-9FB0-08494911A1E4}"/>
                </a:ext>
              </a:extLst>
            </p:cNvPr>
            <p:cNvSpPr/>
            <p:nvPr/>
          </p:nvSpPr>
          <p:spPr>
            <a:xfrm>
              <a:off x="1789176" y="51053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8" name="object 45">
              <a:extLst>
                <a:ext uri="{FF2B5EF4-FFF2-40B4-BE49-F238E27FC236}">
                  <a16:creationId xmlns:a16="http://schemas.microsoft.com/office/drawing/2014/main" id="{62ABA0B0-8897-4C10-9BC4-A042719A9110}"/>
                </a:ext>
              </a:extLst>
            </p:cNvPr>
            <p:cNvSpPr/>
            <p:nvPr/>
          </p:nvSpPr>
          <p:spPr>
            <a:xfrm>
              <a:off x="1789176" y="51053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9" name="object 46">
              <a:extLst>
                <a:ext uri="{FF2B5EF4-FFF2-40B4-BE49-F238E27FC236}">
                  <a16:creationId xmlns:a16="http://schemas.microsoft.com/office/drawing/2014/main" id="{9D37300A-BF63-423B-B65D-E06BEEBFB0DE}"/>
                </a:ext>
              </a:extLst>
            </p:cNvPr>
            <p:cNvSpPr/>
            <p:nvPr/>
          </p:nvSpPr>
          <p:spPr>
            <a:xfrm>
              <a:off x="1789176" y="51907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0" name="object 47">
              <a:extLst>
                <a:ext uri="{FF2B5EF4-FFF2-40B4-BE49-F238E27FC236}">
                  <a16:creationId xmlns:a16="http://schemas.microsoft.com/office/drawing/2014/main" id="{847EB25C-55D0-48B2-A409-7DA7E68B88D0}"/>
                </a:ext>
              </a:extLst>
            </p:cNvPr>
            <p:cNvSpPr/>
            <p:nvPr/>
          </p:nvSpPr>
          <p:spPr>
            <a:xfrm>
              <a:off x="1789176" y="51907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 name="object 48">
              <a:extLst>
                <a:ext uri="{FF2B5EF4-FFF2-40B4-BE49-F238E27FC236}">
                  <a16:creationId xmlns:a16="http://schemas.microsoft.com/office/drawing/2014/main" id="{1898D6F9-427A-49C9-BC00-E4CC8DDD5B14}"/>
                </a:ext>
              </a:extLst>
            </p:cNvPr>
            <p:cNvSpPr/>
            <p:nvPr/>
          </p:nvSpPr>
          <p:spPr>
            <a:xfrm>
              <a:off x="1970531" y="493471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2" name="object 49">
              <a:extLst>
                <a:ext uri="{FF2B5EF4-FFF2-40B4-BE49-F238E27FC236}">
                  <a16:creationId xmlns:a16="http://schemas.microsoft.com/office/drawing/2014/main" id="{7DE72C13-E5EE-4F62-B71F-7D185FCAAECD}"/>
                </a:ext>
              </a:extLst>
            </p:cNvPr>
            <p:cNvSpPr/>
            <p:nvPr/>
          </p:nvSpPr>
          <p:spPr>
            <a:xfrm>
              <a:off x="1970531" y="493471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 name="object 50">
              <a:extLst>
                <a:ext uri="{FF2B5EF4-FFF2-40B4-BE49-F238E27FC236}">
                  <a16:creationId xmlns:a16="http://schemas.microsoft.com/office/drawing/2014/main" id="{B1B08BF4-B6BD-41D5-B500-05475231C017}"/>
                </a:ext>
              </a:extLst>
            </p:cNvPr>
            <p:cNvSpPr/>
            <p:nvPr/>
          </p:nvSpPr>
          <p:spPr>
            <a:xfrm>
              <a:off x="1970531" y="50200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4" name="object 51">
              <a:extLst>
                <a:ext uri="{FF2B5EF4-FFF2-40B4-BE49-F238E27FC236}">
                  <a16:creationId xmlns:a16="http://schemas.microsoft.com/office/drawing/2014/main" id="{2D214CB7-8782-4739-BE4F-0B474D4B98CC}"/>
                </a:ext>
              </a:extLst>
            </p:cNvPr>
            <p:cNvSpPr/>
            <p:nvPr/>
          </p:nvSpPr>
          <p:spPr>
            <a:xfrm>
              <a:off x="1970531" y="50200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5" name="object 52">
              <a:extLst>
                <a:ext uri="{FF2B5EF4-FFF2-40B4-BE49-F238E27FC236}">
                  <a16:creationId xmlns:a16="http://schemas.microsoft.com/office/drawing/2014/main" id="{BDBDD394-8B33-416A-9265-66E3BEB54269}"/>
                </a:ext>
              </a:extLst>
            </p:cNvPr>
            <p:cNvSpPr/>
            <p:nvPr/>
          </p:nvSpPr>
          <p:spPr>
            <a:xfrm>
              <a:off x="1970531" y="51053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6" name="object 53">
              <a:extLst>
                <a:ext uri="{FF2B5EF4-FFF2-40B4-BE49-F238E27FC236}">
                  <a16:creationId xmlns:a16="http://schemas.microsoft.com/office/drawing/2014/main" id="{8048E557-8503-4EAE-AC03-6226AA2F6560}"/>
                </a:ext>
              </a:extLst>
            </p:cNvPr>
            <p:cNvSpPr/>
            <p:nvPr/>
          </p:nvSpPr>
          <p:spPr>
            <a:xfrm>
              <a:off x="1970531" y="51053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7" name="object 54">
              <a:extLst>
                <a:ext uri="{FF2B5EF4-FFF2-40B4-BE49-F238E27FC236}">
                  <a16:creationId xmlns:a16="http://schemas.microsoft.com/office/drawing/2014/main" id="{31400D5F-3CCD-479F-820D-E663BA5973EF}"/>
                </a:ext>
              </a:extLst>
            </p:cNvPr>
            <p:cNvSpPr/>
            <p:nvPr/>
          </p:nvSpPr>
          <p:spPr>
            <a:xfrm>
              <a:off x="1970531" y="51907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58" name="object 55">
              <a:extLst>
                <a:ext uri="{FF2B5EF4-FFF2-40B4-BE49-F238E27FC236}">
                  <a16:creationId xmlns:a16="http://schemas.microsoft.com/office/drawing/2014/main" id="{950354CF-8726-403B-A80B-E34B4287C831}"/>
                </a:ext>
              </a:extLst>
            </p:cNvPr>
            <p:cNvSpPr/>
            <p:nvPr/>
          </p:nvSpPr>
          <p:spPr>
            <a:xfrm>
              <a:off x="1970531" y="51907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9" name="object 56">
              <a:extLst>
                <a:ext uri="{FF2B5EF4-FFF2-40B4-BE49-F238E27FC236}">
                  <a16:creationId xmlns:a16="http://schemas.microsoft.com/office/drawing/2014/main" id="{1058988F-220A-480F-AAB7-D9BBC2F82F83}"/>
                </a:ext>
              </a:extLst>
            </p:cNvPr>
            <p:cNvSpPr/>
            <p:nvPr/>
          </p:nvSpPr>
          <p:spPr>
            <a:xfrm>
              <a:off x="2151888" y="493471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60" name="object 57">
              <a:extLst>
                <a:ext uri="{FF2B5EF4-FFF2-40B4-BE49-F238E27FC236}">
                  <a16:creationId xmlns:a16="http://schemas.microsoft.com/office/drawing/2014/main" id="{F85634C3-6BA1-4EE4-B90C-C68A11B3A2EB}"/>
                </a:ext>
              </a:extLst>
            </p:cNvPr>
            <p:cNvSpPr/>
            <p:nvPr/>
          </p:nvSpPr>
          <p:spPr>
            <a:xfrm>
              <a:off x="2151888" y="493471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 name="object 58">
              <a:extLst>
                <a:ext uri="{FF2B5EF4-FFF2-40B4-BE49-F238E27FC236}">
                  <a16:creationId xmlns:a16="http://schemas.microsoft.com/office/drawing/2014/main" id="{13EC7D3B-5E4F-4977-96BC-5ECD16823854}"/>
                </a:ext>
              </a:extLst>
            </p:cNvPr>
            <p:cNvSpPr/>
            <p:nvPr/>
          </p:nvSpPr>
          <p:spPr>
            <a:xfrm>
              <a:off x="2151888" y="502005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62" name="object 59">
              <a:extLst>
                <a:ext uri="{FF2B5EF4-FFF2-40B4-BE49-F238E27FC236}">
                  <a16:creationId xmlns:a16="http://schemas.microsoft.com/office/drawing/2014/main" id="{B3D00873-725D-486E-9DEC-1A44C810C060}"/>
                </a:ext>
              </a:extLst>
            </p:cNvPr>
            <p:cNvSpPr/>
            <p:nvPr/>
          </p:nvSpPr>
          <p:spPr>
            <a:xfrm>
              <a:off x="2151888" y="502005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 name="object 60">
              <a:extLst>
                <a:ext uri="{FF2B5EF4-FFF2-40B4-BE49-F238E27FC236}">
                  <a16:creationId xmlns:a16="http://schemas.microsoft.com/office/drawing/2014/main" id="{62EDFD02-54F6-4697-8306-7F3FC1B73353}"/>
                </a:ext>
              </a:extLst>
            </p:cNvPr>
            <p:cNvSpPr/>
            <p:nvPr/>
          </p:nvSpPr>
          <p:spPr>
            <a:xfrm>
              <a:off x="2151888" y="5105399"/>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64" name="object 61">
              <a:extLst>
                <a:ext uri="{FF2B5EF4-FFF2-40B4-BE49-F238E27FC236}">
                  <a16:creationId xmlns:a16="http://schemas.microsoft.com/office/drawing/2014/main" id="{C049EB0A-00A3-4E4D-9BF6-B0737CAD97D9}"/>
                </a:ext>
              </a:extLst>
            </p:cNvPr>
            <p:cNvSpPr/>
            <p:nvPr/>
          </p:nvSpPr>
          <p:spPr>
            <a:xfrm>
              <a:off x="2151888" y="5105399"/>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 name="object 62">
              <a:extLst>
                <a:ext uri="{FF2B5EF4-FFF2-40B4-BE49-F238E27FC236}">
                  <a16:creationId xmlns:a16="http://schemas.microsoft.com/office/drawing/2014/main" id="{DED8D786-2102-456C-9322-4E5587DBA92D}"/>
                </a:ext>
              </a:extLst>
            </p:cNvPr>
            <p:cNvSpPr/>
            <p:nvPr/>
          </p:nvSpPr>
          <p:spPr>
            <a:xfrm>
              <a:off x="2151888" y="519074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66" name="object 63">
              <a:extLst>
                <a:ext uri="{FF2B5EF4-FFF2-40B4-BE49-F238E27FC236}">
                  <a16:creationId xmlns:a16="http://schemas.microsoft.com/office/drawing/2014/main" id="{DCC3A428-A175-4371-B362-8D61EB939F9D}"/>
                </a:ext>
              </a:extLst>
            </p:cNvPr>
            <p:cNvSpPr/>
            <p:nvPr/>
          </p:nvSpPr>
          <p:spPr>
            <a:xfrm>
              <a:off x="2151888" y="519074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 name="object 64">
              <a:extLst>
                <a:ext uri="{FF2B5EF4-FFF2-40B4-BE49-F238E27FC236}">
                  <a16:creationId xmlns:a16="http://schemas.microsoft.com/office/drawing/2014/main" id="{C4125EA6-9335-42BE-A1F2-25E9532394E2}"/>
                </a:ext>
              </a:extLst>
            </p:cNvPr>
            <p:cNvSpPr/>
            <p:nvPr/>
          </p:nvSpPr>
          <p:spPr>
            <a:xfrm>
              <a:off x="2061972" y="493471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68" name="object 65">
              <a:extLst>
                <a:ext uri="{FF2B5EF4-FFF2-40B4-BE49-F238E27FC236}">
                  <a16:creationId xmlns:a16="http://schemas.microsoft.com/office/drawing/2014/main" id="{651CA1BA-1DDF-4D71-82D8-35CF4C05315D}"/>
                </a:ext>
              </a:extLst>
            </p:cNvPr>
            <p:cNvSpPr/>
            <p:nvPr/>
          </p:nvSpPr>
          <p:spPr>
            <a:xfrm>
              <a:off x="2061972" y="493471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9" name="object 66">
              <a:extLst>
                <a:ext uri="{FF2B5EF4-FFF2-40B4-BE49-F238E27FC236}">
                  <a16:creationId xmlns:a16="http://schemas.microsoft.com/office/drawing/2014/main" id="{B6BBB6BE-5B3C-4AD9-99D1-FD776040C1AE}"/>
                </a:ext>
              </a:extLst>
            </p:cNvPr>
            <p:cNvSpPr/>
            <p:nvPr/>
          </p:nvSpPr>
          <p:spPr>
            <a:xfrm>
              <a:off x="2061972" y="502005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70" name="object 67">
              <a:extLst>
                <a:ext uri="{FF2B5EF4-FFF2-40B4-BE49-F238E27FC236}">
                  <a16:creationId xmlns:a16="http://schemas.microsoft.com/office/drawing/2014/main" id="{36EE3F09-0CDA-42F9-B65D-77D75EBBFA1F}"/>
                </a:ext>
              </a:extLst>
            </p:cNvPr>
            <p:cNvSpPr/>
            <p:nvPr/>
          </p:nvSpPr>
          <p:spPr>
            <a:xfrm>
              <a:off x="2061972" y="502005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1" name="object 68">
              <a:extLst>
                <a:ext uri="{FF2B5EF4-FFF2-40B4-BE49-F238E27FC236}">
                  <a16:creationId xmlns:a16="http://schemas.microsoft.com/office/drawing/2014/main" id="{9611301A-FE64-4721-AB33-9C88195CE486}"/>
                </a:ext>
              </a:extLst>
            </p:cNvPr>
            <p:cNvSpPr/>
            <p:nvPr/>
          </p:nvSpPr>
          <p:spPr>
            <a:xfrm>
              <a:off x="2061972" y="5105399"/>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72" name="object 69">
              <a:extLst>
                <a:ext uri="{FF2B5EF4-FFF2-40B4-BE49-F238E27FC236}">
                  <a16:creationId xmlns:a16="http://schemas.microsoft.com/office/drawing/2014/main" id="{86BE4E0E-91FD-406B-B343-8134CFE14098}"/>
                </a:ext>
              </a:extLst>
            </p:cNvPr>
            <p:cNvSpPr/>
            <p:nvPr/>
          </p:nvSpPr>
          <p:spPr>
            <a:xfrm>
              <a:off x="2061972" y="5105399"/>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4" name="object 70">
              <a:extLst>
                <a:ext uri="{FF2B5EF4-FFF2-40B4-BE49-F238E27FC236}">
                  <a16:creationId xmlns:a16="http://schemas.microsoft.com/office/drawing/2014/main" id="{A53DEF4C-5318-406C-9AD9-4676A9AECEB1}"/>
                </a:ext>
              </a:extLst>
            </p:cNvPr>
            <p:cNvSpPr/>
            <p:nvPr/>
          </p:nvSpPr>
          <p:spPr>
            <a:xfrm>
              <a:off x="2061972" y="519074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75" name="object 71">
              <a:extLst>
                <a:ext uri="{FF2B5EF4-FFF2-40B4-BE49-F238E27FC236}">
                  <a16:creationId xmlns:a16="http://schemas.microsoft.com/office/drawing/2014/main" id="{FA840A7C-FAFE-4B20-AB2F-FF301B0393EA}"/>
                </a:ext>
              </a:extLst>
            </p:cNvPr>
            <p:cNvSpPr/>
            <p:nvPr/>
          </p:nvSpPr>
          <p:spPr>
            <a:xfrm>
              <a:off x="2061972" y="519074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76" name="object 72">
            <a:extLst>
              <a:ext uri="{FF2B5EF4-FFF2-40B4-BE49-F238E27FC236}">
                <a16:creationId xmlns:a16="http://schemas.microsoft.com/office/drawing/2014/main" id="{D1C19854-47AE-4794-9A8B-99790FDA8EA2}"/>
              </a:ext>
            </a:extLst>
          </p:cNvPr>
          <p:cNvGrpSpPr/>
          <p:nvPr/>
        </p:nvGrpSpPr>
        <p:grpSpPr>
          <a:xfrm>
            <a:off x="2902091" y="5481037"/>
            <a:ext cx="832556" cy="774700"/>
            <a:chOff x="2611882" y="4932933"/>
            <a:chExt cx="749300" cy="697230"/>
          </a:xfrm>
        </p:grpSpPr>
        <p:sp>
          <p:nvSpPr>
            <p:cNvPr id="77" name="object 73">
              <a:extLst>
                <a:ext uri="{FF2B5EF4-FFF2-40B4-BE49-F238E27FC236}">
                  <a16:creationId xmlns:a16="http://schemas.microsoft.com/office/drawing/2014/main" id="{9BBB5654-4E99-425C-855F-7D25C0A4E0EE}"/>
                </a:ext>
              </a:extLst>
            </p:cNvPr>
            <p:cNvSpPr/>
            <p:nvPr/>
          </p:nvSpPr>
          <p:spPr>
            <a:xfrm>
              <a:off x="2618232" y="4939283"/>
              <a:ext cx="551815" cy="684530"/>
            </a:xfrm>
            <a:custGeom>
              <a:avLst/>
              <a:gdLst/>
              <a:ahLst/>
              <a:cxnLst/>
              <a:rect l="l" t="t" r="r" b="b"/>
              <a:pathLst>
                <a:path w="551814" h="684529">
                  <a:moveTo>
                    <a:pt x="0" y="86870"/>
                  </a:moveTo>
                  <a:lnTo>
                    <a:pt x="91440" y="86870"/>
                  </a:lnTo>
                  <a:lnTo>
                    <a:pt x="91440" y="0"/>
                  </a:lnTo>
                  <a:lnTo>
                    <a:pt x="0" y="0"/>
                  </a:lnTo>
                  <a:lnTo>
                    <a:pt x="0" y="86870"/>
                  </a:lnTo>
                  <a:close/>
                </a:path>
                <a:path w="551814" h="684529">
                  <a:moveTo>
                    <a:pt x="0" y="172213"/>
                  </a:moveTo>
                  <a:lnTo>
                    <a:pt x="91440" y="172213"/>
                  </a:lnTo>
                  <a:lnTo>
                    <a:pt x="91440" y="86870"/>
                  </a:lnTo>
                  <a:lnTo>
                    <a:pt x="0" y="86870"/>
                  </a:lnTo>
                  <a:lnTo>
                    <a:pt x="0" y="172213"/>
                  </a:lnTo>
                  <a:close/>
                </a:path>
                <a:path w="551814" h="684529">
                  <a:moveTo>
                    <a:pt x="0" y="257556"/>
                  </a:moveTo>
                  <a:lnTo>
                    <a:pt x="91440" y="257556"/>
                  </a:lnTo>
                  <a:lnTo>
                    <a:pt x="91440" y="172213"/>
                  </a:lnTo>
                  <a:lnTo>
                    <a:pt x="0" y="172213"/>
                  </a:lnTo>
                  <a:lnTo>
                    <a:pt x="0" y="257556"/>
                  </a:lnTo>
                  <a:close/>
                </a:path>
                <a:path w="551814" h="684529">
                  <a:moveTo>
                    <a:pt x="0" y="342899"/>
                  </a:moveTo>
                  <a:lnTo>
                    <a:pt x="91440" y="342899"/>
                  </a:lnTo>
                  <a:lnTo>
                    <a:pt x="91440" y="257556"/>
                  </a:lnTo>
                  <a:lnTo>
                    <a:pt x="0" y="257556"/>
                  </a:lnTo>
                  <a:lnTo>
                    <a:pt x="0" y="342899"/>
                  </a:lnTo>
                  <a:close/>
                </a:path>
                <a:path w="551814" h="684529">
                  <a:moveTo>
                    <a:pt x="0" y="428241"/>
                  </a:moveTo>
                  <a:lnTo>
                    <a:pt x="91440" y="428241"/>
                  </a:lnTo>
                  <a:lnTo>
                    <a:pt x="91440" y="342898"/>
                  </a:lnTo>
                  <a:lnTo>
                    <a:pt x="0" y="342898"/>
                  </a:lnTo>
                  <a:lnTo>
                    <a:pt x="0" y="428241"/>
                  </a:lnTo>
                  <a:close/>
                </a:path>
                <a:path w="551814" h="684529">
                  <a:moveTo>
                    <a:pt x="0" y="513590"/>
                  </a:moveTo>
                  <a:lnTo>
                    <a:pt x="91440" y="513590"/>
                  </a:lnTo>
                  <a:lnTo>
                    <a:pt x="91440" y="428242"/>
                  </a:lnTo>
                  <a:lnTo>
                    <a:pt x="0" y="428242"/>
                  </a:lnTo>
                  <a:lnTo>
                    <a:pt x="0" y="513590"/>
                  </a:lnTo>
                  <a:close/>
                </a:path>
                <a:path w="551814" h="684529">
                  <a:moveTo>
                    <a:pt x="0" y="598933"/>
                  </a:moveTo>
                  <a:lnTo>
                    <a:pt x="91440" y="598933"/>
                  </a:lnTo>
                  <a:lnTo>
                    <a:pt x="91440" y="513590"/>
                  </a:lnTo>
                  <a:lnTo>
                    <a:pt x="0" y="513590"/>
                  </a:lnTo>
                  <a:lnTo>
                    <a:pt x="0" y="598933"/>
                  </a:lnTo>
                  <a:close/>
                </a:path>
                <a:path w="551814" h="684529">
                  <a:moveTo>
                    <a:pt x="0" y="684276"/>
                  </a:moveTo>
                  <a:lnTo>
                    <a:pt x="91440" y="684276"/>
                  </a:lnTo>
                  <a:lnTo>
                    <a:pt x="91440" y="598933"/>
                  </a:lnTo>
                  <a:lnTo>
                    <a:pt x="0" y="598933"/>
                  </a:lnTo>
                  <a:lnTo>
                    <a:pt x="0" y="684276"/>
                  </a:lnTo>
                  <a:close/>
                </a:path>
                <a:path w="551814" h="684529">
                  <a:moveTo>
                    <a:pt x="91440" y="86870"/>
                  </a:moveTo>
                  <a:lnTo>
                    <a:pt x="184402" y="86870"/>
                  </a:lnTo>
                  <a:lnTo>
                    <a:pt x="184402" y="0"/>
                  </a:lnTo>
                  <a:lnTo>
                    <a:pt x="91440" y="0"/>
                  </a:lnTo>
                  <a:lnTo>
                    <a:pt x="91440" y="86870"/>
                  </a:lnTo>
                  <a:close/>
                </a:path>
                <a:path w="551814" h="684529">
                  <a:moveTo>
                    <a:pt x="91440" y="172213"/>
                  </a:moveTo>
                  <a:lnTo>
                    <a:pt x="184402" y="172213"/>
                  </a:lnTo>
                  <a:lnTo>
                    <a:pt x="184402" y="86870"/>
                  </a:lnTo>
                  <a:lnTo>
                    <a:pt x="91440" y="86870"/>
                  </a:lnTo>
                  <a:lnTo>
                    <a:pt x="91440" y="172213"/>
                  </a:lnTo>
                  <a:close/>
                </a:path>
                <a:path w="551814" h="684529">
                  <a:moveTo>
                    <a:pt x="91440" y="257556"/>
                  </a:moveTo>
                  <a:lnTo>
                    <a:pt x="184402" y="257556"/>
                  </a:lnTo>
                  <a:lnTo>
                    <a:pt x="184402" y="172213"/>
                  </a:lnTo>
                  <a:lnTo>
                    <a:pt x="91440" y="172213"/>
                  </a:lnTo>
                  <a:lnTo>
                    <a:pt x="91440" y="257556"/>
                  </a:lnTo>
                  <a:close/>
                </a:path>
                <a:path w="551814" h="684529">
                  <a:moveTo>
                    <a:pt x="91440" y="342899"/>
                  </a:moveTo>
                  <a:lnTo>
                    <a:pt x="184402" y="342899"/>
                  </a:lnTo>
                  <a:lnTo>
                    <a:pt x="184402" y="257556"/>
                  </a:lnTo>
                  <a:lnTo>
                    <a:pt x="91440" y="257556"/>
                  </a:lnTo>
                  <a:lnTo>
                    <a:pt x="91440" y="342899"/>
                  </a:lnTo>
                  <a:close/>
                </a:path>
                <a:path w="551814" h="684529">
                  <a:moveTo>
                    <a:pt x="91440" y="428241"/>
                  </a:moveTo>
                  <a:lnTo>
                    <a:pt x="184402" y="428241"/>
                  </a:lnTo>
                  <a:lnTo>
                    <a:pt x="184402" y="342898"/>
                  </a:lnTo>
                  <a:lnTo>
                    <a:pt x="91440" y="342898"/>
                  </a:lnTo>
                  <a:lnTo>
                    <a:pt x="91440" y="428241"/>
                  </a:lnTo>
                  <a:close/>
                </a:path>
                <a:path w="551814" h="684529">
                  <a:moveTo>
                    <a:pt x="91440" y="513590"/>
                  </a:moveTo>
                  <a:lnTo>
                    <a:pt x="184402" y="513590"/>
                  </a:lnTo>
                  <a:lnTo>
                    <a:pt x="184402" y="428242"/>
                  </a:lnTo>
                  <a:lnTo>
                    <a:pt x="91440" y="428242"/>
                  </a:lnTo>
                  <a:lnTo>
                    <a:pt x="91440" y="513590"/>
                  </a:lnTo>
                  <a:close/>
                </a:path>
                <a:path w="551814" h="684529">
                  <a:moveTo>
                    <a:pt x="91440" y="598933"/>
                  </a:moveTo>
                  <a:lnTo>
                    <a:pt x="184402" y="598933"/>
                  </a:lnTo>
                  <a:lnTo>
                    <a:pt x="184402" y="513590"/>
                  </a:lnTo>
                  <a:lnTo>
                    <a:pt x="91440" y="513590"/>
                  </a:lnTo>
                  <a:lnTo>
                    <a:pt x="91440" y="598933"/>
                  </a:lnTo>
                  <a:close/>
                </a:path>
                <a:path w="551814" h="684529">
                  <a:moveTo>
                    <a:pt x="91440" y="684276"/>
                  </a:moveTo>
                  <a:lnTo>
                    <a:pt x="184402" y="684276"/>
                  </a:lnTo>
                  <a:lnTo>
                    <a:pt x="184402" y="598933"/>
                  </a:lnTo>
                  <a:lnTo>
                    <a:pt x="91440" y="598933"/>
                  </a:lnTo>
                  <a:lnTo>
                    <a:pt x="91440" y="684276"/>
                  </a:lnTo>
                  <a:close/>
                </a:path>
                <a:path w="551814" h="684529">
                  <a:moveTo>
                    <a:pt x="184404" y="86870"/>
                  </a:moveTo>
                  <a:lnTo>
                    <a:pt x="275844" y="86870"/>
                  </a:lnTo>
                  <a:lnTo>
                    <a:pt x="275844" y="0"/>
                  </a:lnTo>
                  <a:lnTo>
                    <a:pt x="184404" y="0"/>
                  </a:lnTo>
                  <a:lnTo>
                    <a:pt x="184404" y="86870"/>
                  </a:lnTo>
                  <a:close/>
                </a:path>
                <a:path w="551814" h="684529">
                  <a:moveTo>
                    <a:pt x="184404" y="172213"/>
                  </a:moveTo>
                  <a:lnTo>
                    <a:pt x="275844" y="172213"/>
                  </a:lnTo>
                  <a:lnTo>
                    <a:pt x="275844" y="86870"/>
                  </a:lnTo>
                  <a:lnTo>
                    <a:pt x="184404" y="86870"/>
                  </a:lnTo>
                  <a:lnTo>
                    <a:pt x="184404" y="172213"/>
                  </a:lnTo>
                  <a:close/>
                </a:path>
                <a:path w="551814" h="684529">
                  <a:moveTo>
                    <a:pt x="184404" y="257556"/>
                  </a:moveTo>
                  <a:lnTo>
                    <a:pt x="275844" y="257556"/>
                  </a:lnTo>
                  <a:lnTo>
                    <a:pt x="275844" y="172213"/>
                  </a:lnTo>
                  <a:lnTo>
                    <a:pt x="184404" y="172213"/>
                  </a:lnTo>
                  <a:lnTo>
                    <a:pt x="184404" y="257556"/>
                  </a:lnTo>
                  <a:close/>
                </a:path>
                <a:path w="551814" h="684529">
                  <a:moveTo>
                    <a:pt x="184404" y="342899"/>
                  </a:moveTo>
                  <a:lnTo>
                    <a:pt x="275844" y="342899"/>
                  </a:lnTo>
                  <a:lnTo>
                    <a:pt x="275844" y="257556"/>
                  </a:lnTo>
                  <a:lnTo>
                    <a:pt x="184404" y="257556"/>
                  </a:lnTo>
                  <a:lnTo>
                    <a:pt x="184404" y="342899"/>
                  </a:lnTo>
                  <a:close/>
                </a:path>
                <a:path w="551814" h="684529">
                  <a:moveTo>
                    <a:pt x="184404" y="428241"/>
                  </a:moveTo>
                  <a:lnTo>
                    <a:pt x="275844" y="428241"/>
                  </a:lnTo>
                  <a:lnTo>
                    <a:pt x="275844" y="342898"/>
                  </a:lnTo>
                  <a:lnTo>
                    <a:pt x="184404" y="342898"/>
                  </a:lnTo>
                  <a:lnTo>
                    <a:pt x="184404" y="428241"/>
                  </a:lnTo>
                  <a:close/>
                </a:path>
                <a:path w="551814" h="684529">
                  <a:moveTo>
                    <a:pt x="184404" y="513590"/>
                  </a:moveTo>
                  <a:lnTo>
                    <a:pt x="275844" y="513590"/>
                  </a:lnTo>
                  <a:lnTo>
                    <a:pt x="275844" y="428242"/>
                  </a:lnTo>
                  <a:lnTo>
                    <a:pt x="184404" y="428242"/>
                  </a:lnTo>
                  <a:lnTo>
                    <a:pt x="184404" y="513590"/>
                  </a:lnTo>
                  <a:close/>
                </a:path>
                <a:path w="551814" h="684529">
                  <a:moveTo>
                    <a:pt x="184404" y="598933"/>
                  </a:moveTo>
                  <a:lnTo>
                    <a:pt x="275844" y="598933"/>
                  </a:lnTo>
                  <a:lnTo>
                    <a:pt x="275844" y="513590"/>
                  </a:lnTo>
                  <a:lnTo>
                    <a:pt x="184404" y="513590"/>
                  </a:lnTo>
                  <a:lnTo>
                    <a:pt x="184404" y="598933"/>
                  </a:lnTo>
                  <a:close/>
                </a:path>
                <a:path w="551814" h="684529">
                  <a:moveTo>
                    <a:pt x="184404" y="684276"/>
                  </a:moveTo>
                  <a:lnTo>
                    <a:pt x="275844" y="684276"/>
                  </a:lnTo>
                  <a:lnTo>
                    <a:pt x="275844" y="598933"/>
                  </a:lnTo>
                  <a:lnTo>
                    <a:pt x="184404" y="598933"/>
                  </a:lnTo>
                  <a:lnTo>
                    <a:pt x="184404" y="684276"/>
                  </a:lnTo>
                  <a:close/>
                </a:path>
                <a:path w="551814" h="684529">
                  <a:moveTo>
                    <a:pt x="275844" y="86870"/>
                  </a:moveTo>
                  <a:lnTo>
                    <a:pt x="368806" y="86870"/>
                  </a:lnTo>
                  <a:lnTo>
                    <a:pt x="368806" y="0"/>
                  </a:lnTo>
                  <a:lnTo>
                    <a:pt x="275844" y="0"/>
                  </a:lnTo>
                  <a:lnTo>
                    <a:pt x="275844" y="86870"/>
                  </a:lnTo>
                  <a:close/>
                </a:path>
                <a:path w="551814" h="684529">
                  <a:moveTo>
                    <a:pt x="275844" y="172213"/>
                  </a:moveTo>
                  <a:lnTo>
                    <a:pt x="368806" y="172213"/>
                  </a:lnTo>
                  <a:lnTo>
                    <a:pt x="368806" y="86870"/>
                  </a:lnTo>
                  <a:lnTo>
                    <a:pt x="275844" y="86870"/>
                  </a:lnTo>
                  <a:lnTo>
                    <a:pt x="275844" y="172213"/>
                  </a:lnTo>
                  <a:close/>
                </a:path>
                <a:path w="551814" h="684529">
                  <a:moveTo>
                    <a:pt x="275844" y="257556"/>
                  </a:moveTo>
                  <a:lnTo>
                    <a:pt x="368806" y="257556"/>
                  </a:lnTo>
                  <a:lnTo>
                    <a:pt x="368806" y="172213"/>
                  </a:lnTo>
                  <a:lnTo>
                    <a:pt x="275844" y="172213"/>
                  </a:lnTo>
                  <a:lnTo>
                    <a:pt x="275844" y="257556"/>
                  </a:lnTo>
                  <a:close/>
                </a:path>
                <a:path w="551814" h="684529">
                  <a:moveTo>
                    <a:pt x="275844" y="342899"/>
                  </a:moveTo>
                  <a:lnTo>
                    <a:pt x="368806" y="342899"/>
                  </a:lnTo>
                  <a:lnTo>
                    <a:pt x="368806" y="257556"/>
                  </a:lnTo>
                  <a:lnTo>
                    <a:pt x="275844" y="257556"/>
                  </a:lnTo>
                  <a:lnTo>
                    <a:pt x="275844" y="342899"/>
                  </a:lnTo>
                  <a:close/>
                </a:path>
                <a:path w="551814" h="684529">
                  <a:moveTo>
                    <a:pt x="275844" y="428241"/>
                  </a:moveTo>
                  <a:lnTo>
                    <a:pt x="368806" y="428241"/>
                  </a:lnTo>
                  <a:lnTo>
                    <a:pt x="368806" y="342898"/>
                  </a:lnTo>
                  <a:lnTo>
                    <a:pt x="275844" y="342898"/>
                  </a:lnTo>
                  <a:lnTo>
                    <a:pt x="275844" y="428241"/>
                  </a:lnTo>
                  <a:close/>
                </a:path>
                <a:path w="551814" h="684529">
                  <a:moveTo>
                    <a:pt x="275844" y="513590"/>
                  </a:moveTo>
                  <a:lnTo>
                    <a:pt x="368806" y="513590"/>
                  </a:lnTo>
                  <a:lnTo>
                    <a:pt x="368806" y="428242"/>
                  </a:lnTo>
                  <a:lnTo>
                    <a:pt x="275844" y="428242"/>
                  </a:lnTo>
                  <a:lnTo>
                    <a:pt x="275844" y="513590"/>
                  </a:lnTo>
                  <a:close/>
                </a:path>
                <a:path w="551814" h="684529">
                  <a:moveTo>
                    <a:pt x="275844" y="598933"/>
                  </a:moveTo>
                  <a:lnTo>
                    <a:pt x="368806" y="598933"/>
                  </a:lnTo>
                  <a:lnTo>
                    <a:pt x="368806" y="513590"/>
                  </a:lnTo>
                  <a:lnTo>
                    <a:pt x="275844" y="513590"/>
                  </a:lnTo>
                  <a:lnTo>
                    <a:pt x="275844" y="598933"/>
                  </a:lnTo>
                  <a:close/>
                </a:path>
                <a:path w="551814" h="684529">
                  <a:moveTo>
                    <a:pt x="275844" y="684276"/>
                  </a:moveTo>
                  <a:lnTo>
                    <a:pt x="368806" y="684276"/>
                  </a:lnTo>
                  <a:lnTo>
                    <a:pt x="368806" y="598933"/>
                  </a:lnTo>
                  <a:lnTo>
                    <a:pt x="275844" y="598933"/>
                  </a:lnTo>
                  <a:lnTo>
                    <a:pt x="275844" y="684276"/>
                  </a:lnTo>
                  <a:close/>
                </a:path>
                <a:path w="551814" h="684529">
                  <a:moveTo>
                    <a:pt x="368808" y="86870"/>
                  </a:moveTo>
                  <a:lnTo>
                    <a:pt x="460248" y="86870"/>
                  </a:lnTo>
                  <a:lnTo>
                    <a:pt x="460248" y="0"/>
                  </a:lnTo>
                  <a:lnTo>
                    <a:pt x="368808" y="0"/>
                  </a:lnTo>
                  <a:lnTo>
                    <a:pt x="368808" y="86870"/>
                  </a:lnTo>
                  <a:close/>
                </a:path>
                <a:path w="551814" h="684529">
                  <a:moveTo>
                    <a:pt x="368808" y="172213"/>
                  </a:moveTo>
                  <a:lnTo>
                    <a:pt x="460248" y="172213"/>
                  </a:lnTo>
                  <a:lnTo>
                    <a:pt x="460248" y="86870"/>
                  </a:lnTo>
                  <a:lnTo>
                    <a:pt x="368808" y="86870"/>
                  </a:lnTo>
                  <a:lnTo>
                    <a:pt x="368808" y="172213"/>
                  </a:lnTo>
                  <a:close/>
                </a:path>
                <a:path w="551814" h="684529">
                  <a:moveTo>
                    <a:pt x="368808" y="257556"/>
                  </a:moveTo>
                  <a:lnTo>
                    <a:pt x="460248" y="257556"/>
                  </a:lnTo>
                  <a:lnTo>
                    <a:pt x="460248" y="172213"/>
                  </a:lnTo>
                  <a:lnTo>
                    <a:pt x="368808" y="172213"/>
                  </a:lnTo>
                  <a:lnTo>
                    <a:pt x="368808" y="257556"/>
                  </a:lnTo>
                  <a:close/>
                </a:path>
                <a:path w="551814" h="684529">
                  <a:moveTo>
                    <a:pt x="368808" y="342899"/>
                  </a:moveTo>
                  <a:lnTo>
                    <a:pt x="460248" y="342899"/>
                  </a:lnTo>
                  <a:lnTo>
                    <a:pt x="460248" y="257556"/>
                  </a:lnTo>
                  <a:lnTo>
                    <a:pt x="368808" y="257556"/>
                  </a:lnTo>
                  <a:lnTo>
                    <a:pt x="368808" y="342899"/>
                  </a:lnTo>
                  <a:close/>
                </a:path>
                <a:path w="551814" h="684529">
                  <a:moveTo>
                    <a:pt x="368808" y="428241"/>
                  </a:moveTo>
                  <a:lnTo>
                    <a:pt x="460248" y="428241"/>
                  </a:lnTo>
                  <a:lnTo>
                    <a:pt x="460248" y="342898"/>
                  </a:lnTo>
                  <a:lnTo>
                    <a:pt x="368808" y="342898"/>
                  </a:lnTo>
                  <a:lnTo>
                    <a:pt x="368808" y="428241"/>
                  </a:lnTo>
                  <a:close/>
                </a:path>
                <a:path w="551814" h="684529">
                  <a:moveTo>
                    <a:pt x="368808" y="513590"/>
                  </a:moveTo>
                  <a:lnTo>
                    <a:pt x="460248" y="513590"/>
                  </a:lnTo>
                  <a:lnTo>
                    <a:pt x="460248" y="428242"/>
                  </a:lnTo>
                  <a:lnTo>
                    <a:pt x="368808" y="428242"/>
                  </a:lnTo>
                  <a:lnTo>
                    <a:pt x="368808" y="513590"/>
                  </a:lnTo>
                  <a:close/>
                </a:path>
                <a:path w="551814" h="684529">
                  <a:moveTo>
                    <a:pt x="368808" y="598933"/>
                  </a:moveTo>
                  <a:lnTo>
                    <a:pt x="460248" y="598933"/>
                  </a:lnTo>
                  <a:lnTo>
                    <a:pt x="460248" y="513590"/>
                  </a:lnTo>
                  <a:lnTo>
                    <a:pt x="368808" y="513590"/>
                  </a:lnTo>
                  <a:lnTo>
                    <a:pt x="368808" y="598933"/>
                  </a:lnTo>
                  <a:close/>
                </a:path>
                <a:path w="551814" h="684529">
                  <a:moveTo>
                    <a:pt x="368808" y="684276"/>
                  </a:moveTo>
                  <a:lnTo>
                    <a:pt x="460248" y="684276"/>
                  </a:lnTo>
                  <a:lnTo>
                    <a:pt x="460248" y="598933"/>
                  </a:lnTo>
                  <a:lnTo>
                    <a:pt x="368808" y="598933"/>
                  </a:lnTo>
                  <a:lnTo>
                    <a:pt x="368808" y="684276"/>
                  </a:lnTo>
                  <a:close/>
                </a:path>
                <a:path w="551814" h="684529">
                  <a:moveTo>
                    <a:pt x="460248" y="86870"/>
                  </a:moveTo>
                  <a:lnTo>
                    <a:pt x="551688" y="86870"/>
                  </a:lnTo>
                  <a:lnTo>
                    <a:pt x="551688" y="0"/>
                  </a:lnTo>
                  <a:lnTo>
                    <a:pt x="460248" y="0"/>
                  </a:lnTo>
                  <a:lnTo>
                    <a:pt x="460248" y="86870"/>
                  </a:lnTo>
                  <a:close/>
                </a:path>
                <a:path w="551814" h="684529">
                  <a:moveTo>
                    <a:pt x="460248" y="172213"/>
                  </a:moveTo>
                  <a:lnTo>
                    <a:pt x="551688" y="172213"/>
                  </a:lnTo>
                  <a:lnTo>
                    <a:pt x="551688" y="86870"/>
                  </a:lnTo>
                  <a:lnTo>
                    <a:pt x="460248" y="86870"/>
                  </a:lnTo>
                  <a:lnTo>
                    <a:pt x="460248" y="172213"/>
                  </a:lnTo>
                  <a:close/>
                </a:path>
                <a:path w="551814" h="684529">
                  <a:moveTo>
                    <a:pt x="460248" y="257556"/>
                  </a:moveTo>
                  <a:lnTo>
                    <a:pt x="551688" y="257556"/>
                  </a:lnTo>
                  <a:lnTo>
                    <a:pt x="551688" y="172213"/>
                  </a:lnTo>
                  <a:lnTo>
                    <a:pt x="460248" y="172213"/>
                  </a:lnTo>
                  <a:lnTo>
                    <a:pt x="460248" y="257556"/>
                  </a:lnTo>
                  <a:close/>
                </a:path>
                <a:path w="551814" h="684529">
                  <a:moveTo>
                    <a:pt x="460248" y="342899"/>
                  </a:moveTo>
                  <a:lnTo>
                    <a:pt x="551688" y="342899"/>
                  </a:lnTo>
                  <a:lnTo>
                    <a:pt x="551688" y="257556"/>
                  </a:lnTo>
                  <a:lnTo>
                    <a:pt x="460248" y="257556"/>
                  </a:lnTo>
                  <a:lnTo>
                    <a:pt x="460248" y="342899"/>
                  </a:lnTo>
                  <a:close/>
                </a:path>
                <a:path w="551814" h="684529">
                  <a:moveTo>
                    <a:pt x="460248" y="428241"/>
                  </a:moveTo>
                  <a:lnTo>
                    <a:pt x="551688" y="428241"/>
                  </a:lnTo>
                  <a:lnTo>
                    <a:pt x="551688" y="342898"/>
                  </a:lnTo>
                  <a:lnTo>
                    <a:pt x="460248" y="342898"/>
                  </a:lnTo>
                  <a:lnTo>
                    <a:pt x="460248" y="428241"/>
                  </a:lnTo>
                  <a:close/>
                </a:path>
                <a:path w="551814" h="684529">
                  <a:moveTo>
                    <a:pt x="460248" y="513590"/>
                  </a:moveTo>
                  <a:lnTo>
                    <a:pt x="551688" y="513590"/>
                  </a:lnTo>
                  <a:lnTo>
                    <a:pt x="551688" y="428242"/>
                  </a:lnTo>
                  <a:lnTo>
                    <a:pt x="460248" y="428242"/>
                  </a:lnTo>
                  <a:lnTo>
                    <a:pt x="460248" y="513590"/>
                  </a:lnTo>
                  <a:close/>
                </a:path>
                <a:path w="551814" h="684529">
                  <a:moveTo>
                    <a:pt x="460248" y="598933"/>
                  </a:moveTo>
                  <a:lnTo>
                    <a:pt x="551688" y="598933"/>
                  </a:lnTo>
                  <a:lnTo>
                    <a:pt x="551688" y="513590"/>
                  </a:lnTo>
                  <a:lnTo>
                    <a:pt x="460248" y="513590"/>
                  </a:lnTo>
                  <a:lnTo>
                    <a:pt x="460248" y="598933"/>
                  </a:lnTo>
                  <a:close/>
                </a:path>
                <a:path w="551814" h="684529">
                  <a:moveTo>
                    <a:pt x="460248" y="684276"/>
                  </a:moveTo>
                  <a:lnTo>
                    <a:pt x="551688" y="684276"/>
                  </a:lnTo>
                  <a:lnTo>
                    <a:pt x="551688" y="598933"/>
                  </a:lnTo>
                  <a:lnTo>
                    <a:pt x="460248" y="598933"/>
                  </a:lnTo>
                  <a:lnTo>
                    <a:pt x="460248" y="684276"/>
                  </a:lnTo>
                  <a:close/>
                </a:path>
              </a:pathLst>
            </a:custGeom>
            <a:ln w="12700">
              <a:solidFill>
                <a:srgbClr val="D1D1D1"/>
              </a:solidFill>
            </a:ln>
          </p:spPr>
          <p:txBody>
            <a:bodyPr wrap="square" lIns="0" tIns="0" rIns="0" bIns="0" rtlCol="0"/>
            <a:lstStyle/>
            <a:p>
              <a:endParaRPr sz="2000"/>
            </a:p>
          </p:txBody>
        </p:sp>
        <p:sp>
          <p:nvSpPr>
            <p:cNvPr id="78" name="object 74">
              <a:extLst>
                <a:ext uri="{FF2B5EF4-FFF2-40B4-BE49-F238E27FC236}">
                  <a16:creationId xmlns:a16="http://schemas.microsoft.com/office/drawing/2014/main" id="{8B20A101-D852-47FF-8AE4-666D8FFA04E4}"/>
                </a:ext>
              </a:extLst>
            </p:cNvPr>
            <p:cNvSpPr/>
            <p:nvPr/>
          </p:nvSpPr>
          <p:spPr>
            <a:xfrm>
              <a:off x="3169920" y="4939283"/>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675F00"/>
            </a:solidFill>
          </p:spPr>
          <p:txBody>
            <a:bodyPr wrap="square" lIns="0" tIns="0" rIns="0" bIns="0" rtlCol="0"/>
            <a:lstStyle/>
            <a:p>
              <a:endParaRPr sz="2000"/>
            </a:p>
          </p:txBody>
        </p:sp>
        <p:sp>
          <p:nvSpPr>
            <p:cNvPr id="79" name="object 75">
              <a:extLst>
                <a:ext uri="{FF2B5EF4-FFF2-40B4-BE49-F238E27FC236}">
                  <a16:creationId xmlns:a16="http://schemas.microsoft.com/office/drawing/2014/main" id="{97AE94CF-1EFB-4DA8-A113-46AAA6EA6719}"/>
                </a:ext>
              </a:extLst>
            </p:cNvPr>
            <p:cNvSpPr/>
            <p:nvPr/>
          </p:nvSpPr>
          <p:spPr>
            <a:xfrm>
              <a:off x="3169920" y="4939283"/>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80" name="object 76">
              <a:extLst>
                <a:ext uri="{FF2B5EF4-FFF2-40B4-BE49-F238E27FC236}">
                  <a16:creationId xmlns:a16="http://schemas.microsoft.com/office/drawing/2014/main" id="{3612523F-A27E-4F09-81FC-DA48D686EB08}"/>
                </a:ext>
              </a:extLst>
            </p:cNvPr>
            <p:cNvSpPr/>
            <p:nvPr/>
          </p:nvSpPr>
          <p:spPr>
            <a:xfrm>
              <a:off x="3169920" y="502615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81" name="object 77">
              <a:extLst>
                <a:ext uri="{FF2B5EF4-FFF2-40B4-BE49-F238E27FC236}">
                  <a16:creationId xmlns:a16="http://schemas.microsoft.com/office/drawing/2014/main" id="{42F6C8E7-5D38-4373-92EE-09E1B542FB07}"/>
                </a:ext>
              </a:extLst>
            </p:cNvPr>
            <p:cNvSpPr/>
            <p:nvPr/>
          </p:nvSpPr>
          <p:spPr>
            <a:xfrm>
              <a:off x="3169920" y="502615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2" name="object 78">
              <a:extLst>
                <a:ext uri="{FF2B5EF4-FFF2-40B4-BE49-F238E27FC236}">
                  <a16:creationId xmlns:a16="http://schemas.microsoft.com/office/drawing/2014/main" id="{D3D2B735-3511-4E67-ABC7-9038FFA4A06F}"/>
                </a:ext>
              </a:extLst>
            </p:cNvPr>
            <p:cNvSpPr/>
            <p:nvPr/>
          </p:nvSpPr>
          <p:spPr>
            <a:xfrm>
              <a:off x="3169920" y="511149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83" name="object 79">
              <a:extLst>
                <a:ext uri="{FF2B5EF4-FFF2-40B4-BE49-F238E27FC236}">
                  <a16:creationId xmlns:a16="http://schemas.microsoft.com/office/drawing/2014/main" id="{0A17E332-DC9D-4ABE-A27E-0E3A1955CBE7}"/>
                </a:ext>
              </a:extLst>
            </p:cNvPr>
            <p:cNvSpPr/>
            <p:nvPr/>
          </p:nvSpPr>
          <p:spPr>
            <a:xfrm>
              <a:off x="3169920" y="511149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4" name="object 80">
              <a:extLst>
                <a:ext uri="{FF2B5EF4-FFF2-40B4-BE49-F238E27FC236}">
                  <a16:creationId xmlns:a16="http://schemas.microsoft.com/office/drawing/2014/main" id="{BBAF0BF6-C70F-437A-90ED-3F70584E26F2}"/>
                </a:ext>
              </a:extLst>
            </p:cNvPr>
            <p:cNvSpPr/>
            <p:nvPr/>
          </p:nvSpPr>
          <p:spPr>
            <a:xfrm>
              <a:off x="3169920" y="519683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85" name="object 81">
              <a:extLst>
                <a:ext uri="{FF2B5EF4-FFF2-40B4-BE49-F238E27FC236}">
                  <a16:creationId xmlns:a16="http://schemas.microsoft.com/office/drawing/2014/main" id="{6072FC51-3379-4C68-9B09-23AE9F3434AA}"/>
                </a:ext>
              </a:extLst>
            </p:cNvPr>
            <p:cNvSpPr/>
            <p:nvPr/>
          </p:nvSpPr>
          <p:spPr>
            <a:xfrm>
              <a:off x="3169920" y="519683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6" name="object 82">
              <a:extLst>
                <a:ext uri="{FF2B5EF4-FFF2-40B4-BE49-F238E27FC236}">
                  <a16:creationId xmlns:a16="http://schemas.microsoft.com/office/drawing/2014/main" id="{5687B8CE-7326-4561-B9DD-667D4F948F89}"/>
                </a:ext>
              </a:extLst>
            </p:cNvPr>
            <p:cNvSpPr/>
            <p:nvPr/>
          </p:nvSpPr>
          <p:spPr>
            <a:xfrm>
              <a:off x="3169920" y="528218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87" name="object 83">
              <a:extLst>
                <a:ext uri="{FF2B5EF4-FFF2-40B4-BE49-F238E27FC236}">
                  <a16:creationId xmlns:a16="http://schemas.microsoft.com/office/drawing/2014/main" id="{02F893F1-014A-4A23-B83C-CE63248CB676}"/>
                </a:ext>
              </a:extLst>
            </p:cNvPr>
            <p:cNvSpPr/>
            <p:nvPr/>
          </p:nvSpPr>
          <p:spPr>
            <a:xfrm>
              <a:off x="3169920" y="528218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8" name="object 84">
              <a:extLst>
                <a:ext uri="{FF2B5EF4-FFF2-40B4-BE49-F238E27FC236}">
                  <a16:creationId xmlns:a16="http://schemas.microsoft.com/office/drawing/2014/main" id="{272F7EAD-F906-4990-BC7A-EF170A6011D8}"/>
                </a:ext>
              </a:extLst>
            </p:cNvPr>
            <p:cNvSpPr/>
            <p:nvPr/>
          </p:nvSpPr>
          <p:spPr>
            <a:xfrm>
              <a:off x="3169920" y="536752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675F00"/>
            </a:solidFill>
          </p:spPr>
          <p:txBody>
            <a:bodyPr wrap="square" lIns="0" tIns="0" rIns="0" bIns="0" rtlCol="0"/>
            <a:lstStyle/>
            <a:p>
              <a:endParaRPr sz="2000"/>
            </a:p>
          </p:txBody>
        </p:sp>
        <p:sp>
          <p:nvSpPr>
            <p:cNvPr id="89" name="object 85">
              <a:extLst>
                <a:ext uri="{FF2B5EF4-FFF2-40B4-BE49-F238E27FC236}">
                  <a16:creationId xmlns:a16="http://schemas.microsoft.com/office/drawing/2014/main" id="{F7BB8F9E-6076-4EBC-87D0-0A34607B5ECF}"/>
                </a:ext>
              </a:extLst>
            </p:cNvPr>
            <p:cNvSpPr/>
            <p:nvPr/>
          </p:nvSpPr>
          <p:spPr>
            <a:xfrm>
              <a:off x="3169920" y="536752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0" name="object 86">
              <a:extLst>
                <a:ext uri="{FF2B5EF4-FFF2-40B4-BE49-F238E27FC236}">
                  <a16:creationId xmlns:a16="http://schemas.microsoft.com/office/drawing/2014/main" id="{BBD6FAD3-AD5D-46A2-8CBF-E6B9E75B24F2}"/>
                </a:ext>
              </a:extLst>
            </p:cNvPr>
            <p:cNvSpPr/>
            <p:nvPr/>
          </p:nvSpPr>
          <p:spPr>
            <a:xfrm>
              <a:off x="3169920" y="545287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91" name="object 87">
              <a:extLst>
                <a:ext uri="{FF2B5EF4-FFF2-40B4-BE49-F238E27FC236}">
                  <a16:creationId xmlns:a16="http://schemas.microsoft.com/office/drawing/2014/main" id="{F4CFCC9A-5FAB-4020-BAB7-BFFE7A6DECC0}"/>
                </a:ext>
              </a:extLst>
            </p:cNvPr>
            <p:cNvSpPr/>
            <p:nvPr/>
          </p:nvSpPr>
          <p:spPr>
            <a:xfrm>
              <a:off x="3169920" y="545287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2" name="object 88">
              <a:extLst>
                <a:ext uri="{FF2B5EF4-FFF2-40B4-BE49-F238E27FC236}">
                  <a16:creationId xmlns:a16="http://schemas.microsoft.com/office/drawing/2014/main" id="{079F1CA9-FC2A-4B06-AA10-0DAD66B1550D}"/>
                </a:ext>
              </a:extLst>
            </p:cNvPr>
            <p:cNvSpPr/>
            <p:nvPr/>
          </p:nvSpPr>
          <p:spPr>
            <a:xfrm>
              <a:off x="3169920" y="553821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675F00"/>
            </a:solidFill>
          </p:spPr>
          <p:txBody>
            <a:bodyPr wrap="square" lIns="0" tIns="0" rIns="0" bIns="0" rtlCol="0"/>
            <a:lstStyle/>
            <a:p>
              <a:endParaRPr sz="2000"/>
            </a:p>
          </p:txBody>
        </p:sp>
        <p:sp>
          <p:nvSpPr>
            <p:cNvPr id="93" name="object 89">
              <a:extLst>
                <a:ext uri="{FF2B5EF4-FFF2-40B4-BE49-F238E27FC236}">
                  <a16:creationId xmlns:a16="http://schemas.microsoft.com/office/drawing/2014/main" id="{18DAEF41-26C7-4077-88AC-544CA842322B}"/>
                </a:ext>
              </a:extLst>
            </p:cNvPr>
            <p:cNvSpPr/>
            <p:nvPr/>
          </p:nvSpPr>
          <p:spPr>
            <a:xfrm>
              <a:off x="3169920" y="553821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4" name="object 90">
              <a:extLst>
                <a:ext uri="{FF2B5EF4-FFF2-40B4-BE49-F238E27FC236}">
                  <a16:creationId xmlns:a16="http://schemas.microsoft.com/office/drawing/2014/main" id="{6D498C5B-9896-4BC5-B861-3D4D95A62523}"/>
                </a:ext>
              </a:extLst>
            </p:cNvPr>
            <p:cNvSpPr/>
            <p:nvPr/>
          </p:nvSpPr>
          <p:spPr>
            <a:xfrm>
              <a:off x="3262884" y="4939283"/>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675F00"/>
            </a:solidFill>
          </p:spPr>
          <p:txBody>
            <a:bodyPr wrap="square" lIns="0" tIns="0" rIns="0" bIns="0" rtlCol="0"/>
            <a:lstStyle/>
            <a:p>
              <a:endParaRPr sz="2000"/>
            </a:p>
          </p:txBody>
        </p:sp>
        <p:sp>
          <p:nvSpPr>
            <p:cNvPr id="95" name="object 91">
              <a:extLst>
                <a:ext uri="{FF2B5EF4-FFF2-40B4-BE49-F238E27FC236}">
                  <a16:creationId xmlns:a16="http://schemas.microsoft.com/office/drawing/2014/main" id="{1E0A3DAA-6126-4657-809C-28932B72F216}"/>
                </a:ext>
              </a:extLst>
            </p:cNvPr>
            <p:cNvSpPr/>
            <p:nvPr/>
          </p:nvSpPr>
          <p:spPr>
            <a:xfrm>
              <a:off x="3262884" y="4939283"/>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96" name="object 92">
              <a:extLst>
                <a:ext uri="{FF2B5EF4-FFF2-40B4-BE49-F238E27FC236}">
                  <a16:creationId xmlns:a16="http://schemas.microsoft.com/office/drawing/2014/main" id="{F2346AD0-23D6-4020-8478-98536AD88098}"/>
                </a:ext>
              </a:extLst>
            </p:cNvPr>
            <p:cNvSpPr/>
            <p:nvPr/>
          </p:nvSpPr>
          <p:spPr>
            <a:xfrm>
              <a:off x="3262884" y="502615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97" name="object 93">
              <a:extLst>
                <a:ext uri="{FF2B5EF4-FFF2-40B4-BE49-F238E27FC236}">
                  <a16:creationId xmlns:a16="http://schemas.microsoft.com/office/drawing/2014/main" id="{0ADE3153-1B9A-49EF-8CC5-73B291099F17}"/>
                </a:ext>
              </a:extLst>
            </p:cNvPr>
            <p:cNvSpPr/>
            <p:nvPr/>
          </p:nvSpPr>
          <p:spPr>
            <a:xfrm>
              <a:off x="3262884" y="502615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8" name="object 94">
              <a:extLst>
                <a:ext uri="{FF2B5EF4-FFF2-40B4-BE49-F238E27FC236}">
                  <a16:creationId xmlns:a16="http://schemas.microsoft.com/office/drawing/2014/main" id="{5AE72EAE-9B75-46A3-B43C-0FBF9E1F4540}"/>
                </a:ext>
              </a:extLst>
            </p:cNvPr>
            <p:cNvSpPr/>
            <p:nvPr/>
          </p:nvSpPr>
          <p:spPr>
            <a:xfrm>
              <a:off x="3262884" y="511149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99" name="object 95">
              <a:extLst>
                <a:ext uri="{FF2B5EF4-FFF2-40B4-BE49-F238E27FC236}">
                  <a16:creationId xmlns:a16="http://schemas.microsoft.com/office/drawing/2014/main" id="{D0C3A609-B7D3-40E6-A593-1B9F41A71623}"/>
                </a:ext>
              </a:extLst>
            </p:cNvPr>
            <p:cNvSpPr/>
            <p:nvPr/>
          </p:nvSpPr>
          <p:spPr>
            <a:xfrm>
              <a:off x="3262884" y="511149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0" name="object 96">
              <a:extLst>
                <a:ext uri="{FF2B5EF4-FFF2-40B4-BE49-F238E27FC236}">
                  <a16:creationId xmlns:a16="http://schemas.microsoft.com/office/drawing/2014/main" id="{B6AD6C0F-BA82-42EC-AD87-FCB14B8E6201}"/>
                </a:ext>
              </a:extLst>
            </p:cNvPr>
            <p:cNvSpPr/>
            <p:nvPr/>
          </p:nvSpPr>
          <p:spPr>
            <a:xfrm>
              <a:off x="3262884" y="519683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101" name="object 97">
              <a:extLst>
                <a:ext uri="{FF2B5EF4-FFF2-40B4-BE49-F238E27FC236}">
                  <a16:creationId xmlns:a16="http://schemas.microsoft.com/office/drawing/2014/main" id="{50664249-C2C8-418A-B07C-28C537E3809B}"/>
                </a:ext>
              </a:extLst>
            </p:cNvPr>
            <p:cNvSpPr/>
            <p:nvPr/>
          </p:nvSpPr>
          <p:spPr>
            <a:xfrm>
              <a:off x="3262884" y="519683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2" name="object 98">
              <a:extLst>
                <a:ext uri="{FF2B5EF4-FFF2-40B4-BE49-F238E27FC236}">
                  <a16:creationId xmlns:a16="http://schemas.microsoft.com/office/drawing/2014/main" id="{BED0F5A8-5AEA-4A5C-A0E7-1CEB771677B6}"/>
                </a:ext>
              </a:extLst>
            </p:cNvPr>
            <p:cNvSpPr/>
            <p:nvPr/>
          </p:nvSpPr>
          <p:spPr>
            <a:xfrm>
              <a:off x="3262884" y="528218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103" name="object 99">
              <a:extLst>
                <a:ext uri="{FF2B5EF4-FFF2-40B4-BE49-F238E27FC236}">
                  <a16:creationId xmlns:a16="http://schemas.microsoft.com/office/drawing/2014/main" id="{C871626B-F4E8-4CDC-8A01-0EC856DACE1B}"/>
                </a:ext>
              </a:extLst>
            </p:cNvPr>
            <p:cNvSpPr/>
            <p:nvPr/>
          </p:nvSpPr>
          <p:spPr>
            <a:xfrm>
              <a:off x="3262884" y="528218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4" name="object 100">
              <a:extLst>
                <a:ext uri="{FF2B5EF4-FFF2-40B4-BE49-F238E27FC236}">
                  <a16:creationId xmlns:a16="http://schemas.microsoft.com/office/drawing/2014/main" id="{4EC2C4A2-D940-499C-9887-5218DB73F49F}"/>
                </a:ext>
              </a:extLst>
            </p:cNvPr>
            <p:cNvSpPr/>
            <p:nvPr/>
          </p:nvSpPr>
          <p:spPr>
            <a:xfrm>
              <a:off x="3262884" y="5367526"/>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675F00"/>
            </a:solidFill>
          </p:spPr>
          <p:txBody>
            <a:bodyPr wrap="square" lIns="0" tIns="0" rIns="0" bIns="0" rtlCol="0"/>
            <a:lstStyle/>
            <a:p>
              <a:endParaRPr sz="2000"/>
            </a:p>
          </p:txBody>
        </p:sp>
        <p:sp>
          <p:nvSpPr>
            <p:cNvPr id="105" name="object 101">
              <a:extLst>
                <a:ext uri="{FF2B5EF4-FFF2-40B4-BE49-F238E27FC236}">
                  <a16:creationId xmlns:a16="http://schemas.microsoft.com/office/drawing/2014/main" id="{DDCCB4E6-9438-47FF-897C-EF62C418C63A}"/>
                </a:ext>
              </a:extLst>
            </p:cNvPr>
            <p:cNvSpPr/>
            <p:nvPr/>
          </p:nvSpPr>
          <p:spPr>
            <a:xfrm>
              <a:off x="3262884" y="5367526"/>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6" name="object 102">
              <a:extLst>
                <a:ext uri="{FF2B5EF4-FFF2-40B4-BE49-F238E27FC236}">
                  <a16:creationId xmlns:a16="http://schemas.microsoft.com/office/drawing/2014/main" id="{FA62D397-18BA-4A76-9A64-6FF25F871086}"/>
                </a:ext>
              </a:extLst>
            </p:cNvPr>
            <p:cNvSpPr/>
            <p:nvPr/>
          </p:nvSpPr>
          <p:spPr>
            <a:xfrm>
              <a:off x="3262884" y="545287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107" name="object 103">
              <a:extLst>
                <a:ext uri="{FF2B5EF4-FFF2-40B4-BE49-F238E27FC236}">
                  <a16:creationId xmlns:a16="http://schemas.microsoft.com/office/drawing/2014/main" id="{DCD4391D-187C-40F3-9E3B-2DA304691649}"/>
                </a:ext>
              </a:extLst>
            </p:cNvPr>
            <p:cNvSpPr/>
            <p:nvPr/>
          </p:nvSpPr>
          <p:spPr>
            <a:xfrm>
              <a:off x="3262884" y="545287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8" name="object 104">
              <a:extLst>
                <a:ext uri="{FF2B5EF4-FFF2-40B4-BE49-F238E27FC236}">
                  <a16:creationId xmlns:a16="http://schemas.microsoft.com/office/drawing/2014/main" id="{11222525-611A-42B8-9FF3-8A334FEA9F17}"/>
                </a:ext>
              </a:extLst>
            </p:cNvPr>
            <p:cNvSpPr/>
            <p:nvPr/>
          </p:nvSpPr>
          <p:spPr>
            <a:xfrm>
              <a:off x="3262884" y="553821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675F00"/>
            </a:solidFill>
          </p:spPr>
          <p:txBody>
            <a:bodyPr wrap="square" lIns="0" tIns="0" rIns="0" bIns="0" rtlCol="0"/>
            <a:lstStyle/>
            <a:p>
              <a:endParaRPr sz="2000"/>
            </a:p>
          </p:txBody>
        </p:sp>
        <p:sp>
          <p:nvSpPr>
            <p:cNvPr id="109" name="object 105">
              <a:extLst>
                <a:ext uri="{FF2B5EF4-FFF2-40B4-BE49-F238E27FC236}">
                  <a16:creationId xmlns:a16="http://schemas.microsoft.com/office/drawing/2014/main" id="{67418C87-9493-49D5-9DDB-02F8774EDAC9}"/>
                </a:ext>
              </a:extLst>
            </p:cNvPr>
            <p:cNvSpPr/>
            <p:nvPr/>
          </p:nvSpPr>
          <p:spPr>
            <a:xfrm>
              <a:off x="3262884" y="553821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10" name="object 106">
            <a:extLst>
              <a:ext uri="{FF2B5EF4-FFF2-40B4-BE49-F238E27FC236}">
                <a16:creationId xmlns:a16="http://schemas.microsoft.com/office/drawing/2014/main" id="{A540D6B8-C661-407A-B82D-0C697F7F469D}"/>
              </a:ext>
            </a:extLst>
          </p:cNvPr>
          <p:cNvSpPr txBox="1"/>
          <p:nvPr/>
        </p:nvSpPr>
        <p:spPr>
          <a:xfrm>
            <a:off x="2617328" y="548516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111" name="object 107">
            <a:extLst>
              <a:ext uri="{FF2B5EF4-FFF2-40B4-BE49-F238E27FC236}">
                <a16:creationId xmlns:a16="http://schemas.microsoft.com/office/drawing/2014/main" id="{DA46134A-CB93-43B2-ADF3-1CCA0507EB31}"/>
              </a:ext>
            </a:extLst>
          </p:cNvPr>
          <p:cNvSpPr txBox="1"/>
          <p:nvPr/>
        </p:nvSpPr>
        <p:spPr>
          <a:xfrm>
            <a:off x="3948995" y="548516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112" name="object 108">
            <a:extLst>
              <a:ext uri="{FF2B5EF4-FFF2-40B4-BE49-F238E27FC236}">
                <a16:creationId xmlns:a16="http://schemas.microsoft.com/office/drawing/2014/main" id="{63051E1B-0BAD-418E-9068-3F01D8405CBA}"/>
              </a:ext>
            </a:extLst>
          </p:cNvPr>
          <p:cNvGrpSpPr/>
          <p:nvPr/>
        </p:nvGrpSpPr>
        <p:grpSpPr>
          <a:xfrm>
            <a:off x="4266918" y="5475960"/>
            <a:ext cx="825500" cy="393700"/>
            <a:chOff x="3840226" y="4928364"/>
            <a:chExt cx="742950" cy="354330"/>
          </a:xfrm>
        </p:grpSpPr>
        <p:sp>
          <p:nvSpPr>
            <p:cNvPr id="113" name="object 109">
              <a:extLst>
                <a:ext uri="{FF2B5EF4-FFF2-40B4-BE49-F238E27FC236}">
                  <a16:creationId xmlns:a16="http://schemas.microsoft.com/office/drawing/2014/main" id="{F9600B49-63E4-463A-A962-1EBEDDC797E9}"/>
                </a:ext>
              </a:extLst>
            </p:cNvPr>
            <p:cNvSpPr/>
            <p:nvPr/>
          </p:nvSpPr>
          <p:spPr>
            <a:xfrm>
              <a:off x="3846576" y="4934714"/>
              <a:ext cx="547370" cy="341630"/>
            </a:xfrm>
            <a:custGeom>
              <a:avLst/>
              <a:gdLst/>
              <a:ahLst/>
              <a:cxnLst/>
              <a:rect l="l" t="t" r="r" b="b"/>
              <a:pathLst>
                <a:path w="547370" h="341629">
                  <a:moveTo>
                    <a:pt x="0" y="85342"/>
                  </a:moveTo>
                  <a:lnTo>
                    <a:pt x="91440" y="85342"/>
                  </a:lnTo>
                  <a:lnTo>
                    <a:pt x="91440" y="0"/>
                  </a:lnTo>
                  <a:lnTo>
                    <a:pt x="0" y="0"/>
                  </a:lnTo>
                  <a:lnTo>
                    <a:pt x="0" y="85342"/>
                  </a:lnTo>
                  <a:close/>
                </a:path>
                <a:path w="547370" h="341629">
                  <a:moveTo>
                    <a:pt x="0" y="170685"/>
                  </a:moveTo>
                  <a:lnTo>
                    <a:pt x="91440" y="170685"/>
                  </a:lnTo>
                  <a:lnTo>
                    <a:pt x="91440" y="85342"/>
                  </a:lnTo>
                  <a:lnTo>
                    <a:pt x="0" y="85342"/>
                  </a:lnTo>
                  <a:lnTo>
                    <a:pt x="0" y="170685"/>
                  </a:lnTo>
                  <a:close/>
                </a:path>
                <a:path w="547370" h="341629">
                  <a:moveTo>
                    <a:pt x="0" y="256028"/>
                  </a:moveTo>
                  <a:lnTo>
                    <a:pt x="91440" y="256028"/>
                  </a:lnTo>
                  <a:lnTo>
                    <a:pt x="91440" y="170685"/>
                  </a:lnTo>
                  <a:lnTo>
                    <a:pt x="0" y="170685"/>
                  </a:lnTo>
                  <a:lnTo>
                    <a:pt x="0" y="256028"/>
                  </a:lnTo>
                  <a:close/>
                </a:path>
                <a:path w="547370" h="341629">
                  <a:moveTo>
                    <a:pt x="0" y="341371"/>
                  </a:moveTo>
                  <a:lnTo>
                    <a:pt x="91440" y="341371"/>
                  </a:lnTo>
                  <a:lnTo>
                    <a:pt x="91440" y="256028"/>
                  </a:lnTo>
                  <a:lnTo>
                    <a:pt x="0" y="256028"/>
                  </a:lnTo>
                  <a:lnTo>
                    <a:pt x="0" y="341371"/>
                  </a:lnTo>
                  <a:close/>
                </a:path>
                <a:path w="547370" h="341629">
                  <a:moveTo>
                    <a:pt x="91440" y="85342"/>
                  </a:moveTo>
                  <a:lnTo>
                    <a:pt x="184402" y="85342"/>
                  </a:lnTo>
                  <a:lnTo>
                    <a:pt x="184402" y="0"/>
                  </a:lnTo>
                  <a:lnTo>
                    <a:pt x="91440" y="0"/>
                  </a:lnTo>
                  <a:lnTo>
                    <a:pt x="91440" y="85342"/>
                  </a:lnTo>
                  <a:close/>
                </a:path>
                <a:path w="547370" h="341629">
                  <a:moveTo>
                    <a:pt x="91440" y="170685"/>
                  </a:moveTo>
                  <a:lnTo>
                    <a:pt x="184402" y="170685"/>
                  </a:lnTo>
                  <a:lnTo>
                    <a:pt x="184402" y="85342"/>
                  </a:lnTo>
                  <a:lnTo>
                    <a:pt x="91440" y="85342"/>
                  </a:lnTo>
                  <a:lnTo>
                    <a:pt x="91440" y="170685"/>
                  </a:lnTo>
                  <a:close/>
                </a:path>
                <a:path w="547370" h="341629">
                  <a:moveTo>
                    <a:pt x="91440" y="256028"/>
                  </a:moveTo>
                  <a:lnTo>
                    <a:pt x="184402" y="256028"/>
                  </a:lnTo>
                  <a:lnTo>
                    <a:pt x="184402" y="170685"/>
                  </a:lnTo>
                  <a:lnTo>
                    <a:pt x="91440" y="170685"/>
                  </a:lnTo>
                  <a:lnTo>
                    <a:pt x="91440" y="256028"/>
                  </a:lnTo>
                  <a:close/>
                </a:path>
                <a:path w="547370" h="341629">
                  <a:moveTo>
                    <a:pt x="91440" y="341371"/>
                  </a:moveTo>
                  <a:lnTo>
                    <a:pt x="184402" y="341371"/>
                  </a:lnTo>
                  <a:lnTo>
                    <a:pt x="184402" y="256028"/>
                  </a:lnTo>
                  <a:lnTo>
                    <a:pt x="91440" y="256028"/>
                  </a:lnTo>
                  <a:lnTo>
                    <a:pt x="91440" y="341371"/>
                  </a:lnTo>
                  <a:close/>
                </a:path>
                <a:path w="547370" h="341629">
                  <a:moveTo>
                    <a:pt x="182880" y="85342"/>
                  </a:moveTo>
                  <a:lnTo>
                    <a:pt x="274320" y="85342"/>
                  </a:lnTo>
                  <a:lnTo>
                    <a:pt x="274320" y="0"/>
                  </a:lnTo>
                  <a:lnTo>
                    <a:pt x="182880" y="0"/>
                  </a:lnTo>
                  <a:lnTo>
                    <a:pt x="182880" y="85342"/>
                  </a:lnTo>
                  <a:close/>
                </a:path>
                <a:path w="547370" h="341629">
                  <a:moveTo>
                    <a:pt x="182880" y="170685"/>
                  </a:moveTo>
                  <a:lnTo>
                    <a:pt x="274320" y="170685"/>
                  </a:lnTo>
                  <a:lnTo>
                    <a:pt x="274320" y="85342"/>
                  </a:lnTo>
                  <a:lnTo>
                    <a:pt x="182880" y="85342"/>
                  </a:lnTo>
                  <a:lnTo>
                    <a:pt x="182880" y="170685"/>
                  </a:lnTo>
                  <a:close/>
                </a:path>
                <a:path w="547370" h="341629">
                  <a:moveTo>
                    <a:pt x="182880" y="256028"/>
                  </a:moveTo>
                  <a:lnTo>
                    <a:pt x="274320" y="256028"/>
                  </a:lnTo>
                  <a:lnTo>
                    <a:pt x="274320" y="170685"/>
                  </a:lnTo>
                  <a:lnTo>
                    <a:pt x="182880" y="170685"/>
                  </a:lnTo>
                  <a:lnTo>
                    <a:pt x="182880" y="256028"/>
                  </a:lnTo>
                  <a:close/>
                </a:path>
                <a:path w="547370" h="341629">
                  <a:moveTo>
                    <a:pt x="182880" y="341371"/>
                  </a:moveTo>
                  <a:lnTo>
                    <a:pt x="274320" y="341371"/>
                  </a:lnTo>
                  <a:lnTo>
                    <a:pt x="274320" y="256028"/>
                  </a:lnTo>
                  <a:lnTo>
                    <a:pt x="182880" y="256028"/>
                  </a:lnTo>
                  <a:lnTo>
                    <a:pt x="182880" y="341371"/>
                  </a:lnTo>
                  <a:close/>
                </a:path>
                <a:path w="547370" h="341629">
                  <a:moveTo>
                    <a:pt x="274320" y="85342"/>
                  </a:moveTo>
                  <a:lnTo>
                    <a:pt x="367282" y="85342"/>
                  </a:lnTo>
                  <a:lnTo>
                    <a:pt x="367282" y="0"/>
                  </a:lnTo>
                  <a:lnTo>
                    <a:pt x="274320" y="0"/>
                  </a:lnTo>
                  <a:lnTo>
                    <a:pt x="274320" y="85342"/>
                  </a:lnTo>
                  <a:close/>
                </a:path>
                <a:path w="547370" h="341629">
                  <a:moveTo>
                    <a:pt x="274320" y="170685"/>
                  </a:moveTo>
                  <a:lnTo>
                    <a:pt x="367282" y="170685"/>
                  </a:lnTo>
                  <a:lnTo>
                    <a:pt x="367282" y="85342"/>
                  </a:lnTo>
                  <a:lnTo>
                    <a:pt x="274320" y="85342"/>
                  </a:lnTo>
                  <a:lnTo>
                    <a:pt x="274320" y="170685"/>
                  </a:lnTo>
                  <a:close/>
                </a:path>
                <a:path w="547370" h="341629">
                  <a:moveTo>
                    <a:pt x="274320" y="256028"/>
                  </a:moveTo>
                  <a:lnTo>
                    <a:pt x="367282" y="256028"/>
                  </a:lnTo>
                  <a:lnTo>
                    <a:pt x="367282" y="170685"/>
                  </a:lnTo>
                  <a:lnTo>
                    <a:pt x="274320" y="170685"/>
                  </a:lnTo>
                  <a:lnTo>
                    <a:pt x="274320" y="256028"/>
                  </a:lnTo>
                  <a:close/>
                </a:path>
                <a:path w="547370" h="341629">
                  <a:moveTo>
                    <a:pt x="274320" y="341371"/>
                  </a:moveTo>
                  <a:lnTo>
                    <a:pt x="367282" y="341371"/>
                  </a:lnTo>
                  <a:lnTo>
                    <a:pt x="367282" y="256028"/>
                  </a:lnTo>
                  <a:lnTo>
                    <a:pt x="274320" y="256028"/>
                  </a:lnTo>
                  <a:lnTo>
                    <a:pt x="274320" y="341371"/>
                  </a:lnTo>
                  <a:close/>
                </a:path>
                <a:path w="547370" h="341629">
                  <a:moveTo>
                    <a:pt x="362712" y="85342"/>
                  </a:moveTo>
                  <a:lnTo>
                    <a:pt x="455679" y="85342"/>
                  </a:lnTo>
                  <a:lnTo>
                    <a:pt x="455679" y="0"/>
                  </a:lnTo>
                  <a:lnTo>
                    <a:pt x="362712" y="0"/>
                  </a:lnTo>
                  <a:lnTo>
                    <a:pt x="362712" y="85342"/>
                  </a:lnTo>
                  <a:close/>
                </a:path>
                <a:path w="547370" h="341629">
                  <a:moveTo>
                    <a:pt x="362712" y="170685"/>
                  </a:moveTo>
                  <a:lnTo>
                    <a:pt x="455679" y="170685"/>
                  </a:lnTo>
                  <a:lnTo>
                    <a:pt x="455679" y="85342"/>
                  </a:lnTo>
                  <a:lnTo>
                    <a:pt x="362712" y="85342"/>
                  </a:lnTo>
                  <a:lnTo>
                    <a:pt x="362712" y="170685"/>
                  </a:lnTo>
                  <a:close/>
                </a:path>
                <a:path w="547370" h="341629">
                  <a:moveTo>
                    <a:pt x="362712" y="256028"/>
                  </a:moveTo>
                  <a:lnTo>
                    <a:pt x="455679" y="256028"/>
                  </a:lnTo>
                  <a:lnTo>
                    <a:pt x="455679" y="170685"/>
                  </a:lnTo>
                  <a:lnTo>
                    <a:pt x="362712" y="170685"/>
                  </a:lnTo>
                  <a:lnTo>
                    <a:pt x="362712" y="256028"/>
                  </a:lnTo>
                  <a:close/>
                </a:path>
                <a:path w="547370" h="341629">
                  <a:moveTo>
                    <a:pt x="362712" y="341371"/>
                  </a:moveTo>
                  <a:lnTo>
                    <a:pt x="455679" y="341371"/>
                  </a:lnTo>
                  <a:lnTo>
                    <a:pt x="455679" y="256028"/>
                  </a:lnTo>
                  <a:lnTo>
                    <a:pt x="362712" y="256028"/>
                  </a:lnTo>
                  <a:lnTo>
                    <a:pt x="362712" y="341371"/>
                  </a:lnTo>
                  <a:close/>
                </a:path>
                <a:path w="547370" h="341629">
                  <a:moveTo>
                    <a:pt x="455676" y="85342"/>
                  </a:moveTo>
                  <a:lnTo>
                    <a:pt x="547116" y="85342"/>
                  </a:lnTo>
                  <a:lnTo>
                    <a:pt x="547116" y="0"/>
                  </a:lnTo>
                  <a:lnTo>
                    <a:pt x="455676" y="0"/>
                  </a:lnTo>
                  <a:lnTo>
                    <a:pt x="455676" y="85342"/>
                  </a:lnTo>
                  <a:close/>
                </a:path>
                <a:path w="547370" h="341629">
                  <a:moveTo>
                    <a:pt x="455676" y="170685"/>
                  </a:moveTo>
                  <a:lnTo>
                    <a:pt x="547116" y="170685"/>
                  </a:lnTo>
                  <a:lnTo>
                    <a:pt x="547116" y="85342"/>
                  </a:lnTo>
                  <a:lnTo>
                    <a:pt x="455676" y="85342"/>
                  </a:lnTo>
                  <a:lnTo>
                    <a:pt x="455676" y="170685"/>
                  </a:lnTo>
                  <a:close/>
                </a:path>
                <a:path w="547370" h="341629">
                  <a:moveTo>
                    <a:pt x="455676" y="256028"/>
                  </a:moveTo>
                  <a:lnTo>
                    <a:pt x="547116" y="256028"/>
                  </a:lnTo>
                  <a:lnTo>
                    <a:pt x="547116" y="170685"/>
                  </a:lnTo>
                  <a:lnTo>
                    <a:pt x="455676" y="170685"/>
                  </a:lnTo>
                  <a:lnTo>
                    <a:pt x="455676" y="256028"/>
                  </a:lnTo>
                  <a:close/>
                </a:path>
                <a:path w="547370" h="341629">
                  <a:moveTo>
                    <a:pt x="455676" y="341371"/>
                  </a:moveTo>
                  <a:lnTo>
                    <a:pt x="547116" y="341371"/>
                  </a:lnTo>
                  <a:lnTo>
                    <a:pt x="547116" y="256028"/>
                  </a:lnTo>
                  <a:lnTo>
                    <a:pt x="455676" y="256028"/>
                  </a:lnTo>
                  <a:lnTo>
                    <a:pt x="455676" y="341371"/>
                  </a:lnTo>
                  <a:close/>
                </a:path>
              </a:pathLst>
            </a:custGeom>
            <a:ln w="12700">
              <a:solidFill>
                <a:srgbClr val="D1D1D1"/>
              </a:solidFill>
            </a:ln>
          </p:spPr>
          <p:txBody>
            <a:bodyPr wrap="square" lIns="0" tIns="0" rIns="0" bIns="0" rtlCol="0"/>
            <a:lstStyle/>
            <a:p>
              <a:endParaRPr sz="2000"/>
            </a:p>
          </p:txBody>
        </p:sp>
        <p:sp>
          <p:nvSpPr>
            <p:cNvPr id="114" name="object 110">
              <a:extLst>
                <a:ext uri="{FF2B5EF4-FFF2-40B4-BE49-F238E27FC236}">
                  <a16:creationId xmlns:a16="http://schemas.microsoft.com/office/drawing/2014/main" id="{ED648F7D-2133-4A7C-B10E-085CD087B02B}"/>
                </a:ext>
              </a:extLst>
            </p:cNvPr>
            <p:cNvSpPr/>
            <p:nvPr/>
          </p:nvSpPr>
          <p:spPr>
            <a:xfrm>
              <a:off x="4392168" y="4934714"/>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460F61"/>
            </a:solidFill>
          </p:spPr>
          <p:txBody>
            <a:bodyPr wrap="square" lIns="0" tIns="0" rIns="0" bIns="0" rtlCol="0"/>
            <a:lstStyle/>
            <a:p>
              <a:endParaRPr sz="2000"/>
            </a:p>
          </p:txBody>
        </p:sp>
        <p:sp>
          <p:nvSpPr>
            <p:cNvPr id="115" name="object 111">
              <a:extLst>
                <a:ext uri="{FF2B5EF4-FFF2-40B4-BE49-F238E27FC236}">
                  <a16:creationId xmlns:a16="http://schemas.microsoft.com/office/drawing/2014/main" id="{88459D8D-6C98-43D9-9CFB-08CB08F6F7A7}"/>
                </a:ext>
              </a:extLst>
            </p:cNvPr>
            <p:cNvSpPr/>
            <p:nvPr/>
          </p:nvSpPr>
          <p:spPr>
            <a:xfrm>
              <a:off x="4392168" y="4934714"/>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6" name="object 112">
              <a:extLst>
                <a:ext uri="{FF2B5EF4-FFF2-40B4-BE49-F238E27FC236}">
                  <a16:creationId xmlns:a16="http://schemas.microsoft.com/office/drawing/2014/main" id="{7E93982C-1878-43D2-B06D-21015D7FD6A6}"/>
                </a:ext>
              </a:extLst>
            </p:cNvPr>
            <p:cNvSpPr/>
            <p:nvPr/>
          </p:nvSpPr>
          <p:spPr>
            <a:xfrm>
              <a:off x="4392168" y="5020057"/>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460F61"/>
            </a:solidFill>
          </p:spPr>
          <p:txBody>
            <a:bodyPr wrap="square" lIns="0" tIns="0" rIns="0" bIns="0" rtlCol="0"/>
            <a:lstStyle/>
            <a:p>
              <a:endParaRPr sz="2000"/>
            </a:p>
          </p:txBody>
        </p:sp>
        <p:sp>
          <p:nvSpPr>
            <p:cNvPr id="117" name="object 113">
              <a:extLst>
                <a:ext uri="{FF2B5EF4-FFF2-40B4-BE49-F238E27FC236}">
                  <a16:creationId xmlns:a16="http://schemas.microsoft.com/office/drawing/2014/main" id="{4D1E5366-8F85-4081-9C43-B68A152349EB}"/>
                </a:ext>
              </a:extLst>
            </p:cNvPr>
            <p:cNvSpPr/>
            <p:nvPr/>
          </p:nvSpPr>
          <p:spPr>
            <a:xfrm>
              <a:off x="4392168" y="5020057"/>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8" name="object 114">
              <a:extLst>
                <a:ext uri="{FF2B5EF4-FFF2-40B4-BE49-F238E27FC236}">
                  <a16:creationId xmlns:a16="http://schemas.microsoft.com/office/drawing/2014/main" id="{DDA2C5F0-00F7-4390-9449-E4CCB2EEA0B9}"/>
                </a:ext>
              </a:extLst>
            </p:cNvPr>
            <p:cNvSpPr/>
            <p:nvPr/>
          </p:nvSpPr>
          <p:spPr>
            <a:xfrm>
              <a:off x="4392168" y="5105399"/>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460F61"/>
            </a:solidFill>
          </p:spPr>
          <p:txBody>
            <a:bodyPr wrap="square" lIns="0" tIns="0" rIns="0" bIns="0" rtlCol="0"/>
            <a:lstStyle/>
            <a:p>
              <a:endParaRPr sz="2000"/>
            </a:p>
          </p:txBody>
        </p:sp>
        <p:sp>
          <p:nvSpPr>
            <p:cNvPr id="119" name="object 115">
              <a:extLst>
                <a:ext uri="{FF2B5EF4-FFF2-40B4-BE49-F238E27FC236}">
                  <a16:creationId xmlns:a16="http://schemas.microsoft.com/office/drawing/2014/main" id="{42F80942-09B0-425A-9DA2-693A2FFD7927}"/>
                </a:ext>
              </a:extLst>
            </p:cNvPr>
            <p:cNvSpPr/>
            <p:nvPr/>
          </p:nvSpPr>
          <p:spPr>
            <a:xfrm>
              <a:off x="4392168" y="5105399"/>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0" name="object 116">
              <a:extLst>
                <a:ext uri="{FF2B5EF4-FFF2-40B4-BE49-F238E27FC236}">
                  <a16:creationId xmlns:a16="http://schemas.microsoft.com/office/drawing/2014/main" id="{A2816A34-A4A5-490C-94D3-C25468823DA3}"/>
                </a:ext>
              </a:extLst>
            </p:cNvPr>
            <p:cNvSpPr/>
            <p:nvPr/>
          </p:nvSpPr>
          <p:spPr>
            <a:xfrm>
              <a:off x="4392168" y="5190742"/>
              <a:ext cx="93345" cy="85725"/>
            </a:xfrm>
            <a:custGeom>
              <a:avLst/>
              <a:gdLst/>
              <a:ahLst/>
              <a:cxnLst/>
              <a:rect l="l" t="t" r="r" b="b"/>
              <a:pathLst>
                <a:path w="93345" h="85725">
                  <a:moveTo>
                    <a:pt x="92967" y="0"/>
                  </a:moveTo>
                  <a:lnTo>
                    <a:pt x="0" y="0"/>
                  </a:lnTo>
                  <a:lnTo>
                    <a:pt x="0" y="85342"/>
                  </a:lnTo>
                  <a:lnTo>
                    <a:pt x="92967" y="85342"/>
                  </a:lnTo>
                  <a:lnTo>
                    <a:pt x="92967" y="0"/>
                  </a:lnTo>
                  <a:close/>
                </a:path>
              </a:pathLst>
            </a:custGeom>
            <a:solidFill>
              <a:srgbClr val="460F61"/>
            </a:solidFill>
          </p:spPr>
          <p:txBody>
            <a:bodyPr wrap="square" lIns="0" tIns="0" rIns="0" bIns="0" rtlCol="0"/>
            <a:lstStyle/>
            <a:p>
              <a:endParaRPr sz="2000"/>
            </a:p>
          </p:txBody>
        </p:sp>
        <p:sp>
          <p:nvSpPr>
            <p:cNvPr id="121" name="object 117">
              <a:extLst>
                <a:ext uri="{FF2B5EF4-FFF2-40B4-BE49-F238E27FC236}">
                  <a16:creationId xmlns:a16="http://schemas.microsoft.com/office/drawing/2014/main" id="{9E720537-7C5E-4324-AA90-A8DE08D92FCE}"/>
                </a:ext>
              </a:extLst>
            </p:cNvPr>
            <p:cNvSpPr/>
            <p:nvPr/>
          </p:nvSpPr>
          <p:spPr>
            <a:xfrm>
              <a:off x="4392168" y="5190742"/>
              <a:ext cx="93345" cy="85725"/>
            </a:xfrm>
            <a:custGeom>
              <a:avLst/>
              <a:gdLst/>
              <a:ahLst/>
              <a:cxnLst/>
              <a:rect l="l" t="t" r="r" b="b"/>
              <a:pathLst>
                <a:path w="93345"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2" name="object 118">
              <a:extLst>
                <a:ext uri="{FF2B5EF4-FFF2-40B4-BE49-F238E27FC236}">
                  <a16:creationId xmlns:a16="http://schemas.microsoft.com/office/drawing/2014/main" id="{5F6695F7-9FEC-484D-9D52-59D8DC42990A}"/>
                </a:ext>
              </a:extLst>
            </p:cNvPr>
            <p:cNvSpPr/>
            <p:nvPr/>
          </p:nvSpPr>
          <p:spPr>
            <a:xfrm>
              <a:off x="4485132" y="493471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123" name="object 119">
              <a:extLst>
                <a:ext uri="{FF2B5EF4-FFF2-40B4-BE49-F238E27FC236}">
                  <a16:creationId xmlns:a16="http://schemas.microsoft.com/office/drawing/2014/main" id="{A0F5FA5B-8AD8-417C-A150-4CCDEDE1C589}"/>
                </a:ext>
              </a:extLst>
            </p:cNvPr>
            <p:cNvSpPr/>
            <p:nvPr/>
          </p:nvSpPr>
          <p:spPr>
            <a:xfrm>
              <a:off x="4485132" y="493471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4" name="object 120">
              <a:extLst>
                <a:ext uri="{FF2B5EF4-FFF2-40B4-BE49-F238E27FC236}">
                  <a16:creationId xmlns:a16="http://schemas.microsoft.com/office/drawing/2014/main" id="{63026DED-83DF-47A7-9D5F-F8C3C152F0B7}"/>
                </a:ext>
              </a:extLst>
            </p:cNvPr>
            <p:cNvSpPr/>
            <p:nvPr/>
          </p:nvSpPr>
          <p:spPr>
            <a:xfrm>
              <a:off x="4485132" y="50200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125" name="object 121">
              <a:extLst>
                <a:ext uri="{FF2B5EF4-FFF2-40B4-BE49-F238E27FC236}">
                  <a16:creationId xmlns:a16="http://schemas.microsoft.com/office/drawing/2014/main" id="{C8A754E1-E9A8-43EA-AA1E-7430BA23DCDC}"/>
                </a:ext>
              </a:extLst>
            </p:cNvPr>
            <p:cNvSpPr/>
            <p:nvPr/>
          </p:nvSpPr>
          <p:spPr>
            <a:xfrm>
              <a:off x="4485132" y="50200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6" name="object 122">
              <a:extLst>
                <a:ext uri="{FF2B5EF4-FFF2-40B4-BE49-F238E27FC236}">
                  <a16:creationId xmlns:a16="http://schemas.microsoft.com/office/drawing/2014/main" id="{97EA45FA-5691-45B8-9BC3-E95B6B012FB7}"/>
                </a:ext>
              </a:extLst>
            </p:cNvPr>
            <p:cNvSpPr/>
            <p:nvPr/>
          </p:nvSpPr>
          <p:spPr>
            <a:xfrm>
              <a:off x="4485132" y="5105399"/>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127" name="object 123">
              <a:extLst>
                <a:ext uri="{FF2B5EF4-FFF2-40B4-BE49-F238E27FC236}">
                  <a16:creationId xmlns:a16="http://schemas.microsoft.com/office/drawing/2014/main" id="{A5405F38-17F8-4DB0-B38B-1B57CC280BF7}"/>
                </a:ext>
              </a:extLst>
            </p:cNvPr>
            <p:cNvSpPr/>
            <p:nvPr/>
          </p:nvSpPr>
          <p:spPr>
            <a:xfrm>
              <a:off x="4485132" y="5105399"/>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8" name="object 124">
              <a:extLst>
                <a:ext uri="{FF2B5EF4-FFF2-40B4-BE49-F238E27FC236}">
                  <a16:creationId xmlns:a16="http://schemas.microsoft.com/office/drawing/2014/main" id="{ECE9F9F4-166A-4838-83E0-732101A4DDF0}"/>
                </a:ext>
              </a:extLst>
            </p:cNvPr>
            <p:cNvSpPr/>
            <p:nvPr/>
          </p:nvSpPr>
          <p:spPr>
            <a:xfrm>
              <a:off x="4485132" y="519074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460F61"/>
            </a:solidFill>
          </p:spPr>
          <p:txBody>
            <a:bodyPr wrap="square" lIns="0" tIns="0" rIns="0" bIns="0" rtlCol="0"/>
            <a:lstStyle/>
            <a:p>
              <a:endParaRPr sz="2000"/>
            </a:p>
          </p:txBody>
        </p:sp>
        <p:sp>
          <p:nvSpPr>
            <p:cNvPr id="129" name="object 125">
              <a:extLst>
                <a:ext uri="{FF2B5EF4-FFF2-40B4-BE49-F238E27FC236}">
                  <a16:creationId xmlns:a16="http://schemas.microsoft.com/office/drawing/2014/main" id="{D7DCB1E0-3020-4E8B-9E84-E4EF68FC8D30}"/>
                </a:ext>
              </a:extLst>
            </p:cNvPr>
            <p:cNvSpPr/>
            <p:nvPr/>
          </p:nvSpPr>
          <p:spPr>
            <a:xfrm>
              <a:off x="4485132" y="519074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30" name="object 126">
            <a:extLst>
              <a:ext uri="{FF2B5EF4-FFF2-40B4-BE49-F238E27FC236}">
                <a16:creationId xmlns:a16="http://schemas.microsoft.com/office/drawing/2014/main" id="{8CA688A5-36A3-48A1-BCCB-66E03225920E}"/>
              </a:ext>
            </a:extLst>
          </p:cNvPr>
          <p:cNvGrpSpPr/>
          <p:nvPr/>
        </p:nvGrpSpPr>
        <p:grpSpPr>
          <a:xfrm>
            <a:off x="1672732" y="2021558"/>
            <a:ext cx="829028" cy="393700"/>
            <a:chOff x="1505458" y="1819402"/>
            <a:chExt cx="746125" cy="354330"/>
          </a:xfrm>
        </p:grpSpPr>
        <p:sp>
          <p:nvSpPr>
            <p:cNvPr id="131" name="object 127">
              <a:extLst>
                <a:ext uri="{FF2B5EF4-FFF2-40B4-BE49-F238E27FC236}">
                  <a16:creationId xmlns:a16="http://schemas.microsoft.com/office/drawing/2014/main" id="{99ED2EA2-8DCA-437F-B5E5-C00D6FCE88DA}"/>
                </a:ext>
              </a:extLst>
            </p:cNvPr>
            <p:cNvSpPr/>
            <p:nvPr/>
          </p:nvSpPr>
          <p:spPr>
            <a:xfrm>
              <a:off x="1877568" y="182575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32" name="object 128">
              <a:extLst>
                <a:ext uri="{FF2B5EF4-FFF2-40B4-BE49-F238E27FC236}">
                  <a16:creationId xmlns:a16="http://schemas.microsoft.com/office/drawing/2014/main" id="{EC31592D-5D58-4E83-9825-38779BCC3C1B}"/>
                </a:ext>
              </a:extLst>
            </p:cNvPr>
            <p:cNvSpPr/>
            <p:nvPr/>
          </p:nvSpPr>
          <p:spPr>
            <a:xfrm>
              <a:off x="1877568" y="182575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3" name="object 129">
              <a:extLst>
                <a:ext uri="{FF2B5EF4-FFF2-40B4-BE49-F238E27FC236}">
                  <a16:creationId xmlns:a16="http://schemas.microsoft.com/office/drawing/2014/main" id="{96C71351-9548-4C78-B65B-2BCA277E44BD}"/>
                </a:ext>
              </a:extLst>
            </p:cNvPr>
            <p:cNvSpPr/>
            <p:nvPr/>
          </p:nvSpPr>
          <p:spPr>
            <a:xfrm>
              <a:off x="1877568" y="191109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34" name="object 130">
              <a:extLst>
                <a:ext uri="{FF2B5EF4-FFF2-40B4-BE49-F238E27FC236}">
                  <a16:creationId xmlns:a16="http://schemas.microsoft.com/office/drawing/2014/main" id="{028ED264-F338-4230-AC4A-496AB1E2261E}"/>
                </a:ext>
              </a:extLst>
            </p:cNvPr>
            <p:cNvSpPr/>
            <p:nvPr/>
          </p:nvSpPr>
          <p:spPr>
            <a:xfrm>
              <a:off x="1877568" y="191109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5" name="object 131">
              <a:extLst>
                <a:ext uri="{FF2B5EF4-FFF2-40B4-BE49-F238E27FC236}">
                  <a16:creationId xmlns:a16="http://schemas.microsoft.com/office/drawing/2014/main" id="{F41F55F6-D5BD-447B-9050-5C6EF27A721F}"/>
                </a:ext>
              </a:extLst>
            </p:cNvPr>
            <p:cNvSpPr/>
            <p:nvPr/>
          </p:nvSpPr>
          <p:spPr>
            <a:xfrm>
              <a:off x="1877568" y="199644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36" name="object 132">
              <a:extLst>
                <a:ext uri="{FF2B5EF4-FFF2-40B4-BE49-F238E27FC236}">
                  <a16:creationId xmlns:a16="http://schemas.microsoft.com/office/drawing/2014/main" id="{34CCF56D-7945-4518-90AD-5C1A987CF14A}"/>
                </a:ext>
              </a:extLst>
            </p:cNvPr>
            <p:cNvSpPr/>
            <p:nvPr/>
          </p:nvSpPr>
          <p:spPr>
            <a:xfrm>
              <a:off x="1877568" y="199644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7" name="object 133">
              <a:extLst>
                <a:ext uri="{FF2B5EF4-FFF2-40B4-BE49-F238E27FC236}">
                  <a16:creationId xmlns:a16="http://schemas.microsoft.com/office/drawing/2014/main" id="{69589C3F-3F22-4EC7-BD9F-7AAE4B91718B}"/>
                </a:ext>
              </a:extLst>
            </p:cNvPr>
            <p:cNvSpPr/>
            <p:nvPr/>
          </p:nvSpPr>
          <p:spPr>
            <a:xfrm>
              <a:off x="1877568" y="208178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38" name="object 134">
              <a:extLst>
                <a:ext uri="{FF2B5EF4-FFF2-40B4-BE49-F238E27FC236}">
                  <a16:creationId xmlns:a16="http://schemas.microsoft.com/office/drawing/2014/main" id="{5F93DF91-16C4-47F5-9220-7E688019CE55}"/>
                </a:ext>
              </a:extLst>
            </p:cNvPr>
            <p:cNvSpPr/>
            <p:nvPr/>
          </p:nvSpPr>
          <p:spPr>
            <a:xfrm>
              <a:off x="1877568" y="208178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9" name="object 135">
              <a:extLst>
                <a:ext uri="{FF2B5EF4-FFF2-40B4-BE49-F238E27FC236}">
                  <a16:creationId xmlns:a16="http://schemas.microsoft.com/office/drawing/2014/main" id="{90B66FC3-E29D-4D3C-8FAE-7F337B485913}"/>
                </a:ext>
              </a:extLst>
            </p:cNvPr>
            <p:cNvSpPr/>
            <p:nvPr/>
          </p:nvSpPr>
          <p:spPr>
            <a:xfrm>
              <a:off x="1511808" y="182575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40" name="object 136">
              <a:extLst>
                <a:ext uri="{FF2B5EF4-FFF2-40B4-BE49-F238E27FC236}">
                  <a16:creationId xmlns:a16="http://schemas.microsoft.com/office/drawing/2014/main" id="{B44F45EE-3396-48C6-AC38-1776FFB579A0}"/>
                </a:ext>
              </a:extLst>
            </p:cNvPr>
            <p:cNvSpPr/>
            <p:nvPr/>
          </p:nvSpPr>
          <p:spPr>
            <a:xfrm>
              <a:off x="1511808" y="182575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1" name="object 137">
              <a:extLst>
                <a:ext uri="{FF2B5EF4-FFF2-40B4-BE49-F238E27FC236}">
                  <a16:creationId xmlns:a16="http://schemas.microsoft.com/office/drawing/2014/main" id="{7B154FAF-DDF8-4B4D-88AC-40068BA10569}"/>
                </a:ext>
              </a:extLst>
            </p:cNvPr>
            <p:cNvSpPr/>
            <p:nvPr/>
          </p:nvSpPr>
          <p:spPr>
            <a:xfrm>
              <a:off x="1604772" y="18257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42" name="object 138">
              <a:extLst>
                <a:ext uri="{FF2B5EF4-FFF2-40B4-BE49-F238E27FC236}">
                  <a16:creationId xmlns:a16="http://schemas.microsoft.com/office/drawing/2014/main" id="{97215196-9FEB-4033-A36D-E97F4AA459C1}"/>
                </a:ext>
              </a:extLst>
            </p:cNvPr>
            <p:cNvSpPr/>
            <p:nvPr/>
          </p:nvSpPr>
          <p:spPr>
            <a:xfrm>
              <a:off x="1604772" y="18257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3" name="object 139">
              <a:extLst>
                <a:ext uri="{FF2B5EF4-FFF2-40B4-BE49-F238E27FC236}">
                  <a16:creationId xmlns:a16="http://schemas.microsoft.com/office/drawing/2014/main" id="{1B5C2F4C-8B5A-4D9A-83F3-6B0C39B7B085}"/>
                </a:ext>
              </a:extLst>
            </p:cNvPr>
            <p:cNvSpPr/>
            <p:nvPr/>
          </p:nvSpPr>
          <p:spPr>
            <a:xfrm>
              <a:off x="1696212" y="182575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44" name="object 140">
              <a:extLst>
                <a:ext uri="{FF2B5EF4-FFF2-40B4-BE49-F238E27FC236}">
                  <a16:creationId xmlns:a16="http://schemas.microsoft.com/office/drawing/2014/main" id="{12885062-BAA8-42B6-A6DD-ED3506D974B7}"/>
                </a:ext>
              </a:extLst>
            </p:cNvPr>
            <p:cNvSpPr/>
            <p:nvPr/>
          </p:nvSpPr>
          <p:spPr>
            <a:xfrm>
              <a:off x="1696212" y="182575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5" name="object 141">
              <a:extLst>
                <a:ext uri="{FF2B5EF4-FFF2-40B4-BE49-F238E27FC236}">
                  <a16:creationId xmlns:a16="http://schemas.microsoft.com/office/drawing/2014/main" id="{8834DF85-A69C-47D5-B906-4D7D6290DB06}"/>
                </a:ext>
              </a:extLst>
            </p:cNvPr>
            <p:cNvSpPr/>
            <p:nvPr/>
          </p:nvSpPr>
          <p:spPr>
            <a:xfrm>
              <a:off x="1511808" y="191109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46" name="object 142">
              <a:extLst>
                <a:ext uri="{FF2B5EF4-FFF2-40B4-BE49-F238E27FC236}">
                  <a16:creationId xmlns:a16="http://schemas.microsoft.com/office/drawing/2014/main" id="{F3CFEEAD-205E-42E0-984E-D55B6E0684D1}"/>
                </a:ext>
              </a:extLst>
            </p:cNvPr>
            <p:cNvSpPr/>
            <p:nvPr/>
          </p:nvSpPr>
          <p:spPr>
            <a:xfrm>
              <a:off x="1511808" y="191109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7" name="object 143">
              <a:extLst>
                <a:ext uri="{FF2B5EF4-FFF2-40B4-BE49-F238E27FC236}">
                  <a16:creationId xmlns:a16="http://schemas.microsoft.com/office/drawing/2014/main" id="{AEA69D2C-5599-4276-BDA1-75DD6656FDE1}"/>
                </a:ext>
              </a:extLst>
            </p:cNvPr>
            <p:cNvSpPr/>
            <p:nvPr/>
          </p:nvSpPr>
          <p:spPr>
            <a:xfrm>
              <a:off x="1604772" y="19110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48" name="object 144">
              <a:extLst>
                <a:ext uri="{FF2B5EF4-FFF2-40B4-BE49-F238E27FC236}">
                  <a16:creationId xmlns:a16="http://schemas.microsoft.com/office/drawing/2014/main" id="{93779248-BA84-42C9-AF51-9F0EC1C07465}"/>
                </a:ext>
              </a:extLst>
            </p:cNvPr>
            <p:cNvSpPr/>
            <p:nvPr/>
          </p:nvSpPr>
          <p:spPr>
            <a:xfrm>
              <a:off x="1604772" y="19110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9" name="object 145">
              <a:extLst>
                <a:ext uri="{FF2B5EF4-FFF2-40B4-BE49-F238E27FC236}">
                  <a16:creationId xmlns:a16="http://schemas.microsoft.com/office/drawing/2014/main" id="{9ACE5EF0-600C-4C4A-98CE-06F003B1E032}"/>
                </a:ext>
              </a:extLst>
            </p:cNvPr>
            <p:cNvSpPr/>
            <p:nvPr/>
          </p:nvSpPr>
          <p:spPr>
            <a:xfrm>
              <a:off x="1696212" y="191109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50" name="object 146">
              <a:extLst>
                <a:ext uri="{FF2B5EF4-FFF2-40B4-BE49-F238E27FC236}">
                  <a16:creationId xmlns:a16="http://schemas.microsoft.com/office/drawing/2014/main" id="{964CA41D-FB2E-41F8-BD52-0D4C4BB88004}"/>
                </a:ext>
              </a:extLst>
            </p:cNvPr>
            <p:cNvSpPr/>
            <p:nvPr/>
          </p:nvSpPr>
          <p:spPr>
            <a:xfrm>
              <a:off x="1696212" y="191109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1" name="object 147">
              <a:extLst>
                <a:ext uri="{FF2B5EF4-FFF2-40B4-BE49-F238E27FC236}">
                  <a16:creationId xmlns:a16="http://schemas.microsoft.com/office/drawing/2014/main" id="{565E6DCD-1136-4BB2-9AC1-C29F17D22C8C}"/>
                </a:ext>
              </a:extLst>
            </p:cNvPr>
            <p:cNvSpPr/>
            <p:nvPr/>
          </p:nvSpPr>
          <p:spPr>
            <a:xfrm>
              <a:off x="1511808" y="199644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52" name="object 148">
              <a:extLst>
                <a:ext uri="{FF2B5EF4-FFF2-40B4-BE49-F238E27FC236}">
                  <a16:creationId xmlns:a16="http://schemas.microsoft.com/office/drawing/2014/main" id="{3310FFAE-F68C-47C6-B393-DBF82A94BCF9}"/>
                </a:ext>
              </a:extLst>
            </p:cNvPr>
            <p:cNvSpPr/>
            <p:nvPr/>
          </p:nvSpPr>
          <p:spPr>
            <a:xfrm>
              <a:off x="1511808" y="199644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3" name="object 149">
              <a:extLst>
                <a:ext uri="{FF2B5EF4-FFF2-40B4-BE49-F238E27FC236}">
                  <a16:creationId xmlns:a16="http://schemas.microsoft.com/office/drawing/2014/main" id="{E0A5D9F1-C1BE-41C8-BC8D-E34C4E14E0F3}"/>
                </a:ext>
              </a:extLst>
            </p:cNvPr>
            <p:cNvSpPr/>
            <p:nvPr/>
          </p:nvSpPr>
          <p:spPr>
            <a:xfrm>
              <a:off x="1604772" y="19964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54" name="object 150">
              <a:extLst>
                <a:ext uri="{FF2B5EF4-FFF2-40B4-BE49-F238E27FC236}">
                  <a16:creationId xmlns:a16="http://schemas.microsoft.com/office/drawing/2014/main" id="{51A5F3E5-C328-47EB-895F-A8221C159A40}"/>
                </a:ext>
              </a:extLst>
            </p:cNvPr>
            <p:cNvSpPr/>
            <p:nvPr/>
          </p:nvSpPr>
          <p:spPr>
            <a:xfrm>
              <a:off x="1604772" y="19964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5" name="object 151">
              <a:extLst>
                <a:ext uri="{FF2B5EF4-FFF2-40B4-BE49-F238E27FC236}">
                  <a16:creationId xmlns:a16="http://schemas.microsoft.com/office/drawing/2014/main" id="{C4BFDF1C-698E-4558-91AF-90A00122B166}"/>
                </a:ext>
              </a:extLst>
            </p:cNvPr>
            <p:cNvSpPr/>
            <p:nvPr/>
          </p:nvSpPr>
          <p:spPr>
            <a:xfrm>
              <a:off x="1696212" y="199644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56" name="object 152">
              <a:extLst>
                <a:ext uri="{FF2B5EF4-FFF2-40B4-BE49-F238E27FC236}">
                  <a16:creationId xmlns:a16="http://schemas.microsoft.com/office/drawing/2014/main" id="{5DD783EA-6613-4163-97AC-93C27492A77A}"/>
                </a:ext>
              </a:extLst>
            </p:cNvPr>
            <p:cNvSpPr/>
            <p:nvPr/>
          </p:nvSpPr>
          <p:spPr>
            <a:xfrm>
              <a:off x="1696212" y="199644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7" name="object 153">
              <a:extLst>
                <a:ext uri="{FF2B5EF4-FFF2-40B4-BE49-F238E27FC236}">
                  <a16:creationId xmlns:a16="http://schemas.microsoft.com/office/drawing/2014/main" id="{91B22A26-6867-487A-87D9-C1A502B5630A}"/>
                </a:ext>
              </a:extLst>
            </p:cNvPr>
            <p:cNvSpPr/>
            <p:nvPr/>
          </p:nvSpPr>
          <p:spPr>
            <a:xfrm>
              <a:off x="1511808" y="208178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58" name="object 154">
              <a:extLst>
                <a:ext uri="{FF2B5EF4-FFF2-40B4-BE49-F238E27FC236}">
                  <a16:creationId xmlns:a16="http://schemas.microsoft.com/office/drawing/2014/main" id="{4A5333EF-2C0C-4584-AC9A-5B0A54F00D1D}"/>
                </a:ext>
              </a:extLst>
            </p:cNvPr>
            <p:cNvSpPr/>
            <p:nvPr/>
          </p:nvSpPr>
          <p:spPr>
            <a:xfrm>
              <a:off x="1511808" y="208178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9" name="object 155">
              <a:extLst>
                <a:ext uri="{FF2B5EF4-FFF2-40B4-BE49-F238E27FC236}">
                  <a16:creationId xmlns:a16="http://schemas.microsoft.com/office/drawing/2014/main" id="{57023290-D462-41FE-B3B9-A399824646E9}"/>
                </a:ext>
              </a:extLst>
            </p:cNvPr>
            <p:cNvSpPr/>
            <p:nvPr/>
          </p:nvSpPr>
          <p:spPr>
            <a:xfrm>
              <a:off x="1604772" y="20817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60" name="object 156">
              <a:extLst>
                <a:ext uri="{FF2B5EF4-FFF2-40B4-BE49-F238E27FC236}">
                  <a16:creationId xmlns:a16="http://schemas.microsoft.com/office/drawing/2014/main" id="{820868E2-A0B6-4C4B-8A8D-B9B8175FFEFB}"/>
                </a:ext>
              </a:extLst>
            </p:cNvPr>
            <p:cNvSpPr/>
            <p:nvPr/>
          </p:nvSpPr>
          <p:spPr>
            <a:xfrm>
              <a:off x="1604772" y="20817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1" name="object 157">
              <a:extLst>
                <a:ext uri="{FF2B5EF4-FFF2-40B4-BE49-F238E27FC236}">
                  <a16:creationId xmlns:a16="http://schemas.microsoft.com/office/drawing/2014/main" id="{C2CBCE67-3736-42C1-873E-2DB1B2568042}"/>
                </a:ext>
              </a:extLst>
            </p:cNvPr>
            <p:cNvSpPr/>
            <p:nvPr/>
          </p:nvSpPr>
          <p:spPr>
            <a:xfrm>
              <a:off x="1696212" y="208178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62" name="object 158">
              <a:extLst>
                <a:ext uri="{FF2B5EF4-FFF2-40B4-BE49-F238E27FC236}">
                  <a16:creationId xmlns:a16="http://schemas.microsoft.com/office/drawing/2014/main" id="{422A4CB4-6950-416E-97BF-4D6A0936440E}"/>
                </a:ext>
              </a:extLst>
            </p:cNvPr>
            <p:cNvSpPr/>
            <p:nvPr/>
          </p:nvSpPr>
          <p:spPr>
            <a:xfrm>
              <a:off x="1696212" y="208178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3" name="object 159">
              <a:extLst>
                <a:ext uri="{FF2B5EF4-FFF2-40B4-BE49-F238E27FC236}">
                  <a16:creationId xmlns:a16="http://schemas.microsoft.com/office/drawing/2014/main" id="{3F10D4D6-B5CD-49E5-BE59-5265724E0F22}"/>
                </a:ext>
              </a:extLst>
            </p:cNvPr>
            <p:cNvSpPr/>
            <p:nvPr/>
          </p:nvSpPr>
          <p:spPr>
            <a:xfrm>
              <a:off x="1789176" y="18257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64" name="object 160">
              <a:extLst>
                <a:ext uri="{FF2B5EF4-FFF2-40B4-BE49-F238E27FC236}">
                  <a16:creationId xmlns:a16="http://schemas.microsoft.com/office/drawing/2014/main" id="{B6E7D57E-FC37-47AF-B6D2-79349906729D}"/>
                </a:ext>
              </a:extLst>
            </p:cNvPr>
            <p:cNvSpPr/>
            <p:nvPr/>
          </p:nvSpPr>
          <p:spPr>
            <a:xfrm>
              <a:off x="1789176" y="18257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5" name="object 161">
              <a:extLst>
                <a:ext uri="{FF2B5EF4-FFF2-40B4-BE49-F238E27FC236}">
                  <a16:creationId xmlns:a16="http://schemas.microsoft.com/office/drawing/2014/main" id="{1C895876-F7C2-4DBA-B974-F550E358F073}"/>
                </a:ext>
              </a:extLst>
            </p:cNvPr>
            <p:cNvSpPr/>
            <p:nvPr/>
          </p:nvSpPr>
          <p:spPr>
            <a:xfrm>
              <a:off x="1789176" y="19110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66" name="object 162">
              <a:extLst>
                <a:ext uri="{FF2B5EF4-FFF2-40B4-BE49-F238E27FC236}">
                  <a16:creationId xmlns:a16="http://schemas.microsoft.com/office/drawing/2014/main" id="{E6CA466A-3911-42BF-AFEB-88F054345BAA}"/>
                </a:ext>
              </a:extLst>
            </p:cNvPr>
            <p:cNvSpPr/>
            <p:nvPr/>
          </p:nvSpPr>
          <p:spPr>
            <a:xfrm>
              <a:off x="1789176" y="19110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7" name="object 163">
              <a:extLst>
                <a:ext uri="{FF2B5EF4-FFF2-40B4-BE49-F238E27FC236}">
                  <a16:creationId xmlns:a16="http://schemas.microsoft.com/office/drawing/2014/main" id="{A594C4D0-50D3-473B-96FF-071E25DDD6D1}"/>
                </a:ext>
              </a:extLst>
            </p:cNvPr>
            <p:cNvSpPr/>
            <p:nvPr/>
          </p:nvSpPr>
          <p:spPr>
            <a:xfrm>
              <a:off x="1789176" y="19964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68" name="object 164">
              <a:extLst>
                <a:ext uri="{FF2B5EF4-FFF2-40B4-BE49-F238E27FC236}">
                  <a16:creationId xmlns:a16="http://schemas.microsoft.com/office/drawing/2014/main" id="{5B23B962-4D07-4A25-B1BA-BD503FB2BEF5}"/>
                </a:ext>
              </a:extLst>
            </p:cNvPr>
            <p:cNvSpPr/>
            <p:nvPr/>
          </p:nvSpPr>
          <p:spPr>
            <a:xfrm>
              <a:off x="1789176" y="19964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9" name="object 165">
              <a:extLst>
                <a:ext uri="{FF2B5EF4-FFF2-40B4-BE49-F238E27FC236}">
                  <a16:creationId xmlns:a16="http://schemas.microsoft.com/office/drawing/2014/main" id="{80DC6244-8E6D-4A40-AFD4-98CC804A27B6}"/>
                </a:ext>
              </a:extLst>
            </p:cNvPr>
            <p:cNvSpPr/>
            <p:nvPr/>
          </p:nvSpPr>
          <p:spPr>
            <a:xfrm>
              <a:off x="1789176" y="20817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0" name="object 166">
              <a:extLst>
                <a:ext uri="{FF2B5EF4-FFF2-40B4-BE49-F238E27FC236}">
                  <a16:creationId xmlns:a16="http://schemas.microsoft.com/office/drawing/2014/main" id="{A73CC6F9-29D5-448F-AAFD-CD207FFEAFAD}"/>
                </a:ext>
              </a:extLst>
            </p:cNvPr>
            <p:cNvSpPr/>
            <p:nvPr/>
          </p:nvSpPr>
          <p:spPr>
            <a:xfrm>
              <a:off x="1789176" y="20817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1" name="object 167">
              <a:extLst>
                <a:ext uri="{FF2B5EF4-FFF2-40B4-BE49-F238E27FC236}">
                  <a16:creationId xmlns:a16="http://schemas.microsoft.com/office/drawing/2014/main" id="{035E65C1-3F7F-4875-A335-CB1F65EC77AD}"/>
                </a:ext>
              </a:extLst>
            </p:cNvPr>
            <p:cNvSpPr/>
            <p:nvPr/>
          </p:nvSpPr>
          <p:spPr>
            <a:xfrm>
              <a:off x="1970531" y="18257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2" name="object 168">
              <a:extLst>
                <a:ext uri="{FF2B5EF4-FFF2-40B4-BE49-F238E27FC236}">
                  <a16:creationId xmlns:a16="http://schemas.microsoft.com/office/drawing/2014/main" id="{BF5968E2-80D1-4592-AE6F-6A1C73FAC29C}"/>
                </a:ext>
              </a:extLst>
            </p:cNvPr>
            <p:cNvSpPr/>
            <p:nvPr/>
          </p:nvSpPr>
          <p:spPr>
            <a:xfrm>
              <a:off x="1970531" y="18257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3" name="object 169">
              <a:extLst>
                <a:ext uri="{FF2B5EF4-FFF2-40B4-BE49-F238E27FC236}">
                  <a16:creationId xmlns:a16="http://schemas.microsoft.com/office/drawing/2014/main" id="{18F6341A-A331-4A58-BDAE-D9A0902C8E2C}"/>
                </a:ext>
              </a:extLst>
            </p:cNvPr>
            <p:cNvSpPr/>
            <p:nvPr/>
          </p:nvSpPr>
          <p:spPr>
            <a:xfrm>
              <a:off x="1970531" y="19110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4" name="object 170">
              <a:extLst>
                <a:ext uri="{FF2B5EF4-FFF2-40B4-BE49-F238E27FC236}">
                  <a16:creationId xmlns:a16="http://schemas.microsoft.com/office/drawing/2014/main" id="{50906300-030C-4D3E-B153-EA2D1EFD85BC}"/>
                </a:ext>
              </a:extLst>
            </p:cNvPr>
            <p:cNvSpPr/>
            <p:nvPr/>
          </p:nvSpPr>
          <p:spPr>
            <a:xfrm>
              <a:off x="1970531" y="19110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5" name="object 171">
              <a:extLst>
                <a:ext uri="{FF2B5EF4-FFF2-40B4-BE49-F238E27FC236}">
                  <a16:creationId xmlns:a16="http://schemas.microsoft.com/office/drawing/2014/main" id="{17CFB803-973D-4EBF-B438-8D7579082048}"/>
                </a:ext>
              </a:extLst>
            </p:cNvPr>
            <p:cNvSpPr/>
            <p:nvPr/>
          </p:nvSpPr>
          <p:spPr>
            <a:xfrm>
              <a:off x="1970531" y="199644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6" name="object 172">
              <a:extLst>
                <a:ext uri="{FF2B5EF4-FFF2-40B4-BE49-F238E27FC236}">
                  <a16:creationId xmlns:a16="http://schemas.microsoft.com/office/drawing/2014/main" id="{01802B63-C532-4C8A-9823-D5FF08CA7F56}"/>
                </a:ext>
              </a:extLst>
            </p:cNvPr>
            <p:cNvSpPr/>
            <p:nvPr/>
          </p:nvSpPr>
          <p:spPr>
            <a:xfrm>
              <a:off x="1970531" y="199644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7" name="object 173">
              <a:extLst>
                <a:ext uri="{FF2B5EF4-FFF2-40B4-BE49-F238E27FC236}">
                  <a16:creationId xmlns:a16="http://schemas.microsoft.com/office/drawing/2014/main" id="{14F740CD-83F8-422C-A8E9-1A99D52ACFA6}"/>
                </a:ext>
              </a:extLst>
            </p:cNvPr>
            <p:cNvSpPr/>
            <p:nvPr/>
          </p:nvSpPr>
          <p:spPr>
            <a:xfrm>
              <a:off x="1970531" y="208178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178" name="object 174">
              <a:extLst>
                <a:ext uri="{FF2B5EF4-FFF2-40B4-BE49-F238E27FC236}">
                  <a16:creationId xmlns:a16="http://schemas.microsoft.com/office/drawing/2014/main" id="{6080C7DD-207C-4802-BD62-23E61B3EDF4B}"/>
                </a:ext>
              </a:extLst>
            </p:cNvPr>
            <p:cNvSpPr/>
            <p:nvPr/>
          </p:nvSpPr>
          <p:spPr>
            <a:xfrm>
              <a:off x="1970531" y="208178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9" name="object 175">
              <a:extLst>
                <a:ext uri="{FF2B5EF4-FFF2-40B4-BE49-F238E27FC236}">
                  <a16:creationId xmlns:a16="http://schemas.microsoft.com/office/drawing/2014/main" id="{CA389886-0528-4991-A903-BE42CBC953E5}"/>
                </a:ext>
              </a:extLst>
            </p:cNvPr>
            <p:cNvSpPr/>
            <p:nvPr/>
          </p:nvSpPr>
          <p:spPr>
            <a:xfrm>
              <a:off x="2151888" y="182575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0" name="object 176">
              <a:extLst>
                <a:ext uri="{FF2B5EF4-FFF2-40B4-BE49-F238E27FC236}">
                  <a16:creationId xmlns:a16="http://schemas.microsoft.com/office/drawing/2014/main" id="{3289FE03-DDD0-4D87-BDE9-E21474A4A7E0}"/>
                </a:ext>
              </a:extLst>
            </p:cNvPr>
            <p:cNvSpPr/>
            <p:nvPr/>
          </p:nvSpPr>
          <p:spPr>
            <a:xfrm>
              <a:off x="2151888" y="182575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1" name="object 177">
              <a:extLst>
                <a:ext uri="{FF2B5EF4-FFF2-40B4-BE49-F238E27FC236}">
                  <a16:creationId xmlns:a16="http://schemas.microsoft.com/office/drawing/2014/main" id="{05D8D34B-D116-4082-BFFA-335E497DD0B1}"/>
                </a:ext>
              </a:extLst>
            </p:cNvPr>
            <p:cNvSpPr/>
            <p:nvPr/>
          </p:nvSpPr>
          <p:spPr>
            <a:xfrm>
              <a:off x="2151888" y="191109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2" name="object 178">
              <a:extLst>
                <a:ext uri="{FF2B5EF4-FFF2-40B4-BE49-F238E27FC236}">
                  <a16:creationId xmlns:a16="http://schemas.microsoft.com/office/drawing/2014/main" id="{BDE343A4-1384-4C93-AE54-CD35FE4C495B}"/>
                </a:ext>
              </a:extLst>
            </p:cNvPr>
            <p:cNvSpPr/>
            <p:nvPr/>
          </p:nvSpPr>
          <p:spPr>
            <a:xfrm>
              <a:off x="2151888" y="191109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3" name="object 179">
              <a:extLst>
                <a:ext uri="{FF2B5EF4-FFF2-40B4-BE49-F238E27FC236}">
                  <a16:creationId xmlns:a16="http://schemas.microsoft.com/office/drawing/2014/main" id="{CC197C51-5159-42C4-8AB0-DA40A4C56713}"/>
                </a:ext>
              </a:extLst>
            </p:cNvPr>
            <p:cNvSpPr/>
            <p:nvPr/>
          </p:nvSpPr>
          <p:spPr>
            <a:xfrm>
              <a:off x="2151888" y="199644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4" name="object 180">
              <a:extLst>
                <a:ext uri="{FF2B5EF4-FFF2-40B4-BE49-F238E27FC236}">
                  <a16:creationId xmlns:a16="http://schemas.microsoft.com/office/drawing/2014/main" id="{C74D8636-BBEC-4106-8287-8FB9B8B841F5}"/>
                </a:ext>
              </a:extLst>
            </p:cNvPr>
            <p:cNvSpPr/>
            <p:nvPr/>
          </p:nvSpPr>
          <p:spPr>
            <a:xfrm>
              <a:off x="2151888" y="199644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5" name="object 181">
              <a:extLst>
                <a:ext uri="{FF2B5EF4-FFF2-40B4-BE49-F238E27FC236}">
                  <a16:creationId xmlns:a16="http://schemas.microsoft.com/office/drawing/2014/main" id="{7D01917A-6486-4834-9B05-9E27C055B931}"/>
                </a:ext>
              </a:extLst>
            </p:cNvPr>
            <p:cNvSpPr/>
            <p:nvPr/>
          </p:nvSpPr>
          <p:spPr>
            <a:xfrm>
              <a:off x="2151888" y="208178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186" name="object 182">
              <a:extLst>
                <a:ext uri="{FF2B5EF4-FFF2-40B4-BE49-F238E27FC236}">
                  <a16:creationId xmlns:a16="http://schemas.microsoft.com/office/drawing/2014/main" id="{499AD6C3-863F-456F-86E2-AB907A2F1C05}"/>
                </a:ext>
              </a:extLst>
            </p:cNvPr>
            <p:cNvSpPr/>
            <p:nvPr/>
          </p:nvSpPr>
          <p:spPr>
            <a:xfrm>
              <a:off x="2151888" y="208178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7" name="object 183">
              <a:extLst>
                <a:ext uri="{FF2B5EF4-FFF2-40B4-BE49-F238E27FC236}">
                  <a16:creationId xmlns:a16="http://schemas.microsoft.com/office/drawing/2014/main" id="{8186017A-5345-4A57-9FCC-5B3C353CE10B}"/>
                </a:ext>
              </a:extLst>
            </p:cNvPr>
            <p:cNvSpPr/>
            <p:nvPr/>
          </p:nvSpPr>
          <p:spPr>
            <a:xfrm>
              <a:off x="2061972" y="182575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88" name="object 184">
              <a:extLst>
                <a:ext uri="{FF2B5EF4-FFF2-40B4-BE49-F238E27FC236}">
                  <a16:creationId xmlns:a16="http://schemas.microsoft.com/office/drawing/2014/main" id="{AFC37A2E-67B1-412B-9199-345A48F7A34E}"/>
                </a:ext>
              </a:extLst>
            </p:cNvPr>
            <p:cNvSpPr/>
            <p:nvPr/>
          </p:nvSpPr>
          <p:spPr>
            <a:xfrm>
              <a:off x="2061972" y="182575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9" name="object 185">
              <a:extLst>
                <a:ext uri="{FF2B5EF4-FFF2-40B4-BE49-F238E27FC236}">
                  <a16:creationId xmlns:a16="http://schemas.microsoft.com/office/drawing/2014/main" id="{E8D614F4-582A-4C70-91FE-5298504C09FD}"/>
                </a:ext>
              </a:extLst>
            </p:cNvPr>
            <p:cNvSpPr/>
            <p:nvPr/>
          </p:nvSpPr>
          <p:spPr>
            <a:xfrm>
              <a:off x="2061972" y="191109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90" name="object 186">
              <a:extLst>
                <a:ext uri="{FF2B5EF4-FFF2-40B4-BE49-F238E27FC236}">
                  <a16:creationId xmlns:a16="http://schemas.microsoft.com/office/drawing/2014/main" id="{80C13B2B-275B-477B-A592-49F6AF326CE8}"/>
                </a:ext>
              </a:extLst>
            </p:cNvPr>
            <p:cNvSpPr/>
            <p:nvPr/>
          </p:nvSpPr>
          <p:spPr>
            <a:xfrm>
              <a:off x="2061972" y="191109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1" name="object 187">
              <a:extLst>
                <a:ext uri="{FF2B5EF4-FFF2-40B4-BE49-F238E27FC236}">
                  <a16:creationId xmlns:a16="http://schemas.microsoft.com/office/drawing/2014/main" id="{FBE85D7D-C847-4BA4-8047-02CB972332DC}"/>
                </a:ext>
              </a:extLst>
            </p:cNvPr>
            <p:cNvSpPr/>
            <p:nvPr/>
          </p:nvSpPr>
          <p:spPr>
            <a:xfrm>
              <a:off x="2061972" y="199644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92" name="object 188">
              <a:extLst>
                <a:ext uri="{FF2B5EF4-FFF2-40B4-BE49-F238E27FC236}">
                  <a16:creationId xmlns:a16="http://schemas.microsoft.com/office/drawing/2014/main" id="{0AE32BE9-FB5D-4AA8-B444-56CD5693E03B}"/>
                </a:ext>
              </a:extLst>
            </p:cNvPr>
            <p:cNvSpPr/>
            <p:nvPr/>
          </p:nvSpPr>
          <p:spPr>
            <a:xfrm>
              <a:off x="2061972" y="199644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3" name="object 189">
              <a:extLst>
                <a:ext uri="{FF2B5EF4-FFF2-40B4-BE49-F238E27FC236}">
                  <a16:creationId xmlns:a16="http://schemas.microsoft.com/office/drawing/2014/main" id="{A46072B7-64C3-4C92-AAC1-AD121B073890}"/>
                </a:ext>
              </a:extLst>
            </p:cNvPr>
            <p:cNvSpPr/>
            <p:nvPr/>
          </p:nvSpPr>
          <p:spPr>
            <a:xfrm>
              <a:off x="2061972" y="208178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194" name="object 190">
              <a:extLst>
                <a:ext uri="{FF2B5EF4-FFF2-40B4-BE49-F238E27FC236}">
                  <a16:creationId xmlns:a16="http://schemas.microsoft.com/office/drawing/2014/main" id="{FB4E042B-7C87-40AF-B219-F805DC410820}"/>
                </a:ext>
              </a:extLst>
            </p:cNvPr>
            <p:cNvSpPr/>
            <p:nvPr/>
          </p:nvSpPr>
          <p:spPr>
            <a:xfrm>
              <a:off x="2061972" y="208178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95" name="object 191">
            <a:extLst>
              <a:ext uri="{FF2B5EF4-FFF2-40B4-BE49-F238E27FC236}">
                <a16:creationId xmlns:a16="http://schemas.microsoft.com/office/drawing/2014/main" id="{E6BE7504-83E3-4734-95DF-5F70E205FE34}"/>
              </a:ext>
            </a:extLst>
          </p:cNvPr>
          <p:cNvSpPr txBox="1"/>
          <p:nvPr/>
        </p:nvSpPr>
        <p:spPr>
          <a:xfrm>
            <a:off x="2617328" y="203073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196" name="object 192">
            <a:extLst>
              <a:ext uri="{FF2B5EF4-FFF2-40B4-BE49-F238E27FC236}">
                <a16:creationId xmlns:a16="http://schemas.microsoft.com/office/drawing/2014/main" id="{3E5451D9-788C-4CF2-AB05-5257DB0EE4EC}"/>
              </a:ext>
            </a:extLst>
          </p:cNvPr>
          <p:cNvSpPr txBox="1"/>
          <p:nvPr/>
        </p:nvSpPr>
        <p:spPr>
          <a:xfrm>
            <a:off x="3948994" y="2030730"/>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197" name="object 193">
            <a:extLst>
              <a:ext uri="{FF2B5EF4-FFF2-40B4-BE49-F238E27FC236}">
                <a16:creationId xmlns:a16="http://schemas.microsoft.com/office/drawing/2014/main" id="{139C34CC-3DEE-4C89-9142-9EA942C6E1B2}"/>
              </a:ext>
            </a:extLst>
          </p:cNvPr>
          <p:cNvGrpSpPr/>
          <p:nvPr/>
        </p:nvGrpSpPr>
        <p:grpSpPr>
          <a:xfrm>
            <a:off x="2902091" y="2028327"/>
            <a:ext cx="832556" cy="773289"/>
            <a:chOff x="2611882" y="1825494"/>
            <a:chExt cx="749300" cy="695960"/>
          </a:xfrm>
        </p:grpSpPr>
        <p:sp>
          <p:nvSpPr>
            <p:cNvPr id="198" name="object 194">
              <a:extLst>
                <a:ext uri="{FF2B5EF4-FFF2-40B4-BE49-F238E27FC236}">
                  <a16:creationId xmlns:a16="http://schemas.microsoft.com/office/drawing/2014/main" id="{7FA95B3F-B85A-4B31-B271-EBD23B7B45F3}"/>
                </a:ext>
              </a:extLst>
            </p:cNvPr>
            <p:cNvSpPr/>
            <p:nvPr/>
          </p:nvSpPr>
          <p:spPr>
            <a:xfrm>
              <a:off x="2802636" y="1831844"/>
              <a:ext cx="551815" cy="683260"/>
            </a:xfrm>
            <a:custGeom>
              <a:avLst/>
              <a:gdLst/>
              <a:ahLst/>
              <a:cxnLst/>
              <a:rect l="l" t="t" r="r" b="b"/>
              <a:pathLst>
                <a:path w="551814" h="683260">
                  <a:moveTo>
                    <a:pt x="0" y="85347"/>
                  </a:moveTo>
                  <a:lnTo>
                    <a:pt x="91440" y="85347"/>
                  </a:lnTo>
                  <a:lnTo>
                    <a:pt x="91440" y="0"/>
                  </a:lnTo>
                  <a:lnTo>
                    <a:pt x="0" y="0"/>
                  </a:lnTo>
                  <a:lnTo>
                    <a:pt x="0" y="85347"/>
                  </a:lnTo>
                  <a:close/>
                </a:path>
                <a:path w="551814" h="683260">
                  <a:moveTo>
                    <a:pt x="0" y="170691"/>
                  </a:moveTo>
                  <a:lnTo>
                    <a:pt x="91440" y="170691"/>
                  </a:lnTo>
                  <a:lnTo>
                    <a:pt x="91440" y="85348"/>
                  </a:lnTo>
                  <a:lnTo>
                    <a:pt x="0" y="85348"/>
                  </a:lnTo>
                  <a:lnTo>
                    <a:pt x="0" y="170691"/>
                  </a:lnTo>
                  <a:close/>
                </a:path>
                <a:path w="551814" h="683260">
                  <a:moveTo>
                    <a:pt x="0" y="256035"/>
                  </a:moveTo>
                  <a:lnTo>
                    <a:pt x="91440" y="256035"/>
                  </a:lnTo>
                  <a:lnTo>
                    <a:pt x="91440" y="170692"/>
                  </a:lnTo>
                  <a:lnTo>
                    <a:pt x="0" y="170692"/>
                  </a:lnTo>
                  <a:lnTo>
                    <a:pt x="0" y="256035"/>
                  </a:lnTo>
                  <a:close/>
                </a:path>
                <a:path w="551814" h="683260">
                  <a:moveTo>
                    <a:pt x="0" y="341379"/>
                  </a:moveTo>
                  <a:lnTo>
                    <a:pt x="91440" y="341379"/>
                  </a:lnTo>
                  <a:lnTo>
                    <a:pt x="91440" y="256036"/>
                  </a:lnTo>
                  <a:lnTo>
                    <a:pt x="0" y="256036"/>
                  </a:lnTo>
                  <a:lnTo>
                    <a:pt x="0" y="341379"/>
                  </a:lnTo>
                  <a:close/>
                </a:path>
                <a:path w="551814" h="683260">
                  <a:moveTo>
                    <a:pt x="0" y="426723"/>
                  </a:moveTo>
                  <a:lnTo>
                    <a:pt x="91440" y="426723"/>
                  </a:lnTo>
                  <a:lnTo>
                    <a:pt x="91440" y="341380"/>
                  </a:lnTo>
                  <a:lnTo>
                    <a:pt x="0" y="341380"/>
                  </a:lnTo>
                  <a:lnTo>
                    <a:pt x="0" y="426723"/>
                  </a:lnTo>
                  <a:close/>
                </a:path>
                <a:path w="551814" h="683260">
                  <a:moveTo>
                    <a:pt x="0" y="512067"/>
                  </a:moveTo>
                  <a:lnTo>
                    <a:pt x="91440" y="512067"/>
                  </a:lnTo>
                  <a:lnTo>
                    <a:pt x="91440" y="426720"/>
                  </a:lnTo>
                  <a:lnTo>
                    <a:pt x="0" y="426720"/>
                  </a:lnTo>
                  <a:lnTo>
                    <a:pt x="0" y="512067"/>
                  </a:lnTo>
                  <a:close/>
                </a:path>
                <a:path w="551814" h="683260">
                  <a:moveTo>
                    <a:pt x="0" y="597411"/>
                  </a:moveTo>
                  <a:lnTo>
                    <a:pt x="91440" y="597411"/>
                  </a:lnTo>
                  <a:lnTo>
                    <a:pt x="91440" y="512068"/>
                  </a:lnTo>
                  <a:lnTo>
                    <a:pt x="0" y="512068"/>
                  </a:lnTo>
                  <a:lnTo>
                    <a:pt x="0" y="597411"/>
                  </a:lnTo>
                  <a:close/>
                </a:path>
                <a:path w="551814" h="683260">
                  <a:moveTo>
                    <a:pt x="0" y="682755"/>
                  </a:moveTo>
                  <a:lnTo>
                    <a:pt x="91440" y="682755"/>
                  </a:lnTo>
                  <a:lnTo>
                    <a:pt x="91440" y="597412"/>
                  </a:lnTo>
                  <a:lnTo>
                    <a:pt x="0" y="597412"/>
                  </a:lnTo>
                  <a:lnTo>
                    <a:pt x="0" y="682755"/>
                  </a:lnTo>
                  <a:close/>
                </a:path>
                <a:path w="551814" h="683260">
                  <a:moveTo>
                    <a:pt x="91440" y="85347"/>
                  </a:moveTo>
                  <a:lnTo>
                    <a:pt x="184402" y="85347"/>
                  </a:lnTo>
                  <a:lnTo>
                    <a:pt x="184402" y="0"/>
                  </a:lnTo>
                  <a:lnTo>
                    <a:pt x="91440" y="0"/>
                  </a:lnTo>
                  <a:lnTo>
                    <a:pt x="91440" y="85347"/>
                  </a:lnTo>
                  <a:close/>
                </a:path>
                <a:path w="551814" h="683260">
                  <a:moveTo>
                    <a:pt x="91440" y="170691"/>
                  </a:moveTo>
                  <a:lnTo>
                    <a:pt x="184402" y="170691"/>
                  </a:lnTo>
                  <a:lnTo>
                    <a:pt x="184402" y="85348"/>
                  </a:lnTo>
                  <a:lnTo>
                    <a:pt x="91440" y="85348"/>
                  </a:lnTo>
                  <a:lnTo>
                    <a:pt x="91440" y="170691"/>
                  </a:lnTo>
                  <a:close/>
                </a:path>
                <a:path w="551814" h="683260">
                  <a:moveTo>
                    <a:pt x="91440" y="256035"/>
                  </a:moveTo>
                  <a:lnTo>
                    <a:pt x="184402" y="256035"/>
                  </a:lnTo>
                  <a:lnTo>
                    <a:pt x="184402" y="170692"/>
                  </a:lnTo>
                  <a:lnTo>
                    <a:pt x="91440" y="170692"/>
                  </a:lnTo>
                  <a:lnTo>
                    <a:pt x="91440" y="256035"/>
                  </a:lnTo>
                  <a:close/>
                </a:path>
                <a:path w="551814" h="683260">
                  <a:moveTo>
                    <a:pt x="91440" y="341379"/>
                  </a:moveTo>
                  <a:lnTo>
                    <a:pt x="184402" y="341379"/>
                  </a:lnTo>
                  <a:lnTo>
                    <a:pt x="184402" y="256036"/>
                  </a:lnTo>
                  <a:lnTo>
                    <a:pt x="91440" y="256036"/>
                  </a:lnTo>
                  <a:lnTo>
                    <a:pt x="91440" y="341379"/>
                  </a:lnTo>
                  <a:close/>
                </a:path>
                <a:path w="551814" h="683260">
                  <a:moveTo>
                    <a:pt x="91440" y="426723"/>
                  </a:moveTo>
                  <a:lnTo>
                    <a:pt x="184402" y="426723"/>
                  </a:lnTo>
                  <a:lnTo>
                    <a:pt x="184402" y="341380"/>
                  </a:lnTo>
                  <a:lnTo>
                    <a:pt x="91440" y="341380"/>
                  </a:lnTo>
                  <a:lnTo>
                    <a:pt x="91440" y="426723"/>
                  </a:lnTo>
                  <a:close/>
                </a:path>
                <a:path w="551814" h="683260">
                  <a:moveTo>
                    <a:pt x="91440" y="512067"/>
                  </a:moveTo>
                  <a:lnTo>
                    <a:pt x="184402" y="512067"/>
                  </a:lnTo>
                  <a:lnTo>
                    <a:pt x="184402" y="426720"/>
                  </a:lnTo>
                  <a:lnTo>
                    <a:pt x="91440" y="426720"/>
                  </a:lnTo>
                  <a:lnTo>
                    <a:pt x="91440" y="512067"/>
                  </a:lnTo>
                  <a:close/>
                </a:path>
                <a:path w="551814" h="683260">
                  <a:moveTo>
                    <a:pt x="91440" y="597411"/>
                  </a:moveTo>
                  <a:lnTo>
                    <a:pt x="184402" y="597411"/>
                  </a:lnTo>
                  <a:lnTo>
                    <a:pt x="184402" y="512068"/>
                  </a:lnTo>
                  <a:lnTo>
                    <a:pt x="91440" y="512068"/>
                  </a:lnTo>
                  <a:lnTo>
                    <a:pt x="91440" y="597411"/>
                  </a:lnTo>
                  <a:close/>
                </a:path>
                <a:path w="551814" h="683260">
                  <a:moveTo>
                    <a:pt x="91440" y="682755"/>
                  </a:moveTo>
                  <a:lnTo>
                    <a:pt x="184402" y="682755"/>
                  </a:lnTo>
                  <a:lnTo>
                    <a:pt x="184402" y="597412"/>
                  </a:lnTo>
                  <a:lnTo>
                    <a:pt x="91440" y="597412"/>
                  </a:lnTo>
                  <a:lnTo>
                    <a:pt x="91440" y="682755"/>
                  </a:lnTo>
                  <a:close/>
                </a:path>
                <a:path w="551814" h="683260">
                  <a:moveTo>
                    <a:pt x="184404" y="85347"/>
                  </a:moveTo>
                  <a:lnTo>
                    <a:pt x="275844" y="85347"/>
                  </a:lnTo>
                  <a:lnTo>
                    <a:pt x="275844" y="0"/>
                  </a:lnTo>
                  <a:lnTo>
                    <a:pt x="184404" y="0"/>
                  </a:lnTo>
                  <a:lnTo>
                    <a:pt x="184404" y="85347"/>
                  </a:lnTo>
                  <a:close/>
                </a:path>
                <a:path w="551814" h="683260">
                  <a:moveTo>
                    <a:pt x="184404" y="170691"/>
                  </a:moveTo>
                  <a:lnTo>
                    <a:pt x="275844" y="170691"/>
                  </a:lnTo>
                  <a:lnTo>
                    <a:pt x="275844" y="85348"/>
                  </a:lnTo>
                  <a:lnTo>
                    <a:pt x="184404" y="85348"/>
                  </a:lnTo>
                  <a:lnTo>
                    <a:pt x="184404" y="170691"/>
                  </a:lnTo>
                  <a:close/>
                </a:path>
                <a:path w="551814" h="683260">
                  <a:moveTo>
                    <a:pt x="184404" y="256035"/>
                  </a:moveTo>
                  <a:lnTo>
                    <a:pt x="275844" y="256035"/>
                  </a:lnTo>
                  <a:lnTo>
                    <a:pt x="275844" y="170692"/>
                  </a:lnTo>
                  <a:lnTo>
                    <a:pt x="184404" y="170692"/>
                  </a:lnTo>
                  <a:lnTo>
                    <a:pt x="184404" y="256035"/>
                  </a:lnTo>
                  <a:close/>
                </a:path>
                <a:path w="551814" h="683260">
                  <a:moveTo>
                    <a:pt x="184404" y="341379"/>
                  </a:moveTo>
                  <a:lnTo>
                    <a:pt x="275844" y="341379"/>
                  </a:lnTo>
                  <a:lnTo>
                    <a:pt x="275844" y="256036"/>
                  </a:lnTo>
                  <a:lnTo>
                    <a:pt x="184404" y="256036"/>
                  </a:lnTo>
                  <a:lnTo>
                    <a:pt x="184404" y="341379"/>
                  </a:lnTo>
                  <a:close/>
                </a:path>
                <a:path w="551814" h="683260">
                  <a:moveTo>
                    <a:pt x="184404" y="426723"/>
                  </a:moveTo>
                  <a:lnTo>
                    <a:pt x="275844" y="426723"/>
                  </a:lnTo>
                  <a:lnTo>
                    <a:pt x="275844" y="341380"/>
                  </a:lnTo>
                  <a:lnTo>
                    <a:pt x="184404" y="341380"/>
                  </a:lnTo>
                  <a:lnTo>
                    <a:pt x="184404" y="426723"/>
                  </a:lnTo>
                  <a:close/>
                </a:path>
                <a:path w="551814" h="683260">
                  <a:moveTo>
                    <a:pt x="184404" y="512067"/>
                  </a:moveTo>
                  <a:lnTo>
                    <a:pt x="275844" y="512067"/>
                  </a:lnTo>
                  <a:lnTo>
                    <a:pt x="275844" y="426720"/>
                  </a:lnTo>
                  <a:lnTo>
                    <a:pt x="184404" y="426720"/>
                  </a:lnTo>
                  <a:lnTo>
                    <a:pt x="184404" y="512067"/>
                  </a:lnTo>
                  <a:close/>
                </a:path>
                <a:path w="551814" h="683260">
                  <a:moveTo>
                    <a:pt x="184404" y="597411"/>
                  </a:moveTo>
                  <a:lnTo>
                    <a:pt x="275844" y="597411"/>
                  </a:lnTo>
                  <a:lnTo>
                    <a:pt x="275844" y="512068"/>
                  </a:lnTo>
                  <a:lnTo>
                    <a:pt x="184404" y="512068"/>
                  </a:lnTo>
                  <a:lnTo>
                    <a:pt x="184404" y="597411"/>
                  </a:lnTo>
                  <a:close/>
                </a:path>
                <a:path w="551814" h="683260">
                  <a:moveTo>
                    <a:pt x="184404" y="682755"/>
                  </a:moveTo>
                  <a:lnTo>
                    <a:pt x="275844" y="682755"/>
                  </a:lnTo>
                  <a:lnTo>
                    <a:pt x="275844" y="597412"/>
                  </a:lnTo>
                  <a:lnTo>
                    <a:pt x="184404" y="597412"/>
                  </a:lnTo>
                  <a:lnTo>
                    <a:pt x="184404" y="682755"/>
                  </a:lnTo>
                  <a:close/>
                </a:path>
                <a:path w="551814" h="683260">
                  <a:moveTo>
                    <a:pt x="275844" y="85347"/>
                  </a:moveTo>
                  <a:lnTo>
                    <a:pt x="367284" y="85347"/>
                  </a:lnTo>
                  <a:lnTo>
                    <a:pt x="367284" y="0"/>
                  </a:lnTo>
                  <a:lnTo>
                    <a:pt x="275844" y="0"/>
                  </a:lnTo>
                  <a:lnTo>
                    <a:pt x="275844" y="85347"/>
                  </a:lnTo>
                  <a:close/>
                </a:path>
                <a:path w="551814" h="683260">
                  <a:moveTo>
                    <a:pt x="275844" y="170691"/>
                  </a:moveTo>
                  <a:lnTo>
                    <a:pt x="367284" y="170691"/>
                  </a:lnTo>
                  <a:lnTo>
                    <a:pt x="367284" y="85348"/>
                  </a:lnTo>
                  <a:lnTo>
                    <a:pt x="275844" y="85348"/>
                  </a:lnTo>
                  <a:lnTo>
                    <a:pt x="275844" y="170691"/>
                  </a:lnTo>
                  <a:close/>
                </a:path>
                <a:path w="551814" h="683260">
                  <a:moveTo>
                    <a:pt x="275844" y="256035"/>
                  </a:moveTo>
                  <a:lnTo>
                    <a:pt x="367284" y="256035"/>
                  </a:lnTo>
                  <a:lnTo>
                    <a:pt x="367284" y="170692"/>
                  </a:lnTo>
                  <a:lnTo>
                    <a:pt x="275844" y="170692"/>
                  </a:lnTo>
                  <a:lnTo>
                    <a:pt x="275844" y="256035"/>
                  </a:lnTo>
                  <a:close/>
                </a:path>
                <a:path w="551814" h="683260">
                  <a:moveTo>
                    <a:pt x="275844" y="341379"/>
                  </a:moveTo>
                  <a:lnTo>
                    <a:pt x="367284" y="341379"/>
                  </a:lnTo>
                  <a:lnTo>
                    <a:pt x="367284" y="256036"/>
                  </a:lnTo>
                  <a:lnTo>
                    <a:pt x="275844" y="256036"/>
                  </a:lnTo>
                  <a:lnTo>
                    <a:pt x="275844" y="341379"/>
                  </a:lnTo>
                  <a:close/>
                </a:path>
                <a:path w="551814" h="683260">
                  <a:moveTo>
                    <a:pt x="275844" y="426723"/>
                  </a:moveTo>
                  <a:lnTo>
                    <a:pt x="367284" y="426723"/>
                  </a:lnTo>
                  <a:lnTo>
                    <a:pt x="367284" y="341380"/>
                  </a:lnTo>
                  <a:lnTo>
                    <a:pt x="275844" y="341380"/>
                  </a:lnTo>
                  <a:lnTo>
                    <a:pt x="275844" y="426723"/>
                  </a:lnTo>
                  <a:close/>
                </a:path>
                <a:path w="551814" h="683260">
                  <a:moveTo>
                    <a:pt x="275844" y="512067"/>
                  </a:moveTo>
                  <a:lnTo>
                    <a:pt x="367284" y="512067"/>
                  </a:lnTo>
                  <a:lnTo>
                    <a:pt x="367284" y="426720"/>
                  </a:lnTo>
                  <a:lnTo>
                    <a:pt x="275844" y="426720"/>
                  </a:lnTo>
                  <a:lnTo>
                    <a:pt x="275844" y="512067"/>
                  </a:lnTo>
                  <a:close/>
                </a:path>
                <a:path w="551814" h="683260">
                  <a:moveTo>
                    <a:pt x="275844" y="597411"/>
                  </a:moveTo>
                  <a:lnTo>
                    <a:pt x="367284" y="597411"/>
                  </a:lnTo>
                  <a:lnTo>
                    <a:pt x="367284" y="512068"/>
                  </a:lnTo>
                  <a:lnTo>
                    <a:pt x="275844" y="512068"/>
                  </a:lnTo>
                  <a:lnTo>
                    <a:pt x="275844" y="597411"/>
                  </a:lnTo>
                  <a:close/>
                </a:path>
                <a:path w="551814" h="683260">
                  <a:moveTo>
                    <a:pt x="275844" y="682755"/>
                  </a:moveTo>
                  <a:lnTo>
                    <a:pt x="367284" y="682755"/>
                  </a:lnTo>
                  <a:lnTo>
                    <a:pt x="367284" y="597412"/>
                  </a:lnTo>
                  <a:lnTo>
                    <a:pt x="275844" y="597412"/>
                  </a:lnTo>
                  <a:lnTo>
                    <a:pt x="275844" y="682755"/>
                  </a:lnTo>
                  <a:close/>
                </a:path>
                <a:path w="551814" h="683260">
                  <a:moveTo>
                    <a:pt x="367284" y="85347"/>
                  </a:moveTo>
                  <a:lnTo>
                    <a:pt x="460246" y="85347"/>
                  </a:lnTo>
                  <a:lnTo>
                    <a:pt x="460246" y="0"/>
                  </a:lnTo>
                  <a:lnTo>
                    <a:pt x="367284" y="0"/>
                  </a:lnTo>
                  <a:lnTo>
                    <a:pt x="367284" y="85347"/>
                  </a:lnTo>
                  <a:close/>
                </a:path>
                <a:path w="551814" h="683260">
                  <a:moveTo>
                    <a:pt x="367284" y="170691"/>
                  </a:moveTo>
                  <a:lnTo>
                    <a:pt x="460246" y="170691"/>
                  </a:lnTo>
                  <a:lnTo>
                    <a:pt x="460246" y="85348"/>
                  </a:lnTo>
                  <a:lnTo>
                    <a:pt x="367284" y="85348"/>
                  </a:lnTo>
                  <a:lnTo>
                    <a:pt x="367284" y="170691"/>
                  </a:lnTo>
                  <a:close/>
                </a:path>
                <a:path w="551814" h="683260">
                  <a:moveTo>
                    <a:pt x="367284" y="256035"/>
                  </a:moveTo>
                  <a:lnTo>
                    <a:pt x="460246" y="256035"/>
                  </a:lnTo>
                  <a:lnTo>
                    <a:pt x="460246" y="170692"/>
                  </a:lnTo>
                  <a:lnTo>
                    <a:pt x="367284" y="170692"/>
                  </a:lnTo>
                  <a:lnTo>
                    <a:pt x="367284" y="256035"/>
                  </a:lnTo>
                  <a:close/>
                </a:path>
                <a:path w="551814" h="683260">
                  <a:moveTo>
                    <a:pt x="367284" y="341379"/>
                  </a:moveTo>
                  <a:lnTo>
                    <a:pt x="460246" y="341379"/>
                  </a:lnTo>
                  <a:lnTo>
                    <a:pt x="460246" y="256036"/>
                  </a:lnTo>
                  <a:lnTo>
                    <a:pt x="367284" y="256036"/>
                  </a:lnTo>
                  <a:lnTo>
                    <a:pt x="367284" y="341379"/>
                  </a:lnTo>
                  <a:close/>
                </a:path>
                <a:path w="551814" h="683260">
                  <a:moveTo>
                    <a:pt x="367284" y="426723"/>
                  </a:moveTo>
                  <a:lnTo>
                    <a:pt x="460246" y="426723"/>
                  </a:lnTo>
                  <a:lnTo>
                    <a:pt x="460246" y="341380"/>
                  </a:lnTo>
                  <a:lnTo>
                    <a:pt x="367284" y="341380"/>
                  </a:lnTo>
                  <a:lnTo>
                    <a:pt x="367284" y="426723"/>
                  </a:lnTo>
                  <a:close/>
                </a:path>
                <a:path w="551814" h="683260">
                  <a:moveTo>
                    <a:pt x="367284" y="512067"/>
                  </a:moveTo>
                  <a:lnTo>
                    <a:pt x="460246" y="512067"/>
                  </a:lnTo>
                  <a:lnTo>
                    <a:pt x="460246" y="426720"/>
                  </a:lnTo>
                  <a:lnTo>
                    <a:pt x="367284" y="426720"/>
                  </a:lnTo>
                  <a:lnTo>
                    <a:pt x="367284" y="512067"/>
                  </a:lnTo>
                  <a:close/>
                </a:path>
                <a:path w="551814" h="683260">
                  <a:moveTo>
                    <a:pt x="367284" y="597411"/>
                  </a:moveTo>
                  <a:lnTo>
                    <a:pt x="460246" y="597411"/>
                  </a:lnTo>
                  <a:lnTo>
                    <a:pt x="460246" y="512068"/>
                  </a:lnTo>
                  <a:lnTo>
                    <a:pt x="367284" y="512068"/>
                  </a:lnTo>
                  <a:lnTo>
                    <a:pt x="367284" y="597411"/>
                  </a:lnTo>
                  <a:close/>
                </a:path>
                <a:path w="551814" h="683260">
                  <a:moveTo>
                    <a:pt x="367284" y="682755"/>
                  </a:moveTo>
                  <a:lnTo>
                    <a:pt x="460246" y="682755"/>
                  </a:lnTo>
                  <a:lnTo>
                    <a:pt x="460246" y="597412"/>
                  </a:lnTo>
                  <a:lnTo>
                    <a:pt x="367284" y="597412"/>
                  </a:lnTo>
                  <a:lnTo>
                    <a:pt x="367284" y="682755"/>
                  </a:lnTo>
                  <a:close/>
                </a:path>
                <a:path w="551814" h="683260">
                  <a:moveTo>
                    <a:pt x="460248" y="85347"/>
                  </a:moveTo>
                  <a:lnTo>
                    <a:pt x="551688" y="85347"/>
                  </a:lnTo>
                  <a:lnTo>
                    <a:pt x="551688" y="0"/>
                  </a:lnTo>
                  <a:lnTo>
                    <a:pt x="460248" y="0"/>
                  </a:lnTo>
                  <a:lnTo>
                    <a:pt x="460248" y="85347"/>
                  </a:lnTo>
                  <a:close/>
                </a:path>
                <a:path w="551814" h="683260">
                  <a:moveTo>
                    <a:pt x="460248" y="170691"/>
                  </a:moveTo>
                  <a:lnTo>
                    <a:pt x="551688" y="170691"/>
                  </a:lnTo>
                  <a:lnTo>
                    <a:pt x="551688" y="85348"/>
                  </a:lnTo>
                  <a:lnTo>
                    <a:pt x="460248" y="85348"/>
                  </a:lnTo>
                  <a:lnTo>
                    <a:pt x="460248" y="170691"/>
                  </a:lnTo>
                  <a:close/>
                </a:path>
                <a:path w="551814" h="683260">
                  <a:moveTo>
                    <a:pt x="460248" y="256035"/>
                  </a:moveTo>
                  <a:lnTo>
                    <a:pt x="551688" y="256035"/>
                  </a:lnTo>
                  <a:lnTo>
                    <a:pt x="551688" y="170692"/>
                  </a:lnTo>
                  <a:lnTo>
                    <a:pt x="460248" y="170692"/>
                  </a:lnTo>
                  <a:lnTo>
                    <a:pt x="460248" y="256035"/>
                  </a:lnTo>
                  <a:close/>
                </a:path>
                <a:path w="551814" h="683260">
                  <a:moveTo>
                    <a:pt x="460248" y="341379"/>
                  </a:moveTo>
                  <a:lnTo>
                    <a:pt x="551688" y="341379"/>
                  </a:lnTo>
                  <a:lnTo>
                    <a:pt x="551688" y="256036"/>
                  </a:lnTo>
                  <a:lnTo>
                    <a:pt x="460248" y="256036"/>
                  </a:lnTo>
                  <a:lnTo>
                    <a:pt x="460248" y="341379"/>
                  </a:lnTo>
                  <a:close/>
                </a:path>
                <a:path w="551814" h="683260">
                  <a:moveTo>
                    <a:pt x="460248" y="426723"/>
                  </a:moveTo>
                  <a:lnTo>
                    <a:pt x="551688" y="426723"/>
                  </a:lnTo>
                  <a:lnTo>
                    <a:pt x="551688" y="341380"/>
                  </a:lnTo>
                  <a:lnTo>
                    <a:pt x="460248" y="341380"/>
                  </a:lnTo>
                  <a:lnTo>
                    <a:pt x="460248" y="426723"/>
                  </a:lnTo>
                  <a:close/>
                </a:path>
                <a:path w="551814" h="683260">
                  <a:moveTo>
                    <a:pt x="460248" y="512067"/>
                  </a:moveTo>
                  <a:lnTo>
                    <a:pt x="551688" y="512067"/>
                  </a:lnTo>
                  <a:lnTo>
                    <a:pt x="551688" y="426720"/>
                  </a:lnTo>
                  <a:lnTo>
                    <a:pt x="460248" y="426720"/>
                  </a:lnTo>
                  <a:lnTo>
                    <a:pt x="460248" y="512067"/>
                  </a:lnTo>
                  <a:close/>
                </a:path>
                <a:path w="551814" h="683260">
                  <a:moveTo>
                    <a:pt x="460248" y="597411"/>
                  </a:moveTo>
                  <a:lnTo>
                    <a:pt x="551688" y="597411"/>
                  </a:lnTo>
                  <a:lnTo>
                    <a:pt x="551688" y="512068"/>
                  </a:lnTo>
                  <a:lnTo>
                    <a:pt x="460248" y="512068"/>
                  </a:lnTo>
                  <a:lnTo>
                    <a:pt x="460248" y="597411"/>
                  </a:lnTo>
                  <a:close/>
                </a:path>
                <a:path w="551814" h="683260">
                  <a:moveTo>
                    <a:pt x="460248" y="682755"/>
                  </a:moveTo>
                  <a:lnTo>
                    <a:pt x="551688" y="682755"/>
                  </a:lnTo>
                  <a:lnTo>
                    <a:pt x="551688" y="597412"/>
                  </a:lnTo>
                  <a:lnTo>
                    <a:pt x="460248" y="597412"/>
                  </a:lnTo>
                  <a:lnTo>
                    <a:pt x="460248" y="682755"/>
                  </a:lnTo>
                  <a:close/>
                </a:path>
              </a:pathLst>
            </a:custGeom>
            <a:ln w="12700">
              <a:solidFill>
                <a:srgbClr val="D1D1D1"/>
              </a:solidFill>
            </a:ln>
          </p:spPr>
          <p:txBody>
            <a:bodyPr wrap="square" lIns="0" tIns="0" rIns="0" bIns="0" rtlCol="0"/>
            <a:lstStyle/>
            <a:p>
              <a:endParaRPr sz="2000"/>
            </a:p>
          </p:txBody>
        </p:sp>
        <p:sp>
          <p:nvSpPr>
            <p:cNvPr id="199" name="object 195">
              <a:extLst>
                <a:ext uri="{FF2B5EF4-FFF2-40B4-BE49-F238E27FC236}">
                  <a16:creationId xmlns:a16="http://schemas.microsoft.com/office/drawing/2014/main" id="{1B4B3306-F5C2-4EEA-A5D7-7DA17C164FA7}"/>
                </a:ext>
              </a:extLst>
            </p:cNvPr>
            <p:cNvSpPr/>
            <p:nvPr/>
          </p:nvSpPr>
          <p:spPr>
            <a:xfrm>
              <a:off x="2618232" y="183184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00" name="object 196">
              <a:extLst>
                <a:ext uri="{FF2B5EF4-FFF2-40B4-BE49-F238E27FC236}">
                  <a16:creationId xmlns:a16="http://schemas.microsoft.com/office/drawing/2014/main" id="{D48BE30A-5615-4B14-BA9A-E7BD30E8B37C}"/>
                </a:ext>
              </a:extLst>
            </p:cNvPr>
            <p:cNvSpPr/>
            <p:nvPr/>
          </p:nvSpPr>
          <p:spPr>
            <a:xfrm>
              <a:off x="2618232" y="183184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01" name="object 197">
              <a:extLst>
                <a:ext uri="{FF2B5EF4-FFF2-40B4-BE49-F238E27FC236}">
                  <a16:creationId xmlns:a16="http://schemas.microsoft.com/office/drawing/2014/main" id="{F9B846BC-1987-4EA5-998A-85869CAEFBE2}"/>
                </a:ext>
              </a:extLst>
            </p:cNvPr>
            <p:cNvSpPr/>
            <p:nvPr/>
          </p:nvSpPr>
          <p:spPr>
            <a:xfrm>
              <a:off x="2618232" y="191719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2" name="object 198">
              <a:extLst>
                <a:ext uri="{FF2B5EF4-FFF2-40B4-BE49-F238E27FC236}">
                  <a16:creationId xmlns:a16="http://schemas.microsoft.com/office/drawing/2014/main" id="{90380097-AA49-4A70-A00D-173D338B3EAE}"/>
                </a:ext>
              </a:extLst>
            </p:cNvPr>
            <p:cNvSpPr/>
            <p:nvPr/>
          </p:nvSpPr>
          <p:spPr>
            <a:xfrm>
              <a:off x="2618232" y="191719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3" name="object 199">
              <a:extLst>
                <a:ext uri="{FF2B5EF4-FFF2-40B4-BE49-F238E27FC236}">
                  <a16:creationId xmlns:a16="http://schemas.microsoft.com/office/drawing/2014/main" id="{975F31F5-E1BE-4659-91FB-2EDC280D8728}"/>
                </a:ext>
              </a:extLst>
            </p:cNvPr>
            <p:cNvSpPr/>
            <p:nvPr/>
          </p:nvSpPr>
          <p:spPr>
            <a:xfrm>
              <a:off x="2618232" y="200253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4" name="object 200">
              <a:extLst>
                <a:ext uri="{FF2B5EF4-FFF2-40B4-BE49-F238E27FC236}">
                  <a16:creationId xmlns:a16="http://schemas.microsoft.com/office/drawing/2014/main" id="{90F7137E-4EC3-4F4B-9FFF-2362B5520778}"/>
                </a:ext>
              </a:extLst>
            </p:cNvPr>
            <p:cNvSpPr/>
            <p:nvPr/>
          </p:nvSpPr>
          <p:spPr>
            <a:xfrm>
              <a:off x="2618232" y="200253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5" name="object 201">
              <a:extLst>
                <a:ext uri="{FF2B5EF4-FFF2-40B4-BE49-F238E27FC236}">
                  <a16:creationId xmlns:a16="http://schemas.microsoft.com/office/drawing/2014/main" id="{58E13070-6B7A-4ABF-B16E-73F3D499F6CB}"/>
                </a:ext>
              </a:extLst>
            </p:cNvPr>
            <p:cNvSpPr/>
            <p:nvPr/>
          </p:nvSpPr>
          <p:spPr>
            <a:xfrm>
              <a:off x="2618232" y="208788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6" name="object 202">
              <a:extLst>
                <a:ext uri="{FF2B5EF4-FFF2-40B4-BE49-F238E27FC236}">
                  <a16:creationId xmlns:a16="http://schemas.microsoft.com/office/drawing/2014/main" id="{59B38E14-E741-4AA6-816D-BCE20243EB71}"/>
                </a:ext>
              </a:extLst>
            </p:cNvPr>
            <p:cNvSpPr/>
            <p:nvPr/>
          </p:nvSpPr>
          <p:spPr>
            <a:xfrm>
              <a:off x="2618232" y="208788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7" name="object 203">
              <a:extLst>
                <a:ext uri="{FF2B5EF4-FFF2-40B4-BE49-F238E27FC236}">
                  <a16:creationId xmlns:a16="http://schemas.microsoft.com/office/drawing/2014/main" id="{05751D8D-65EA-4B89-BE3D-3877BCCD6B44}"/>
                </a:ext>
              </a:extLst>
            </p:cNvPr>
            <p:cNvSpPr/>
            <p:nvPr/>
          </p:nvSpPr>
          <p:spPr>
            <a:xfrm>
              <a:off x="2618232" y="21732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8" name="object 204">
              <a:extLst>
                <a:ext uri="{FF2B5EF4-FFF2-40B4-BE49-F238E27FC236}">
                  <a16:creationId xmlns:a16="http://schemas.microsoft.com/office/drawing/2014/main" id="{FEC8D474-FB52-4345-96A3-35C50D32A2BE}"/>
                </a:ext>
              </a:extLst>
            </p:cNvPr>
            <p:cNvSpPr/>
            <p:nvPr/>
          </p:nvSpPr>
          <p:spPr>
            <a:xfrm>
              <a:off x="2618232" y="21732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9" name="object 205">
              <a:extLst>
                <a:ext uri="{FF2B5EF4-FFF2-40B4-BE49-F238E27FC236}">
                  <a16:creationId xmlns:a16="http://schemas.microsoft.com/office/drawing/2014/main" id="{1C2CF988-026D-4906-9432-9496E232D5C2}"/>
                </a:ext>
              </a:extLst>
            </p:cNvPr>
            <p:cNvSpPr/>
            <p:nvPr/>
          </p:nvSpPr>
          <p:spPr>
            <a:xfrm>
              <a:off x="2618232" y="225856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10" name="object 206">
              <a:extLst>
                <a:ext uri="{FF2B5EF4-FFF2-40B4-BE49-F238E27FC236}">
                  <a16:creationId xmlns:a16="http://schemas.microsoft.com/office/drawing/2014/main" id="{B2DAC491-4382-4B2D-839F-EC9D72E5520B}"/>
                </a:ext>
              </a:extLst>
            </p:cNvPr>
            <p:cNvSpPr/>
            <p:nvPr/>
          </p:nvSpPr>
          <p:spPr>
            <a:xfrm>
              <a:off x="2618232" y="225856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11" name="object 207">
              <a:extLst>
                <a:ext uri="{FF2B5EF4-FFF2-40B4-BE49-F238E27FC236}">
                  <a16:creationId xmlns:a16="http://schemas.microsoft.com/office/drawing/2014/main" id="{5B9B4C5E-80F6-4ADC-A841-D3EA273D70E2}"/>
                </a:ext>
              </a:extLst>
            </p:cNvPr>
            <p:cNvSpPr/>
            <p:nvPr/>
          </p:nvSpPr>
          <p:spPr>
            <a:xfrm>
              <a:off x="2618232" y="23439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12" name="object 208">
              <a:extLst>
                <a:ext uri="{FF2B5EF4-FFF2-40B4-BE49-F238E27FC236}">
                  <a16:creationId xmlns:a16="http://schemas.microsoft.com/office/drawing/2014/main" id="{C431644A-F301-4657-A823-19C9849B25D1}"/>
                </a:ext>
              </a:extLst>
            </p:cNvPr>
            <p:cNvSpPr/>
            <p:nvPr/>
          </p:nvSpPr>
          <p:spPr>
            <a:xfrm>
              <a:off x="2618232" y="23439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3" name="object 209">
              <a:extLst>
                <a:ext uri="{FF2B5EF4-FFF2-40B4-BE49-F238E27FC236}">
                  <a16:creationId xmlns:a16="http://schemas.microsoft.com/office/drawing/2014/main" id="{DDB34E6F-D355-40A1-8A7E-5AB83B57EA61}"/>
                </a:ext>
              </a:extLst>
            </p:cNvPr>
            <p:cNvSpPr/>
            <p:nvPr/>
          </p:nvSpPr>
          <p:spPr>
            <a:xfrm>
              <a:off x="2618232" y="242925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14" name="object 210">
              <a:extLst>
                <a:ext uri="{FF2B5EF4-FFF2-40B4-BE49-F238E27FC236}">
                  <a16:creationId xmlns:a16="http://schemas.microsoft.com/office/drawing/2014/main" id="{AF9A5403-EB02-4FCF-8532-674A6A7CADA0}"/>
                </a:ext>
              </a:extLst>
            </p:cNvPr>
            <p:cNvSpPr/>
            <p:nvPr/>
          </p:nvSpPr>
          <p:spPr>
            <a:xfrm>
              <a:off x="2618232" y="242925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5" name="object 211">
              <a:extLst>
                <a:ext uri="{FF2B5EF4-FFF2-40B4-BE49-F238E27FC236}">
                  <a16:creationId xmlns:a16="http://schemas.microsoft.com/office/drawing/2014/main" id="{5807FB28-1E0B-4BE8-B8F8-D769ECAD07E6}"/>
                </a:ext>
              </a:extLst>
            </p:cNvPr>
            <p:cNvSpPr/>
            <p:nvPr/>
          </p:nvSpPr>
          <p:spPr>
            <a:xfrm>
              <a:off x="2709672" y="183184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16" name="object 212">
              <a:extLst>
                <a:ext uri="{FF2B5EF4-FFF2-40B4-BE49-F238E27FC236}">
                  <a16:creationId xmlns:a16="http://schemas.microsoft.com/office/drawing/2014/main" id="{E162C1DF-FC6B-405A-B8B6-284E09034ACF}"/>
                </a:ext>
              </a:extLst>
            </p:cNvPr>
            <p:cNvSpPr/>
            <p:nvPr/>
          </p:nvSpPr>
          <p:spPr>
            <a:xfrm>
              <a:off x="2709672" y="183184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17" name="object 213">
              <a:extLst>
                <a:ext uri="{FF2B5EF4-FFF2-40B4-BE49-F238E27FC236}">
                  <a16:creationId xmlns:a16="http://schemas.microsoft.com/office/drawing/2014/main" id="{3F3CE5AE-810E-4F36-95B9-EC5FC4ACD513}"/>
                </a:ext>
              </a:extLst>
            </p:cNvPr>
            <p:cNvSpPr/>
            <p:nvPr/>
          </p:nvSpPr>
          <p:spPr>
            <a:xfrm>
              <a:off x="2709672" y="191719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18" name="object 214">
              <a:extLst>
                <a:ext uri="{FF2B5EF4-FFF2-40B4-BE49-F238E27FC236}">
                  <a16:creationId xmlns:a16="http://schemas.microsoft.com/office/drawing/2014/main" id="{FC25185B-308A-4B2C-A4F6-FB203EFA9666}"/>
                </a:ext>
              </a:extLst>
            </p:cNvPr>
            <p:cNvSpPr/>
            <p:nvPr/>
          </p:nvSpPr>
          <p:spPr>
            <a:xfrm>
              <a:off x="2709672" y="191719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9" name="object 215">
              <a:extLst>
                <a:ext uri="{FF2B5EF4-FFF2-40B4-BE49-F238E27FC236}">
                  <a16:creationId xmlns:a16="http://schemas.microsoft.com/office/drawing/2014/main" id="{308F3F0F-2339-4E97-BAF5-9D98B08562EA}"/>
                </a:ext>
              </a:extLst>
            </p:cNvPr>
            <p:cNvSpPr/>
            <p:nvPr/>
          </p:nvSpPr>
          <p:spPr>
            <a:xfrm>
              <a:off x="2709672" y="200253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0" name="object 216">
              <a:extLst>
                <a:ext uri="{FF2B5EF4-FFF2-40B4-BE49-F238E27FC236}">
                  <a16:creationId xmlns:a16="http://schemas.microsoft.com/office/drawing/2014/main" id="{4AF8822E-E4C9-48F3-B504-DDC2EFFE4E2D}"/>
                </a:ext>
              </a:extLst>
            </p:cNvPr>
            <p:cNvSpPr/>
            <p:nvPr/>
          </p:nvSpPr>
          <p:spPr>
            <a:xfrm>
              <a:off x="2709672" y="200253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1" name="object 217">
              <a:extLst>
                <a:ext uri="{FF2B5EF4-FFF2-40B4-BE49-F238E27FC236}">
                  <a16:creationId xmlns:a16="http://schemas.microsoft.com/office/drawing/2014/main" id="{6D20F753-F520-4553-B49D-9F646DD6D25D}"/>
                </a:ext>
              </a:extLst>
            </p:cNvPr>
            <p:cNvSpPr/>
            <p:nvPr/>
          </p:nvSpPr>
          <p:spPr>
            <a:xfrm>
              <a:off x="2709672" y="208788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2" name="object 218">
              <a:extLst>
                <a:ext uri="{FF2B5EF4-FFF2-40B4-BE49-F238E27FC236}">
                  <a16:creationId xmlns:a16="http://schemas.microsoft.com/office/drawing/2014/main" id="{3962D644-157C-41E7-AB12-0E3D63603B43}"/>
                </a:ext>
              </a:extLst>
            </p:cNvPr>
            <p:cNvSpPr/>
            <p:nvPr/>
          </p:nvSpPr>
          <p:spPr>
            <a:xfrm>
              <a:off x="2709672" y="208788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3" name="object 219">
              <a:extLst>
                <a:ext uri="{FF2B5EF4-FFF2-40B4-BE49-F238E27FC236}">
                  <a16:creationId xmlns:a16="http://schemas.microsoft.com/office/drawing/2014/main" id="{F6518B19-4FD6-43BE-AA68-390A27E18E4B}"/>
                </a:ext>
              </a:extLst>
            </p:cNvPr>
            <p:cNvSpPr/>
            <p:nvPr/>
          </p:nvSpPr>
          <p:spPr>
            <a:xfrm>
              <a:off x="2709672" y="217322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4" name="object 220">
              <a:extLst>
                <a:ext uri="{FF2B5EF4-FFF2-40B4-BE49-F238E27FC236}">
                  <a16:creationId xmlns:a16="http://schemas.microsoft.com/office/drawing/2014/main" id="{937D5143-F03E-4607-AAC0-3BD3DB87BFFB}"/>
                </a:ext>
              </a:extLst>
            </p:cNvPr>
            <p:cNvSpPr/>
            <p:nvPr/>
          </p:nvSpPr>
          <p:spPr>
            <a:xfrm>
              <a:off x="2709672" y="217322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5" name="object 221">
              <a:extLst>
                <a:ext uri="{FF2B5EF4-FFF2-40B4-BE49-F238E27FC236}">
                  <a16:creationId xmlns:a16="http://schemas.microsoft.com/office/drawing/2014/main" id="{E2801D1F-05F1-426B-B093-DCCB2F09905B}"/>
                </a:ext>
              </a:extLst>
            </p:cNvPr>
            <p:cNvSpPr/>
            <p:nvPr/>
          </p:nvSpPr>
          <p:spPr>
            <a:xfrm>
              <a:off x="2709672" y="225856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26" name="object 222">
              <a:extLst>
                <a:ext uri="{FF2B5EF4-FFF2-40B4-BE49-F238E27FC236}">
                  <a16:creationId xmlns:a16="http://schemas.microsoft.com/office/drawing/2014/main" id="{B524EEEA-7F04-4313-BC46-7B724E7B8AB4}"/>
                </a:ext>
              </a:extLst>
            </p:cNvPr>
            <p:cNvSpPr/>
            <p:nvPr/>
          </p:nvSpPr>
          <p:spPr>
            <a:xfrm>
              <a:off x="2709672" y="225856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27" name="object 223">
              <a:extLst>
                <a:ext uri="{FF2B5EF4-FFF2-40B4-BE49-F238E27FC236}">
                  <a16:creationId xmlns:a16="http://schemas.microsoft.com/office/drawing/2014/main" id="{D53E8937-EB10-4D84-AF95-5D1BC90FCBDA}"/>
                </a:ext>
              </a:extLst>
            </p:cNvPr>
            <p:cNvSpPr/>
            <p:nvPr/>
          </p:nvSpPr>
          <p:spPr>
            <a:xfrm>
              <a:off x="2709672" y="234391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8" name="object 224">
              <a:extLst>
                <a:ext uri="{FF2B5EF4-FFF2-40B4-BE49-F238E27FC236}">
                  <a16:creationId xmlns:a16="http://schemas.microsoft.com/office/drawing/2014/main" id="{289BB39E-4809-4E9A-8041-A64FC2900461}"/>
                </a:ext>
              </a:extLst>
            </p:cNvPr>
            <p:cNvSpPr/>
            <p:nvPr/>
          </p:nvSpPr>
          <p:spPr>
            <a:xfrm>
              <a:off x="2709672" y="234391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9" name="object 225">
              <a:extLst>
                <a:ext uri="{FF2B5EF4-FFF2-40B4-BE49-F238E27FC236}">
                  <a16:creationId xmlns:a16="http://schemas.microsoft.com/office/drawing/2014/main" id="{0BF02505-43BF-4E34-A308-312D71DCF6B8}"/>
                </a:ext>
              </a:extLst>
            </p:cNvPr>
            <p:cNvSpPr/>
            <p:nvPr/>
          </p:nvSpPr>
          <p:spPr>
            <a:xfrm>
              <a:off x="2709672" y="242925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30" name="object 226">
              <a:extLst>
                <a:ext uri="{FF2B5EF4-FFF2-40B4-BE49-F238E27FC236}">
                  <a16:creationId xmlns:a16="http://schemas.microsoft.com/office/drawing/2014/main" id="{4A397D4E-ECB9-46E3-A917-770218C86BEF}"/>
                </a:ext>
              </a:extLst>
            </p:cNvPr>
            <p:cNvSpPr/>
            <p:nvPr/>
          </p:nvSpPr>
          <p:spPr>
            <a:xfrm>
              <a:off x="2709672" y="242925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231" name="object 227">
            <a:extLst>
              <a:ext uri="{FF2B5EF4-FFF2-40B4-BE49-F238E27FC236}">
                <a16:creationId xmlns:a16="http://schemas.microsoft.com/office/drawing/2014/main" id="{56E5E500-74BC-42B1-9923-9912B8E17859}"/>
              </a:ext>
            </a:extLst>
          </p:cNvPr>
          <p:cNvGrpSpPr/>
          <p:nvPr/>
        </p:nvGrpSpPr>
        <p:grpSpPr>
          <a:xfrm>
            <a:off x="4253371" y="2016478"/>
            <a:ext cx="826911" cy="393700"/>
            <a:chOff x="3828034" y="1814830"/>
            <a:chExt cx="744220" cy="354330"/>
          </a:xfrm>
        </p:grpSpPr>
        <p:sp>
          <p:nvSpPr>
            <p:cNvPr id="232" name="object 228">
              <a:extLst>
                <a:ext uri="{FF2B5EF4-FFF2-40B4-BE49-F238E27FC236}">
                  <a16:creationId xmlns:a16="http://schemas.microsoft.com/office/drawing/2014/main" id="{54A7F787-13B9-417E-AD0E-57834A26D4F2}"/>
                </a:ext>
              </a:extLst>
            </p:cNvPr>
            <p:cNvSpPr/>
            <p:nvPr/>
          </p:nvSpPr>
          <p:spPr>
            <a:xfrm>
              <a:off x="4018788" y="1821180"/>
              <a:ext cx="547370" cy="341630"/>
            </a:xfrm>
            <a:custGeom>
              <a:avLst/>
              <a:gdLst/>
              <a:ahLst/>
              <a:cxnLst/>
              <a:rect l="l" t="t" r="r" b="b"/>
              <a:pathLst>
                <a:path w="547370" h="341630">
                  <a:moveTo>
                    <a:pt x="0" y="85342"/>
                  </a:moveTo>
                  <a:lnTo>
                    <a:pt x="91440" y="85342"/>
                  </a:lnTo>
                  <a:lnTo>
                    <a:pt x="91440" y="0"/>
                  </a:lnTo>
                  <a:lnTo>
                    <a:pt x="0" y="0"/>
                  </a:lnTo>
                  <a:lnTo>
                    <a:pt x="0" y="85342"/>
                  </a:lnTo>
                  <a:close/>
                </a:path>
                <a:path w="547370" h="341630">
                  <a:moveTo>
                    <a:pt x="0" y="170686"/>
                  </a:moveTo>
                  <a:lnTo>
                    <a:pt x="91440" y="170686"/>
                  </a:lnTo>
                  <a:lnTo>
                    <a:pt x="91440" y="85344"/>
                  </a:lnTo>
                  <a:lnTo>
                    <a:pt x="0" y="85344"/>
                  </a:lnTo>
                  <a:lnTo>
                    <a:pt x="0" y="170686"/>
                  </a:lnTo>
                  <a:close/>
                </a:path>
                <a:path w="547370" h="341630">
                  <a:moveTo>
                    <a:pt x="0" y="256030"/>
                  </a:moveTo>
                  <a:lnTo>
                    <a:pt x="91440" y="256030"/>
                  </a:lnTo>
                  <a:lnTo>
                    <a:pt x="91440" y="170683"/>
                  </a:lnTo>
                  <a:lnTo>
                    <a:pt x="0" y="170683"/>
                  </a:lnTo>
                  <a:lnTo>
                    <a:pt x="0" y="256030"/>
                  </a:lnTo>
                  <a:close/>
                </a:path>
                <a:path w="547370" h="341630">
                  <a:moveTo>
                    <a:pt x="0" y="341374"/>
                  </a:moveTo>
                  <a:lnTo>
                    <a:pt x="91440" y="341374"/>
                  </a:lnTo>
                  <a:lnTo>
                    <a:pt x="91440" y="256032"/>
                  </a:lnTo>
                  <a:lnTo>
                    <a:pt x="0" y="256032"/>
                  </a:lnTo>
                  <a:lnTo>
                    <a:pt x="0" y="341374"/>
                  </a:lnTo>
                  <a:close/>
                </a:path>
                <a:path w="547370" h="341630">
                  <a:moveTo>
                    <a:pt x="91440" y="85342"/>
                  </a:moveTo>
                  <a:lnTo>
                    <a:pt x="182880" y="85342"/>
                  </a:lnTo>
                  <a:lnTo>
                    <a:pt x="182880" y="0"/>
                  </a:lnTo>
                  <a:lnTo>
                    <a:pt x="91440" y="0"/>
                  </a:lnTo>
                  <a:lnTo>
                    <a:pt x="91440" y="85342"/>
                  </a:lnTo>
                  <a:close/>
                </a:path>
                <a:path w="547370" h="341630">
                  <a:moveTo>
                    <a:pt x="91440" y="170686"/>
                  </a:moveTo>
                  <a:lnTo>
                    <a:pt x="182880" y="170686"/>
                  </a:lnTo>
                  <a:lnTo>
                    <a:pt x="182880" y="85344"/>
                  </a:lnTo>
                  <a:lnTo>
                    <a:pt x="91440" y="85344"/>
                  </a:lnTo>
                  <a:lnTo>
                    <a:pt x="91440" y="170686"/>
                  </a:lnTo>
                  <a:close/>
                </a:path>
                <a:path w="547370" h="341630">
                  <a:moveTo>
                    <a:pt x="91440" y="256030"/>
                  </a:moveTo>
                  <a:lnTo>
                    <a:pt x="182880" y="256030"/>
                  </a:lnTo>
                  <a:lnTo>
                    <a:pt x="182880" y="170683"/>
                  </a:lnTo>
                  <a:lnTo>
                    <a:pt x="91440" y="170683"/>
                  </a:lnTo>
                  <a:lnTo>
                    <a:pt x="91440" y="256030"/>
                  </a:lnTo>
                  <a:close/>
                </a:path>
                <a:path w="547370" h="341630">
                  <a:moveTo>
                    <a:pt x="91440" y="341374"/>
                  </a:moveTo>
                  <a:lnTo>
                    <a:pt x="182880" y="341374"/>
                  </a:lnTo>
                  <a:lnTo>
                    <a:pt x="182880" y="256032"/>
                  </a:lnTo>
                  <a:lnTo>
                    <a:pt x="91440" y="256032"/>
                  </a:lnTo>
                  <a:lnTo>
                    <a:pt x="91440" y="341374"/>
                  </a:lnTo>
                  <a:close/>
                </a:path>
                <a:path w="547370" h="341630">
                  <a:moveTo>
                    <a:pt x="179832" y="85342"/>
                  </a:moveTo>
                  <a:lnTo>
                    <a:pt x="271272" y="85342"/>
                  </a:lnTo>
                  <a:lnTo>
                    <a:pt x="271272" y="0"/>
                  </a:lnTo>
                  <a:lnTo>
                    <a:pt x="179832" y="0"/>
                  </a:lnTo>
                  <a:lnTo>
                    <a:pt x="179832" y="85342"/>
                  </a:lnTo>
                  <a:close/>
                </a:path>
                <a:path w="547370" h="341630">
                  <a:moveTo>
                    <a:pt x="179832" y="170686"/>
                  </a:moveTo>
                  <a:lnTo>
                    <a:pt x="271272" y="170686"/>
                  </a:lnTo>
                  <a:lnTo>
                    <a:pt x="271272" y="85344"/>
                  </a:lnTo>
                  <a:lnTo>
                    <a:pt x="179832" y="85344"/>
                  </a:lnTo>
                  <a:lnTo>
                    <a:pt x="179832" y="170686"/>
                  </a:lnTo>
                  <a:close/>
                </a:path>
                <a:path w="547370" h="341630">
                  <a:moveTo>
                    <a:pt x="179832" y="256030"/>
                  </a:moveTo>
                  <a:lnTo>
                    <a:pt x="271272" y="256030"/>
                  </a:lnTo>
                  <a:lnTo>
                    <a:pt x="271272" y="170683"/>
                  </a:lnTo>
                  <a:lnTo>
                    <a:pt x="179832" y="170683"/>
                  </a:lnTo>
                  <a:lnTo>
                    <a:pt x="179832" y="256030"/>
                  </a:lnTo>
                  <a:close/>
                </a:path>
                <a:path w="547370" h="341630">
                  <a:moveTo>
                    <a:pt x="179832" y="341374"/>
                  </a:moveTo>
                  <a:lnTo>
                    <a:pt x="271272" y="341374"/>
                  </a:lnTo>
                  <a:lnTo>
                    <a:pt x="271272" y="256032"/>
                  </a:lnTo>
                  <a:lnTo>
                    <a:pt x="179832" y="256032"/>
                  </a:lnTo>
                  <a:lnTo>
                    <a:pt x="179832" y="341374"/>
                  </a:lnTo>
                  <a:close/>
                </a:path>
                <a:path w="547370" h="341630">
                  <a:moveTo>
                    <a:pt x="271272" y="85342"/>
                  </a:moveTo>
                  <a:lnTo>
                    <a:pt x="362712" y="85342"/>
                  </a:lnTo>
                  <a:lnTo>
                    <a:pt x="362712" y="0"/>
                  </a:lnTo>
                  <a:lnTo>
                    <a:pt x="271272" y="0"/>
                  </a:lnTo>
                  <a:lnTo>
                    <a:pt x="271272" y="85342"/>
                  </a:lnTo>
                  <a:close/>
                </a:path>
                <a:path w="547370" h="341630">
                  <a:moveTo>
                    <a:pt x="271272" y="170686"/>
                  </a:moveTo>
                  <a:lnTo>
                    <a:pt x="362712" y="170686"/>
                  </a:lnTo>
                  <a:lnTo>
                    <a:pt x="362712" y="85344"/>
                  </a:lnTo>
                  <a:lnTo>
                    <a:pt x="271272" y="85344"/>
                  </a:lnTo>
                  <a:lnTo>
                    <a:pt x="271272" y="170686"/>
                  </a:lnTo>
                  <a:close/>
                </a:path>
                <a:path w="547370" h="341630">
                  <a:moveTo>
                    <a:pt x="271272" y="256030"/>
                  </a:moveTo>
                  <a:lnTo>
                    <a:pt x="362712" y="256030"/>
                  </a:lnTo>
                  <a:lnTo>
                    <a:pt x="362712" y="170683"/>
                  </a:lnTo>
                  <a:lnTo>
                    <a:pt x="271272" y="170683"/>
                  </a:lnTo>
                  <a:lnTo>
                    <a:pt x="271272" y="256030"/>
                  </a:lnTo>
                  <a:close/>
                </a:path>
                <a:path w="547370" h="341630">
                  <a:moveTo>
                    <a:pt x="271272" y="341374"/>
                  </a:moveTo>
                  <a:lnTo>
                    <a:pt x="362712" y="341374"/>
                  </a:lnTo>
                  <a:lnTo>
                    <a:pt x="362712" y="256032"/>
                  </a:lnTo>
                  <a:lnTo>
                    <a:pt x="271272" y="256032"/>
                  </a:lnTo>
                  <a:lnTo>
                    <a:pt x="271272" y="341374"/>
                  </a:lnTo>
                  <a:close/>
                </a:path>
                <a:path w="547370" h="341630">
                  <a:moveTo>
                    <a:pt x="362712" y="85342"/>
                  </a:moveTo>
                  <a:lnTo>
                    <a:pt x="454152" y="85342"/>
                  </a:lnTo>
                  <a:lnTo>
                    <a:pt x="454152" y="0"/>
                  </a:lnTo>
                  <a:lnTo>
                    <a:pt x="362712" y="0"/>
                  </a:lnTo>
                  <a:lnTo>
                    <a:pt x="362712" y="85342"/>
                  </a:lnTo>
                  <a:close/>
                </a:path>
                <a:path w="547370" h="341630">
                  <a:moveTo>
                    <a:pt x="362712" y="170686"/>
                  </a:moveTo>
                  <a:lnTo>
                    <a:pt x="454152" y="170686"/>
                  </a:lnTo>
                  <a:lnTo>
                    <a:pt x="454152" y="85344"/>
                  </a:lnTo>
                  <a:lnTo>
                    <a:pt x="362712" y="85344"/>
                  </a:lnTo>
                  <a:lnTo>
                    <a:pt x="362712" y="170686"/>
                  </a:lnTo>
                  <a:close/>
                </a:path>
                <a:path w="547370" h="341630">
                  <a:moveTo>
                    <a:pt x="362712" y="256030"/>
                  </a:moveTo>
                  <a:lnTo>
                    <a:pt x="454152" y="256030"/>
                  </a:lnTo>
                  <a:lnTo>
                    <a:pt x="454152" y="170683"/>
                  </a:lnTo>
                  <a:lnTo>
                    <a:pt x="362712" y="170683"/>
                  </a:lnTo>
                  <a:lnTo>
                    <a:pt x="362712" y="256030"/>
                  </a:lnTo>
                  <a:close/>
                </a:path>
                <a:path w="547370" h="341630">
                  <a:moveTo>
                    <a:pt x="362712" y="341374"/>
                  </a:moveTo>
                  <a:lnTo>
                    <a:pt x="454152" y="341374"/>
                  </a:lnTo>
                  <a:lnTo>
                    <a:pt x="454152" y="256032"/>
                  </a:lnTo>
                  <a:lnTo>
                    <a:pt x="362712" y="256032"/>
                  </a:lnTo>
                  <a:lnTo>
                    <a:pt x="362712" y="341374"/>
                  </a:lnTo>
                  <a:close/>
                </a:path>
                <a:path w="547370" h="341630">
                  <a:moveTo>
                    <a:pt x="454152" y="85342"/>
                  </a:moveTo>
                  <a:lnTo>
                    <a:pt x="547114" y="85342"/>
                  </a:lnTo>
                  <a:lnTo>
                    <a:pt x="547114" y="0"/>
                  </a:lnTo>
                  <a:lnTo>
                    <a:pt x="454152" y="0"/>
                  </a:lnTo>
                  <a:lnTo>
                    <a:pt x="454152" y="85342"/>
                  </a:lnTo>
                  <a:close/>
                </a:path>
                <a:path w="547370" h="341630">
                  <a:moveTo>
                    <a:pt x="454152" y="170686"/>
                  </a:moveTo>
                  <a:lnTo>
                    <a:pt x="547114" y="170686"/>
                  </a:lnTo>
                  <a:lnTo>
                    <a:pt x="547114" y="85344"/>
                  </a:lnTo>
                  <a:lnTo>
                    <a:pt x="454152" y="85344"/>
                  </a:lnTo>
                  <a:lnTo>
                    <a:pt x="454152" y="170686"/>
                  </a:lnTo>
                  <a:close/>
                </a:path>
                <a:path w="547370" h="341630">
                  <a:moveTo>
                    <a:pt x="454152" y="256030"/>
                  </a:moveTo>
                  <a:lnTo>
                    <a:pt x="547114" y="256030"/>
                  </a:lnTo>
                  <a:lnTo>
                    <a:pt x="547114" y="170683"/>
                  </a:lnTo>
                  <a:lnTo>
                    <a:pt x="454152" y="170683"/>
                  </a:lnTo>
                  <a:lnTo>
                    <a:pt x="454152" y="256030"/>
                  </a:lnTo>
                  <a:close/>
                </a:path>
                <a:path w="547370" h="341630">
                  <a:moveTo>
                    <a:pt x="454152" y="341374"/>
                  </a:moveTo>
                  <a:lnTo>
                    <a:pt x="547114" y="341374"/>
                  </a:lnTo>
                  <a:lnTo>
                    <a:pt x="547114" y="256032"/>
                  </a:lnTo>
                  <a:lnTo>
                    <a:pt x="454152" y="256032"/>
                  </a:lnTo>
                  <a:lnTo>
                    <a:pt x="454152" y="341374"/>
                  </a:lnTo>
                  <a:close/>
                </a:path>
              </a:pathLst>
            </a:custGeom>
            <a:ln w="12700">
              <a:solidFill>
                <a:srgbClr val="D1D1D1"/>
              </a:solidFill>
            </a:ln>
          </p:spPr>
          <p:txBody>
            <a:bodyPr wrap="square" lIns="0" tIns="0" rIns="0" bIns="0" rtlCol="0"/>
            <a:lstStyle/>
            <a:p>
              <a:endParaRPr sz="2000"/>
            </a:p>
          </p:txBody>
        </p:sp>
        <p:sp>
          <p:nvSpPr>
            <p:cNvPr id="233" name="object 229">
              <a:extLst>
                <a:ext uri="{FF2B5EF4-FFF2-40B4-BE49-F238E27FC236}">
                  <a16:creationId xmlns:a16="http://schemas.microsoft.com/office/drawing/2014/main" id="{D3E6C559-6BA6-4831-B7DE-7A5D0300D39D}"/>
                </a:ext>
              </a:extLst>
            </p:cNvPr>
            <p:cNvSpPr/>
            <p:nvPr/>
          </p:nvSpPr>
          <p:spPr>
            <a:xfrm>
              <a:off x="3834384" y="1821180"/>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34" name="object 230">
              <a:extLst>
                <a:ext uri="{FF2B5EF4-FFF2-40B4-BE49-F238E27FC236}">
                  <a16:creationId xmlns:a16="http://schemas.microsoft.com/office/drawing/2014/main" id="{537B5D54-D991-44B7-8B01-F5534C79B971}"/>
                </a:ext>
              </a:extLst>
            </p:cNvPr>
            <p:cNvSpPr/>
            <p:nvPr/>
          </p:nvSpPr>
          <p:spPr>
            <a:xfrm>
              <a:off x="3834384" y="182118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5" name="object 231">
              <a:extLst>
                <a:ext uri="{FF2B5EF4-FFF2-40B4-BE49-F238E27FC236}">
                  <a16:creationId xmlns:a16="http://schemas.microsoft.com/office/drawing/2014/main" id="{89BE233C-6926-4633-B330-3543B8A9A921}"/>
                </a:ext>
              </a:extLst>
            </p:cNvPr>
            <p:cNvSpPr/>
            <p:nvPr/>
          </p:nvSpPr>
          <p:spPr>
            <a:xfrm>
              <a:off x="3834384" y="190652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36" name="object 232">
              <a:extLst>
                <a:ext uri="{FF2B5EF4-FFF2-40B4-BE49-F238E27FC236}">
                  <a16:creationId xmlns:a16="http://schemas.microsoft.com/office/drawing/2014/main" id="{94D30B73-84E9-46F8-BFD1-8F25BAFEA41A}"/>
                </a:ext>
              </a:extLst>
            </p:cNvPr>
            <p:cNvSpPr/>
            <p:nvPr/>
          </p:nvSpPr>
          <p:spPr>
            <a:xfrm>
              <a:off x="3834384" y="190652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7" name="object 233">
              <a:extLst>
                <a:ext uri="{FF2B5EF4-FFF2-40B4-BE49-F238E27FC236}">
                  <a16:creationId xmlns:a16="http://schemas.microsoft.com/office/drawing/2014/main" id="{0192BABC-F603-40A4-8445-9B87781AB1A4}"/>
                </a:ext>
              </a:extLst>
            </p:cNvPr>
            <p:cNvSpPr/>
            <p:nvPr/>
          </p:nvSpPr>
          <p:spPr>
            <a:xfrm>
              <a:off x="3834384" y="1991863"/>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E3C2F5"/>
            </a:solidFill>
          </p:spPr>
          <p:txBody>
            <a:bodyPr wrap="square" lIns="0" tIns="0" rIns="0" bIns="0" rtlCol="0"/>
            <a:lstStyle/>
            <a:p>
              <a:endParaRPr sz="2000"/>
            </a:p>
          </p:txBody>
        </p:sp>
        <p:sp>
          <p:nvSpPr>
            <p:cNvPr id="238" name="object 234">
              <a:extLst>
                <a:ext uri="{FF2B5EF4-FFF2-40B4-BE49-F238E27FC236}">
                  <a16:creationId xmlns:a16="http://schemas.microsoft.com/office/drawing/2014/main" id="{3BC80D14-FC2B-46BE-A707-BF74B9CBA654}"/>
                </a:ext>
              </a:extLst>
            </p:cNvPr>
            <p:cNvSpPr/>
            <p:nvPr/>
          </p:nvSpPr>
          <p:spPr>
            <a:xfrm>
              <a:off x="3834384" y="199186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9" name="object 235">
              <a:extLst>
                <a:ext uri="{FF2B5EF4-FFF2-40B4-BE49-F238E27FC236}">
                  <a16:creationId xmlns:a16="http://schemas.microsoft.com/office/drawing/2014/main" id="{189C191F-574A-49AA-9E81-4DF53C4967D5}"/>
                </a:ext>
              </a:extLst>
            </p:cNvPr>
            <p:cNvSpPr/>
            <p:nvPr/>
          </p:nvSpPr>
          <p:spPr>
            <a:xfrm>
              <a:off x="3834384" y="207721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40" name="object 236">
              <a:extLst>
                <a:ext uri="{FF2B5EF4-FFF2-40B4-BE49-F238E27FC236}">
                  <a16:creationId xmlns:a16="http://schemas.microsoft.com/office/drawing/2014/main" id="{1C5E2D02-798B-4810-B699-EE76DF04B0C1}"/>
                </a:ext>
              </a:extLst>
            </p:cNvPr>
            <p:cNvSpPr/>
            <p:nvPr/>
          </p:nvSpPr>
          <p:spPr>
            <a:xfrm>
              <a:off x="3834384" y="207721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1" name="object 237">
              <a:extLst>
                <a:ext uri="{FF2B5EF4-FFF2-40B4-BE49-F238E27FC236}">
                  <a16:creationId xmlns:a16="http://schemas.microsoft.com/office/drawing/2014/main" id="{10D2FEBF-EFB8-4EAF-9785-31AA5594AAC7}"/>
                </a:ext>
              </a:extLst>
            </p:cNvPr>
            <p:cNvSpPr/>
            <p:nvPr/>
          </p:nvSpPr>
          <p:spPr>
            <a:xfrm>
              <a:off x="3927348" y="182118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42" name="object 238">
              <a:extLst>
                <a:ext uri="{FF2B5EF4-FFF2-40B4-BE49-F238E27FC236}">
                  <a16:creationId xmlns:a16="http://schemas.microsoft.com/office/drawing/2014/main" id="{C45E1228-4FAF-4A7E-9A50-53BAD7A32825}"/>
                </a:ext>
              </a:extLst>
            </p:cNvPr>
            <p:cNvSpPr/>
            <p:nvPr/>
          </p:nvSpPr>
          <p:spPr>
            <a:xfrm>
              <a:off x="3927348" y="182118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3" name="object 239">
              <a:extLst>
                <a:ext uri="{FF2B5EF4-FFF2-40B4-BE49-F238E27FC236}">
                  <a16:creationId xmlns:a16="http://schemas.microsoft.com/office/drawing/2014/main" id="{C260A553-F3D3-48CE-8DCC-87D1126E77A7}"/>
                </a:ext>
              </a:extLst>
            </p:cNvPr>
            <p:cNvSpPr/>
            <p:nvPr/>
          </p:nvSpPr>
          <p:spPr>
            <a:xfrm>
              <a:off x="3927348" y="190652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44" name="object 240">
              <a:extLst>
                <a:ext uri="{FF2B5EF4-FFF2-40B4-BE49-F238E27FC236}">
                  <a16:creationId xmlns:a16="http://schemas.microsoft.com/office/drawing/2014/main" id="{2ADCB6FF-3F77-466A-99D9-05FB155AA025}"/>
                </a:ext>
              </a:extLst>
            </p:cNvPr>
            <p:cNvSpPr/>
            <p:nvPr/>
          </p:nvSpPr>
          <p:spPr>
            <a:xfrm>
              <a:off x="3927348" y="190652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5" name="object 241">
              <a:extLst>
                <a:ext uri="{FF2B5EF4-FFF2-40B4-BE49-F238E27FC236}">
                  <a16:creationId xmlns:a16="http://schemas.microsoft.com/office/drawing/2014/main" id="{EF33A780-FAC2-493B-A6EF-99F1A40FF4A0}"/>
                </a:ext>
              </a:extLst>
            </p:cNvPr>
            <p:cNvSpPr/>
            <p:nvPr/>
          </p:nvSpPr>
          <p:spPr>
            <a:xfrm>
              <a:off x="3927348" y="199186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E3C2F5"/>
            </a:solidFill>
          </p:spPr>
          <p:txBody>
            <a:bodyPr wrap="square" lIns="0" tIns="0" rIns="0" bIns="0" rtlCol="0"/>
            <a:lstStyle/>
            <a:p>
              <a:endParaRPr sz="2000"/>
            </a:p>
          </p:txBody>
        </p:sp>
        <p:sp>
          <p:nvSpPr>
            <p:cNvPr id="246" name="object 242">
              <a:extLst>
                <a:ext uri="{FF2B5EF4-FFF2-40B4-BE49-F238E27FC236}">
                  <a16:creationId xmlns:a16="http://schemas.microsoft.com/office/drawing/2014/main" id="{7ADB0467-F78C-403B-BA7E-EEEE335267AF}"/>
                </a:ext>
              </a:extLst>
            </p:cNvPr>
            <p:cNvSpPr/>
            <p:nvPr/>
          </p:nvSpPr>
          <p:spPr>
            <a:xfrm>
              <a:off x="3927348" y="199186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47" name="object 243">
              <a:extLst>
                <a:ext uri="{FF2B5EF4-FFF2-40B4-BE49-F238E27FC236}">
                  <a16:creationId xmlns:a16="http://schemas.microsoft.com/office/drawing/2014/main" id="{74C55C26-D00C-45D0-9829-AE298221CDCC}"/>
                </a:ext>
              </a:extLst>
            </p:cNvPr>
            <p:cNvSpPr/>
            <p:nvPr/>
          </p:nvSpPr>
          <p:spPr>
            <a:xfrm>
              <a:off x="3927348" y="207721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48" name="object 244">
              <a:extLst>
                <a:ext uri="{FF2B5EF4-FFF2-40B4-BE49-F238E27FC236}">
                  <a16:creationId xmlns:a16="http://schemas.microsoft.com/office/drawing/2014/main" id="{E5950797-473C-4E06-B58D-75592AE99A81}"/>
                </a:ext>
              </a:extLst>
            </p:cNvPr>
            <p:cNvSpPr/>
            <p:nvPr/>
          </p:nvSpPr>
          <p:spPr>
            <a:xfrm>
              <a:off x="3927348" y="207721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249" name="object 245">
            <a:extLst>
              <a:ext uri="{FF2B5EF4-FFF2-40B4-BE49-F238E27FC236}">
                <a16:creationId xmlns:a16="http://schemas.microsoft.com/office/drawing/2014/main" id="{259B1837-CDDB-4B1B-A540-95536E5D37A1}"/>
              </a:ext>
            </a:extLst>
          </p:cNvPr>
          <p:cNvGrpSpPr/>
          <p:nvPr/>
        </p:nvGrpSpPr>
        <p:grpSpPr>
          <a:xfrm>
            <a:off x="1672732" y="3173024"/>
            <a:ext cx="829028" cy="393700"/>
            <a:chOff x="1505458" y="2855722"/>
            <a:chExt cx="746125" cy="354330"/>
          </a:xfrm>
        </p:grpSpPr>
        <p:sp>
          <p:nvSpPr>
            <p:cNvPr id="250" name="object 246">
              <a:extLst>
                <a:ext uri="{FF2B5EF4-FFF2-40B4-BE49-F238E27FC236}">
                  <a16:creationId xmlns:a16="http://schemas.microsoft.com/office/drawing/2014/main" id="{B04B42FB-BC7B-46FE-86AF-526E64CFC556}"/>
                </a:ext>
              </a:extLst>
            </p:cNvPr>
            <p:cNvSpPr/>
            <p:nvPr/>
          </p:nvSpPr>
          <p:spPr>
            <a:xfrm>
              <a:off x="1877568" y="286207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1" name="object 247">
              <a:extLst>
                <a:ext uri="{FF2B5EF4-FFF2-40B4-BE49-F238E27FC236}">
                  <a16:creationId xmlns:a16="http://schemas.microsoft.com/office/drawing/2014/main" id="{A3026278-918E-411E-B136-F0AC4A364081}"/>
                </a:ext>
              </a:extLst>
            </p:cNvPr>
            <p:cNvSpPr/>
            <p:nvPr/>
          </p:nvSpPr>
          <p:spPr>
            <a:xfrm>
              <a:off x="1877568" y="286207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2" name="object 248">
              <a:extLst>
                <a:ext uri="{FF2B5EF4-FFF2-40B4-BE49-F238E27FC236}">
                  <a16:creationId xmlns:a16="http://schemas.microsoft.com/office/drawing/2014/main" id="{63104822-117A-4B7A-A23B-201EEB172BE7}"/>
                </a:ext>
              </a:extLst>
            </p:cNvPr>
            <p:cNvSpPr/>
            <p:nvPr/>
          </p:nvSpPr>
          <p:spPr>
            <a:xfrm>
              <a:off x="1877568" y="294741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3" name="object 249">
              <a:extLst>
                <a:ext uri="{FF2B5EF4-FFF2-40B4-BE49-F238E27FC236}">
                  <a16:creationId xmlns:a16="http://schemas.microsoft.com/office/drawing/2014/main" id="{60229533-5317-4E3B-ABB9-4E9B8A38C693}"/>
                </a:ext>
              </a:extLst>
            </p:cNvPr>
            <p:cNvSpPr/>
            <p:nvPr/>
          </p:nvSpPr>
          <p:spPr>
            <a:xfrm>
              <a:off x="1877568" y="294741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4" name="object 250">
              <a:extLst>
                <a:ext uri="{FF2B5EF4-FFF2-40B4-BE49-F238E27FC236}">
                  <a16:creationId xmlns:a16="http://schemas.microsoft.com/office/drawing/2014/main" id="{59BF2583-1D1E-4D3C-9366-7EA17813DAA1}"/>
                </a:ext>
              </a:extLst>
            </p:cNvPr>
            <p:cNvSpPr/>
            <p:nvPr/>
          </p:nvSpPr>
          <p:spPr>
            <a:xfrm>
              <a:off x="1877568" y="303276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5" name="object 251">
              <a:extLst>
                <a:ext uri="{FF2B5EF4-FFF2-40B4-BE49-F238E27FC236}">
                  <a16:creationId xmlns:a16="http://schemas.microsoft.com/office/drawing/2014/main" id="{BC3162B5-E7B8-4E0E-95BA-4A63E4DC866E}"/>
                </a:ext>
              </a:extLst>
            </p:cNvPr>
            <p:cNvSpPr/>
            <p:nvPr/>
          </p:nvSpPr>
          <p:spPr>
            <a:xfrm>
              <a:off x="1877568" y="303276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6" name="object 252">
              <a:extLst>
                <a:ext uri="{FF2B5EF4-FFF2-40B4-BE49-F238E27FC236}">
                  <a16:creationId xmlns:a16="http://schemas.microsoft.com/office/drawing/2014/main" id="{62BE69C9-2F37-40CC-8F36-58BD1D8B8BD3}"/>
                </a:ext>
              </a:extLst>
            </p:cNvPr>
            <p:cNvSpPr/>
            <p:nvPr/>
          </p:nvSpPr>
          <p:spPr>
            <a:xfrm>
              <a:off x="1877568" y="311810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7" name="object 253">
              <a:extLst>
                <a:ext uri="{FF2B5EF4-FFF2-40B4-BE49-F238E27FC236}">
                  <a16:creationId xmlns:a16="http://schemas.microsoft.com/office/drawing/2014/main" id="{4F772210-CD70-48B8-BB64-278D5B6DE176}"/>
                </a:ext>
              </a:extLst>
            </p:cNvPr>
            <p:cNvSpPr/>
            <p:nvPr/>
          </p:nvSpPr>
          <p:spPr>
            <a:xfrm>
              <a:off x="1877568" y="311810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8" name="object 254">
              <a:extLst>
                <a:ext uri="{FF2B5EF4-FFF2-40B4-BE49-F238E27FC236}">
                  <a16:creationId xmlns:a16="http://schemas.microsoft.com/office/drawing/2014/main" id="{998366F9-3FD4-4FA6-B55D-A5F271D5CD6A}"/>
                </a:ext>
              </a:extLst>
            </p:cNvPr>
            <p:cNvSpPr/>
            <p:nvPr/>
          </p:nvSpPr>
          <p:spPr>
            <a:xfrm>
              <a:off x="1511808" y="286207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59" name="object 255">
              <a:extLst>
                <a:ext uri="{FF2B5EF4-FFF2-40B4-BE49-F238E27FC236}">
                  <a16:creationId xmlns:a16="http://schemas.microsoft.com/office/drawing/2014/main" id="{370F0B13-EA77-4DFC-BFE5-6F74348A5620}"/>
                </a:ext>
              </a:extLst>
            </p:cNvPr>
            <p:cNvSpPr/>
            <p:nvPr/>
          </p:nvSpPr>
          <p:spPr>
            <a:xfrm>
              <a:off x="1511808" y="286207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0" name="object 256">
              <a:extLst>
                <a:ext uri="{FF2B5EF4-FFF2-40B4-BE49-F238E27FC236}">
                  <a16:creationId xmlns:a16="http://schemas.microsoft.com/office/drawing/2014/main" id="{C6866F84-1E83-4A23-B45E-BD7113EBE739}"/>
                </a:ext>
              </a:extLst>
            </p:cNvPr>
            <p:cNvSpPr/>
            <p:nvPr/>
          </p:nvSpPr>
          <p:spPr>
            <a:xfrm>
              <a:off x="1604772" y="28620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61" name="object 257">
              <a:extLst>
                <a:ext uri="{FF2B5EF4-FFF2-40B4-BE49-F238E27FC236}">
                  <a16:creationId xmlns:a16="http://schemas.microsoft.com/office/drawing/2014/main" id="{2D2AEC09-0229-4B5B-95B0-5ED6E99C4B1E}"/>
                </a:ext>
              </a:extLst>
            </p:cNvPr>
            <p:cNvSpPr/>
            <p:nvPr/>
          </p:nvSpPr>
          <p:spPr>
            <a:xfrm>
              <a:off x="1604772" y="28620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2" name="object 258">
              <a:extLst>
                <a:ext uri="{FF2B5EF4-FFF2-40B4-BE49-F238E27FC236}">
                  <a16:creationId xmlns:a16="http://schemas.microsoft.com/office/drawing/2014/main" id="{60498DCD-59E3-4847-A1EE-74E3B96B4931}"/>
                </a:ext>
              </a:extLst>
            </p:cNvPr>
            <p:cNvSpPr/>
            <p:nvPr/>
          </p:nvSpPr>
          <p:spPr>
            <a:xfrm>
              <a:off x="1696212" y="28620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63" name="object 259">
              <a:extLst>
                <a:ext uri="{FF2B5EF4-FFF2-40B4-BE49-F238E27FC236}">
                  <a16:creationId xmlns:a16="http://schemas.microsoft.com/office/drawing/2014/main" id="{552C3E12-9ABA-4403-8EBC-5F2402FEFDF0}"/>
                </a:ext>
              </a:extLst>
            </p:cNvPr>
            <p:cNvSpPr/>
            <p:nvPr/>
          </p:nvSpPr>
          <p:spPr>
            <a:xfrm>
              <a:off x="1696212" y="28620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4" name="object 260">
              <a:extLst>
                <a:ext uri="{FF2B5EF4-FFF2-40B4-BE49-F238E27FC236}">
                  <a16:creationId xmlns:a16="http://schemas.microsoft.com/office/drawing/2014/main" id="{AB5EF5D1-5356-459E-A6D6-E2135E7F84CD}"/>
                </a:ext>
              </a:extLst>
            </p:cNvPr>
            <p:cNvSpPr/>
            <p:nvPr/>
          </p:nvSpPr>
          <p:spPr>
            <a:xfrm>
              <a:off x="1511808" y="294741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65" name="object 261">
              <a:extLst>
                <a:ext uri="{FF2B5EF4-FFF2-40B4-BE49-F238E27FC236}">
                  <a16:creationId xmlns:a16="http://schemas.microsoft.com/office/drawing/2014/main" id="{69D4C103-9B95-468D-8578-30D4BE6FD459}"/>
                </a:ext>
              </a:extLst>
            </p:cNvPr>
            <p:cNvSpPr/>
            <p:nvPr/>
          </p:nvSpPr>
          <p:spPr>
            <a:xfrm>
              <a:off x="1511808" y="294741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6" name="object 262">
              <a:extLst>
                <a:ext uri="{FF2B5EF4-FFF2-40B4-BE49-F238E27FC236}">
                  <a16:creationId xmlns:a16="http://schemas.microsoft.com/office/drawing/2014/main" id="{3D182B44-FFB7-4B35-BC2B-5514432600A3}"/>
                </a:ext>
              </a:extLst>
            </p:cNvPr>
            <p:cNvSpPr/>
            <p:nvPr/>
          </p:nvSpPr>
          <p:spPr>
            <a:xfrm>
              <a:off x="1604772" y="29474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67" name="object 263">
              <a:extLst>
                <a:ext uri="{FF2B5EF4-FFF2-40B4-BE49-F238E27FC236}">
                  <a16:creationId xmlns:a16="http://schemas.microsoft.com/office/drawing/2014/main" id="{FED1D3B7-35C0-476F-87CB-A50DD01DA907}"/>
                </a:ext>
              </a:extLst>
            </p:cNvPr>
            <p:cNvSpPr/>
            <p:nvPr/>
          </p:nvSpPr>
          <p:spPr>
            <a:xfrm>
              <a:off x="1604772" y="29474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8" name="object 264">
              <a:extLst>
                <a:ext uri="{FF2B5EF4-FFF2-40B4-BE49-F238E27FC236}">
                  <a16:creationId xmlns:a16="http://schemas.microsoft.com/office/drawing/2014/main" id="{5592E6BC-EB38-4A87-965C-3E8ABE27CC2D}"/>
                </a:ext>
              </a:extLst>
            </p:cNvPr>
            <p:cNvSpPr/>
            <p:nvPr/>
          </p:nvSpPr>
          <p:spPr>
            <a:xfrm>
              <a:off x="1696212" y="29474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69" name="object 265">
              <a:extLst>
                <a:ext uri="{FF2B5EF4-FFF2-40B4-BE49-F238E27FC236}">
                  <a16:creationId xmlns:a16="http://schemas.microsoft.com/office/drawing/2014/main" id="{89526023-87B2-4222-B1E5-5F7DC42E11CF}"/>
                </a:ext>
              </a:extLst>
            </p:cNvPr>
            <p:cNvSpPr/>
            <p:nvPr/>
          </p:nvSpPr>
          <p:spPr>
            <a:xfrm>
              <a:off x="1696212" y="29474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0" name="object 266">
              <a:extLst>
                <a:ext uri="{FF2B5EF4-FFF2-40B4-BE49-F238E27FC236}">
                  <a16:creationId xmlns:a16="http://schemas.microsoft.com/office/drawing/2014/main" id="{7ECD428F-66E6-4C20-8AE3-9C6A40EBEE1B}"/>
                </a:ext>
              </a:extLst>
            </p:cNvPr>
            <p:cNvSpPr/>
            <p:nvPr/>
          </p:nvSpPr>
          <p:spPr>
            <a:xfrm>
              <a:off x="1511808" y="303276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71" name="object 267">
              <a:extLst>
                <a:ext uri="{FF2B5EF4-FFF2-40B4-BE49-F238E27FC236}">
                  <a16:creationId xmlns:a16="http://schemas.microsoft.com/office/drawing/2014/main" id="{0F1A6320-9004-458B-B57D-B378539184EA}"/>
                </a:ext>
              </a:extLst>
            </p:cNvPr>
            <p:cNvSpPr/>
            <p:nvPr/>
          </p:nvSpPr>
          <p:spPr>
            <a:xfrm>
              <a:off x="1511808" y="303276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2" name="object 268">
              <a:extLst>
                <a:ext uri="{FF2B5EF4-FFF2-40B4-BE49-F238E27FC236}">
                  <a16:creationId xmlns:a16="http://schemas.microsoft.com/office/drawing/2014/main" id="{48846DA8-5C5C-474C-BD2B-B5A727AFCABF}"/>
                </a:ext>
              </a:extLst>
            </p:cNvPr>
            <p:cNvSpPr/>
            <p:nvPr/>
          </p:nvSpPr>
          <p:spPr>
            <a:xfrm>
              <a:off x="1604772" y="303276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73" name="object 269">
              <a:extLst>
                <a:ext uri="{FF2B5EF4-FFF2-40B4-BE49-F238E27FC236}">
                  <a16:creationId xmlns:a16="http://schemas.microsoft.com/office/drawing/2014/main" id="{F56853CA-0B0D-4C9D-BF83-1BF50708FDCC}"/>
                </a:ext>
              </a:extLst>
            </p:cNvPr>
            <p:cNvSpPr/>
            <p:nvPr/>
          </p:nvSpPr>
          <p:spPr>
            <a:xfrm>
              <a:off x="1604772" y="30327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4" name="object 270">
              <a:extLst>
                <a:ext uri="{FF2B5EF4-FFF2-40B4-BE49-F238E27FC236}">
                  <a16:creationId xmlns:a16="http://schemas.microsoft.com/office/drawing/2014/main" id="{D59BD8AD-3C67-4335-8D07-0469EACEF1F4}"/>
                </a:ext>
              </a:extLst>
            </p:cNvPr>
            <p:cNvSpPr/>
            <p:nvPr/>
          </p:nvSpPr>
          <p:spPr>
            <a:xfrm>
              <a:off x="1696212" y="303276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75" name="object 271">
              <a:extLst>
                <a:ext uri="{FF2B5EF4-FFF2-40B4-BE49-F238E27FC236}">
                  <a16:creationId xmlns:a16="http://schemas.microsoft.com/office/drawing/2014/main" id="{FBF90BD0-3B37-4450-823E-5A479C0D8927}"/>
                </a:ext>
              </a:extLst>
            </p:cNvPr>
            <p:cNvSpPr/>
            <p:nvPr/>
          </p:nvSpPr>
          <p:spPr>
            <a:xfrm>
              <a:off x="1696212" y="303276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6" name="object 272">
              <a:extLst>
                <a:ext uri="{FF2B5EF4-FFF2-40B4-BE49-F238E27FC236}">
                  <a16:creationId xmlns:a16="http://schemas.microsoft.com/office/drawing/2014/main" id="{2D194A1E-5E3A-46B0-A952-8E238D9DA59D}"/>
                </a:ext>
              </a:extLst>
            </p:cNvPr>
            <p:cNvSpPr/>
            <p:nvPr/>
          </p:nvSpPr>
          <p:spPr>
            <a:xfrm>
              <a:off x="1511808" y="311810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77" name="object 273">
              <a:extLst>
                <a:ext uri="{FF2B5EF4-FFF2-40B4-BE49-F238E27FC236}">
                  <a16:creationId xmlns:a16="http://schemas.microsoft.com/office/drawing/2014/main" id="{68A8BF6B-F22B-4A4B-809D-E6C7C5069D70}"/>
                </a:ext>
              </a:extLst>
            </p:cNvPr>
            <p:cNvSpPr/>
            <p:nvPr/>
          </p:nvSpPr>
          <p:spPr>
            <a:xfrm>
              <a:off x="1511808" y="311810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8" name="object 274">
              <a:extLst>
                <a:ext uri="{FF2B5EF4-FFF2-40B4-BE49-F238E27FC236}">
                  <a16:creationId xmlns:a16="http://schemas.microsoft.com/office/drawing/2014/main" id="{C8DA2F36-8627-4EFC-81A7-69C93210F726}"/>
                </a:ext>
              </a:extLst>
            </p:cNvPr>
            <p:cNvSpPr/>
            <p:nvPr/>
          </p:nvSpPr>
          <p:spPr>
            <a:xfrm>
              <a:off x="1604772" y="311810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79" name="object 275">
              <a:extLst>
                <a:ext uri="{FF2B5EF4-FFF2-40B4-BE49-F238E27FC236}">
                  <a16:creationId xmlns:a16="http://schemas.microsoft.com/office/drawing/2014/main" id="{094FD29D-E861-4AAE-803B-96CB7A0C99AF}"/>
                </a:ext>
              </a:extLst>
            </p:cNvPr>
            <p:cNvSpPr/>
            <p:nvPr/>
          </p:nvSpPr>
          <p:spPr>
            <a:xfrm>
              <a:off x="1604772" y="311810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0" name="object 276">
              <a:extLst>
                <a:ext uri="{FF2B5EF4-FFF2-40B4-BE49-F238E27FC236}">
                  <a16:creationId xmlns:a16="http://schemas.microsoft.com/office/drawing/2014/main" id="{DAB17E4B-3EF1-4FB6-94EF-4972CC110517}"/>
                </a:ext>
              </a:extLst>
            </p:cNvPr>
            <p:cNvSpPr/>
            <p:nvPr/>
          </p:nvSpPr>
          <p:spPr>
            <a:xfrm>
              <a:off x="1696212" y="311810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281" name="object 277">
              <a:extLst>
                <a:ext uri="{FF2B5EF4-FFF2-40B4-BE49-F238E27FC236}">
                  <a16:creationId xmlns:a16="http://schemas.microsoft.com/office/drawing/2014/main" id="{068212FC-2783-401E-B090-448948A50F56}"/>
                </a:ext>
              </a:extLst>
            </p:cNvPr>
            <p:cNvSpPr/>
            <p:nvPr/>
          </p:nvSpPr>
          <p:spPr>
            <a:xfrm>
              <a:off x="1696212" y="311810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2" name="object 278">
              <a:extLst>
                <a:ext uri="{FF2B5EF4-FFF2-40B4-BE49-F238E27FC236}">
                  <a16:creationId xmlns:a16="http://schemas.microsoft.com/office/drawing/2014/main" id="{331A8C0D-34ED-4194-9433-3C95B48349B2}"/>
                </a:ext>
              </a:extLst>
            </p:cNvPr>
            <p:cNvSpPr/>
            <p:nvPr/>
          </p:nvSpPr>
          <p:spPr>
            <a:xfrm>
              <a:off x="1789176" y="28620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3" name="object 279">
              <a:extLst>
                <a:ext uri="{FF2B5EF4-FFF2-40B4-BE49-F238E27FC236}">
                  <a16:creationId xmlns:a16="http://schemas.microsoft.com/office/drawing/2014/main" id="{E73FF9AD-5A6F-4740-ACDC-80AA7BA1BB4F}"/>
                </a:ext>
              </a:extLst>
            </p:cNvPr>
            <p:cNvSpPr/>
            <p:nvPr/>
          </p:nvSpPr>
          <p:spPr>
            <a:xfrm>
              <a:off x="1789176" y="28620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4" name="object 280">
              <a:extLst>
                <a:ext uri="{FF2B5EF4-FFF2-40B4-BE49-F238E27FC236}">
                  <a16:creationId xmlns:a16="http://schemas.microsoft.com/office/drawing/2014/main" id="{904142F0-52B0-4482-8E1D-1766415C8F6D}"/>
                </a:ext>
              </a:extLst>
            </p:cNvPr>
            <p:cNvSpPr/>
            <p:nvPr/>
          </p:nvSpPr>
          <p:spPr>
            <a:xfrm>
              <a:off x="1789176" y="29474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5" name="object 281">
              <a:extLst>
                <a:ext uri="{FF2B5EF4-FFF2-40B4-BE49-F238E27FC236}">
                  <a16:creationId xmlns:a16="http://schemas.microsoft.com/office/drawing/2014/main" id="{ED2B700A-D2CB-450F-9439-A8EBA9F84EF0}"/>
                </a:ext>
              </a:extLst>
            </p:cNvPr>
            <p:cNvSpPr/>
            <p:nvPr/>
          </p:nvSpPr>
          <p:spPr>
            <a:xfrm>
              <a:off x="1789176" y="29474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6" name="object 282">
              <a:extLst>
                <a:ext uri="{FF2B5EF4-FFF2-40B4-BE49-F238E27FC236}">
                  <a16:creationId xmlns:a16="http://schemas.microsoft.com/office/drawing/2014/main" id="{A4C0D5C2-67DD-4A26-8D12-338F81745D24}"/>
                </a:ext>
              </a:extLst>
            </p:cNvPr>
            <p:cNvSpPr/>
            <p:nvPr/>
          </p:nvSpPr>
          <p:spPr>
            <a:xfrm>
              <a:off x="1789176" y="303276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7" name="object 283">
              <a:extLst>
                <a:ext uri="{FF2B5EF4-FFF2-40B4-BE49-F238E27FC236}">
                  <a16:creationId xmlns:a16="http://schemas.microsoft.com/office/drawing/2014/main" id="{2F7D2DE3-B4E0-4D21-BB81-CDF1EF41231C}"/>
                </a:ext>
              </a:extLst>
            </p:cNvPr>
            <p:cNvSpPr/>
            <p:nvPr/>
          </p:nvSpPr>
          <p:spPr>
            <a:xfrm>
              <a:off x="1789176" y="30327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8" name="object 284">
              <a:extLst>
                <a:ext uri="{FF2B5EF4-FFF2-40B4-BE49-F238E27FC236}">
                  <a16:creationId xmlns:a16="http://schemas.microsoft.com/office/drawing/2014/main" id="{B7E2F8D7-4476-44B4-B795-90CB07517583}"/>
                </a:ext>
              </a:extLst>
            </p:cNvPr>
            <p:cNvSpPr/>
            <p:nvPr/>
          </p:nvSpPr>
          <p:spPr>
            <a:xfrm>
              <a:off x="1789176" y="311810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89" name="object 285">
              <a:extLst>
                <a:ext uri="{FF2B5EF4-FFF2-40B4-BE49-F238E27FC236}">
                  <a16:creationId xmlns:a16="http://schemas.microsoft.com/office/drawing/2014/main" id="{28DB1851-6832-4DAF-9AB5-8E30DC704379}"/>
                </a:ext>
              </a:extLst>
            </p:cNvPr>
            <p:cNvSpPr/>
            <p:nvPr/>
          </p:nvSpPr>
          <p:spPr>
            <a:xfrm>
              <a:off x="1789176" y="311810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0" name="object 286">
              <a:extLst>
                <a:ext uri="{FF2B5EF4-FFF2-40B4-BE49-F238E27FC236}">
                  <a16:creationId xmlns:a16="http://schemas.microsoft.com/office/drawing/2014/main" id="{C3163E00-0DE8-49CF-AB3C-4E5DC4F439D1}"/>
                </a:ext>
              </a:extLst>
            </p:cNvPr>
            <p:cNvSpPr/>
            <p:nvPr/>
          </p:nvSpPr>
          <p:spPr>
            <a:xfrm>
              <a:off x="1970531" y="286207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91" name="object 287">
              <a:extLst>
                <a:ext uri="{FF2B5EF4-FFF2-40B4-BE49-F238E27FC236}">
                  <a16:creationId xmlns:a16="http://schemas.microsoft.com/office/drawing/2014/main" id="{2BB3D172-A713-49DB-93A0-4792F5405E9F}"/>
                </a:ext>
              </a:extLst>
            </p:cNvPr>
            <p:cNvSpPr/>
            <p:nvPr/>
          </p:nvSpPr>
          <p:spPr>
            <a:xfrm>
              <a:off x="1970531" y="286207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2" name="object 288">
              <a:extLst>
                <a:ext uri="{FF2B5EF4-FFF2-40B4-BE49-F238E27FC236}">
                  <a16:creationId xmlns:a16="http://schemas.microsoft.com/office/drawing/2014/main" id="{EB694DBC-8FF2-4984-B318-8699AA65CDBD}"/>
                </a:ext>
              </a:extLst>
            </p:cNvPr>
            <p:cNvSpPr/>
            <p:nvPr/>
          </p:nvSpPr>
          <p:spPr>
            <a:xfrm>
              <a:off x="1970531" y="294741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93" name="object 289">
              <a:extLst>
                <a:ext uri="{FF2B5EF4-FFF2-40B4-BE49-F238E27FC236}">
                  <a16:creationId xmlns:a16="http://schemas.microsoft.com/office/drawing/2014/main" id="{2CE54CB0-C0A2-4B35-B8F5-B399381AEE02}"/>
                </a:ext>
              </a:extLst>
            </p:cNvPr>
            <p:cNvSpPr/>
            <p:nvPr/>
          </p:nvSpPr>
          <p:spPr>
            <a:xfrm>
              <a:off x="1970531" y="294741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4" name="object 290">
              <a:extLst>
                <a:ext uri="{FF2B5EF4-FFF2-40B4-BE49-F238E27FC236}">
                  <a16:creationId xmlns:a16="http://schemas.microsoft.com/office/drawing/2014/main" id="{11BF72B7-2017-4E8A-93CE-DC2AF19DE660}"/>
                </a:ext>
              </a:extLst>
            </p:cNvPr>
            <p:cNvSpPr/>
            <p:nvPr/>
          </p:nvSpPr>
          <p:spPr>
            <a:xfrm>
              <a:off x="1970531" y="303276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95" name="object 291">
              <a:extLst>
                <a:ext uri="{FF2B5EF4-FFF2-40B4-BE49-F238E27FC236}">
                  <a16:creationId xmlns:a16="http://schemas.microsoft.com/office/drawing/2014/main" id="{3A7B51CA-7410-4F29-9413-29706B733BCC}"/>
                </a:ext>
              </a:extLst>
            </p:cNvPr>
            <p:cNvSpPr/>
            <p:nvPr/>
          </p:nvSpPr>
          <p:spPr>
            <a:xfrm>
              <a:off x="1970531" y="303276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6" name="object 292">
              <a:extLst>
                <a:ext uri="{FF2B5EF4-FFF2-40B4-BE49-F238E27FC236}">
                  <a16:creationId xmlns:a16="http://schemas.microsoft.com/office/drawing/2014/main" id="{C4A82066-E54D-4E2D-8610-76E66E871C3E}"/>
                </a:ext>
              </a:extLst>
            </p:cNvPr>
            <p:cNvSpPr/>
            <p:nvPr/>
          </p:nvSpPr>
          <p:spPr>
            <a:xfrm>
              <a:off x="1970531" y="311810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297" name="object 293">
              <a:extLst>
                <a:ext uri="{FF2B5EF4-FFF2-40B4-BE49-F238E27FC236}">
                  <a16:creationId xmlns:a16="http://schemas.microsoft.com/office/drawing/2014/main" id="{330DE2CE-AF9F-4DCC-81E5-2A0149DCC6CC}"/>
                </a:ext>
              </a:extLst>
            </p:cNvPr>
            <p:cNvSpPr/>
            <p:nvPr/>
          </p:nvSpPr>
          <p:spPr>
            <a:xfrm>
              <a:off x="1970531" y="311810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8" name="object 294">
              <a:extLst>
                <a:ext uri="{FF2B5EF4-FFF2-40B4-BE49-F238E27FC236}">
                  <a16:creationId xmlns:a16="http://schemas.microsoft.com/office/drawing/2014/main" id="{4126F0D7-CD50-43CA-A29B-A00D9271F715}"/>
                </a:ext>
              </a:extLst>
            </p:cNvPr>
            <p:cNvSpPr/>
            <p:nvPr/>
          </p:nvSpPr>
          <p:spPr>
            <a:xfrm>
              <a:off x="2151888" y="2862072"/>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299" name="object 295">
              <a:extLst>
                <a:ext uri="{FF2B5EF4-FFF2-40B4-BE49-F238E27FC236}">
                  <a16:creationId xmlns:a16="http://schemas.microsoft.com/office/drawing/2014/main" id="{FC744789-2D0F-4711-831A-9904A28E0957}"/>
                </a:ext>
              </a:extLst>
            </p:cNvPr>
            <p:cNvSpPr/>
            <p:nvPr/>
          </p:nvSpPr>
          <p:spPr>
            <a:xfrm>
              <a:off x="2151888" y="2862072"/>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0" name="object 296">
              <a:extLst>
                <a:ext uri="{FF2B5EF4-FFF2-40B4-BE49-F238E27FC236}">
                  <a16:creationId xmlns:a16="http://schemas.microsoft.com/office/drawing/2014/main" id="{87B6C7C6-5EC9-4C08-B51C-27D645990FB3}"/>
                </a:ext>
              </a:extLst>
            </p:cNvPr>
            <p:cNvSpPr/>
            <p:nvPr/>
          </p:nvSpPr>
          <p:spPr>
            <a:xfrm>
              <a:off x="2151888" y="2947416"/>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01" name="object 297">
              <a:extLst>
                <a:ext uri="{FF2B5EF4-FFF2-40B4-BE49-F238E27FC236}">
                  <a16:creationId xmlns:a16="http://schemas.microsoft.com/office/drawing/2014/main" id="{1EDABDC5-EDBB-423C-9AED-8D45D9F99EE6}"/>
                </a:ext>
              </a:extLst>
            </p:cNvPr>
            <p:cNvSpPr/>
            <p:nvPr/>
          </p:nvSpPr>
          <p:spPr>
            <a:xfrm>
              <a:off x="2151888" y="2947416"/>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2" name="object 298">
              <a:extLst>
                <a:ext uri="{FF2B5EF4-FFF2-40B4-BE49-F238E27FC236}">
                  <a16:creationId xmlns:a16="http://schemas.microsoft.com/office/drawing/2014/main" id="{406D3AEE-5389-4C94-BB0A-8D3A739D57FF}"/>
                </a:ext>
              </a:extLst>
            </p:cNvPr>
            <p:cNvSpPr/>
            <p:nvPr/>
          </p:nvSpPr>
          <p:spPr>
            <a:xfrm>
              <a:off x="2151888" y="3032760"/>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03" name="object 299">
              <a:extLst>
                <a:ext uri="{FF2B5EF4-FFF2-40B4-BE49-F238E27FC236}">
                  <a16:creationId xmlns:a16="http://schemas.microsoft.com/office/drawing/2014/main" id="{5931F3FF-7BC1-47A6-83E4-812049CB3825}"/>
                </a:ext>
              </a:extLst>
            </p:cNvPr>
            <p:cNvSpPr/>
            <p:nvPr/>
          </p:nvSpPr>
          <p:spPr>
            <a:xfrm>
              <a:off x="2151888" y="3032760"/>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4" name="object 300">
              <a:extLst>
                <a:ext uri="{FF2B5EF4-FFF2-40B4-BE49-F238E27FC236}">
                  <a16:creationId xmlns:a16="http://schemas.microsoft.com/office/drawing/2014/main" id="{DFA5B9AD-9E3C-4957-B07B-9E65E95536A3}"/>
                </a:ext>
              </a:extLst>
            </p:cNvPr>
            <p:cNvSpPr/>
            <p:nvPr/>
          </p:nvSpPr>
          <p:spPr>
            <a:xfrm>
              <a:off x="2151888" y="3118104"/>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05" name="object 301">
              <a:extLst>
                <a:ext uri="{FF2B5EF4-FFF2-40B4-BE49-F238E27FC236}">
                  <a16:creationId xmlns:a16="http://schemas.microsoft.com/office/drawing/2014/main" id="{9E6A8480-3231-4C43-9DD3-8F9577C80FC1}"/>
                </a:ext>
              </a:extLst>
            </p:cNvPr>
            <p:cNvSpPr/>
            <p:nvPr/>
          </p:nvSpPr>
          <p:spPr>
            <a:xfrm>
              <a:off x="2151888" y="3118104"/>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6" name="object 302">
              <a:extLst>
                <a:ext uri="{FF2B5EF4-FFF2-40B4-BE49-F238E27FC236}">
                  <a16:creationId xmlns:a16="http://schemas.microsoft.com/office/drawing/2014/main" id="{AACFFCC1-D7EB-4EF0-A858-523DDCADCDEA}"/>
                </a:ext>
              </a:extLst>
            </p:cNvPr>
            <p:cNvSpPr/>
            <p:nvPr/>
          </p:nvSpPr>
          <p:spPr>
            <a:xfrm>
              <a:off x="2061972" y="2862072"/>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07" name="object 303">
              <a:extLst>
                <a:ext uri="{FF2B5EF4-FFF2-40B4-BE49-F238E27FC236}">
                  <a16:creationId xmlns:a16="http://schemas.microsoft.com/office/drawing/2014/main" id="{F02D87B5-43DC-42CF-9D0E-554B03EAF7DE}"/>
                </a:ext>
              </a:extLst>
            </p:cNvPr>
            <p:cNvSpPr/>
            <p:nvPr/>
          </p:nvSpPr>
          <p:spPr>
            <a:xfrm>
              <a:off x="2061972" y="2862072"/>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8" name="object 304">
              <a:extLst>
                <a:ext uri="{FF2B5EF4-FFF2-40B4-BE49-F238E27FC236}">
                  <a16:creationId xmlns:a16="http://schemas.microsoft.com/office/drawing/2014/main" id="{FB62CFC3-A162-4435-834C-EF400C105D56}"/>
                </a:ext>
              </a:extLst>
            </p:cNvPr>
            <p:cNvSpPr/>
            <p:nvPr/>
          </p:nvSpPr>
          <p:spPr>
            <a:xfrm>
              <a:off x="2061972" y="2947416"/>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09" name="object 305">
              <a:extLst>
                <a:ext uri="{FF2B5EF4-FFF2-40B4-BE49-F238E27FC236}">
                  <a16:creationId xmlns:a16="http://schemas.microsoft.com/office/drawing/2014/main" id="{95930C97-30F0-446B-B76F-4A9EFA4AA80F}"/>
                </a:ext>
              </a:extLst>
            </p:cNvPr>
            <p:cNvSpPr/>
            <p:nvPr/>
          </p:nvSpPr>
          <p:spPr>
            <a:xfrm>
              <a:off x="2061972" y="2947416"/>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0" name="object 306">
              <a:extLst>
                <a:ext uri="{FF2B5EF4-FFF2-40B4-BE49-F238E27FC236}">
                  <a16:creationId xmlns:a16="http://schemas.microsoft.com/office/drawing/2014/main" id="{6A7847AF-8C75-4610-80E6-1CCF19E864C7}"/>
                </a:ext>
              </a:extLst>
            </p:cNvPr>
            <p:cNvSpPr/>
            <p:nvPr/>
          </p:nvSpPr>
          <p:spPr>
            <a:xfrm>
              <a:off x="2061972" y="3032760"/>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11" name="object 307">
              <a:extLst>
                <a:ext uri="{FF2B5EF4-FFF2-40B4-BE49-F238E27FC236}">
                  <a16:creationId xmlns:a16="http://schemas.microsoft.com/office/drawing/2014/main" id="{BA06DF13-F8EC-4190-9361-3555049F424D}"/>
                </a:ext>
              </a:extLst>
            </p:cNvPr>
            <p:cNvSpPr/>
            <p:nvPr/>
          </p:nvSpPr>
          <p:spPr>
            <a:xfrm>
              <a:off x="2061972" y="3032760"/>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2" name="object 308">
              <a:extLst>
                <a:ext uri="{FF2B5EF4-FFF2-40B4-BE49-F238E27FC236}">
                  <a16:creationId xmlns:a16="http://schemas.microsoft.com/office/drawing/2014/main" id="{2E1D7B60-9405-4A21-AF7A-650B7C2EB0EB}"/>
                </a:ext>
              </a:extLst>
            </p:cNvPr>
            <p:cNvSpPr/>
            <p:nvPr/>
          </p:nvSpPr>
          <p:spPr>
            <a:xfrm>
              <a:off x="2061972" y="3118104"/>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13" name="object 309">
              <a:extLst>
                <a:ext uri="{FF2B5EF4-FFF2-40B4-BE49-F238E27FC236}">
                  <a16:creationId xmlns:a16="http://schemas.microsoft.com/office/drawing/2014/main" id="{123D86FF-BC3A-4F16-AC3F-A2F967191728}"/>
                </a:ext>
              </a:extLst>
            </p:cNvPr>
            <p:cNvSpPr/>
            <p:nvPr/>
          </p:nvSpPr>
          <p:spPr>
            <a:xfrm>
              <a:off x="2061972" y="3118104"/>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314" name="object 310">
            <a:extLst>
              <a:ext uri="{FF2B5EF4-FFF2-40B4-BE49-F238E27FC236}">
                <a16:creationId xmlns:a16="http://schemas.microsoft.com/office/drawing/2014/main" id="{E2C76904-FAC2-4031-A858-470CEB55C5AF}"/>
              </a:ext>
            </a:extLst>
          </p:cNvPr>
          <p:cNvGrpSpPr/>
          <p:nvPr/>
        </p:nvGrpSpPr>
        <p:grpSpPr>
          <a:xfrm>
            <a:off x="2902091" y="3179793"/>
            <a:ext cx="832556" cy="773289"/>
            <a:chOff x="2611882" y="2861814"/>
            <a:chExt cx="749300" cy="695960"/>
          </a:xfrm>
        </p:grpSpPr>
        <p:sp>
          <p:nvSpPr>
            <p:cNvPr id="315" name="object 311">
              <a:extLst>
                <a:ext uri="{FF2B5EF4-FFF2-40B4-BE49-F238E27FC236}">
                  <a16:creationId xmlns:a16="http://schemas.microsoft.com/office/drawing/2014/main" id="{41AEB2CE-25EB-47D6-B479-E9DB736EA1A5}"/>
                </a:ext>
              </a:extLst>
            </p:cNvPr>
            <p:cNvSpPr/>
            <p:nvPr/>
          </p:nvSpPr>
          <p:spPr>
            <a:xfrm>
              <a:off x="2618232" y="2868164"/>
              <a:ext cx="184785" cy="683260"/>
            </a:xfrm>
            <a:custGeom>
              <a:avLst/>
              <a:gdLst/>
              <a:ahLst/>
              <a:cxnLst/>
              <a:rect l="l" t="t" r="r" b="b"/>
              <a:pathLst>
                <a:path w="184785" h="683260">
                  <a:moveTo>
                    <a:pt x="0" y="85347"/>
                  </a:moveTo>
                  <a:lnTo>
                    <a:pt x="91440" y="85347"/>
                  </a:lnTo>
                  <a:lnTo>
                    <a:pt x="91440" y="0"/>
                  </a:lnTo>
                  <a:lnTo>
                    <a:pt x="0" y="0"/>
                  </a:lnTo>
                  <a:lnTo>
                    <a:pt x="0" y="85347"/>
                  </a:lnTo>
                  <a:close/>
                </a:path>
                <a:path w="184785" h="683260">
                  <a:moveTo>
                    <a:pt x="0" y="170691"/>
                  </a:moveTo>
                  <a:lnTo>
                    <a:pt x="91440" y="170691"/>
                  </a:lnTo>
                  <a:lnTo>
                    <a:pt x="91440" y="85348"/>
                  </a:lnTo>
                  <a:lnTo>
                    <a:pt x="0" y="85348"/>
                  </a:lnTo>
                  <a:lnTo>
                    <a:pt x="0" y="170691"/>
                  </a:lnTo>
                  <a:close/>
                </a:path>
                <a:path w="184785" h="683260">
                  <a:moveTo>
                    <a:pt x="0" y="256035"/>
                  </a:moveTo>
                  <a:lnTo>
                    <a:pt x="91440" y="256035"/>
                  </a:lnTo>
                  <a:lnTo>
                    <a:pt x="91440" y="170692"/>
                  </a:lnTo>
                  <a:lnTo>
                    <a:pt x="0" y="170692"/>
                  </a:lnTo>
                  <a:lnTo>
                    <a:pt x="0" y="256035"/>
                  </a:lnTo>
                  <a:close/>
                </a:path>
                <a:path w="184785" h="683260">
                  <a:moveTo>
                    <a:pt x="0" y="341379"/>
                  </a:moveTo>
                  <a:lnTo>
                    <a:pt x="91440" y="341379"/>
                  </a:lnTo>
                  <a:lnTo>
                    <a:pt x="91440" y="256036"/>
                  </a:lnTo>
                  <a:lnTo>
                    <a:pt x="0" y="256036"/>
                  </a:lnTo>
                  <a:lnTo>
                    <a:pt x="0" y="341379"/>
                  </a:lnTo>
                  <a:close/>
                </a:path>
                <a:path w="184785" h="683260">
                  <a:moveTo>
                    <a:pt x="0" y="426723"/>
                  </a:moveTo>
                  <a:lnTo>
                    <a:pt x="91440" y="426723"/>
                  </a:lnTo>
                  <a:lnTo>
                    <a:pt x="91440" y="341380"/>
                  </a:lnTo>
                  <a:lnTo>
                    <a:pt x="0" y="341380"/>
                  </a:lnTo>
                  <a:lnTo>
                    <a:pt x="0" y="426723"/>
                  </a:lnTo>
                  <a:close/>
                </a:path>
                <a:path w="184785" h="683260">
                  <a:moveTo>
                    <a:pt x="0" y="512067"/>
                  </a:moveTo>
                  <a:lnTo>
                    <a:pt x="91440" y="512067"/>
                  </a:lnTo>
                  <a:lnTo>
                    <a:pt x="91440" y="426720"/>
                  </a:lnTo>
                  <a:lnTo>
                    <a:pt x="0" y="426720"/>
                  </a:lnTo>
                  <a:lnTo>
                    <a:pt x="0" y="512067"/>
                  </a:lnTo>
                  <a:close/>
                </a:path>
                <a:path w="184785" h="683260">
                  <a:moveTo>
                    <a:pt x="0" y="597411"/>
                  </a:moveTo>
                  <a:lnTo>
                    <a:pt x="91440" y="597411"/>
                  </a:lnTo>
                  <a:lnTo>
                    <a:pt x="91440" y="512068"/>
                  </a:lnTo>
                  <a:lnTo>
                    <a:pt x="0" y="512068"/>
                  </a:lnTo>
                  <a:lnTo>
                    <a:pt x="0" y="597411"/>
                  </a:lnTo>
                  <a:close/>
                </a:path>
                <a:path w="184785" h="683260">
                  <a:moveTo>
                    <a:pt x="0" y="682755"/>
                  </a:moveTo>
                  <a:lnTo>
                    <a:pt x="91440" y="682755"/>
                  </a:lnTo>
                  <a:lnTo>
                    <a:pt x="91440" y="597412"/>
                  </a:lnTo>
                  <a:lnTo>
                    <a:pt x="0" y="597412"/>
                  </a:lnTo>
                  <a:lnTo>
                    <a:pt x="0" y="682755"/>
                  </a:lnTo>
                  <a:close/>
                </a:path>
                <a:path w="184785" h="683260">
                  <a:moveTo>
                    <a:pt x="91440" y="85347"/>
                  </a:moveTo>
                  <a:lnTo>
                    <a:pt x="184402" y="85347"/>
                  </a:lnTo>
                  <a:lnTo>
                    <a:pt x="184402" y="0"/>
                  </a:lnTo>
                  <a:lnTo>
                    <a:pt x="91440" y="0"/>
                  </a:lnTo>
                  <a:lnTo>
                    <a:pt x="91440" y="85347"/>
                  </a:lnTo>
                  <a:close/>
                </a:path>
                <a:path w="184785" h="683260">
                  <a:moveTo>
                    <a:pt x="91440" y="170691"/>
                  </a:moveTo>
                  <a:lnTo>
                    <a:pt x="184402" y="170691"/>
                  </a:lnTo>
                  <a:lnTo>
                    <a:pt x="184402" y="85348"/>
                  </a:lnTo>
                  <a:lnTo>
                    <a:pt x="91440" y="85348"/>
                  </a:lnTo>
                  <a:lnTo>
                    <a:pt x="91440" y="170691"/>
                  </a:lnTo>
                  <a:close/>
                </a:path>
                <a:path w="184785" h="683260">
                  <a:moveTo>
                    <a:pt x="91440" y="256035"/>
                  </a:moveTo>
                  <a:lnTo>
                    <a:pt x="184402" y="256035"/>
                  </a:lnTo>
                  <a:lnTo>
                    <a:pt x="184402" y="170692"/>
                  </a:lnTo>
                  <a:lnTo>
                    <a:pt x="91440" y="170692"/>
                  </a:lnTo>
                  <a:lnTo>
                    <a:pt x="91440" y="256035"/>
                  </a:lnTo>
                  <a:close/>
                </a:path>
                <a:path w="184785" h="683260">
                  <a:moveTo>
                    <a:pt x="91440" y="341379"/>
                  </a:moveTo>
                  <a:lnTo>
                    <a:pt x="184402" y="341379"/>
                  </a:lnTo>
                  <a:lnTo>
                    <a:pt x="184402" y="256036"/>
                  </a:lnTo>
                  <a:lnTo>
                    <a:pt x="91440" y="256036"/>
                  </a:lnTo>
                  <a:lnTo>
                    <a:pt x="91440" y="341379"/>
                  </a:lnTo>
                  <a:close/>
                </a:path>
                <a:path w="184785" h="683260">
                  <a:moveTo>
                    <a:pt x="91440" y="426723"/>
                  </a:moveTo>
                  <a:lnTo>
                    <a:pt x="184402" y="426723"/>
                  </a:lnTo>
                  <a:lnTo>
                    <a:pt x="184402" y="341380"/>
                  </a:lnTo>
                  <a:lnTo>
                    <a:pt x="91440" y="341380"/>
                  </a:lnTo>
                  <a:lnTo>
                    <a:pt x="91440" y="426723"/>
                  </a:lnTo>
                  <a:close/>
                </a:path>
                <a:path w="184785" h="683260">
                  <a:moveTo>
                    <a:pt x="91440" y="512067"/>
                  </a:moveTo>
                  <a:lnTo>
                    <a:pt x="184402" y="512067"/>
                  </a:lnTo>
                  <a:lnTo>
                    <a:pt x="184402" y="426720"/>
                  </a:lnTo>
                  <a:lnTo>
                    <a:pt x="91440" y="426720"/>
                  </a:lnTo>
                  <a:lnTo>
                    <a:pt x="91440" y="512067"/>
                  </a:lnTo>
                  <a:close/>
                </a:path>
                <a:path w="184785" h="683260">
                  <a:moveTo>
                    <a:pt x="91440" y="597411"/>
                  </a:moveTo>
                  <a:lnTo>
                    <a:pt x="184402" y="597411"/>
                  </a:lnTo>
                  <a:lnTo>
                    <a:pt x="184402" y="512068"/>
                  </a:lnTo>
                  <a:lnTo>
                    <a:pt x="91440" y="512068"/>
                  </a:lnTo>
                  <a:lnTo>
                    <a:pt x="91440" y="597411"/>
                  </a:lnTo>
                  <a:close/>
                </a:path>
                <a:path w="184785" h="683260">
                  <a:moveTo>
                    <a:pt x="91440" y="682755"/>
                  </a:moveTo>
                  <a:lnTo>
                    <a:pt x="184402" y="682755"/>
                  </a:lnTo>
                  <a:lnTo>
                    <a:pt x="184402" y="597412"/>
                  </a:lnTo>
                  <a:lnTo>
                    <a:pt x="91440" y="597412"/>
                  </a:lnTo>
                  <a:lnTo>
                    <a:pt x="91440" y="682755"/>
                  </a:lnTo>
                  <a:close/>
                </a:path>
              </a:pathLst>
            </a:custGeom>
            <a:ln w="12700">
              <a:solidFill>
                <a:srgbClr val="D1D1D1"/>
              </a:solidFill>
            </a:ln>
          </p:spPr>
          <p:txBody>
            <a:bodyPr wrap="square" lIns="0" tIns="0" rIns="0" bIns="0" rtlCol="0"/>
            <a:lstStyle/>
            <a:p>
              <a:endParaRPr sz="2000"/>
            </a:p>
          </p:txBody>
        </p:sp>
        <p:sp>
          <p:nvSpPr>
            <p:cNvPr id="316" name="object 312">
              <a:extLst>
                <a:ext uri="{FF2B5EF4-FFF2-40B4-BE49-F238E27FC236}">
                  <a16:creationId xmlns:a16="http://schemas.microsoft.com/office/drawing/2014/main" id="{3D2B787D-DCD2-435D-8F9D-ED46A2E418CB}"/>
                </a:ext>
              </a:extLst>
            </p:cNvPr>
            <p:cNvSpPr/>
            <p:nvPr/>
          </p:nvSpPr>
          <p:spPr>
            <a:xfrm>
              <a:off x="2802636" y="286816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6F000"/>
            </a:solidFill>
          </p:spPr>
          <p:txBody>
            <a:bodyPr wrap="square" lIns="0" tIns="0" rIns="0" bIns="0" rtlCol="0"/>
            <a:lstStyle/>
            <a:p>
              <a:endParaRPr sz="2000"/>
            </a:p>
          </p:txBody>
        </p:sp>
        <p:sp>
          <p:nvSpPr>
            <p:cNvPr id="317" name="object 313">
              <a:extLst>
                <a:ext uri="{FF2B5EF4-FFF2-40B4-BE49-F238E27FC236}">
                  <a16:creationId xmlns:a16="http://schemas.microsoft.com/office/drawing/2014/main" id="{D3767855-0F8D-49EC-904C-4299E1A811F6}"/>
                </a:ext>
              </a:extLst>
            </p:cNvPr>
            <p:cNvSpPr/>
            <p:nvPr/>
          </p:nvSpPr>
          <p:spPr>
            <a:xfrm>
              <a:off x="2802636" y="286816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18" name="object 314">
              <a:extLst>
                <a:ext uri="{FF2B5EF4-FFF2-40B4-BE49-F238E27FC236}">
                  <a16:creationId xmlns:a16="http://schemas.microsoft.com/office/drawing/2014/main" id="{243F1770-6CFD-4363-A024-3BA64C6E2B68}"/>
                </a:ext>
              </a:extLst>
            </p:cNvPr>
            <p:cNvSpPr/>
            <p:nvPr/>
          </p:nvSpPr>
          <p:spPr>
            <a:xfrm>
              <a:off x="2802636" y="295351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19" name="object 315">
              <a:extLst>
                <a:ext uri="{FF2B5EF4-FFF2-40B4-BE49-F238E27FC236}">
                  <a16:creationId xmlns:a16="http://schemas.microsoft.com/office/drawing/2014/main" id="{9D0D1D4F-6A27-41C0-B10D-2C790909A6F5}"/>
                </a:ext>
              </a:extLst>
            </p:cNvPr>
            <p:cNvSpPr/>
            <p:nvPr/>
          </p:nvSpPr>
          <p:spPr>
            <a:xfrm>
              <a:off x="2802636" y="295351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0" name="object 316">
              <a:extLst>
                <a:ext uri="{FF2B5EF4-FFF2-40B4-BE49-F238E27FC236}">
                  <a16:creationId xmlns:a16="http://schemas.microsoft.com/office/drawing/2014/main" id="{92D8B06E-69CD-4986-8F16-0E6056EC4E5C}"/>
                </a:ext>
              </a:extLst>
            </p:cNvPr>
            <p:cNvSpPr/>
            <p:nvPr/>
          </p:nvSpPr>
          <p:spPr>
            <a:xfrm>
              <a:off x="2802636" y="303885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21" name="object 317">
              <a:extLst>
                <a:ext uri="{FF2B5EF4-FFF2-40B4-BE49-F238E27FC236}">
                  <a16:creationId xmlns:a16="http://schemas.microsoft.com/office/drawing/2014/main" id="{6E090784-35CA-4B03-B1AD-43C00B44E7F8}"/>
                </a:ext>
              </a:extLst>
            </p:cNvPr>
            <p:cNvSpPr/>
            <p:nvPr/>
          </p:nvSpPr>
          <p:spPr>
            <a:xfrm>
              <a:off x="2802636" y="303885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2" name="object 318">
              <a:extLst>
                <a:ext uri="{FF2B5EF4-FFF2-40B4-BE49-F238E27FC236}">
                  <a16:creationId xmlns:a16="http://schemas.microsoft.com/office/drawing/2014/main" id="{CE0AA375-9CA0-4BB5-8876-8EB20D1D4E4A}"/>
                </a:ext>
              </a:extLst>
            </p:cNvPr>
            <p:cNvSpPr/>
            <p:nvPr/>
          </p:nvSpPr>
          <p:spPr>
            <a:xfrm>
              <a:off x="2802636" y="312420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23" name="object 319">
              <a:extLst>
                <a:ext uri="{FF2B5EF4-FFF2-40B4-BE49-F238E27FC236}">
                  <a16:creationId xmlns:a16="http://schemas.microsoft.com/office/drawing/2014/main" id="{E88965BE-0477-48C5-BEB6-9DECB9F66FA7}"/>
                </a:ext>
              </a:extLst>
            </p:cNvPr>
            <p:cNvSpPr/>
            <p:nvPr/>
          </p:nvSpPr>
          <p:spPr>
            <a:xfrm>
              <a:off x="2802636" y="312420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4" name="object 320">
              <a:extLst>
                <a:ext uri="{FF2B5EF4-FFF2-40B4-BE49-F238E27FC236}">
                  <a16:creationId xmlns:a16="http://schemas.microsoft.com/office/drawing/2014/main" id="{CD99C7DC-E420-4690-8860-DD43F13D9D8B}"/>
                </a:ext>
              </a:extLst>
            </p:cNvPr>
            <p:cNvSpPr/>
            <p:nvPr/>
          </p:nvSpPr>
          <p:spPr>
            <a:xfrm>
              <a:off x="2802636" y="320954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25" name="object 321">
              <a:extLst>
                <a:ext uri="{FF2B5EF4-FFF2-40B4-BE49-F238E27FC236}">
                  <a16:creationId xmlns:a16="http://schemas.microsoft.com/office/drawing/2014/main" id="{83098415-8088-49AC-AAF2-ED565E41B294}"/>
                </a:ext>
              </a:extLst>
            </p:cNvPr>
            <p:cNvSpPr/>
            <p:nvPr/>
          </p:nvSpPr>
          <p:spPr>
            <a:xfrm>
              <a:off x="2802636" y="320954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6" name="object 322">
              <a:extLst>
                <a:ext uri="{FF2B5EF4-FFF2-40B4-BE49-F238E27FC236}">
                  <a16:creationId xmlns:a16="http://schemas.microsoft.com/office/drawing/2014/main" id="{65F86CEF-9E8F-44DE-BAB1-AC603923253F}"/>
                </a:ext>
              </a:extLst>
            </p:cNvPr>
            <p:cNvSpPr/>
            <p:nvPr/>
          </p:nvSpPr>
          <p:spPr>
            <a:xfrm>
              <a:off x="2802636" y="329488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F6F000"/>
            </a:solidFill>
          </p:spPr>
          <p:txBody>
            <a:bodyPr wrap="square" lIns="0" tIns="0" rIns="0" bIns="0" rtlCol="0"/>
            <a:lstStyle/>
            <a:p>
              <a:endParaRPr sz="2000"/>
            </a:p>
          </p:txBody>
        </p:sp>
        <p:sp>
          <p:nvSpPr>
            <p:cNvPr id="327" name="object 323">
              <a:extLst>
                <a:ext uri="{FF2B5EF4-FFF2-40B4-BE49-F238E27FC236}">
                  <a16:creationId xmlns:a16="http://schemas.microsoft.com/office/drawing/2014/main" id="{59B342F6-4436-4E97-BBA2-A78F56CA2ADE}"/>
                </a:ext>
              </a:extLst>
            </p:cNvPr>
            <p:cNvSpPr/>
            <p:nvPr/>
          </p:nvSpPr>
          <p:spPr>
            <a:xfrm>
              <a:off x="2802636" y="329488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28" name="object 324">
              <a:extLst>
                <a:ext uri="{FF2B5EF4-FFF2-40B4-BE49-F238E27FC236}">
                  <a16:creationId xmlns:a16="http://schemas.microsoft.com/office/drawing/2014/main" id="{EC3ABDD9-A7A6-4C2C-9E3E-7D565345C501}"/>
                </a:ext>
              </a:extLst>
            </p:cNvPr>
            <p:cNvSpPr/>
            <p:nvPr/>
          </p:nvSpPr>
          <p:spPr>
            <a:xfrm>
              <a:off x="2802636" y="338023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29" name="object 325">
              <a:extLst>
                <a:ext uri="{FF2B5EF4-FFF2-40B4-BE49-F238E27FC236}">
                  <a16:creationId xmlns:a16="http://schemas.microsoft.com/office/drawing/2014/main" id="{E8EF2E1F-AB0C-4789-B4FC-882E83DC9099}"/>
                </a:ext>
              </a:extLst>
            </p:cNvPr>
            <p:cNvSpPr/>
            <p:nvPr/>
          </p:nvSpPr>
          <p:spPr>
            <a:xfrm>
              <a:off x="2802636" y="338023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0" name="object 326">
              <a:extLst>
                <a:ext uri="{FF2B5EF4-FFF2-40B4-BE49-F238E27FC236}">
                  <a16:creationId xmlns:a16="http://schemas.microsoft.com/office/drawing/2014/main" id="{2305BCB5-09DB-46A8-B9F6-50BE6C078B14}"/>
                </a:ext>
              </a:extLst>
            </p:cNvPr>
            <p:cNvSpPr/>
            <p:nvPr/>
          </p:nvSpPr>
          <p:spPr>
            <a:xfrm>
              <a:off x="2802636" y="34655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F6F000"/>
            </a:solidFill>
          </p:spPr>
          <p:txBody>
            <a:bodyPr wrap="square" lIns="0" tIns="0" rIns="0" bIns="0" rtlCol="0"/>
            <a:lstStyle/>
            <a:p>
              <a:endParaRPr sz="2000"/>
            </a:p>
          </p:txBody>
        </p:sp>
        <p:sp>
          <p:nvSpPr>
            <p:cNvPr id="331" name="object 327">
              <a:extLst>
                <a:ext uri="{FF2B5EF4-FFF2-40B4-BE49-F238E27FC236}">
                  <a16:creationId xmlns:a16="http://schemas.microsoft.com/office/drawing/2014/main" id="{86BC5B71-A735-4A95-B3E0-7E4A0F7DDD1D}"/>
                </a:ext>
              </a:extLst>
            </p:cNvPr>
            <p:cNvSpPr/>
            <p:nvPr/>
          </p:nvSpPr>
          <p:spPr>
            <a:xfrm>
              <a:off x="2802636" y="34655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2" name="object 328">
              <a:extLst>
                <a:ext uri="{FF2B5EF4-FFF2-40B4-BE49-F238E27FC236}">
                  <a16:creationId xmlns:a16="http://schemas.microsoft.com/office/drawing/2014/main" id="{6E48A15F-B825-4BFF-BC56-F9664CF4CF09}"/>
                </a:ext>
              </a:extLst>
            </p:cNvPr>
            <p:cNvSpPr/>
            <p:nvPr/>
          </p:nvSpPr>
          <p:spPr>
            <a:xfrm>
              <a:off x="2987040" y="2868164"/>
              <a:ext cx="367665" cy="683260"/>
            </a:xfrm>
            <a:custGeom>
              <a:avLst/>
              <a:gdLst/>
              <a:ahLst/>
              <a:cxnLst/>
              <a:rect l="l" t="t" r="r" b="b"/>
              <a:pathLst>
                <a:path w="367664" h="683260">
                  <a:moveTo>
                    <a:pt x="0" y="85347"/>
                  </a:moveTo>
                  <a:lnTo>
                    <a:pt x="91440" y="85347"/>
                  </a:lnTo>
                  <a:lnTo>
                    <a:pt x="91440" y="0"/>
                  </a:lnTo>
                  <a:lnTo>
                    <a:pt x="0" y="0"/>
                  </a:lnTo>
                  <a:lnTo>
                    <a:pt x="0" y="85347"/>
                  </a:lnTo>
                  <a:close/>
                </a:path>
                <a:path w="367664" h="683260">
                  <a:moveTo>
                    <a:pt x="0" y="170691"/>
                  </a:moveTo>
                  <a:lnTo>
                    <a:pt x="91440" y="170691"/>
                  </a:lnTo>
                  <a:lnTo>
                    <a:pt x="91440" y="85348"/>
                  </a:lnTo>
                  <a:lnTo>
                    <a:pt x="0" y="85348"/>
                  </a:lnTo>
                  <a:lnTo>
                    <a:pt x="0" y="170691"/>
                  </a:lnTo>
                  <a:close/>
                </a:path>
                <a:path w="367664" h="683260">
                  <a:moveTo>
                    <a:pt x="0" y="256035"/>
                  </a:moveTo>
                  <a:lnTo>
                    <a:pt x="91440" y="256035"/>
                  </a:lnTo>
                  <a:lnTo>
                    <a:pt x="91440" y="170692"/>
                  </a:lnTo>
                  <a:lnTo>
                    <a:pt x="0" y="170692"/>
                  </a:lnTo>
                  <a:lnTo>
                    <a:pt x="0" y="256035"/>
                  </a:lnTo>
                  <a:close/>
                </a:path>
                <a:path w="367664" h="683260">
                  <a:moveTo>
                    <a:pt x="0" y="341379"/>
                  </a:moveTo>
                  <a:lnTo>
                    <a:pt x="91440" y="341379"/>
                  </a:lnTo>
                  <a:lnTo>
                    <a:pt x="91440" y="256036"/>
                  </a:lnTo>
                  <a:lnTo>
                    <a:pt x="0" y="256036"/>
                  </a:lnTo>
                  <a:lnTo>
                    <a:pt x="0" y="341379"/>
                  </a:lnTo>
                  <a:close/>
                </a:path>
                <a:path w="367664" h="683260">
                  <a:moveTo>
                    <a:pt x="0" y="426723"/>
                  </a:moveTo>
                  <a:lnTo>
                    <a:pt x="91440" y="426723"/>
                  </a:lnTo>
                  <a:lnTo>
                    <a:pt x="91440" y="341380"/>
                  </a:lnTo>
                  <a:lnTo>
                    <a:pt x="0" y="341380"/>
                  </a:lnTo>
                  <a:lnTo>
                    <a:pt x="0" y="426723"/>
                  </a:lnTo>
                  <a:close/>
                </a:path>
                <a:path w="367664" h="683260">
                  <a:moveTo>
                    <a:pt x="0" y="512067"/>
                  </a:moveTo>
                  <a:lnTo>
                    <a:pt x="91440" y="512067"/>
                  </a:lnTo>
                  <a:lnTo>
                    <a:pt x="91440" y="426720"/>
                  </a:lnTo>
                  <a:lnTo>
                    <a:pt x="0" y="426720"/>
                  </a:lnTo>
                  <a:lnTo>
                    <a:pt x="0" y="512067"/>
                  </a:lnTo>
                  <a:close/>
                </a:path>
                <a:path w="367664" h="683260">
                  <a:moveTo>
                    <a:pt x="0" y="597411"/>
                  </a:moveTo>
                  <a:lnTo>
                    <a:pt x="91440" y="597411"/>
                  </a:lnTo>
                  <a:lnTo>
                    <a:pt x="91440" y="512068"/>
                  </a:lnTo>
                  <a:lnTo>
                    <a:pt x="0" y="512068"/>
                  </a:lnTo>
                  <a:lnTo>
                    <a:pt x="0" y="597411"/>
                  </a:lnTo>
                  <a:close/>
                </a:path>
                <a:path w="367664" h="683260">
                  <a:moveTo>
                    <a:pt x="0" y="682755"/>
                  </a:moveTo>
                  <a:lnTo>
                    <a:pt x="91440" y="682755"/>
                  </a:lnTo>
                  <a:lnTo>
                    <a:pt x="91440" y="597412"/>
                  </a:lnTo>
                  <a:lnTo>
                    <a:pt x="0" y="597412"/>
                  </a:lnTo>
                  <a:lnTo>
                    <a:pt x="0" y="682755"/>
                  </a:lnTo>
                  <a:close/>
                </a:path>
                <a:path w="367664" h="683260">
                  <a:moveTo>
                    <a:pt x="91440" y="85347"/>
                  </a:moveTo>
                  <a:lnTo>
                    <a:pt x="182880" y="85347"/>
                  </a:lnTo>
                  <a:lnTo>
                    <a:pt x="182880" y="0"/>
                  </a:lnTo>
                  <a:lnTo>
                    <a:pt x="91440" y="0"/>
                  </a:lnTo>
                  <a:lnTo>
                    <a:pt x="91440" y="85347"/>
                  </a:lnTo>
                  <a:close/>
                </a:path>
                <a:path w="367664" h="683260">
                  <a:moveTo>
                    <a:pt x="91440" y="170691"/>
                  </a:moveTo>
                  <a:lnTo>
                    <a:pt x="182880" y="170691"/>
                  </a:lnTo>
                  <a:lnTo>
                    <a:pt x="182880" y="85348"/>
                  </a:lnTo>
                  <a:lnTo>
                    <a:pt x="91440" y="85348"/>
                  </a:lnTo>
                  <a:lnTo>
                    <a:pt x="91440" y="170691"/>
                  </a:lnTo>
                  <a:close/>
                </a:path>
                <a:path w="367664" h="683260">
                  <a:moveTo>
                    <a:pt x="91440" y="256035"/>
                  </a:moveTo>
                  <a:lnTo>
                    <a:pt x="182880" y="256035"/>
                  </a:lnTo>
                  <a:lnTo>
                    <a:pt x="182880" y="170692"/>
                  </a:lnTo>
                  <a:lnTo>
                    <a:pt x="91440" y="170692"/>
                  </a:lnTo>
                  <a:lnTo>
                    <a:pt x="91440" y="256035"/>
                  </a:lnTo>
                  <a:close/>
                </a:path>
                <a:path w="367664" h="683260">
                  <a:moveTo>
                    <a:pt x="91440" y="341379"/>
                  </a:moveTo>
                  <a:lnTo>
                    <a:pt x="182880" y="341379"/>
                  </a:lnTo>
                  <a:lnTo>
                    <a:pt x="182880" y="256036"/>
                  </a:lnTo>
                  <a:lnTo>
                    <a:pt x="91440" y="256036"/>
                  </a:lnTo>
                  <a:lnTo>
                    <a:pt x="91440" y="341379"/>
                  </a:lnTo>
                  <a:close/>
                </a:path>
                <a:path w="367664" h="683260">
                  <a:moveTo>
                    <a:pt x="91440" y="426723"/>
                  </a:moveTo>
                  <a:lnTo>
                    <a:pt x="182880" y="426723"/>
                  </a:lnTo>
                  <a:lnTo>
                    <a:pt x="182880" y="341380"/>
                  </a:lnTo>
                  <a:lnTo>
                    <a:pt x="91440" y="341380"/>
                  </a:lnTo>
                  <a:lnTo>
                    <a:pt x="91440" y="426723"/>
                  </a:lnTo>
                  <a:close/>
                </a:path>
                <a:path w="367664" h="683260">
                  <a:moveTo>
                    <a:pt x="91440" y="512067"/>
                  </a:moveTo>
                  <a:lnTo>
                    <a:pt x="182880" y="512067"/>
                  </a:lnTo>
                  <a:lnTo>
                    <a:pt x="182880" y="426720"/>
                  </a:lnTo>
                  <a:lnTo>
                    <a:pt x="91440" y="426720"/>
                  </a:lnTo>
                  <a:lnTo>
                    <a:pt x="91440" y="512067"/>
                  </a:lnTo>
                  <a:close/>
                </a:path>
                <a:path w="367664" h="683260">
                  <a:moveTo>
                    <a:pt x="91440" y="597411"/>
                  </a:moveTo>
                  <a:lnTo>
                    <a:pt x="182880" y="597411"/>
                  </a:lnTo>
                  <a:lnTo>
                    <a:pt x="182880" y="512068"/>
                  </a:lnTo>
                  <a:lnTo>
                    <a:pt x="91440" y="512068"/>
                  </a:lnTo>
                  <a:lnTo>
                    <a:pt x="91440" y="597411"/>
                  </a:lnTo>
                  <a:close/>
                </a:path>
                <a:path w="367664" h="683260">
                  <a:moveTo>
                    <a:pt x="91440" y="682755"/>
                  </a:moveTo>
                  <a:lnTo>
                    <a:pt x="182880" y="682755"/>
                  </a:lnTo>
                  <a:lnTo>
                    <a:pt x="182880" y="597412"/>
                  </a:lnTo>
                  <a:lnTo>
                    <a:pt x="91440" y="597412"/>
                  </a:lnTo>
                  <a:lnTo>
                    <a:pt x="91440" y="682755"/>
                  </a:lnTo>
                  <a:close/>
                </a:path>
                <a:path w="367664" h="683260">
                  <a:moveTo>
                    <a:pt x="182880" y="85347"/>
                  </a:moveTo>
                  <a:lnTo>
                    <a:pt x="275842" y="85347"/>
                  </a:lnTo>
                  <a:lnTo>
                    <a:pt x="275842" y="0"/>
                  </a:lnTo>
                  <a:lnTo>
                    <a:pt x="182880" y="0"/>
                  </a:lnTo>
                  <a:lnTo>
                    <a:pt x="182880" y="85347"/>
                  </a:lnTo>
                  <a:close/>
                </a:path>
                <a:path w="367664" h="683260">
                  <a:moveTo>
                    <a:pt x="182880" y="170691"/>
                  </a:moveTo>
                  <a:lnTo>
                    <a:pt x="275842" y="170691"/>
                  </a:lnTo>
                  <a:lnTo>
                    <a:pt x="275842" y="85348"/>
                  </a:lnTo>
                  <a:lnTo>
                    <a:pt x="182880" y="85348"/>
                  </a:lnTo>
                  <a:lnTo>
                    <a:pt x="182880" y="170691"/>
                  </a:lnTo>
                  <a:close/>
                </a:path>
                <a:path w="367664" h="683260">
                  <a:moveTo>
                    <a:pt x="182880" y="256035"/>
                  </a:moveTo>
                  <a:lnTo>
                    <a:pt x="275842" y="256035"/>
                  </a:lnTo>
                  <a:lnTo>
                    <a:pt x="275842" y="170692"/>
                  </a:lnTo>
                  <a:lnTo>
                    <a:pt x="182880" y="170692"/>
                  </a:lnTo>
                  <a:lnTo>
                    <a:pt x="182880" y="256035"/>
                  </a:lnTo>
                  <a:close/>
                </a:path>
                <a:path w="367664" h="683260">
                  <a:moveTo>
                    <a:pt x="182880" y="341379"/>
                  </a:moveTo>
                  <a:lnTo>
                    <a:pt x="275842" y="341379"/>
                  </a:lnTo>
                  <a:lnTo>
                    <a:pt x="275842" y="256036"/>
                  </a:lnTo>
                  <a:lnTo>
                    <a:pt x="182880" y="256036"/>
                  </a:lnTo>
                  <a:lnTo>
                    <a:pt x="182880" y="341379"/>
                  </a:lnTo>
                  <a:close/>
                </a:path>
                <a:path w="367664" h="683260">
                  <a:moveTo>
                    <a:pt x="182880" y="426723"/>
                  </a:moveTo>
                  <a:lnTo>
                    <a:pt x="275842" y="426723"/>
                  </a:lnTo>
                  <a:lnTo>
                    <a:pt x="275842" y="341380"/>
                  </a:lnTo>
                  <a:lnTo>
                    <a:pt x="182880" y="341380"/>
                  </a:lnTo>
                  <a:lnTo>
                    <a:pt x="182880" y="426723"/>
                  </a:lnTo>
                  <a:close/>
                </a:path>
                <a:path w="367664" h="683260">
                  <a:moveTo>
                    <a:pt x="182880" y="512067"/>
                  </a:moveTo>
                  <a:lnTo>
                    <a:pt x="275842" y="512067"/>
                  </a:lnTo>
                  <a:lnTo>
                    <a:pt x="275842" y="426720"/>
                  </a:lnTo>
                  <a:lnTo>
                    <a:pt x="182880" y="426720"/>
                  </a:lnTo>
                  <a:lnTo>
                    <a:pt x="182880" y="512067"/>
                  </a:lnTo>
                  <a:close/>
                </a:path>
                <a:path w="367664" h="683260">
                  <a:moveTo>
                    <a:pt x="182880" y="597411"/>
                  </a:moveTo>
                  <a:lnTo>
                    <a:pt x="275842" y="597411"/>
                  </a:lnTo>
                  <a:lnTo>
                    <a:pt x="275842" y="512068"/>
                  </a:lnTo>
                  <a:lnTo>
                    <a:pt x="182880" y="512068"/>
                  </a:lnTo>
                  <a:lnTo>
                    <a:pt x="182880" y="597411"/>
                  </a:lnTo>
                  <a:close/>
                </a:path>
                <a:path w="367664" h="683260">
                  <a:moveTo>
                    <a:pt x="182880" y="682755"/>
                  </a:moveTo>
                  <a:lnTo>
                    <a:pt x="275842" y="682755"/>
                  </a:lnTo>
                  <a:lnTo>
                    <a:pt x="275842" y="597412"/>
                  </a:lnTo>
                  <a:lnTo>
                    <a:pt x="182880" y="597412"/>
                  </a:lnTo>
                  <a:lnTo>
                    <a:pt x="182880" y="682755"/>
                  </a:lnTo>
                  <a:close/>
                </a:path>
                <a:path w="367664" h="683260">
                  <a:moveTo>
                    <a:pt x="275844" y="85347"/>
                  </a:moveTo>
                  <a:lnTo>
                    <a:pt x="367284" y="85347"/>
                  </a:lnTo>
                  <a:lnTo>
                    <a:pt x="367284" y="0"/>
                  </a:lnTo>
                  <a:lnTo>
                    <a:pt x="275844" y="0"/>
                  </a:lnTo>
                  <a:lnTo>
                    <a:pt x="275844" y="85347"/>
                  </a:lnTo>
                  <a:close/>
                </a:path>
                <a:path w="367664" h="683260">
                  <a:moveTo>
                    <a:pt x="275844" y="170691"/>
                  </a:moveTo>
                  <a:lnTo>
                    <a:pt x="367284" y="170691"/>
                  </a:lnTo>
                  <a:lnTo>
                    <a:pt x="367284" y="85348"/>
                  </a:lnTo>
                  <a:lnTo>
                    <a:pt x="275844" y="85348"/>
                  </a:lnTo>
                  <a:lnTo>
                    <a:pt x="275844" y="170691"/>
                  </a:lnTo>
                  <a:close/>
                </a:path>
                <a:path w="367664" h="683260">
                  <a:moveTo>
                    <a:pt x="275844" y="256035"/>
                  </a:moveTo>
                  <a:lnTo>
                    <a:pt x="367284" y="256035"/>
                  </a:lnTo>
                  <a:lnTo>
                    <a:pt x="367284" y="170692"/>
                  </a:lnTo>
                  <a:lnTo>
                    <a:pt x="275844" y="170692"/>
                  </a:lnTo>
                  <a:lnTo>
                    <a:pt x="275844" y="256035"/>
                  </a:lnTo>
                  <a:close/>
                </a:path>
                <a:path w="367664" h="683260">
                  <a:moveTo>
                    <a:pt x="275844" y="341379"/>
                  </a:moveTo>
                  <a:lnTo>
                    <a:pt x="367284" y="341379"/>
                  </a:lnTo>
                  <a:lnTo>
                    <a:pt x="367284" y="256036"/>
                  </a:lnTo>
                  <a:lnTo>
                    <a:pt x="275844" y="256036"/>
                  </a:lnTo>
                  <a:lnTo>
                    <a:pt x="275844" y="341379"/>
                  </a:lnTo>
                  <a:close/>
                </a:path>
                <a:path w="367664" h="683260">
                  <a:moveTo>
                    <a:pt x="275844" y="426723"/>
                  </a:moveTo>
                  <a:lnTo>
                    <a:pt x="367284" y="426723"/>
                  </a:lnTo>
                  <a:lnTo>
                    <a:pt x="367284" y="341380"/>
                  </a:lnTo>
                  <a:lnTo>
                    <a:pt x="275844" y="341380"/>
                  </a:lnTo>
                  <a:lnTo>
                    <a:pt x="275844" y="426723"/>
                  </a:lnTo>
                  <a:close/>
                </a:path>
                <a:path w="367664" h="683260">
                  <a:moveTo>
                    <a:pt x="275844" y="512067"/>
                  </a:moveTo>
                  <a:lnTo>
                    <a:pt x="367284" y="512067"/>
                  </a:lnTo>
                  <a:lnTo>
                    <a:pt x="367284" y="426720"/>
                  </a:lnTo>
                  <a:lnTo>
                    <a:pt x="275844" y="426720"/>
                  </a:lnTo>
                  <a:lnTo>
                    <a:pt x="275844" y="512067"/>
                  </a:lnTo>
                  <a:close/>
                </a:path>
                <a:path w="367664" h="683260">
                  <a:moveTo>
                    <a:pt x="275844" y="597411"/>
                  </a:moveTo>
                  <a:lnTo>
                    <a:pt x="367284" y="597411"/>
                  </a:lnTo>
                  <a:lnTo>
                    <a:pt x="367284" y="512068"/>
                  </a:lnTo>
                  <a:lnTo>
                    <a:pt x="275844" y="512068"/>
                  </a:lnTo>
                  <a:lnTo>
                    <a:pt x="275844" y="597411"/>
                  </a:lnTo>
                  <a:close/>
                </a:path>
                <a:path w="367664" h="683260">
                  <a:moveTo>
                    <a:pt x="275844" y="682755"/>
                  </a:moveTo>
                  <a:lnTo>
                    <a:pt x="367284" y="682755"/>
                  </a:lnTo>
                  <a:lnTo>
                    <a:pt x="367284" y="597412"/>
                  </a:lnTo>
                  <a:lnTo>
                    <a:pt x="275844" y="597412"/>
                  </a:lnTo>
                  <a:lnTo>
                    <a:pt x="275844" y="682755"/>
                  </a:lnTo>
                  <a:close/>
                </a:path>
              </a:pathLst>
            </a:custGeom>
            <a:ln w="12700">
              <a:solidFill>
                <a:srgbClr val="D1D1D1"/>
              </a:solidFill>
            </a:ln>
          </p:spPr>
          <p:txBody>
            <a:bodyPr wrap="square" lIns="0" tIns="0" rIns="0" bIns="0" rtlCol="0"/>
            <a:lstStyle/>
            <a:p>
              <a:endParaRPr sz="2000"/>
            </a:p>
          </p:txBody>
        </p:sp>
        <p:sp>
          <p:nvSpPr>
            <p:cNvPr id="333" name="object 329">
              <a:extLst>
                <a:ext uri="{FF2B5EF4-FFF2-40B4-BE49-F238E27FC236}">
                  <a16:creationId xmlns:a16="http://schemas.microsoft.com/office/drawing/2014/main" id="{F165E35B-31F9-4A58-9559-9D15DF9CB7A1}"/>
                </a:ext>
              </a:extLst>
            </p:cNvPr>
            <p:cNvSpPr/>
            <p:nvPr/>
          </p:nvSpPr>
          <p:spPr>
            <a:xfrm>
              <a:off x="2894076" y="286816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F6F000"/>
            </a:solidFill>
          </p:spPr>
          <p:txBody>
            <a:bodyPr wrap="square" lIns="0" tIns="0" rIns="0" bIns="0" rtlCol="0"/>
            <a:lstStyle/>
            <a:p>
              <a:endParaRPr sz="2000"/>
            </a:p>
          </p:txBody>
        </p:sp>
        <p:sp>
          <p:nvSpPr>
            <p:cNvPr id="334" name="object 330">
              <a:extLst>
                <a:ext uri="{FF2B5EF4-FFF2-40B4-BE49-F238E27FC236}">
                  <a16:creationId xmlns:a16="http://schemas.microsoft.com/office/drawing/2014/main" id="{DD46FEA3-3C89-4BEA-B54D-BA8188F4AA01}"/>
                </a:ext>
              </a:extLst>
            </p:cNvPr>
            <p:cNvSpPr/>
            <p:nvPr/>
          </p:nvSpPr>
          <p:spPr>
            <a:xfrm>
              <a:off x="2894076" y="286816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35" name="object 331">
              <a:extLst>
                <a:ext uri="{FF2B5EF4-FFF2-40B4-BE49-F238E27FC236}">
                  <a16:creationId xmlns:a16="http://schemas.microsoft.com/office/drawing/2014/main" id="{947C5349-9A5C-4D4E-8CAE-1076F2FBBEAE}"/>
                </a:ext>
              </a:extLst>
            </p:cNvPr>
            <p:cNvSpPr/>
            <p:nvPr/>
          </p:nvSpPr>
          <p:spPr>
            <a:xfrm>
              <a:off x="2894076" y="295351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36" name="object 332">
              <a:extLst>
                <a:ext uri="{FF2B5EF4-FFF2-40B4-BE49-F238E27FC236}">
                  <a16:creationId xmlns:a16="http://schemas.microsoft.com/office/drawing/2014/main" id="{C48D6F00-5C40-43E6-9CBE-02FEC3394DC9}"/>
                </a:ext>
              </a:extLst>
            </p:cNvPr>
            <p:cNvSpPr/>
            <p:nvPr/>
          </p:nvSpPr>
          <p:spPr>
            <a:xfrm>
              <a:off x="2894076" y="295351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7" name="object 333">
              <a:extLst>
                <a:ext uri="{FF2B5EF4-FFF2-40B4-BE49-F238E27FC236}">
                  <a16:creationId xmlns:a16="http://schemas.microsoft.com/office/drawing/2014/main" id="{E95AC78D-EEF2-4D81-969C-2E23C6B4F892}"/>
                </a:ext>
              </a:extLst>
            </p:cNvPr>
            <p:cNvSpPr/>
            <p:nvPr/>
          </p:nvSpPr>
          <p:spPr>
            <a:xfrm>
              <a:off x="2894076" y="303885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38" name="object 334">
              <a:extLst>
                <a:ext uri="{FF2B5EF4-FFF2-40B4-BE49-F238E27FC236}">
                  <a16:creationId xmlns:a16="http://schemas.microsoft.com/office/drawing/2014/main" id="{0BDCB1D7-E638-4B97-81C9-DE6C4C7ABBD2}"/>
                </a:ext>
              </a:extLst>
            </p:cNvPr>
            <p:cNvSpPr/>
            <p:nvPr/>
          </p:nvSpPr>
          <p:spPr>
            <a:xfrm>
              <a:off x="2894076" y="303885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9" name="object 335">
              <a:extLst>
                <a:ext uri="{FF2B5EF4-FFF2-40B4-BE49-F238E27FC236}">
                  <a16:creationId xmlns:a16="http://schemas.microsoft.com/office/drawing/2014/main" id="{75D7C7DB-4EC2-48AC-BAEA-F6A5496E65B5}"/>
                </a:ext>
              </a:extLst>
            </p:cNvPr>
            <p:cNvSpPr/>
            <p:nvPr/>
          </p:nvSpPr>
          <p:spPr>
            <a:xfrm>
              <a:off x="2894076" y="312420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40" name="object 336">
              <a:extLst>
                <a:ext uri="{FF2B5EF4-FFF2-40B4-BE49-F238E27FC236}">
                  <a16:creationId xmlns:a16="http://schemas.microsoft.com/office/drawing/2014/main" id="{0B3298B3-712D-4E60-8809-BEF628FD6123}"/>
                </a:ext>
              </a:extLst>
            </p:cNvPr>
            <p:cNvSpPr/>
            <p:nvPr/>
          </p:nvSpPr>
          <p:spPr>
            <a:xfrm>
              <a:off x="2894076" y="312420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1" name="object 337">
              <a:extLst>
                <a:ext uri="{FF2B5EF4-FFF2-40B4-BE49-F238E27FC236}">
                  <a16:creationId xmlns:a16="http://schemas.microsoft.com/office/drawing/2014/main" id="{345ECAE0-5865-41F2-B079-E077D40E3FFF}"/>
                </a:ext>
              </a:extLst>
            </p:cNvPr>
            <p:cNvSpPr/>
            <p:nvPr/>
          </p:nvSpPr>
          <p:spPr>
            <a:xfrm>
              <a:off x="2894076" y="320954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42" name="object 338">
              <a:extLst>
                <a:ext uri="{FF2B5EF4-FFF2-40B4-BE49-F238E27FC236}">
                  <a16:creationId xmlns:a16="http://schemas.microsoft.com/office/drawing/2014/main" id="{B5750CD3-8173-4447-A0A4-B6B7A667E679}"/>
                </a:ext>
              </a:extLst>
            </p:cNvPr>
            <p:cNvSpPr/>
            <p:nvPr/>
          </p:nvSpPr>
          <p:spPr>
            <a:xfrm>
              <a:off x="2894076" y="320954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3" name="object 339">
              <a:extLst>
                <a:ext uri="{FF2B5EF4-FFF2-40B4-BE49-F238E27FC236}">
                  <a16:creationId xmlns:a16="http://schemas.microsoft.com/office/drawing/2014/main" id="{AE82E228-CCD8-41FB-BCFF-B94813F9D901}"/>
                </a:ext>
              </a:extLst>
            </p:cNvPr>
            <p:cNvSpPr/>
            <p:nvPr/>
          </p:nvSpPr>
          <p:spPr>
            <a:xfrm>
              <a:off x="2894076" y="3294884"/>
              <a:ext cx="93345" cy="85725"/>
            </a:xfrm>
            <a:custGeom>
              <a:avLst/>
              <a:gdLst/>
              <a:ahLst/>
              <a:cxnLst/>
              <a:rect l="l" t="t" r="r" b="b"/>
              <a:pathLst>
                <a:path w="93344" h="85725">
                  <a:moveTo>
                    <a:pt x="92962" y="0"/>
                  </a:moveTo>
                  <a:lnTo>
                    <a:pt x="0" y="0"/>
                  </a:lnTo>
                  <a:lnTo>
                    <a:pt x="0" y="85347"/>
                  </a:lnTo>
                  <a:lnTo>
                    <a:pt x="92962" y="85347"/>
                  </a:lnTo>
                  <a:lnTo>
                    <a:pt x="92962" y="0"/>
                  </a:lnTo>
                  <a:close/>
                </a:path>
              </a:pathLst>
            </a:custGeom>
            <a:solidFill>
              <a:srgbClr val="F6F000"/>
            </a:solidFill>
          </p:spPr>
          <p:txBody>
            <a:bodyPr wrap="square" lIns="0" tIns="0" rIns="0" bIns="0" rtlCol="0"/>
            <a:lstStyle/>
            <a:p>
              <a:endParaRPr sz="2000"/>
            </a:p>
          </p:txBody>
        </p:sp>
        <p:sp>
          <p:nvSpPr>
            <p:cNvPr id="344" name="object 340">
              <a:extLst>
                <a:ext uri="{FF2B5EF4-FFF2-40B4-BE49-F238E27FC236}">
                  <a16:creationId xmlns:a16="http://schemas.microsoft.com/office/drawing/2014/main" id="{09A06939-2FB9-4035-A679-BFBBE2323115}"/>
                </a:ext>
              </a:extLst>
            </p:cNvPr>
            <p:cNvSpPr/>
            <p:nvPr/>
          </p:nvSpPr>
          <p:spPr>
            <a:xfrm>
              <a:off x="2894076" y="3294884"/>
              <a:ext cx="93345" cy="85725"/>
            </a:xfrm>
            <a:custGeom>
              <a:avLst/>
              <a:gdLst/>
              <a:ahLst/>
              <a:cxnLst/>
              <a:rect l="l" t="t" r="r" b="b"/>
              <a:pathLst>
                <a:path w="93344"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45" name="object 341">
              <a:extLst>
                <a:ext uri="{FF2B5EF4-FFF2-40B4-BE49-F238E27FC236}">
                  <a16:creationId xmlns:a16="http://schemas.microsoft.com/office/drawing/2014/main" id="{E54217F0-11D1-439C-A564-FAD1A99B07DB}"/>
                </a:ext>
              </a:extLst>
            </p:cNvPr>
            <p:cNvSpPr/>
            <p:nvPr/>
          </p:nvSpPr>
          <p:spPr>
            <a:xfrm>
              <a:off x="2894076" y="338023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46" name="object 342">
              <a:extLst>
                <a:ext uri="{FF2B5EF4-FFF2-40B4-BE49-F238E27FC236}">
                  <a16:creationId xmlns:a16="http://schemas.microsoft.com/office/drawing/2014/main" id="{6F49DB3E-C3E4-4F48-8666-D5AF956A96F6}"/>
                </a:ext>
              </a:extLst>
            </p:cNvPr>
            <p:cNvSpPr/>
            <p:nvPr/>
          </p:nvSpPr>
          <p:spPr>
            <a:xfrm>
              <a:off x="2894076" y="338023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7" name="object 343">
              <a:extLst>
                <a:ext uri="{FF2B5EF4-FFF2-40B4-BE49-F238E27FC236}">
                  <a16:creationId xmlns:a16="http://schemas.microsoft.com/office/drawing/2014/main" id="{8139AB98-89BA-4D6C-9E1B-44968B6255CD}"/>
                </a:ext>
              </a:extLst>
            </p:cNvPr>
            <p:cNvSpPr/>
            <p:nvPr/>
          </p:nvSpPr>
          <p:spPr>
            <a:xfrm>
              <a:off x="2894076" y="346557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F6F000"/>
            </a:solidFill>
          </p:spPr>
          <p:txBody>
            <a:bodyPr wrap="square" lIns="0" tIns="0" rIns="0" bIns="0" rtlCol="0"/>
            <a:lstStyle/>
            <a:p>
              <a:endParaRPr sz="2000"/>
            </a:p>
          </p:txBody>
        </p:sp>
        <p:sp>
          <p:nvSpPr>
            <p:cNvPr id="348" name="object 344">
              <a:extLst>
                <a:ext uri="{FF2B5EF4-FFF2-40B4-BE49-F238E27FC236}">
                  <a16:creationId xmlns:a16="http://schemas.microsoft.com/office/drawing/2014/main" id="{2C8F5778-A3EE-42C2-9F8B-125147601EEC}"/>
                </a:ext>
              </a:extLst>
            </p:cNvPr>
            <p:cNvSpPr/>
            <p:nvPr/>
          </p:nvSpPr>
          <p:spPr>
            <a:xfrm>
              <a:off x="2894076" y="346557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349" name="object 345">
            <a:extLst>
              <a:ext uri="{FF2B5EF4-FFF2-40B4-BE49-F238E27FC236}">
                <a16:creationId xmlns:a16="http://schemas.microsoft.com/office/drawing/2014/main" id="{0024AAEE-C15D-45FE-BA79-770DA373B9BF}"/>
              </a:ext>
            </a:extLst>
          </p:cNvPr>
          <p:cNvSpPr txBox="1"/>
          <p:nvPr/>
        </p:nvSpPr>
        <p:spPr>
          <a:xfrm>
            <a:off x="2617328" y="3182197"/>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sp>
        <p:nvSpPr>
          <p:cNvPr id="350" name="object 346">
            <a:extLst>
              <a:ext uri="{FF2B5EF4-FFF2-40B4-BE49-F238E27FC236}">
                <a16:creationId xmlns:a16="http://schemas.microsoft.com/office/drawing/2014/main" id="{F5421D03-8168-47B2-B078-F069ED42348E}"/>
              </a:ext>
            </a:extLst>
          </p:cNvPr>
          <p:cNvSpPr txBox="1"/>
          <p:nvPr/>
        </p:nvSpPr>
        <p:spPr>
          <a:xfrm>
            <a:off x="3948994" y="3182197"/>
            <a:ext cx="194028" cy="356915"/>
          </a:xfrm>
          <a:prstGeom prst="rect">
            <a:avLst/>
          </a:prstGeom>
        </p:spPr>
        <p:txBody>
          <a:bodyPr vert="horz" wrap="square" lIns="0" tIns="14817" rIns="0" bIns="0" rtlCol="0">
            <a:spAutoFit/>
          </a:bodyPr>
          <a:lstStyle/>
          <a:p>
            <a:pPr marL="14111">
              <a:spcBef>
                <a:spcPts val="117"/>
              </a:spcBef>
            </a:pPr>
            <a:r>
              <a:rPr sz="2222" b="1" dirty="0">
                <a:latin typeface="Arial"/>
                <a:cs typeface="Arial"/>
              </a:rPr>
              <a:t>=</a:t>
            </a:r>
            <a:endParaRPr sz="2222">
              <a:latin typeface="Arial"/>
              <a:cs typeface="Arial"/>
            </a:endParaRPr>
          </a:p>
        </p:txBody>
      </p:sp>
      <p:grpSp>
        <p:nvGrpSpPr>
          <p:cNvPr id="351" name="object 347">
            <a:extLst>
              <a:ext uri="{FF2B5EF4-FFF2-40B4-BE49-F238E27FC236}">
                <a16:creationId xmlns:a16="http://schemas.microsoft.com/office/drawing/2014/main" id="{06486F27-D7AA-4B4F-9915-F5B2210E2761}"/>
              </a:ext>
            </a:extLst>
          </p:cNvPr>
          <p:cNvGrpSpPr/>
          <p:nvPr/>
        </p:nvGrpSpPr>
        <p:grpSpPr>
          <a:xfrm>
            <a:off x="4249983" y="3166252"/>
            <a:ext cx="825500" cy="393700"/>
            <a:chOff x="3824985" y="2849627"/>
            <a:chExt cx="742950" cy="354330"/>
          </a:xfrm>
        </p:grpSpPr>
        <p:sp>
          <p:nvSpPr>
            <p:cNvPr id="352" name="object 348">
              <a:extLst>
                <a:ext uri="{FF2B5EF4-FFF2-40B4-BE49-F238E27FC236}">
                  <a16:creationId xmlns:a16="http://schemas.microsoft.com/office/drawing/2014/main" id="{2BEAAC48-3E88-4894-807A-27C00DA32271}"/>
                </a:ext>
              </a:extLst>
            </p:cNvPr>
            <p:cNvSpPr/>
            <p:nvPr/>
          </p:nvSpPr>
          <p:spPr>
            <a:xfrm>
              <a:off x="3831335" y="2855977"/>
              <a:ext cx="184785" cy="341630"/>
            </a:xfrm>
            <a:custGeom>
              <a:avLst/>
              <a:gdLst/>
              <a:ahLst/>
              <a:cxnLst/>
              <a:rect l="l" t="t" r="r" b="b"/>
              <a:pathLst>
                <a:path w="184785" h="341630">
                  <a:moveTo>
                    <a:pt x="0" y="85342"/>
                  </a:moveTo>
                  <a:lnTo>
                    <a:pt x="91440" y="85342"/>
                  </a:lnTo>
                  <a:lnTo>
                    <a:pt x="91440" y="0"/>
                  </a:lnTo>
                  <a:lnTo>
                    <a:pt x="0" y="0"/>
                  </a:lnTo>
                  <a:lnTo>
                    <a:pt x="0" y="85342"/>
                  </a:lnTo>
                  <a:close/>
                </a:path>
                <a:path w="184785" h="341630">
                  <a:moveTo>
                    <a:pt x="0" y="170686"/>
                  </a:moveTo>
                  <a:lnTo>
                    <a:pt x="91440" y="170686"/>
                  </a:lnTo>
                  <a:lnTo>
                    <a:pt x="91440" y="85344"/>
                  </a:lnTo>
                  <a:lnTo>
                    <a:pt x="0" y="85344"/>
                  </a:lnTo>
                  <a:lnTo>
                    <a:pt x="0" y="170686"/>
                  </a:lnTo>
                  <a:close/>
                </a:path>
                <a:path w="184785" h="341630">
                  <a:moveTo>
                    <a:pt x="0" y="256030"/>
                  </a:moveTo>
                  <a:lnTo>
                    <a:pt x="91440" y="256030"/>
                  </a:lnTo>
                  <a:lnTo>
                    <a:pt x="91440" y="170688"/>
                  </a:lnTo>
                  <a:lnTo>
                    <a:pt x="0" y="170688"/>
                  </a:lnTo>
                  <a:lnTo>
                    <a:pt x="0" y="256030"/>
                  </a:lnTo>
                  <a:close/>
                </a:path>
                <a:path w="184785" h="341630">
                  <a:moveTo>
                    <a:pt x="0" y="341374"/>
                  </a:moveTo>
                  <a:lnTo>
                    <a:pt x="91440" y="341374"/>
                  </a:lnTo>
                  <a:lnTo>
                    <a:pt x="91440" y="256027"/>
                  </a:lnTo>
                  <a:lnTo>
                    <a:pt x="0" y="256027"/>
                  </a:lnTo>
                  <a:lnTo>
                    <a:pt x="0" y="341374"/>
                  </a:lnTo>
                  <a:close/>
                </a:path>
                <a:path w="184785" h="341630">
                  <a:moveTo>
                    <a:pt x="91440" y="85342"/>
                  </a:moveTo>
                  <a:lnTo>
                    <a:pt x="184402" y="85342"/>
                  </a:lnTo>
                  <a:lnTo>
                    <a:pt x="184402" y="0"/>
                  </a:lnTo>
                  <a:lnTo>
                    <a:pt x="91440" y="0"/>
                  </a:lnTo>
                  <a:lnTo>
                    <a:pt x="91440" y="85342"/>
                  </a:lnTo>
                  <a:close/>
                </a:path>
                <a:path w="184785" h="341630">
                  <a:moveTo>
                    <a:pt x="91440" y="170686"/>
                  </a:moveTo>
                  <a:lnTo>
                    <a:pt x="184402" y="170686"/>
                  </a:lnTo>
                  <a:lnTo>
                    <a:pt x="184402" y="85344"/>
                  </a:lnTo>
                  <a:lnTo>
                    <a:pt x="91440" y="85344"/>
                  </a:lnTo>
                  <a:lnTo>
                    <a:pt x="91440" y="170686"/>
                  </a:lnTo>
                  <a:close/>
                </a:path>
                <a:path w="184785" h="341630">
                  <a:moveTo>
                    <a:pt x="91440" y="256030"/>
                  </a:moveTo>
                  <a:lnTo>
                    <a:pt x="184402" y="256030"/>
                  </a:lnTo>
                  <a:lnTo>
                    <a:pt x="184402" y="170688"/>
                  </a:lnTo>
                  <a:lnTo>
                    <a:pt x="91440" y="170688"/>
                  </a:lnTo>
                  <a:lnTo>
                    <a:pt x="91440" y="256030"/>
                  </a:lnTo>
                  <a:close/>
                </a:path>
                <a:path w="184785" h="341630">
                  <a:moveTo>
                    <a:pt x="91440" y="341374"/>
                  </a:moveTo>
                  <a:lnTo>
                    <a:pt x="184402" y="341374"/>
                  </a:lnTo>
                  <a:lnTo>
                    <a:pt x="184402" y="256027"/>
                  </a:lnTo>
                  <a:lnTo>
                    <a:pt x="91440" y="256027"/>
                  </a:lnTo>
                  <a:lnTo>
                    <a:pt x="91440" y="341374"/>
                  </a:lnTo>
                  <a:close/>
                </a:path>
              </a:pathLst>
            </a:custGeom>
            <a:ln w="12700">
              <a:solidFill>
                <a:srgbClr val="D1D1D1"/>
              </a:solidFill>
            </a:ln>
          </p:spPr>
          <p:txBody>
            <a:bodyPr wrap="square" lIns="0" tIns="0" rIns="0" bIns="0" rtlCol="0"/>
            <a:lstStyle/>
            <a:p>
              <a:endParaRPr sz="2000"/>
            </a:p>
          </p:txBody>
        </p:sp>
        <p:sp>
          <p:nvSpPr>
            <p:cNvPr id="353" name="object 349">
              <a:extLst>
                <a:ext uri="{FF2B5EF4-FFF2-40B4-BE49-F238E27FC236}">
                  <a16:creationId xmlns:a16="http://schemas.microsoft.com/office/drawing/2014/main" id="{ED65DDB5-47EF-4AB6-8FD5-32EFE0D2F097}"/>
                </a:ext>
              </a:extLst>
            </p:cNvPr>
            <p:cNvSpPr/>
            <p:nvPr/>
          </p:nvSpPr>
          <p:spPr>
            <a:xfrm>
              <a:off x="4014215" y="285597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354" name="object 350">
              <a:extLst>
                <a:ext uri="{FF2B5EF4-FFF2-40B4-BE49-F238E27FC236}">
                  <a16:creationId xmlns:a16="http://schemas.microsoft.com/office/drawing/2014/main" id="{EAFF8EC5-9096-4C31-A562-AD7F368D45B9}"/>
                </a:ext>
              </a:extLst>
            </p:cNvPr>
            <p:cNvSpPr/>
            <p:nvPr/>
          </p:nvSpPr>
          <p:spPr>
            <a:xfrm>
              <a:off x="4014215" y="285597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5" name="object 351">
              <a:extLst>
                <a:ext uri="{FF2B5EF4-FFF2-40B4-BE49-F238E27FC236}">
                  <a16:creationId xmlns:a16="http://schemas.microsoft.com/office/drawing/2014/main" id="{20ED06B2-11E0-4F63-B1C2-5A21955D1356}"/>
                </a:ext>
              </a:extLst>
            </p:cNvPr>
            <p:cNvSpPr/>
            <p:nvPr/>
          </p:nvSpPr>
          <p:spPr>
            <a:xfrm>
              <a:off x="4014215" y="294132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356" name="object 352">
              <a:extLst>
                <a:ext uri="{FF2B5EF4-FFF2-40B4-BE49-F238E27FC236}">
                  <a16:creationId xmlns:a16="http://schemas.microsoft.com/office/drawing/2014/main" id="{B50D6C91-2ECE-45C0-969F-BBA65C5CB8F8}"/>
                </a:ext>
              </a:extLst>
            </p:cNvPr>
            <p:cNvSpPr/>
            <p:nvPr/>
          </p:nvSpPr>
          <p:spPr>
            <a:xfrm>
              <a:off x="4014215" y="294132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7" name="object 353">
              <a:extLst>
                <a:ext uri="{FF2B5EF4-FFF2-40B4-BE49-F238E27FC236}">
                  <a16:creationId xmlns:a16="http://schemas.microsoft.com/office/drawing/2014/main" id="{9BDBF2B6-E34F-4BED-99D6-C99C9427A161}"/>
                </a:ext>
              </a:extLst>
            </p:cNvPr>
            <p:cNvSpPr/>
            <p:nvPr/>
          </p:nvSpPr>
          <p:spPr>
            <a:xfrm>
              <a:off x="4014215" y="302666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C684EA"/>
            </a:solidFill>
          </p:spPr>
          <p:txBody>
            <a:bodyPr wrap="square" lIns="0" tIns="0" rIns="0" bIns="0" rtlCol="0"/>
            <a:lstStyle/>
            <a:p>
              <a:endParaRPr sz="2000"/>
            </a:p>
          </p:txBody>
        </p:sp>
        <p:sp>
          <p:nvSpPr>
            <p:cNvPr id="358" name="object 354">
              <a:extLst>
                <a:ext uri="{FF2B5EF4-FFF2-40B4-BE49-F238E27FC236}">
                  <a16:creationId xmlns:a16="http://schemas.microsoft.com/office/drawing/2014/main" id="{ABB374FF-3E9E-4CE3-A2FE-9A53A86AB759}"/>
                </a:ext>
              </a:extLst>
            </p:cNvPr>
            <p:cNvSpPr/>
            <p:nvPr/>
          </p:nvSpPr>
          <p:spPr>
            <a:xfrm>
              <a:off x="4014215" y="302666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9" name="object 355">
              <a:extLst>
                <a:ext uri="{FF2B5EF4-FFF2-40B4-BE49-F238E27FC236}">
                  <a16:creationId xmlns:a16="http://schemas.microsoft.com/office/drawing/2014/main" id="{AAE8F082-5010-431D-B501-ED851CCDA689}"/>
                </a:ext>
              </a:extLst>
            </p:cNvPr>
            <p:cNvSpPr/>
            <p:nvPr/>
          </p:nvSpPr>
          <p:spPr>
            <a:xfrm>
              <a:off x="4014215" y="3112004"/>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C684EA"/>
            </a:solidFill>
          </p:spPr>
          <p:txBody>
            <a:bodyPr wrap="square" lIns="0" tIns="0" rIns="0" bIns="0" rtlCol="0"/>
            <a:lstStyle/>
            <a:p>
              <a:endParaRPr sz="2000"/>
            </a:p>
          </p:txBody>
        </p:sp>
        <p:sp>
          <p:nvSpPr>
            <p:cNvPr id="360" name="object 356">
              <a:extLst>
                <a:ext uri="{FF2B5EF4-FFF2-40B4-BE49-F238E27FC236}">
                  <a16:creationId xmlns:a16="http://schemas.microsoft.com/office/drawing/2014/main" id="{6B7115BB-C8CC-44F6-92F8-0CA9208ED4E3}"/>
                </a:ext>
              </a:extLst>
            </p:cNvPr>
            <p:cNvSpPr/>
            <p:nvPr/>
          </p:nvSpPr>
          <p:spPr>
            <a:xfrm>
              <a:off x="4014215" y="3112004"/>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61" name="object 357">
              <a:extLst>
                <a:ext uri="{FF2B5EF4-FFF2-40B4-BE49-F238E27FC236}">
                  <a16:creationId xmlns:a16="http://schemas.microsoft.com/office/drawing/2014/main" id="{914365D2-E588-4260-8EC7-0B2D18F931FD}"/>
                </a:ext>
              </a:extLst>
            </p:cNvPr>
            <p:cNvSpPr/>
            <p:nvPr/>
          </p:nvSpPr>
          <p:spPr>
            <a:xfrm>
              <a:off x="4194047" y="2855977"/>
              <a:ext cx="367665" cy="341630"/>
            </a:xfrm>
            <a:custGeom>
              <a:avLst/>
              <a:gdLst/>
              <a:ahLst/>
              <a:cxnLst/>
              <a:rect l="l" t="t" r="r" b="b"/>
              <a:pathLst>
                <a:path w="367664" h="341630">
                  <a:moveTo>
                    <a:pt x="0" y="85342"/>
                  </a:moveTo>
                  <a:lnTo>
                    <a:pt x="91440" y="85342"/>
                  </a:lnTo>
                  <a:lnTo>
                    <a:pt x="91440" y="0"/>
                  </a:lnTo>
                  <a:lnTo>
                    <a:pt x="0" y="0"/>
                  </a:lnTo>
                  <a:lnTo>
                    <a:pt x="0" y="85342"/>
                  </a:lnTo>
                  <a:close/>
                </a:path>
                <a:path w="367664" h="341630">
                  <a:moveTo>
                    <a:pt x="0" y="170686"/>
                  </a:moveTo>
                  <a:lnTo>
                    <a:pt x="91440" y="170686"/>
                  </a:lnTo>
                  <a:lnTo>
                    <a:pt x="91440" y="85344"/>
                  </a:lnTo>
                  <a:lnTo>
                    <a:pt x="0" y="85344"/>
                  </a:lnTo>
                  <a:lnTo>
                    <a:pt x="0" y="170686"/>
                  </a:lnTo>
                  <a:close/>
                </a:path>
                <a:path w="367664" h="341630">
                  <a:moveTo>
                    <a:pt x="0" y="256030"/>
                  </a:moveTo>
                  <a:lnTo>
                    <a:pt x="91440" y="256030"/>
                  </a:lnTo>
                  <a:lnTo>
                    <a:pt x="91440" y="170688"/>
                  </a:lnTo>
                  <a:lnTo>
                    <a:pt x="0" y="170688"/>
                  </a:lnTo>
                  <a:lnTo>
                    <a:pt x="0" y="256030"/>
                  </a:lnTo>
                  <a:close/>
                </a:path>
                <a:path w="367664" h="341630">
                  <a:moveTo>
                    <a:pt x="0" y="341374"/>
                  </a:moveTo>
                  <a:lnTo>
                    <a:pt x="91440" y="341374"/>
                  </a:lnTo>
                  <a:lnTo>
                    <a:pt x="91440" y="256027"/>
                  </a:lnTo>
                  <a:lnTo>
                    <a:pt x="0" y="256027"/>
                  </a:lnTo>
                  <a:lnTo>
                    <a:pt x="0" y="341374"/>
                  </a:lnTo>
                  <a:close/>
                </a:path>
                <a:path w="367664" h="341630">
                  <a:moveTo>
                    <a:pt x="91440" y="85342"/>
                  </a:moveTo>
                  <a:lnTo>
                    <a:pt x="184407" y="85342"/>
                  </a:lnTo>
                  <a:lnTo>
                    <a:pt x="184407" y="0"/>
                  </a:lnTo>
                  <a:lnTo>
                    <a:pt x="91440" y="0"/>
                  </a:lnTo>
                  <a:lnTo>
                    <a:pt x="91440" y="85342"/>
                  </a:lnTo>
                  <a:close/>
                </a:path>
                <a:path w="367664" h="341630">
                  <a:moveTo>
                    <a:pt x="91440" y="170686"/>
                  </a:moveTo>
                  <a:lnTo>
                    <a:pt x="184407" y="170686"/>
                  </a:lnTo>
                  <a:lnTo>
                    <a:pt x="184407" y="85344"/>
                  </a:lnTo>
                  <a:lnTo>
                    <a:pt x="91440" y="85344"/>
                  </a:lnTo>
                  <a:lnTo>
                    <a:pt x="91440" y="170686"/>
                  </a:lnTo>
                  <a:close/>
                </a:path>
                <a:path w="367664" h="341630">
                  <a:moveTo>
                    <a:pt x="91440" y="256030"/>
                  </a:moveTo>
                  <a:lnTo>
                    <a:pt x="184407" y="256030"/>
                  </a:lnTo>
                  <a:lnTo>
                    <a:pt x="184407" y="170688"/>
                  </a:lnTo>
                  <a:lnTo>
                    <a:pt x="91440" y="170688"/>
                  </a:lnTo>
                  <a:lnTo>
                    <a:pt x="91440" y="256030"/>
                  </a:lnTo>
                  <a:close/>
                </a:path>
                <a:path w="367664" h="341630">
                  <a:moveTo>
                    <a:pt x="91440" y="341374"/>
                  </a:moveTo>
                  <a:lnTo>
                    <a:pt x="184407" y="341374"/>
                  </a:lnTo>
                  <a:lnTo>
                    <a:pt x="184407" y="256027"/>
                  </a:lnTo>
                  <a:lnTo>
                    <a:pt x="91440" y="256027"/>
                  </a:lnTo>
                  <a:lnTo>
                    <a:pt x="91440" y="341374"/>
                  </a:lnTo>
                  <a:close/>
                </a:path>
                <a:path w="367664" h="341630">
                  <a:moveTo>
                    <a:pt x="182880" y="85342"/>
                  </a:moveTo>
                  <a:lnTo>
                    <a:pt x="275847" y="85342"/>
                  </a:lnTo>
                  <a:lnTo>
                    <a:pt x="275847" y="0"/>
                  </a:lnTo>
                  <a:lnTo>
                    <a:pt x="182880" y="0"/>
                  </a:lnTo>
                  <a:lnTo>
                    <a:pt x="182880" y="85342"/>
                  </a:lnTo>
                  <a:close/>
                </a:path>
                <a:path w="367664" h="341630">
                  <a:moveTo>
                    <a:pt x="182880" y="170686"/>
                  </a:moveTo>
                  <a:lnTo>
                    <a:pt x="275847" y="170686"/>
                  </a:lnTo>
                  <a:lnTo>
                    <a:pt x="275847" y="85344"/>
                  </a:lnTo>
                  <a:lnTo>
                    <a:pt x="182880" y="85344"/>
                  </a:lnTo>
                  <a:lnTo>
                    <a:pt x="182880" y="170686"/>
                  </a:lnTo>
                  <a:close/>
                </a:path>
                <a:path w="367664" h="341630">
                  <a:moveTo>
                    <a:pt x="182880" y="256030"/>
                  </a:moveTo>
                  <a:lnTo>
                    <a:pt x="275847" y="256030"/>
                  </a:lnTo>
                  <a:lnTo>
                    <a:pt x="275847" y="170688"/>
                  </a:lnTo>
                  <a:lnTo>
                    <a:pt x="182880" y="170688"/>
                  </a:lnTo>
                  <a:lnTo>
                    <a:pt x="182880" y="256030"/>
                  </a:lnTo>
                  <a:close/>
                </a:path>
                <a:path w="367664" h="341630">
                  <a:moveTo>
                    <a:pt x="182880" y="341374"/>
                  </a:moveTo>
                  <a:lnTo>
                    <a:pt x="275847" y="341374"/>
                  </a:lnTo>
                  <a:lnTo>
                    <a:pt x="275847" y="256027"/>
                  </a:lnTo>
                  <a:lnTo>
                    <a:pt x="182880" y="256027"/>
                  </a:lnTo>
                  <a:lnTo>
                    <a:pt x="182880" y="341374"/>
                  </a:lnTo>
                  <a:close/>
                </a:path>
                <a:path w="367664" h="341630">
                  <a:moveTo>
                    <a:pt x="275844" y="85342"/>
                  </a:moveTo>
                  <a:lnTo>
                    <a:pt x="367284" y="85342"/>
                  </a:lnTo>
                  <a:lnTo>
                    <a:pt x="367284" y="0"/>
                  </a:lnTo>
                  <a:lnTo>
                    <a:pt x="275844" y="0"/>
                  </a:lnTo>
                  <a:lnTo>
                    <a:pt x="275844" y="85342"/>
                  </a:lnTo>
                  <a:close/>
                </a:path>
                <a:path w="367664" h="341630">
                  <a:moveTo>
                    <a:pt x="275844" y="170686"/>
                  </a:moveTo>
                  <a:lnTo>
                    <a:pt x="367284" y="170686"/>
                  </a:lnTo>
                  <a:lnTo>
                    <a:pt x="367284" y="85344"/>
                  </a:lnTo>
                  <a:lnTo>
                    <a:pt x="275844" y="85344"/>
                  </a:lnTo>
                  <a:lnTo>
                    <a:pt x="275844" y="170686"/>
                  </a:lnTo>
                  <a:close/>
                </a:path>
                <a:path w="367664" h="341630">
                  <a:moveTo>
                    <a:pt x="275844" y="256030"/>
                  </a:moveTo>
                  <a:lnTo>
                    <a:pt x="367284" y="256030"/>
                  </a:lnTo>
                  <a:lnTo>
                    <a:pt x="367284" y="170688"/>
                  </a:lnTo>
                  <a:lnTo>
                    <a:pt x="275844" y="170688"/>
                  </a:lnTo>
                  <a:lnTo>
                    <a:pt x="275844" y="256030"/>
                  </a:lnTo>
                  <a:close/>
                </a:path>
                <a:path w="367664" h="341630">
                  <a:moveTo>
                    <a:pt x="275844" y="341374"/>
                  </a:moveTo>
                  <a:lnTo>
                    <a:pt x="367284" y="341374"/>
                  </a:lnTo>
                  <a:lnTo>
                    <a:pt x="367284" y="256027"/>
                  </a:lnTo>
                  <a:lnTo>
                    <a:pt x="275844" y="256027"/>
                  </a:lnTo>
                  <a:lnTo>
                    <a:pt x="275844" y="341374"/>
                  </a:lnTo>
                  <a:close/>
                </a:path>
              </a:pathLst>
            </a:custGeom>
            <a:ln w="12700">
              <a:solidFill>
                <a:srgbClr val="D1D1D1"/>
              </a:solidFill>
            </a:ln>
          </p:spPr>
          <p:txBody>
            <a:bodyPr wrap="square" lIns="0" tIns="0" rIns="0" bIns="0" rtlCol="0"/>
            <a:lstStyle/>
            <a:p>
              <a:endParaRPr sz="2000"/>
            </a:p>
          </p:txBody>
        </p:sp>
        <p:sp>
          <p:nvSpPr>
            <p:cNvPr id="362" name="object 358">
              <a:extLst>
                <a:ext uri="{FF2B5EF4-FFF2-40B4-BE49-F238E27FC236}">
                  <a16:creationId xmlns:a16="http://schemas.microsoft.com/office/drawing/2014/main" id="{A94389E8-E9B4-4302-9637-DAC477F58F7A}"/>
                </a:ext>
              </a:extLst>
            </p:cNvPr>
            <p:cNvSpPr/>
            <p:nvPr/>
          </p:nvSpPr>
          <p:spPr>
            <a:xfrm>
              <a:off x="4105655" y="285597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363" name="object 359">
              <a:extLst>
                <a:ext uri="{FF2B5EF4-FFF2-40B4-BE49-F238E27FC236}">
                  <a16:creationId xmlns:a16="http://schemas.microsoft.com/office/drawing/2014/main" id="{704CD8AB-F9DC-4C43-9E29-D4874F0B8E5E}"/>
                </a:ext>
              </a:extLst>
            </p:cNvPr>
            <p:cNvSpPr/>
            <p:nvPr/>
          </p:nvSpPr>
          <p:spPr>
            <a:xfrm>
              <a:off x="4105655" y="28559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4" name="object 360">
              <a:extLst>
                <a:ext uri="{FF2B5EF4-FFF2-40B4-BE49-F238E27FC236}">
                  <a16:creationId xmlns:a16="http://schemas.microsoft.com/office/drawing/2014/main" id="{E614AFB5-F7EF-43F8-860D-94AC9FE0BE3E}"/>
                </a:ext>
              </a:extLst>
            </p:cNvPr>
            <p:cNvSpPr/>
            <p:nvPr/>
          </p:nvSpPr>
          <p:spPr>
            <a:xfrm>
              <a:off x="4105655" y="294132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365" name="object 361">
              <a:extLst>
                <a:ext uri="{FF2B5EF4-FFF2-40B4-BE49-F238E27FC236}">
                  <a16:creationId xmlns:a16="http://schemas.microsoft.com/office/drawing/2014/main" id="{CCA7940E-813B-48D3-9B18-D54AA3550CE5}"/>
                </a:ext>
              </a:extLst>
            </p:cNvPr>
            <p:cNvSpPr/>
            <p:nvPr/>
          </p:nvSpPr>
          <p:spPr>
            <a:xfrm>
              <a:off x="4105655" y="294132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6" name="object 362">
              <a:extLst>
                <a:ext uri="{FF2B5EF4-FFF2-40B4-BE49-F238E27FC236}">
                  <a16:creationId xmlns:a16="http://schemas.microsoft.com/office/drawing/2014/main" id="{4D3C59A5-318D-4D4A-8853-FCEF6D3DDEA2}"/>
                </a:ext>
              </a:extLst>
            </p:cNvPr>
            <p:cNvSpPr/>
            <p:nvPr/>
          </p:nvSpPr>
          <p:spPr>
            <a:xfrm>
              <a:off x="4105655" y="3026665"/>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C684EA"/>
            </a:solidFill>
          </p:spPr>
          <p:txBody>
            <a:bodyPr wrap="square" lIns="0" tIns="0" rIns="0" bIns="0" rtlCol="0"/>
            <a:lstStyle/>
            <a:p>
              <a:endParaRPr sz="2000"/>
            </a:p>
          </p:txBody>
        </p:sp>
        <p:sp>
          <p:nvSpPr>
            <p:cNvPr id="367" name="object 363">
              <a:extLst>
                <a:ext uri="{FF2B5EF4-FFF2-40B4-BE49-F238E27FC236}">
                  <a16:creationId xmlns:a16="http://schemas.microsoft.com/office/drawing/2014/main" id="{0F4EA66F-1A54-4402-98D7-C823A7DE9B26}"/>
                </a:ext>
              </a:extLst>
            </p:cNvPr>
            <p:cNvSpPr/>
            <p:nvPr/>
          </p:nvSpPr>
          <p:spPr>
            <a:xfrm>
              <a:off x="4105655" y="3026665"/>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8" name="object 364">
              <a:extLst>
                <a:ext uri="{FF2B5EF4-FFF2-40B4-BE49-F238E27FC236}">
                  <a16:creationId xmlns:a16="http://schemas.microsoft.com/office/drawing/2014/main" id="{1656B5CA-AC8D-4A83-8185-B3225E34E877}"/>
                </a:ext>
              </a:extLst>
            </p:cNvPr>
            <p:cNvSpPr/>
            <p:nvPr/>
          </p:nvSpPr>
          <p:spPr>
            <a:xfrm>
              <a:off x="4105655" y="311200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C684EA"/>
            </a:solidFill>
          </p:spPr>
          <p:txBody>
            <a:bodyPr wrap="square" lIns="0" tIns="0" rIns="0" bIns="0" rtlCol="0"/>
            <a:lstStyle/>
            <a:p>
              <a:endParaRPr sz="2000"/>
            </a:p>
          </p:txBody>
        </p:sp>
        <p:sp>
          <p:nvSpPr>
            <p:cNvPr id="369" name="object 365">
              <a:extLst>
                <a:ext uri="{FF2B5EF4-FFF2-40B4-BE49-F238E27FC236}">
                  <a16:creationId xmlns:a16="http://schemas.microsoft.com/office/drawing/2014/main" id="{E0C437AB-E244-424D-9DF3-2F09EC449994}"/>
                </a:ext>
              </a:extLst>
            </p:cNvPr>
            <p:cNvSpPr/>
            <p:nvPr/>
          </p:nvSpPr>
          <p:spPr>
            <a:xfrm>
              <a:off x="4105655" y="311200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grpSp>
      <p:grpSp>
        <p:nvGrpSpPr>
          <p:cNvPr id="370" name="object 366">
            <a:extLst>
              <a:ext uri="{FF2B5EF4-FFF2-40B4-BE49-F238E27FC236}">
                <a16:creationId xmlns:a16="http://schemas.microsoft.com/office/drawing/2014/main" id="{5FFB991B-7A1B-4CAC-838C-005CD9FC8350}"/>
              </a:ext>
            </a:extLst>
          </p:cNvPr>
          <p:cNvGrpSpPr/>
          <p:nvPr/>
        </p:nvGrpSpPr>
        <p:grpSpPr>
          <a:xfrm>
            <a:off x="1672732" y="4324492"/>
            <a:ext cx="829028" cy="393700"/>
            <a:chOff x="1505458" y="3892043"/>
            <a:chExt cx="746125" cy="354330"/>
          </a:xfrm>
        </p:grpSpPr>
        <p:sp>
          <p:nvSpPr>
            <p:cNvPr id="371" name="object 367">
              <a:extLst>
                <a:ext uri="{FF2B5EF4-FFF2-40B4-BE49-F238E27FC236}">
                  <a16:creationId xmlns:a16="http://schemas.microsoft.com/office/drawing/2014/main" id="{3F928F23-FB54-4490-8DAA-AF4333AF1551}"/>
                </a:ext>
              </a:extLst>
            </p:cNvPr>
            <p:cNvSpPr/>
            <p:nvPr/>
          </p:nvSpPr>
          <p:spPr>
            <a:xfrm>
              <a:off x="1877568" y="3898393"/>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72" name="object 368">
              <a:extLst>
                <a:ext uri="{FF2B5EF4-FFF2-40B4-BE49-F238E27FC236}">
                  <a16:creationId xmlns:a16="http://schemas.microsoft.com/office/drawing/2014/main" id="{607D9634-660B-4B58-BE6C-2E42498BF411}"/>
                </a:ext>
              </a:extLst>
            </p:cNvPr>
            <p:cNvSpPr/>
            <p:nvPr/>
          </p:nvSpPr>
          <p:spPr>
            <a:xfrm>
              <a:off x="1877568" y="3898393"/>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3" name="object 369">
              <a:extLst>
                <a:ext uri="{FF2B5EF4-FFF2-40B4-BE49-F238E27FC236}">
                  <a16:creationId xmlns:a16="http://schemas.microsoft.com/office/drawing/2014/main" id="{3E9B11D4-9F6D-4BAB-BEEE-3B59F8C8CFBC}"/>
                </a:ext>
              </a:extLst>
            </p:cNvPr>
            <p:cNvSpPr/>
            <p:nvPr/>
          </p:nvSpPr>
          <p:spPr>
            <a:xfrm>
              <a:off x="1877568" y="39837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74" name="object 370">
              <a:extLst>
                <a:ext uri="{FF2B5EF4-FFF2-40B4-BE49-F238E27FC236}">
                  <a16:creationId xmlns:a16="http://schemas.microsoft.com/office/drawing/2014/main" id="{0B625903-2EA0-4979-A8E2-10DE2A6BB57D}"/>
                </a:ext>
              </a:extLst>
            </p:cNvPr>
            <p:cNvSpPr/>
            <p:nvPr/>
          </p:nvSpPr>
          <p:spPr>
            <a:xfrm>
              <a:off x="1877568" y="39837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5" name="object 371">
              <a:extLst>
                <a:ext uri="{FF2B5EF4-FFF2-40B4-BE49-F238E27FC236}">
                  <a16:creationId xmlns:a16="http://schemas.microsoft.com/office/drawing/2014/main" id="{FF7296DD-E213-4B9C-9BB9-987EC56592F0}"/>
                </a:ext>
              </a:extLst>
            </p:cNvPr>
            <p:cNvSpPr/>
            <p:nvPr/>
          </p:nvSpPr>
          <p:spPr>
            <a:xfrm>
              <a:off x="1877568" y="4069081"/>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76" name="object 372">
              <a:extLst>
                <a:ext uri="{FF2B5EF4-FFF2-40B4-BE49-F238E27FC236}">
                  <a16:creationId xmlns:a16="http://schemas.microsoft.com/office/drawing/2014/main" id="{13E8387B-EBE1-43DB-AA98-5339F6EC0D91}"/>
                </a:ext>
              </a:extLst>
            </p:cNvPr>
            <p:cNvSpPr/>
            <p:nvPr/>
          </p:nvSpPr>
          <p:spPr>
            <a:xfrm>
              <a:off x="1877568" y="4069081"/>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7" name="object 373">
              <a:extLst>
                <a:ext uri="{FF2B5EF4-FFF2-40B4-BE49-F238E27FC236}">
                  <a16:creationId xmlns:a16="http://schemas.microsoft.com/office/drawing/2014/main" id="{6BA74D8F-675A-47D7-903E-242D8C38A267}"/>
                </a:ext>
              </a:extLst>
            </p:cNvPr>
            <p:cNvSpPr/>
            <p:nvPr/>
          </p:nvSpPr>
          <p:spPr>
            <a:xfrm>
              <a:off x="1877568" y="4154425"/>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78" name="object 374">
              <a:extLst>
                <a:ext uri="{FF2B5EF4-FFF2-40B4-BE49-F238E27FC236}">
                  <a16:creationId xmlns:a16="http://schemas.microsoft.com/office/drawing/2014/main" id="{E2195FF6-5970-4220-8882-A7020ED4C03F}"/>
                </a:ext>
              </a:extLst>
            </p:cNvPr>
            <p:cNvSpPr/>
            <p:nvPr/>
          </p:nvSpPr>
          <p:spPr>
            <a:xfrm>
              <a:off x="1877568" y="4154425"/>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9" name="object 375">
              <a:extLst>
                <a:ext uri="{FF2B5EF4-FFF2-40B4-BE49-F238E27FC236}">
                  <a16:creationId xmlns:a16="http://schemas.microsoft.com/office/drawing/2014/main" id="{79075F9E-96F2-4FE1-8200-1DCD298E0925}"/>
                </a:ext>
              </a:extLst>
            </p:cNvPr>
            <p:cNvSpPr/>
            <p:nvPr/>
          </p:nvSpPr>
          <p:spPr>
            <a:xfrm>
              <a:off x="1511808" y="3898393"/>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80" name="object 376">
              <a:extLst>
                <a:ext uri="{FF2B5EF4-FFF2-40B4-BE49-F238E27FC236}">
                  <a16:creationId xmlns:a16="http://schemas.microsoft.com/office/drawing/2014/main" id="{A52410DA-A9A2-416F-856A-FF892A7374F3}"/>
                </a:ext>
              </a:extLst>
            </p:cNvPr>
            <p:cNvSpPr/>
            <p:nvPr/>
          </p:nvSpPr>
          <p:spPr>
            <a:xfrm>
              <a:off x="1511808" y="3898393"/>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1" name="object 377">
              <a:extLst>
                <a:ext uri="{FF2B5EF4-FFF2-40B4-BE49-F238E27FC236}">
                  <a16:creationId xmlns:a16="http://schemas.microsoft.com/office/drawing/2014/main" id="{E8F6AF10-977E-434C-BD91-B0333BD7CDCC}"/>
                </a:ext>
              </a:extLst>
            </p:cNvPr>
            <p:cNvSpPr/>
            <p:nvPr/>
          </p:nvSpPr>
          <p:spPr>
            <a:xfrm>
              <a:off x="1604772"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382" name="object 378">
              <a:extLst>
                <a:ext uri="{FF2B5EF4-FFF2-40B4-BE49-F238E27FC236}">
                  <a16:creationId xmlns:a16="http://schemas.microsoft.com/office/drawing/2014/main" id="{79B719A5-15DE-49CA-8A4B-F3EDFEAF3755}"/>
                </a:ext>
              </a:extLst>
            </p:cNvPr>
            <p:cNvSpPr/>
            <p:nvPr/>
          </p:nvSpPr>
          <p:spPr>
            <a:xfrm>
              <a:off x="1604772"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3" name="object 379">
              <a:extLst>
                <a:ext uri="{FF2B5EF4-FFF2-40B4-BE49-F238E27FC236}">
                  <a16:creationId xmlns:a16="http://schemas.microsoft.com/office/drawing/2014/main" id="{2D6C50D5-21E7-4F8E-8958-F171BEF81BB5}"/>
                </a:ext>
              </a:extLst>
            </p:cNvPr>
            <p:cNvSpPr/>
            <p:nvPr/>
          </p:nvSpPr>
          <p:spPr>
            <a:xfrm>
              <a:off x="1696212" y="389839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84" name="object 380">
              <a:extLst>
                <a:ext uri="{FF2B5EF4-FFF2-40B4-BE49-F238E27FC236}">
                  <a16:creationId xmlns:a16="http://schemas.microsoft.com/office/drawing/2014/main" id="{84165814-9FB9-4F8D-8046-FC9D266C6515}"/>
                </a:ext>
              </a:extLst>
            </p:cNvPr>
            <p:cNvSpPr/>
            <p:nvPr/>
          </p:nvSpPr>
          <p:spPr>
            <a:xfrm>
              <a:off x="1696212" y="389839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5" name="object 381">
              <a:extLst>
                <a:ext uri="{FF2B5EF4-FFF2-40B4-BE49-F238E27FC236}">
                  <a16:creationId xmlns:a16="http://schemas.microsoft.com/office/drawing/2014/main" id="{BF77CF9C-34C8-4D4B-BF7F-8805F5107436}"/>
                </a:ext>
              </a:extLst>
            </p:cNvPr>
            <p:cNvSpPr/>
            <p:nvPr/>
          </p:nvSpPr>
          <p:spPr>
            <a:xfrm>
              <a:off x="1511808" y="39837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86" name="object 382">
              <a:extLst>
                <a:ext uri="{FF2B5EF4-FFF2-40B4-BE49-F238E27FC236}">
                  <a16:creationId xmlns:a16="http://schemas.microsoft.com/office/drawing/2014/main" id="{2D48CFF2-8BC0-45FE-ADF8-554861207C90}"/>
                </a:ext>
              </a:extLst>
            </p:cNvPr>
            <p:cNvSpPr/>
            <p:nvPr/>
          </p:nvSpPr>
          <p:spPr>
            <a:xfrm>
              <a:off x="1511808" y="39837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7" name="object 383">
              <a:extLst>
                <a:ext uri="{FF2B5EF4-FFF2-40B4-BE49-F238E27FC236}">
                  <a16:creationId xmlns:a16="http://schemas.microsoft.com/office/drawing/2014/main" id="{A2A7805C-D0EA-48F5-869D-2A6F24D752A9}"/>
                </a:ext>
              </a:extLst>
            </p:cNvPr>
            <p:cNvSpPr/>
            <p:nvPr/>
          </p:nvSpPr>
          <p:spPr>
            <a:xfrm>
              <a:off x="1604772"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388" name="object 384">
              <a:extLst>
                <a:ext uri="{FF2B5EF4-FFF2-40B4-BE49-F238E27FC236}">
                  <a16:creationId xmlns:a16="http://schemas.microsoft.com/office/drawing/2014/main" id="{653E7139-1D70-455D-9A5E-337AFC85444B}"/>
                </a:ext>
              </a:extLst>
            </p:cNvPr>
            <p:cNvSpPr/>
            <p:nvPr/>
          </p:nvSpPr>
          <p:spPr>
            <a:xfrm>
              <a:off x="1604772"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89" name="object 385">
              <a:extLst>
                <a:ext uri="{FF2B5EF4-FFF2-40B4-BE49-F238E27FC236}">
                  <a16:creationId xmlns:a16="http://schemas.microsoft.com/office/drawing/2014/main" id="{1DD37AAB-CA28-4ADC-9216-ECB3D97FCD30}"/>
                </a:ext>
              </a:extLst>
            </p:cNvPr>
            <p:cNvSpPr/>
            <p:nvPr/>
          </p:nvSpPr>
          <p:spPr>
            <a:xfrm>
              <a:off x="1696212" y="39837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90" name="object 386">
              <a:extLst>
                <a:ext uri="{FF2B5EF4-FFF2-40B4-BE49-F238E27FC236}">
                  <a16:creationId xmlns:a16="http://schemas.microsoft.com/office/drawing/2014/main" id="{111AC2FE-2EBC-4C2C-8E87-9133B613BAE7}"/>
                </a:ext>
              </a:extLst>
            </p:cNvPr>
            <p:cNvSpPr/>
            <p:nvPr/>
          </p:nvSpPr>
          <p:spPr>
            <a:xfrm>
              <a:off x="1696212" y="39837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1" name="object 387">
              <a:extLst>
                <a:ext uri="{FF2B5EF4-FFF2-40B4-BE49-F238E27FC236}">
                  <a16:creationId xmlns:a16="http://schemas.microsoft.com/office/drawing/2014/main" id="{0CD9BD92-EC85-4FE3-8AED-E52BC020187D}"/>
                </a:ext>
              </a:extLst>
            </p:cNvPr>
            <p:cNvSpPr/>
            <p:nvPr/>
          </p:nvSpPr>
          <p:spPr>
            <a:xfrm>
              <a:off x="1511808" y="4069081"/>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92" name="object 388">
              <a:extLst>
                <a:ext uri="{FF2B5EF4-FFF2-40B4-BE49-F238E27FC236}">
                  <a16:creationId xmlns:a16="http://schemas.microsoft.com/office/drawing/2014/main" id="{FF4413AF-7D52-4DCF-8171-D11F1C4CE875}"/>
                </a:ext>
              </a:extLst>
            </p:cNvPr>
            <p:cNvSpPr/>
            <p:nvPr/>
          </p:nvSpPr>
          <p:spPr>
            <a:xfrm>
              <a:off x="1511808" y="4069081"/>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3" name="object 389">
              <a:extLst>
                <a:ext uri="{FF2B5EF4-FFF2-40B4-BE49-F238E27FC236}">
                  <a16:creationId xmlns:a16="http://schemas.microsoft.com/office/drawing/2014/main" id="{764C4865-6846-443E-9DDF-ECDFFE7CFFD7}"/>
                </a:ext>
              </a:extLst>
            </p:cNvPr>
            <p:cNvSpPr/>
            <p:nvPr/>
          </p:nvSpPr>
          <p:spPr>
            <a:xfrm>
              <a:off x="1604772"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394" name="object 390">
              <a:extLst>
                <a:ext uri="{FF2B5EF4-FFF2-40B4-BE49-F238E27FC236}">
                  <a16:creationId xmlns:a16="http://schemas.microsoft.com/office/drawing/2014/main" id="{B25E59B6-22DA-4548-B0BD-879BD2CF5098}"/>
                </a:ext>
              </a:extLst>
            </p:cNvPr>
            <p:cNvSpPr/>
            <p:nvPr/>
          </p:nvSpPr>
          <p:spPr>
            <a:xfrm>
              <a:off x="1604772"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5" name="object 391">
              <a:extLst>
                <a:ext uri="{FF2B5EF4-FFF2-40B4-BE49-F238E27FC236}">
                  <a16:creationId xmlns:a16="http://schemas.microsoft.com/office/drawing/2014/main" id="{1BA0D689-06FB-401D-BCD5-3E76C9B5F4C5}"/>
                </a:ext>
              </a:extLst>
            </p:cNvPr>
            <p:cNvSpPr/>
            <p:nvPr/>
          </p:nvSpPr>
          <p:spPr>
            <a:xfrm>
              <a:off x="1696212" y="406908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396" name="object 392">
              <a:extLst>
                <a:ext uri="{FF2B5EF4-FFF2-40B4-BE49-F238E27FC236}">
                  <a16:creationId xmlns:a16="http://schemas.microsoft.com/office/drawing/2014/main" id="{0E0F86AF-2684-4888-BD08-325AF3DF128D}"/>
                </a:ext>
              </a:extLst>
            </p:cNvPr>
            <p:cNvSpPr/>
            <p:nvPr/>
          </p:nvSpPr>
          <p:spPr>
            <a:xfrm>
              <a:off x="1696212" y="406908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7" name="object 393">
              <a:extLst>
                <a:ext uri="{FF2B5EF4-FFF2-40B4-BE49-F238E27FC236}">
                  <a16:creationId xmlns:a16="http://schemas.microsoft.com/office/drawing/2014/main" id="{4CE03BBF-1A2E-43B1-816B-2374F9D200F2}"/>
                </a:ext>
              </a:extLst>
            </p:cNvPr>
            <p:cNvSpPr/>
            <p:nvPr/>
          </p:nvSpPr>
          <p:spPr>
            <a:xfrm>
              <a:off x="1511808" y="4154425"/>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398" name="object 394">
              <a:extLst>
                <a:ext uri="{FF2B5EF4-FFF2-40B4-BE49-F238E27FC236}">
                  <a16:creationId xmlns:a16="http://schemas.microsoft.com/office/drawing/2014/main" id="{EB16C760-5843-49F7-AAC7-2AF38969E3F7}"/>
                </a:ext>
              </a:extLst>
            </p:cNvPr>
            <p:cNvSpPr/>
            <p:nvPr/>
          </p:nvSpPr>
          <p:spPr>
            <a:xfrm>
              <a:off x="1511808" y="4154425"/>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99" name="object 395">
              <a:extLst>
                <a:ext uri="{FF2B5EF4-FFF2-40B4-BE49-F238E27FC236}">
                  <a16:creationId xmlns:a16="http://schemas.microsoft.com/office/drawing/2014/main" id="{EC84AD2C-EC6D-45B2-92AE-A8CB1700E232}"/>
                </a:ext>
              </a:extLst>
            </p:cNvPr>
            <p:cNvSpPr/>
            <p:nvPr/>
          </p:nvSpPr>
          <p:spPr>
            <a:xfrm>
              <a:off x="1604772"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0" name="object 396">
              <a:extLst>
                <a:ext uri="{FF2B5EF4-FFF2-40B4-BE49-F238E27FC236}">
                  <a16:creationId xmlns:a16="http://schemas.microsoft.com/office/drawing/2014/main" id="{5673FC34-B5AE-43A6-8AF8-A3F6F8EEB32A}"/>
                </a:ext>
              </a:extLst>
            </p:cNvPr>
            <p:cNvSpPr/>
            <p:nvPr/>
          </p:nvSpPr>
          <p:spPr>
            <a:xfrm>
              <a:off x="1604772"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1" name="object 397">
              <a:extLst>
                <a:ext uri="{FF2B5EF4-FFF2-40B4-BE49-F238E27FC236}">
                  <a16:creationId xmlns:a16="http://schemas.microsoft.com/office/drawing/2014/main" id="{90B09BFE-5C87-4CD2-95E6-CB93E514DD8F}"/>
                </a:ext>
              </a:extLst>
            </p:cNvPr>
            <p:cNvSpPr/>
            <p:nvPr/>
          </p:nvSpPr>
          <p:spPr>
            <a:xfrm>
              <a:off x="1696212" y="415442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02" name="object 398">
              <a:extLst>
                <a:ext uri="{FF2B5EF4-FFF2-40B4-BE49-F238E27FC236}">
                  <a16:creationId xmlns:a16="http://schemas.microsoft.com/office/drawing/2014/main" id="{16A79BE9-1EFA-4719-B7EC-49B2DA10804C}"/>
                </a:ext>
              </a:extLst>
            </p:cNvPr>
            <p:cNvSpPr/>
            <p:nvPr/>
          </p:nvSpPr>
          <p:spPr>
            <a:xfrm>
              <a:off x="1696212" y="415442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3" name="object 399">
              <a:extLst>
                <a:ext uri="{FF2B5EF4-FFF2-40B4-BE49-F238E27FC236}">
                  <a16:creationId xmlns:a16="http://schemas.microsoft.com/office/drawing/2014/main" id="{E5D02CFF-B4D8-4AAE-A2C3-12B3CC5152F4}"/>
                </a:ext>
              </a:extLst>
            </p:cNvPr>
            <p:cNvSpPr/>
            <p:nvPr/>
          </p:nvSpPr>
          <p:spPr>
            <a:xfrm>
              <a:off x="1789176"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4" name="object 400">
              <a:extLst>
                <a:ext uri="{FF2B5EF4-FFF2-40B4-BE49-F238E27FC236}">
                  <a16:creationId xmlns:a16="http://schemas.microsoft.com/office/drawing/2014/main" id="{14ED1F83-0818-442E-B26F-90377D2B8FF9}"/>
                </a:ext>
              </a:extLst>
            </p:cNvPr>
            <p:cNvSpPr/>
            <p:nvPr/>
          </p:nvSpPr>
          <p:spPr>
            <a:xfrm>
              <a:off x="1789176"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5" name="object 401">
              <a:extLst>
                <a:ext uri="{FF2B5EF4-FFF2-40B4-BE49-F238E27FC236}">
                  <a16:creationId xmlns:a16="http://schemas.microsoft.com/office/drawing/2014/main" id="{C75D6CA9-6002-4AA6-ADF1-17CBF39D255D}"/>
                </a:ext>
              </a:extLst>
            </p:cNvPr>
            <p:cNvSpPr/>
            <p:nvPr/>
          </p:nvSpPr>
          <p:spPr>
            <a:xfrm>
              <a:off x="1789176"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6" name="object 402">
              <a:extLst>
                <a:ext uri="{FF2B5EF4-FFF2-40B4-BE49-F238E27FC236}">
                  <a16:creationId xmlns:a16="http://schemas.microsoft.com/office/drawing/2014/main" id="{6019A28C-5DE8-43C0-8020-815E7A346418}"/>
                </a:ext>
              </a:extLst>
            </p:cNvPr>
            <p:cNvSpPr/>
            <p:nvPr/>
          </p:nvSpPr>
          <p:spPr>
            <a:xfrm>
              <a:off x="1789176"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7" name="object 403">
              <a:extLst>
                <a:ext uri="{FF2B5EF4-FFF2-40B4-BE49-F238E27FC236}">
                  <a16:creationId xmlns:a16="http://schemas.microsoft.com/office/drawing/2014/main" id="{408D91A8-9426-44A4-B19F-84F2F8B9ACB2}"/>
                </a:ext>
              </a:extLst>
            </p:cNvPr>
            <p:cNvSpPr/>
            <p:nvPr/>
          </p:nvSpPr>
          <p:spPr>
            <a:xfrm>
              <a:off x="1789176"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08" name="object 404">
              <a:extLst>
                <a:ext uri="{FF2B5EF4-FFF2-40B4-BE49-F238E27FC236}">
                  <a16:creationId xmlns:a16="http://schemas.microsoft.com/office/drawing/2014/main" id="{6191E248-9FC3-447E-8B32-7E08AFBEC5B4}"/>
                </a:ext>
              </a:extLst>
            </p:cNvPr>
            <p:cNvSpPr/>
            <p:nvPr/>
          </p:nvSpPr>
          <p:spPr>
            <a:xfrm>
              <a:off x="1789176"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09" name="object 405">
              <a:extLst>
                <a:ext uri="{FF2B5EF4-FFF2-40B4-BE49-F238E27FC236}">
                  <a16:creationId xmlns:a16="http://schemas.microsoft.com/office/drawing/2014/main" id="{D0B15445-6BAF-4B0E-BAEC-2731C791006B}"/>
                </a:ext>
              </a:extLst>
            </p:cNvPr>
            <p:cNvSpPr/>
            <p:nvPr/>
          </p:nvSpPr>
          <p:spPr>
            <a:xfrm>
              <a:off x="1789176"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0" name="object 406">
              <a:extLst>
                <a:ext uri="{FF2B5EF4-FFF2-40B4-BE49-F238E27FC236}">
                  <a16:creationId xmlns:a16="http://schemas.microsoft.com/office/drawing/2014/main" id="{898CFA44-6CFD-4535-A3FD-6A1ACC06FC2E}"/>
                </a:ext>
              </a:extLst>
            </p:cNvPr>
            <p:cNvSpPr/>
            <p:nvPr/>
          </p:nvSpPr>
          <p:spPr>
            <a:xfrm>
              <a:off x="1789176"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1" name="object 407">
              <a:extLst>
                <a:ext uri="{FF2B5EF4-FFF2-40B4-BE49-F238E27FC236}">
                  <a16:creationId xmlns:a16="http://schemas.microsoft.com/office/drawing/2014/main" id="{73E266A3-6D8F-47AD-B3D7-786088F8B68D}"/>
                </a:ext>
              </a:extLst>
            </p:cNvPr>
            <p:cNvSpPr/>
            <p:nvPr/>
          </p:nvSpPr>
          <p:spPr>
            <a:xfrm>
              <a:off x="1970531"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2" name="object 408">
              <a:extLst>
                <a:ext uri="{FF2B5EF4-FFF2-40B4-BE49-F238E27FC236}">
                  <a16:creationId xmlns:a16="http://schemas.microsoft.com/office/drawing/2014/main" id="{EB080759-5016-4BB3-8C05-DE440F8FD249}"/>
                </a:ext>
              </a:extLst>
            </p:cNvPr>
            <p:cNvSpPr/>
            <p:nvPr/>
          </p:nvSpPr>
          <p:spPr>
            <a:xfrm>
              <a:off x="1970531"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3" name="object 409">
              <a:extLst>
                <a:ext uri="{FF2B5EF4-FFF2-40B4-BE49-F238E27FC236}">
                  <a16:creationId xmlns:a16="http://schemas.microsoft.com/office/drawing/2014/main" id="{DA709BE0-0B8D-485C-8123-6002E49C442D}"/>
                </a:ext>
              </a:extLst>
            </p:cNvPr>
            <p:cNvSpPr/>
            <p:nvPr/>
          </p:nvSpPr>
          <p:spPr>
            <a:xfrm>
              <a:off x="1970531"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4" name="object 410">
              <a:extLst>
                <a:ext uri="{FF2B5EF4-FFF2-40B4-BE49-F238E27FC236}">
                  <a16:creationId xmlns:a16="http://schemas.microsoft.com/office/drawing/2014/main" id="{9AA6CC39-705C-4D94-A1D1-0C2CCAC6D9A0}"/>
                </a:ext>
              </a:extLst>
            </p:cNvPr>
            <p:cNvSpPr/>
            <p:nvPr/>
          </p:nvSpPr>
          <p:spPr>
            <a:xfrm>
              <a:off x="1970531"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5" name="object 411">
              <a:extLst>
                <a:ext uri="{FF2B5EF4-FFF2-40B4-BE49-F238E27FC236}">
                  <a16:creationId xmlns:a16="http://schemas.microsoft.com/office/drawing/2014/main" id="{4B333FEF-C4DA-47F9-B90A-29BD5FDAF546}"/>
                </a:ext>
              </a:extLst>
            </p:cNvPr>
            <p:cNvSpPr/>
            <p:nvPr/>
          </p:nvSpPr>
          <p:spPr>
            <a:xfrm>
              <a:off x="1970531"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6" name="object 412">
              <a:extLst>
                <a:ext uri="{FF2B5EF4-FFF2-40B4-BE49-F238E27FC236}">
                  <a16:creationId xmlns:a16="http://schemas.microsoft.com/office/drawing/2014/main" id="{032597DA-2C26-486C-A4ED-401B0181081D}"/>
                </a:ext>
              </a:extLst>
            </p:cNvPr>
            <p:cNvSpPr/>
            <p:nvPr/>
          </p:nvSpPr>
          <p:spPr>
            <a:xfrm>
              <a:off x="1970531"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7" name="object 413">
              <a:extLst>
                <a:ext uri="{FF2B5EF4-FFF2-40B4-BE49-F238E27FC236}">
                  <a16:creationId xmlns:a16="http://schemas.microsoft.com/office/drawing/2014/main" id="{CCA5CE4E-A08F-4C93-9C02-7D9355E6C052}"/>
                </a:ext>
              </a:extLst>
            </p:cNvPr>
            <p:cNvSpPr/>
            <p:nvPr/>
          </p:nvSpPr>
          <p:spPr>
            <a:xfrm>
              <a:off x="1970531"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E3C2F5"/>
            </a:solidFill>
          </p:spPr>
          <p:txBody>
            <a:bodyPr wrap="square" lIns="0" tIns="0" rIns="0" bIns="0" rtlCol="0"/>
            <a:lstStyle/>
            <a:p>
              <a:endParaRPr sz="2000"/>
            </a:p>
          </p:txBody>
        </p:sp>
        <p:sp>
          <p:nvSpPr>
            <p:cNvPr id="418" name="object 414">
              <a:extLst>
                <a:ext uri="{FF2B5EF4-FFF2-40B4-BE49-F238E27FC236}">
                  <a16:creationId xmlns:a16="http://schemas.microsoft.com/office/drawing/2014/main" id="{4BDA5E11-2CBE-4B92-8F8D-C2FE60554304}"/>
                </a:ext>
              </a:extLst>
            </p:cNvPr>
            <p:cNvSpPr/>
            <p:nvPr/>
          </p:nvSpPr>
          <p:spPr>
            <a:xfrm>
              <a:off x="1970531"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19" name="object 415">
              <a:extLst>
                <a:ext uri="{FF2B5EF4-FFF2-40B4-BE49-F238E27FC236}">
                  <a16:creationId xmlns:a16="http://schemas.microsoft.com/office/drawing/2014/main" id="{8AF710B1-4D63-42CD-B0BE-B361BCCDEAC8}"/>
                </a:ext>
              </a:extLst>
            </p:cNvPr>
            <p:cNvSpPr/>
            <p:nvPr/>
          </p:nvSpPr>
          <p:spPr>
            <a:xfrm>
              <a:off x="2151888" y="3898393"/>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420" name="object 416">
              <a:extLst>
                <a:ext uri="{FF2B5EF4-FFF2-40B4-BE49-F238E27FC236}">
                  <a16:creationId xmlns:a16="http://schemas.microsoft.com/office/drawing/2014/main" id="{37F59535-51A2-4B67-989F-31DDDCB986BB}"/>
                </a:ext>
              </a:extLst>
            </p:cNvPr>
            <p:cNvSpPr/>
            <p:nvPr/>
          </p:nvSpPr>
          <p:spPr>
            <a:xfrm>
              <a:off x="2151888" y="3898393"/>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1" name="object 417">
              <a:extLst>
                <a:ext uri="{FF2B5EF4-FFF2-40B4-BE49-F238E27FC236}">
                  <a16:creationId xmlns:a16="http://schemas.microsoft.com/office/drawing/2014/main" id="{9EFE595C-5503-4165-8EB4-7359B0AB8652}"/>
                </a:ext>
              </a:extLst>
            </p:cNvPr>
            <p:cNvSpPr/>
            <p:nvPr/>
          </p:nvSpPr>
          <p:spPr>
            <a:xfrm>
              <a:off x="2151888" y="3983737"/>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422" name="object 418">
              <a:extLst>
                <a:ext uri="{FF2B5EF4-FFF2-40B4-BE49-F238E27FC236}">
                  <a16:creationId xmlns:a16="http://schemas.microsoft.com/office/drawing/2014/main" id="{55D6AC71-3650-4217-B6D6-5FB438C9E69F}"/>
                </a:ext>
              </a:extLst>
            </p:cNvPr>
            <p:cNvSpPr/>
            <p:nvPr/>
          </p:nvSpPr>
          <p:spPr>
            <a:xfrm>
              <a:off x="2151888" y="3983737"/>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3" name="object 419">
              <a:extLst>
                <a:ext uri="{FF2B5EF4-FFF2-40B4-BE49-F238E27FC236}">
                  <a16:creationId xmlns:a16="http://schemas.microsoft.com/office/drawing/2014/main" id="{7D748BC1-21B1-44C9-882E-BA4FC0923711}"/>
                </a:ext>
              </a:extLst>
            </p:cNvPr>
            <p:cNvSpPr/>
            <p:nvPr/>
          </p:nvSpPr>
          <p:spPr>
            <a:xfrm>
              <a:off x="2151888" y="4069081"/>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424" name="object 420">
              <a:extLst>
                <a:ext uri="{FF2B5EF4-FFF2-40B4-BE49-F238E27FC236}">
                  <a16:creationId xmlns:a16="http://schemas.microsoft.com/office/drawing/2014/main" id="{C9F67D3B-12E4-434B-805B-4BD021D94A8F}"/>
                </a:ext>
              </a:extLst>
            </p:cNvPr>
            <p:cNvSpPr/>
            <p:nvPr/>
          </p:nvSpPr>
          <p:spPr>
            <a:xfrm>
              <a:off x="2151888" y="4069081"/>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5" name="object 421">
              <a:extLst>
                <a:ext uri="{FF2B5EF4-FFF2-40B4-BE49-F238E27FC236}">
                  <a16:creationId xmlns:a16="http://schemas.microsoft.com/office/drawing/2014/main" id="{612ECA56-587C-4F4F-B26B-70F0C90A51E8}"/>
                </a:ext>
              </a:extLst>
            </p:cNvPr>
            <p:cNvSpPr/>
            <p:nvPr/>
          </p:nvSpPr>
          <p:spPr>
            <a:xfrm>
              <a:off x="2151888" y="4154425"/>
              <a:ext cx="93345" cy="85725"/>
            </a:xfrm>
            <a:custGeom>
              <a:avLst/>
              <a:gdLst/>
              <a:ahLst/>
              <a:cxnLst/>
              <a:rect l="l" t="t" r="r" b="b"/>
              <a:pathLst>
                <a:path w="93344" h="85725">
                  <a:moveTo>
                    <a:pt x="92967" y="0"/>
                  </a:moveTo>
                  <a:lnTo>
                    <a:pt x="0" y="0"/>
                  </a:lnTo>
                  <a:lnTo>
                    <a:pt x="0" y="85342"/>
                  </a:lnTo>
                  <a:lnTo>
                    <a:pt x="92967" y="85342"/>
                  </a:lnTo>
                  <a:lnTo>
                    <a:pt x="92967" y="0"/>
                  </a:lnTo>
                  <a:close/>
                </a:path>
              </a:pathLst>
            </a:custGeom>
            <a:solidFill>
              <a:srgbClr val="E3C2F5"/>
            </a:solidFill>
          </p:spPr>
          <p:txBody>
            <a:bodyPr wrap="square" lIns="0" tIns="0" rIns="0" bIns="0" rtlCol="0"/>
            <a:lstStyle/>
            <a:p>
              <a:endParaRPr sz="2000"/>
            </a:p>
          </p:txBody>
        </p:sp>
        <p:sp>
          <p:nvSpPr>
            <p:cNvPr id="426" name="object 422">
              <a:extLst>
                <a:ext uri="{FF2B5EF4-FFF2-40B4-BE49-F238E27FC236}">
                  <a16:creationId xmlns:a16="http://schemas.microsoft.com/office/drawing/2014/main" id="{DC54FD14-CB45-4A45-B369-EC71B0933E20}"/>
                </a:ext>
              </a:extLst>
            </p:cNvPr>
            <p:cNvSpPr/>
            <p:nvPr/>
          </p:nvSpPr>
          <p:spPr>
            <a:xfrm>
              <a:off x="2151888" y="4154425"/>
              <a:ext cx="93345" cy="85725"/>
            </a:xfrm>
            <a:custGeom>
              <a:avLst/>
              <a:gdLst/>
              <a:ahLst/>
              <a:cxnLst/>
              <a:rect l="l" t="t" r="r" b="b"/>
              <a:pathLst>
                <a:path w="93344" h="85725">
                  <a:moveTo>
                    <a:pt x="0" y="85342"/>
                  </a:moveTo>
                  <a:lnTo>
                    <a:pt x="92967" y="85342"/>
                  </a:lnTo>
                  <a:lnTo>
                    <a:pt x="92967"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7" name="object 423">
              <a:extLst>
                <a:ext uri="{FF2B5EF4-FFF2-40B4-BE49-F238E27FC236}">
                  <a16:creationId xmlns:a16="http://schemas.microsoft.com/office/drawing/2014/main" id="{E48113F8-3668-44EB-A490-CC28800AE16C}"/>
                </a:ext>
              </a:extLst>
            </p:cNvPr>
            <p:cNvSpPr/>
            <p:nvPr/>
          </p:nvSpPr>
          <p:spPr>
            <a:xfrm>
              <a:off x="2061972" y="3898393"/>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28" name="object 424">
              <a:extLst>
                <a:ext uri="{FF2B5EF4-FFF2-40B4-BE49-F238E27FC236}">
                  <a16:creationId xmlns:a16="http://schemas.microsoft.com/office/drawing/2014/main" id="{68C09B85-C6A1-4878-8EE6-ED1B9C660F93}"/>
                </a:ext>
              </a:extLst>
            </p:cNvPr>
            <p:cNvSpPr/>
            <p:nvPr/>
          </p:nvSpPr>
          <p:spPr>
            <a:xfrm>
              <a:off x="2061972" y="3898393"/>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29" name="object 425">
              <a:extLst>
                <a:ext uri="{FF2B5EF4-FFF2-40B4-BE49-F238E27FC236}">
                  <a16:creationId xmlns:a16="http://schemas.microsoft.com/office/drawing/2014/main" id="{F6C4FA45-D1A0-49F5-92E7-5DE07E1B9284}"/>
                </a:ext>
              </a:extLst>
            </p:cNvPr>
            <p:cNvSpPr/>
            <p:nvPr/>
          </p:nvSpPr>
          <p:spPr>
            <a:xfrm>
              <a:off x="2061972" y="3983737"/>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30" name="object 426">
              <a:extLst>
                <a:ext uri="{FF2B5EF4-FFF2-40B4-BE49-F238E27FC236}">
                  <a16:creationId xmlns:a16="http://schemas.microsoft.com/office/drawing/2014/main" id="{55AD64AA-35BE-4655-BF3D-9D86B068A202}"/>
                </a:ext>
              </a:extLst>
            </p:cNvPr>
            <p:cNvSpPr/>
            <p:nvPr/>
          </p:nvSpPr>
          <p:spPr>
            <a:xfrm>
              <a:off x="2061972" y="3983737"/>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31" name="object 427">
              <a:extLst>
                <a:ext uri="{FF2B5EF4-FFF2-40B4-BE49-F238E27FC236}">
                  <a16:creationId xmlns:a16="http://schemas.microsoft.com/office/drawing/2014/main" id="{C3F39843-7196-4C3A-A136-23DA1525B977}"/>
                </a:ext>
              </a:extLst>
            </p:cNvPr>
            <p:cNvSpPr/>
            <p:nvPr/>
          </p:nvSpPr>
          <p:spPr>
            <a:xfrm>
              <a:off x="2061972" y="4069081"/>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32" name="object 428">
              <a:extLst>
                <a:ext uri="{FF2B5EF4-FFF2-40B4-BE49-F238E27FC236}">
                  <a16:creationId xmlns:a16="http://schemas.microsoft.com/office/drawing/2014/main" id="{96C1D807-D815-49FC-8CA5-CA920EC1C1F0}"/>
                </a:ext>
              </a:extLst>
            </p:cNvPr>
            <p:cNvSpPr/>
            <p:nvPr/>
          </p:nvSpPr>
          <p:spPr>
            <a:xfrm>
              <a:off x="2061972" y="4069081"/>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33" name="object 429">
              <a:extLst>
                <a:ext uri="{FF2B5EF4-FFF2-40B4-BE49-F238E27FC236}">
                  <a16:creationId xmlns:a16="http://schemas.microsoft.com/office/drawing/2014/main" id="{F14B3FCD-511F-43B2-BCC7-47C64B065A65}"/>
                </a:ext>
              </a:extLst>
            </p:cNvPr>
            <p:cNvSpPr/>
            <p:nvPr/>
          </p:nvSpPr>
          <p:spPr>
            <a:xfrm>
              <a:off x="2061972" y="4154425"/>
              <a:ext cx="93345" cy="85725"/>
            </a:xfrm>
            <a:custGeom>
              <a:avLst/>
              <a:gdLst/>
              <a:ahLst/>
              <a:cxnLst/>
              <a:rect l="l" t="t" r="r" b="b"/>
              <a:pathLst>
                <a:path w="93344" h="85725">
                  <a:moveTo>
                    <a:pt x="92962" y="0"/>
                  </a:moveTo>
                  <a:lnTo>
                    <a:pt x="0" y="0"/>
                  </a:lnTo>
                  <a:lnTo>
                    <a:pt x="0" y="85342"/>
                  </a:lnTo>
                  <a:lnTo>
                    <a:pt x="92962" y="85342"/>
                  </a:lnTo>
                  <a:lnTo>
                    <a:pt x="92962" y="0"/>
                  </a:lnTo>
                  <a:close/>
                </a:path>
              </a:pathLst>
            </a:custGeom>
            <a:solidFill>
              <a:srgbClr val="E3C2F5"/>
            </a:solidFill>
          </p:spPr>
          <p:txBody>
            <a:bodyPr wrap="square" lIns="0" tIns="0" rIns="0" bIns="0" rtlCol="0"/>
            <a:lstStyle/>
            <a:p>
              <a:endParaRPr sz="2000"/>
            </a:p>
          </p:txBody>
        </p:sp>
        <p:sp>
          <p:nvSpPr>
            <p:cNvPr id="434" name="object 430">
              <a:extLst>
                <a:ext uri="{FF2B5EF4-FFF2-40B4-BE49-F238E27FC236}">
                  <a16:creationId xmlns:a16="http://schemas.microsoft.com/office/drawing/2014/main" id="{6755E23F-9AFD-4254-B8E5-EB321EA55180}"/>
                </a:ext>
              </a:extLst>
            </p:cNvPr>
            <p:cNvSpPr/>
            <p:nvPr/>
          </p:nvSpPr>
          <p:spPr>
            <a:xfrm>
              <a:off x="2061972" y="4154425"/>
              <a:ext cx="93345" cy="85725"/>
            </a:xfrm>
            <a:custGeom>
              <a:avLst/>
              <a:gdLst/>
              <a:ahLst/>
              <a:cxnLst/>
              <a:rect l="l" t="t" r="r" b="b"/>
              <a:pathLst>
                <a:path w="93344"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435" name="object 431">
            <a:extLst>
              <a:ext uri="{FF2B5EF4-FFF2-40B4-BE49-F238E27FC236}">
                <a16:creationId xmlns:a16="http://schemas.microsoft.com/office/drawing/2014/main" id="{740F42BC-D02A-45C9-B6A6-E13ADE29C390}"/>
              </a:ext>
            </a:extLst>
          </p:cNvPr>
          <p:cNvGrpSpPr/>
          <p:nvPr/>
        </p:nvGrpSpPr>
        <p:grpSpPr>
          <a:xfrm>
            <a:off x="2902091" y="4329567"/>
            <a:ext cx="832556" cy="774700"/>
            <a:chOff x="2611882" y="3896610"/>
            <a:chExt cx="749300" cy="697230"/>
          </a:xfrm>
        </p:grpSpPr>
        <p:sp>
          <p:nvSpPr>
            <p:cNvPr id="436" name="object 432">
              <a:extLst>
                <a:ext uri="{FF2B5EF4-FFF2-40B4-BE49-F238E27FC236}">
                  <a16:creationId xmlns:a16="http://schemas.microsoft.com/office/drawing/2014/main" id="{2817133A-21A0-4D4A-A130-F5328BBB35C8}"/>
                </a:ext>
              </a:extLst>
            </p:cNvPr>
            <p:cNvSpPr/>
            <p:nvPr/>
          </p:nvSpPr>
          <p:spPr>
            <a:xfrm>
              <a:off x="2618232" y="3902960"/>
              <a:ext cx="368935" cy="684530"/>
            </a:xfrm>
            <a:custGeom>
              <a:avLst/>
              <a:gdLst/>
              <a:ahLst/>
              <a:cxnLst/>
              <a:rect l="l" t="t" r="r" b="b"/>
              <a:pathLst>
                <a:path w="368935" h="684529">
                  <a:moveTo>
                    <a:pt x="0" y="86870"/>
                  </a:moveTo>
                  <a:lnTo>
                    <a:pt x="91440" y="86870"/>
                  </a:lnTo>
                  <a:lnTo>
                    <a:pt x="91440" y="0"/>
                  </a:lnTo>
                  <a:lnTo>
                    <a:pt x="0" y="0"/>
                  </a:lnTo>
                  <a:lnTo>
                    <a:pt x="0" y="86870"/>
                  </a:lnTo>
                  <a:close/>
                </a:path>
                <a:path w="368935" h="684529">
                  <a:moveTo>
                    <a:pt x="0" y="172214"/>
                  </a:moveTo>
                  <a:lnTo>
                    <a:pt x="91440" y="172214"/>
                  </a:lnTo>
                  <a:lnTo>
                    <a:pt x="91440" y="86871"/>
                  </a:lnTo>
                  <a:lnTo>
                    <a:pt x="0" y="86871"/>
                  </a:lnTo>
                  <a:lnTo>
                    <a:pt x="0" y="172214"/>
                  </a:lnTo>
                  <a:close/>
                </a:path>
                <a:path w="368935" h="684529">
                  <a:moveTo>
                    <a:pt x="0" y="257558"/>
                  </a:moveTo>
                  <a:lnTo>
                    <a:pt x="91440" y="257558"/>
                  </a:lnTo>
                  <a:lnTo>
                    <a:pt x="91440" y="172215"/>
                  </a:lnTo>
                  <a:lnTo>
                    <a:pt x="0" y="172215"/>
                  </a:lnTo>
                  <a:lnTo>
                    <a:pt x="0" y="257558"/>
                  </a:lnTo>
                  <a:close/>
                </a:path>
                <a:path w="368935" h="684529">
                  <a:moveTo>
                    <a:pt x="0" y="342902"/>
                  </a:moveTo>
                  <a:lnTo>
                    <a:pt x="91440" y="342902"/>
                  </a:lnTo>
                  <a:lnTo>
                    <a:pt x="91440" y="257559"/>
                  </a:lnTo>
                  <a:lnTo>
                    <a:pt x="0" y="257559"/>
                  </a:lnTo>
                  <a:lnTo>
                    <a:pt x="0" y="342902"/>
                  </a:lnTo>
                  <a:close/>
                </a:path>
                <a:path w="368935" h="684529">
                  <a:moveTo>
                    <a:pt x="0" y="428246"/>
                  </a:moveTo>
                  <a:lnTo>
                    <a:pt x="91440" y="428246"/>
                  </a:lnTo>
                  <a:lnTo>
                    <a:pt x="91440" y="342903"/>
                  </a:lnTo>
                  <a:lnTo>
                    <a:pt x="0" y="342903"/>
                  </a:lnTo>
                  <a:lnTo>
                    <a:pt x="0" y="428246"/>
                  </a:lnTo>
                  <a:close/>
                </a:path>
                <a:path w="368935" h="684529">
                  <a:moveTo>
                    <a:pt x="0" y="513590"/>
                  </a:moveTo>
                  <a:lnTo>
                    <a:pt x="91440" y="513590"/>
                  </a:lnTo>
                  <a:lnTo>
                    <a:pt x="91440" y="428242"/>
                  </a:lnTo>
                  <a:lnTo>
                    <a:pt x="0" y="428242"/>
                  </a:lnTo>
                  <a:lnTo>
                    <a:pt x="0" y="513590"/>
                  </a:lnTo>
                  <a:close/>
                </a:path>
                <a:path w="368935" h="684529">
                  <a:moveTo>
                    <a:pt x="0" y="598934"/>
                  </a:moveTo>
                  <a:lnTo>
                    <a:pt x="91440" y="598934"/>
                  </a:lnTo>
                  <a:lnTo>
                    <a:pt x="91440" y="513591"/>
                  </a:lnTo>
                  <a:lnTo>
                    <a:pt x="0" y="513591"/>
                  </a:lnTo>
                  <a:lnTo>
                    <a:pt x="0" y="598934"/>
                  </a:lnTo>
                  <a:close/>
                </a:path>
                <a:path w="368935" h="684529">
                  <a:moveTo>
                    <a:pt x="0" y="684278"/>
                  </a:moveTo>
                  <a:lnTo>
                    <a:pt x="91440" y="684278"/>
                  </a:lnTo>
                  <a:lnTo>
                    <a:pt x="91440" y="598935"/>
                  </a:lnTo>
                  <a:lnTo>
                    <a:pt x="0" y="598935"/>
                  </a:lnTo>
                  <a:lnTo>
                    <a:pt x="0" y="684278"/>
                  </a:lnTo>
                  <a:close/>
                </a:path>
                <a:path w="368935" h="684529">
                  <a:moveTo>
                    <a:pt x="91440" y="86870"/>
                  </a:moveTo>
                  <a:lnTo>
                    <a:pt x="184402" y="86870"/>
                  </a:lnTo>
                  <a:lnTo>
                    <a:pt x="184402" y="0"/>
                  </a:lnTo>
                  <a:lnTo>
                    <a:pt x="91440" y="0"/>
                  </a:lnTo>
                  <a:lnTo>
                    <a:pt x="91440" y="86870"/>
                  </a:lnTo>
                  <a:close/>
                </a:path>
                <a:path w="368935" h="684529">
                  <a:moveTo>
                    <a:pt x="91440" y="172214"/>
                  </a:moveTo>
                  <a:lnTo>
                    <a:pt x="184402" y="172214"/>
                  </a:lnTo>
                  <a:lnTo>
                    <a:pt x="184402" y="86871"/>
                  </a:lnTo>
                  <a:lnTo>
                    <a:pt x="91440" y="86871"/>
                  </a:lnTo>
                  <a:lnTo>
                    <a:pt x="91440" y="172214"/>
                  </a:lnTo>
                  <a:close/>
                </a:path>
                <a:path w="368935" h="684529">
                  <a:moveTo>
                    <a:pt x="91440" y="257558"/>
                  </a:moveTo>
                  <a:lnTo>
                    <a:pt x="184402" y="257558"/>
                  </a:lnTo>
                  <a:lnTo>
                    <a:pt x="184402" y="172215"/>
                  </a:lnTo>
                  <a:lnTo>
                    <a:pt x="91440" y="172215"/>
                  </a:lnTo>
                  <a:lnTo>
                    <a:pt x="91440" y="257558"/>
                  </a:lnTo>
                  <a:close/>
                </a:path>
                <a:path w="368935" h="684529">
                  <a:moveTo>
                    <a:pt x="91440" y="342902"/>
                  </a:moveTo>
                  <a:lnTo>
                    <a:pt x="184402" y="342902"/>
                  </a:lnTo>
                  <a:lnTo>
                    <a:pt x="184402" y="257559"/>
                  </a:lnTo>
                  <a:lnTo>
                    <a:pt x="91440" y="257559"/>
                  </a:lnTo>
                  <a:lnTo>
                    <a:pt x="91440" y="342902"/>
                  </a:lnTo>
                  <a:close/>
                </a:path>
                <a:path w="368935" h="684529">
                  <a:moveTo>
                    <a:pt x="91440" y="428246"/>
                  </a:moveTo>
                  <a:lnTo>
                    <a:pt x="184402" y="428246"/>
                  </a:lnTo>
                  <a:lnTo>
                    <a:pt x="184402" y="342903"/>
                  </a:lnTo>
                  <a:lnTo>
                    <a:pt x="91440" y="342903"/>
                  </a:lnTo>
                  <a:lnTo>
                    <a:pt x="91440" y="428246"/>
                  </a:lnTo>
                  <a:close/>
                </a:path>
                <a:path w="368935" h="684529">
                  <a:moveTo>
                    <a:pt x="91440" y="513590"/>
                  </a:moveTo>
                  <a:lnTo>
                    <a:pt x="184402" y="513590"/>
                  </a:lnTo>
                  <a:lnTo>
                    <a:pt x="184402" y="428242"/>
                  </a:lnTo>
                  <a:lnTo>
                    <a:pt x="91440" y="428242"/>
                  </a:lnTo>
                  <a:lnTo>
                    <a:pt x="91440" y="513590"/>
                  </a:lnTo>
                  <a:close/>
                </a:path>
                <a:path w="368935" h="684529">
                  <a:moveTo>
                    <a:pt x="91440" y="598934"/>
                  </a:moveTo>
                  <a:lnTo>
                    <a:pt x="184402" y="598934"/>
                  </a:lnTo>
                  <a:lnTo>
                    <a:pt x="184402" y="513591"/>
                  </a:lnTo>
                  <a:lnTo>
                    <a:pt x="91440" y="513591"/>
                  </a:lnTo>
                  <a:lnTo>
                    <a:pt x="91440" y="598934"/>
                  </a:lnTo>
                  <a:close/>
                </a:path>
                <a:path w="368935" h="684529">
                  <a:moveTo>
                    <a:pt x="91440" y="684278"/>
                  </a:moveTo>
                  <a:lnTo>
                    <a:pt x="184402" y="684278"/>
                  </a:lnTo>
                  <a:lnTo>
                    <a:pt x="184402" y="598935"/>
                  </a:lnTo>
                  <a:lnTo>
                    <a:pt x="91440" y="598935"/>
                  </a:lnTo>
                  <a:lnTo>
                    <a:pt x="91440" y="684278"/>
                  </a:lnTo>
                  <a:close/>
                </a:path>
                <a:path w="368935" h="684529">
                  <a:moveTo>
                    <a:pt x="184404" y="86870"/>
                  </a:moveTo>
                  <a:lnTo>
                    <a:pt x="275844" y="86870"/>
                  </a:lnTo>
                  <a:lnTo>
                    <a:pt x="275844" y="0"/>
                  </a:lnTo>
                  <a:lnTo>
                    <a:pt x="184404" y="0"/>
                  </a:lnTo>
                  <a:lnTo>
                    <a:pt x="184404" y="86870"/>
                  </a:lnTo>
                  <a:close/>
                </a:path>
                <a:path w="368935" h="684529">
                  <a:moveTo>
                    <a:pt x="184404" y="172214"/>
                  </a:moveTo>
                  <a:lnTo>
                    <a:pt x="275844" y="172214"/>
                  </a:lnTo>
                  <a:lnTo>
                    <a:pt x="275844" y="86871"/>
                  </a:lnTo>
                  <a:lnTo>
                    <a:pt x="184404" y="86871"/>
                  </a:lnTo>
                  <a:lnTo>
                    <a:pt x="184404" y="172214"/>
                  </a:lnTo>
                  <a:close/>
                </a:path>
                <a:path w="368935" h="684529">
                  <a:moveTo>
                    <a:pt x="184404" y="257558"/>
                  </a:moveTo>
                  <a:lnTo>
                    <a:pt x="275844" y="257558"/>
                  </a:lnTo>
                  <a:lnTo>
                    <a:pt x="275844" y="172215"/>
                  </a:lnTo>
                  <a:lnTo>
                    <a:pt x="184404" y="172215"/>
                  </a:lnTo>
                  <a:lnTo>
                    <a:pt x="184404" y="257558"/>
                  </a:lnTo>
                  <a:close/>
                </a:path>
                <a:path w="368935" h="684529">
                  <a:moveTo>
                    <a:pt x="184404" y="342902"/>
                  </a:moveTo>
                  <a:lnTo>
                    <a:pt x="275844" y="342902"/>
                  </a:lnTo>
                  <a:lnTo>
                    <a:pt x="275844" y="257559"/>
                  </a:lnTo>
                  <a:lnTo>
                    <a:pt x="184404" y="257559"/>
                  </a:lnTo>
                  <a:lnTo>
                    <a:pt x="184404" y="342902"/>
                  </a:lnTo>
                  <a:close/>
                </a:path>
                <a:path w="368935" h="684529">
                  <a:moveTo>
                    <a:pt x="184404" y="428246"/>
                  </a:moveTo>
                  <a:lnTo>
                    <a:pt x="275844" y="428246"/>
                  </a:lnTo>
                  <a:lnTo>
                    <a:pt x="275844" y="342903"/>
                  </a:lnTo>
                  <a:lnTo>
                    <a:pt x="184404" y="342903"/>
                  </a:lnTo>
                  <a:lnTo>
                    <a:pt x="184404" y="428246"/>
                  </a:lnTo>
                  <a:close/>
                </a:path>
                <a:path w="368935" h="684529">
                  <a:moveTo>
                    <a:pt x="184404" y="513590"/>
                  </a:moveTo>
                  <a:lnTo>
                    <a:pt x="275844" y="513590"/>
                  </a:lnTo>
                  <a:lnTo>
                    <a:pt x="275844" y="428242"/>
                  </a:lnTo>
                  <a:lnTo>
                    <a:pt x="184404" y="428242"/>
                  </a:lnTo>
                  <a:lnTo>
                    <a:pt x="184404" y="513590"/>
                  </a:lnTo>
                  <a:close/>
                </a:path>
                <a:path w="368935" h="684529">
                  <a:moveTo>
                    <a:pt x="184404" y="598934"/>
                  </a:moveTo>
                  <a:lnTo>
                    <a:pt x="275844" y="598934"/>
                  </a:lnTo>
                  <a:lnTo>
                    <a:pt x="275844" y="513591"/>
                  </a:lnTo>
                  <a:lnTo>
                    <a:pt x="184404" y="513591"/>
                  </a:lnTo>
                  <a:lnTo>
                    <a:pt x="184404" y="598934"/>
                  </a:lnTo>
                  <a:close/>
                </a:path>
                <a:path w="368935" h="684529">
                  <a:moveTo>
                    <a:pt x="184404" y="684278"/>
                  </a:moveTo>
                  <a:lnTo>
                    <a:pt x="275844" y="684278"/>
                  </a:lnTo>
                  <a:lnTo>
                    <a:pt x="275844" y="598935"/>
                  </a:lnTo>
                  <a:lnTo>
                    <a:pt x="184404" y="598935"/>
                  </a:lnTo>
                  <a:lnTo>
                    <a:pt x="184404" y="684278"/>
                  </a:lnTo>
                  <a:close/>
                </a:path>
                <a:path w="368935" h="684529">
                  <a:moveTo>
                    <a:pt x="275844" y="86870"/>
                  </a:moveTo>
                  <a:lnTo>
                    <a:pt x="368806" y="86870"/>
                  </a:lnTo>
                  <a:lnTo>
                    <a:pt x="368806" y="0"/>
                  </a:lnTo>
                  <a:lnTo>
                    <a:pt x="275844" y="0"/>
                  </a:lnTo>
                  <a:lnTo>
                    <a:pt x="275844" y="86870"/>
                  </a:lnTo>
                  <a:close/>
                </a:path>
                <a:path w="368935" h="684529">
                  <a:moveTo>
                    <a:pt x="275844" y="172214"/>
                  </a:moveTo>
                  <a:lnTo>
                    <a:pt x="368806" y="172214"/>
                  </a:lnTo>
                  <a:lnTo>
                    <a:pt x="368806" y="86871"/>
                  </a:lnTo>
                  <a:lnTo>
                    <a:pt x="275844" y="86871"/>
                  </a:lnTo>
                  <a:lnTo>
                    <a:pt x="275844" y="172214"/>
                  </a:lnTo>
                  <a:close/>
                </a:path>
                <a:path w="368935" h="684529">
                  <a:moveTo>
                    <a:pt x="275844" y="257558"/>
                  </a:moveTo>
                  <a:lnTo>
                    <a:pt x="368806" y="257558"/>
                  </a:lnTo>
                  <a:lnTo>
                    <a:pt x="368806" y="172215"/>
                  </a:lnTo>
                  <a:lnTo>
                    <a:pt x="275844" y="172215"/>
                  </a:lnTo>
                  <a:lnTo>
                    <a:pt x="275844" y="257558"/>
                  </a:lnTo>
                  <a:close/>
                </a:path>
                <a:path w="368935" h="684529">
                  <a:moveTo>
                    <a:pt x="275844" y="342902"/>
                  </a:moveTo>
                  <a:lnTo>
                    <a:pt x="368806" y="342902"/>
                  </a:lnTo>
                  <a:lnTo>
                    <a:pt x="368806" y="257559"/>
                  </a:lnTo>
                  <a:lnTo>
                    <a:pt x="275844" y="257559"/>
                  </a:lnTo>
                  <a:lnTo>
                    <a:pt x="275844" y="342902"/>
                  </a:lnTo>
                  <a:close/>
                </a:path>
                <a:path w="368935" h="684529">
                  <a:moveTo>
                    <a:pt x="275844" y="428246"/>
                  </a:moveTo>
                  <a:lnTo>
                    <a:pt x="368806" y="428246"/>
                  </a:lnTo>
                  <a:lnTo>
                    <a:pt x="368806" y="342903"/>
                  </a:lnTo>
                  <a:lnTo>
                    <a:pt x="275844" y="342903"/>
                  </a:lnTo>
                  <a:lnTo>
                    <a:pt x="275844" y="428246"/>
                  </a:lnTo>
                  <a:close/>
                </a:path>
                <a:path w="368935" h="684529">
                  <a:moveTo>
                    <a:pt x="275844" y="513590"/>
                  </a:moveTo>
                  <a:lnTo>
                    <a:pt x="368806" y="513590"/>
                  </a:lnTo>
                  <a:lnTo>
                    <a:pt x="368806" y="428242"/>
                  </a:lnTo>
                  <a:lnTo>
                    <a:pt x="275844" y="428242"/>
                  </a:lnTo>
                  <a:lnTo>
                    <a:pt x="275844" y="513590"/>
                  </a:lnTo>
                  <a:close/>
                </a:path>
                <a:path w="368935" h="684529">
                  <a:moveTo>
                    <a:pt x="275844" y="598934"/>
                  </a:moveTo>
                  <a:lnTo>
                    <a:pt x="368806" y="598934"/>
                  </a:lnTo>
                  <a:lnTo>
                    <a:pt x="368806" y="513591"/>
                  </a:lnTo>
                  <a:lnTo>
                    <a:pt x="275844" y="513591"/>
                  </a:lnTo>
                  <a:lnTo>
                    <a:pt x="275844" y="598934"/>
                  </a:lnTo>
                  <a:close/>
                </a:path>
                <a:path w="368935" h="684529">
                  <a:moveTo>
                    <a:pt x="275844" y="684278"/>
                  </a:moveTo>
                  <a:lnTo>
                    <a:pt x="368806" y="684278"/>
                  </a:lnTo>
                  <a:lnTo>
                    <a:pt x="368806" y="598935"/>
                  </a:lnTo>
                  <a:lnTo>
                    <a:pt x="275844" y="598935"/>
                  </a:lnTo>
                  <a:lnTo>
                    <a:pt x="275844" y="684278"/>
                  </a:lnTo>
                  <a:close/>
                </a:path>
              </a:pathLst>
            </a:custGeom>
            <a:ln w="12700">
              <a:solidFill>
                <a:srgbClr val="D1D1D1"/>
              </a:solidFill>
            </a:ln>
          </p:spPr>
          <p:txBody>
            <a:bodyPr wrap="square" lIns="0" tIns="0" rIns="0" bIns="0" rtlCol="0"/>
            <a:lstStyle/>
            <a:p>
              <a:endParaRPr sz="2000"/>
            </a:p>
          </p:txBody>
        </p:sp>
        <p:sp>
          <p:nvSpPr>
            <p:cNvPr id="437" name="object 433">
              <a:extLst>
                <a:ext uri="{FF2B5EF4-FFF2-40B4-BE49-F238E27FC236}">
                  <a16:creationId xmlns:a16="http://schemas.microsoft.com/office/drawing/2014/main" id="{B48097FE-AAA1-43FF-9D32-426EB1C72CC6}"/>
                </a:ext>
              </a:extLst>
            </p:cNvPr>
            <p:cNvSpPr/>
            <p:nvPr/>
          </p:nvSpPr>
          <p:spPr>
            <a:xfrm>
              <a:off x="2987040" y="3902960"/>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BBB800"/>
            </a:solidFill>
          </p:spPr>
          <p:txBody>
            <a:bodyPr wrap="square" lIns="0" tIns="0" rIns="0" bIns="0" rtlCol="0"/>
            <a:lstStyle/>
            <a:p>
              <a:endParaRPr sz="2000"/>
            </a:p>
          </p:txBody>
        </p:sp>
        <p:sp>
          <p:nvSpPr>
            <p:cNvPr id="438" name="object 434">
              <a:extLst>
                <a:ext uri="{FF2B5EF4-FFF2-40B4-BE49-F238E27FC236}">
                  <a16:creationId xmlns:a16="http://schemas.microsoft.com/office/drawing/2014/main" id="{B3D3947E-4573-439C-9F02-0E2B08F8D8BF}"/>
                </a:ext>
              </a:extLst>
            </p:cNvPr>
            <p:cNvSpPr/>
            <p:nvPr/>
          </p:nvSpPr>
          <p:spPr>
            <a:xfrm>
              <a:off x="2987040" y="3902960"/>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439" name="object 435">
              <a:extLst>
                <a:ext uri="{FF2B5EF4-FFF2-40B4-BE49-F238E27FC236}">
                  <a16:creationId xmlns:a16="http://schemas.microsoft.com/office/drawing/2014/main" id="{DC7A3446-7CC8-48DA-98A4-AC2831472574}"/>
                </a:ext>
              </a:extLst>
            </p:cNvPr>
            <p:cNvSpPr/>
            <p:nvPr/>
          </p:nvSpPr>
          <p:spPr>
            <a:xfrm>
              <a:off x="2987040" y="398983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40" name="object 436">
              <a:extLst>
                <a:ext uri="{FF2B5EF4-FFF2-40B4-BE49-F238E27FC236}">
                  <a16:creationId xmlns:a16="http://schemas.microsoft.com/office/drawing/2014/main" id="{F151E1EF-9B41-4DCB-9F6F-004739EA9EB5}"/>
                </a:ext>
              </a:extLst>
            </p:cNvPr>
            <p:cNvSpPr/>
            <p:nvPr/>
          </p:nvSpPr>
          <p:spPr>
            <a:xfrm>
              <a:off x="2987040" y="39898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1" name="object 437">
              <a:extLst>
                <a:ext uri="{FF2B5EF4-FFF2-40B4-BE49-F238E27FC236}">
                  <a16:creationId xmlns:a16="http://schemas.microsoft.com/office/drawing/2014/main" id="{C2D8D968-8A63-48F5-8270-6FD798BFC2DA}"/>
                </a:ext>
              </a:extLst>
            </p:cNvPr>
            <p:cNvSpPr/>
            <p:nvPr/>
          </p:nvSpPr>
          <p:spPr>
            <a:xfrm>
              <a:off x="2987040" y="407517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42" name="object 438">
              <a:extLst>
                <a:ext uri="{FF2B5EF4-FFF2-40B4-BE49-F238E27FC236}">
                  <a16:creationId xmlns:a16="http://schemas.microsoft.com/office/drawing/2014/main" id="{CE4F09F1-4AF3-4C79-9692-517042D0B795}"/>
                </a:ext>
              </a:extLst>
            </p:cNvPr>
            <p:cNvSpPr/>
            <p:nvPr/>
          </p:nvSpPr>
          <p:spPr>
            <a:xfrm>
              <a:off x="2987040" y="40751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3" name="object 439">
              <a:extLst>
                <a:ext uri="{FF2B5EF4-FFF2-40B4-BE49-F238E27FC236}">
                  <a16:creationId xmlns:a16="http://schemas.microsoft.com/office/drawing/2014/main" id="{A7D197A0-D638-4DCF-9288-6C0FCFAE64C4}"/>
                </a:ext>
              </a:extLst>
            </p:cNvPr>
            <p:cNvSpPr/>
            <p:nvPr/>
          </p:nvSpPr>
          <p:spPr>
            <a:xfrm>
              <a:off x="2987040" y="416052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44" name="object 440">
              <a:extLst>
                <a:ext uri="{FF2B5EF4-FFF2-40B4-BE49-F238E27FC236}">
                  <a16:creationId xmlns:a16="http://schemas.microsoft.com/office/drawing/2014/main" id="{9375AE2F-B8FA-4F85-BC97-BA9D926656E7}"/>
                </a:ext>
              </a:extLst>
            </p:cNvPr>
            <p:cNvSpPr/>
            <p:nvPr/>
          </p:nvSpPr>
          <p:spPr>
            <a:xfrm>
              <a:off x="2987040" y="41605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5" name="object 441">
              <a:extLst>
                <a:ext uri="{FF2B5EF4-FFF2-40B4-BE49-F238E27FC236}">
                  <a16:creationId xmlns:a16="http://schemas.microsoft.com/office/drawing/2014/main" id="{5AD0749E-1625-4BF0-AABD-7C076DCD527C}"/>
                </a:ext>
              </a:extLst>
            </p:cNvPr>
            <p:cNvSpPr/>
            <p:nvPr/>
          </p:nvSpPr>
          <p:spPr>
            <a:xfrm>
              <a:off x="2987040" y="424586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46" name="object 442">
              <a:extLst>
                <a:ext uri="{FF2B5EF4-FFF2-40B4-BE49-F238E27FC236}">
                  <a16:creationId xmlns:a16="http://schemas.microsoft.com/office/drawing/2014/main" id="{A882713C-7DC4-48DB-8736-D536DE886D10}"/>
                </a:ext>
              </a:extLst>
            </p:cNvPr>
            <p:cNvSpPr/>
            <p:nvPr/>
          </p:nvSpPr>
          <p:spPr>
            <a:xfrm>
              <a:off x="2987040" y="424586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47" name="object 443">
              <a:extLst>
                <a:ext uri="{FF2B5EF4-FFF2-40B4-BE49-F238E27FC236}">
                  <a16:creationId xmlns:a16="http://schemas.microsoft.com/office/drawing/2014/main" id="{82411A33-E22C-440F-9C37-56A6E1613C4B}"/>
                </a:ext>
              </a:extLst>
            </p:cNvPr>
            <p:cNvSpPr/>
            <p:nvPr/>
          </p:nvSpPr>
          <p:spPr>
            <a:xfrm>
              <a:off x="2987040" y="433120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448" name="object 444">
              <a:extLst>
                <a:ext uri="{FF2B5EF4-FFF2-40B4-BE49-F238E27FC236}">
                  <a16:creationId xmlns:a16="http://schemas.microsoft.com/office/drawing/2014/main" id="{97B4393F-00C5-411C-BBAA-0BAE092E866B}"/>
                </a:ext>
              </a:extLst>
            </p:cNvPr>
            <p:cNvSpPr/>
            <p:nvPr/>
          </p:nvSpPr>
          <p:spPr>
            <a:xfrm>
              <a:off x="2987040" y="433120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49" name="object 445">
              <a:extLst>
                <a:ext uri="{FF2B5EF4-FFF2-40B4-BE49-F238E27FC236}">
                  <a16:creationId xmlns:a16="http://schemas.microsoft.com/office/drawing/2014/main" id="{CE370E53-E564-46C0-AD97-B70B774DDCEF}"/>
                </a:ext>
              </a:extLst>
            </p:cNvPr>
            <p:cNvSpPr/>
            <p:nvPr/>
          </p:nvSpPr>
          <p:spPr>
            <a:xfrm>
              <a:off x="2987040" y="44165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50" name="object 446">
              <a:extLst>
                <a:ext uri="{FF2B5EF4-FFF2-40B4-BE49-F238E27FC236}">
                  <a16:creationId xmlns:a16="http://schemas.microsoft.com/office/drawing/2014/main" id="{1DC58202-779B-415F-9DAC-8616FC3E0A3D}"/>
                </a:ext>
              </a:extLst>
            </p:cNvPr>
            <p:cNvSpPr/>
            <p:nvPr/>
          </p:nvSpPr>
          <p:spPr>
            <a:xfrm>
              <a:off x="2987040" y="44165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51" name="object 447">
              <a:extLst>
                <a:ext uri="{FF2B5EF4-FFF2-40B4-BE49-F238E27FC236}">
                  <a16:creationId xmlns:a16="http://schemas.microsoft.com/office/drawing/2014/main" id="{DAD471E3-AFD8-45E0-B43E-D64757DD7C1E}"/>
                </a:ext>
              </a:extLst>
            </p:cNvPr>
            <p:cNvSpPr/>
            <p:nvPr/>
          </p:nvSpPr>
          <p:spPr>
            <a:xfrm>
              <a:off x="2987040" y="45018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52" name="object 448">
              <a:extLst>
                <a:ext uri="{FF2B5EF4-FFF2-40B4-BE49-F238E27FC236}">
                  <a16:creationId xmlns:a16="http://schemas.microsoft.com/office/drawing/2014/main" id="{B3BE93CC-11C0-4CFF-B040-C1F72138D08A}"/>
                </a:ext>
              </a:extLst>
            </p:cNvPr>
            <p:cNvSpPr/>
            <p:nvPr/>
          </p:nvSpPr>
          <p:spPr>
            <a:xfrm>
              <a:off x="2987040" y="45018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53" name="object 449">
              <a:extLst>
                <a:ext uri="{FF2B5EF4-FFF2-40B4-BE49-F238E27FC236}">
                  <a16:creationId xmlns:a16="http://schemas.microsoft.com/office/drawing/2014/main" id="{111F2287-D47C-498A-8C3E-9775B91B73B9}"/>
                </a:ext>
              </a:extLst>
            </p:cNvPr>
            <p:cNvSpPr/>
            <p:nvPr/>
          </p:nvSpPr>
          <p:spPr>
            <a:xfrm>
              <a:off x="3169920" y="3902960"/>
              <a:ext cx="184785" cy="684530"/>
            </a:xfrm>
            <a:custGeom>
              <a:avLst/>
              <a:gdLst/>
              <a:ahLst/>
              <a:cxnLst/>
              <a:rect l="l" t="t" r="r" b="b"/>
              <a:pathLst>
                <a:path w="184785" h="684529">
                  <a:moveTo>
                    <a:pt x="0" y="86870"/>
                  </a:moveTo>
                  <a:lnTo>
                    <a:pt x="92962" y="86870"/>
                  </a:lnTo>
                  <a:lnTo>
                    <a:pt x="92962" y="0"/>
                  </a:lnTo>
                  <a:lnTo>
                    <a:pt x="0" y="0"/>
                  </a:lnTo>
                  <a:lnTo>
                    <a:pt x="0" y="86870"/>
                  </a:lnTo>
                  <a:close/>
                </a:path>
                <a:path w="184785" h="684529">
                  <a:moveTo>
                    <a:pt x="0" y="172214"/>
                  </a:moveTo>
                  <a:lnTo>
                    <a:pt x="92962" y="172214"/>
                  </a:lnTo>
                  <a:lnTo>
                    <a:pt x="92962" y="86871"/>
                  </a:lnTo>
                  <a:lnTo>
                    <a:pt x="0" y="86871"/>
                  </a:lnTo>
                  <a:lnTo>
                    <a:pt x="0" y="172214"/>
                  </a:lnTo>
                  <a:close/>
                </a:path>
                <a:path w="184785" h="684529">
                  <a:moveTo>
                    <a:pt x="0" y="257558"/>
                  </a:moveTo>
                  <a:lnTo>
                    <a:pt x="92962" y="257558"/>
                  </a:lnTo>
                  <a:lnTo>
                    <a:pt x="92962" y="172215"/>
                  </a:lnTo>
                  <a:lnTo>
                    <a:pt x="0" y="172215"/>
                  </a:lnTo>
                  <a:lnTo>
                    <a:pt x="0" y="257558"/>
                  </a:lnTo>
                  <a:close/>
                </a:path>
                <a:path w="184785" h="684529">
                  <a:moveTo>
                    <a:pt x="0" y="342902"/>
                  </a:moveTo>
                  <a:lnTo>
                    <a:pt x="92962" y="342902"/>
                  </a:lnTo>
                  <a:lnTo>
                    <a:pt x="92962" y="257559"/>
                  </a:lnTo>
                  <a:lnTo>
                    <a:pt x="0" y="257559"/>
                  </a:lnTo>
                  <a:lnTo>
                    <a:pt x="0" y="342902"/>
                  </a:lnTo>
                  <a:close/>
                </a:path>
                <a:path w="184785" h="684529">
                  <a:moveTo>
                    <a:pt x="0" y="428246"/>
                  </a:moveTo>
                  <a:lnTo>
                    <a:pt x="92962" y="428246"/>
                  </a:lnTo>
                  <a:lnTo>
                    <a:pt x="92962" y="342903"/>
                  </a:lnTo>
                  <a:lnTo>
                    <a:pt x="0" y="342903"/>
                  </a:lnTo>
                  <a:lnTo>
                    <a:pt x="0" y="428246"/>
                  </a:lnTo>
                  <a:close/>
                </a:path>
                <a:path w="184785" h="684529">
                  <a:moveTo>
                    <a:pt x="0" y="513590"/>
                  </a:moveTo>
                  <a:lnTo>
                    <a:pt x="92962" y="513590"/>
                  </a:lnTo>
                  <a:lnTo>
                    <a:pt x="92962" y="428242"/>
                  </a:lnTo>
                  <a:lnTo>
                    <a:pt x="0" y="428242"/>
                  </a:lnTo>
                  <a:lnTo>
                    <a:pt x="0" y="513590"/>
                  </a:lnTo>
                  <a:close/>
                </a:path>
                <a:path w="184785" h="684529">
                  <a:moveTo>
                    <a:pt x="0" y="598934"/>
                  </a:moveTo>
                  <a:lnTo>
                    <a:pt x="92962" y="598934"/>
                  </a:lnTo>
                  <a:lnTo>
                    <a:pt x="92962" y="513591"/>
                  </a:lnTo>
                  <a:lnTo>
                    <a:pt x="0" y="513591"/>
                  </a:lnTo>
                  <a:lnTo>
                    <a:pt x="0" y="598934"/>
                  </a:lnTo>
                  <a:close/>
                </a:path>
                <a:path w="184785" h="684529">
                  <a:moveTo>
                    <a:pt x="0" y="684278"/>
                  </a:moveTo>
                  <a:lnTo>
                    <a:pt x="92962" y="684278"/>
                  </a:lnTo>
                  <a:lnTo>
                    <a:pt x="92962" y="598935"/>
                  </a:lnTo>
                  <a:lnTo>
                    <a:pt x="0" y="598935"/>
                  </a:lnTo>
                  <a:lnTo>
                    <a:pt x="0" y="684278"/>
                  </a:lnTo>
                  <a:close/>
                </a:path>
                <a:path w="184785" h="684529">
                  <a:moveTo>
                    <a:pt x="92964" y="86870"/>
                  </a:moveTo>
                  <a:lnTo>
                    <a:pt x="184404" y="86870"/>
                  </a:lnTo>
                  <a:lnTo>
                    <a:pt x="184404" y="0"/>
                  </a:lnTo>
                  <a:lnTo>
                    <a:pt x="92964" y="0"/>
                  </a:lnTo>
                  <a:lnTo>
                    <a:pt x="92964" y="86870"/>
                  </a:lnTo>
                  <a:close/>
                </a:path>
                <a:path w="184785" h="684529">
                  <a:moveTo>
                    <a:pt x="92964" y="172214"/>
                  </a:moveTo>
                  <a:lnTo>
                    <a:pt x="184404" y="172214"/>
                  </a:lnTo>
                  <a:lnTo>
                    <a:pt x="184404" y="86871"/>
                  </a:lnTo>
                  <a:lnTo>
                    <a:pt x="92964" y="86871"/>
                  </a:lnTo>
                  <a:lnTo>
                    <a:pt x="92964" y="172214"/>
                  </a:lnTo>
                  <a:close/>
                </a:path>
                <a:path w="184785" h="684529">
                  <a:moveTo>
                    <a:pt x="92964" y="257558"/>
                  </a:moveTo>
                  <a:lnTo>
                    <a:pt x="184404" y="257558"/>
                  </a:lnTo>
                  <a:lnTo>
                    <a:pt x="184404" y="172215"/>
                  </a:lnTo>
                  <a:lnTo>
                    <a:pt x="92964" y="172215"/>
                  </a:lnTo>
                  <a:lnTo>
                    <a:pt x="92964" y="257558"/>
                  </a:lnTo>
                  <a:close/>
                </a:path>
                <a:path w="184785" h="684529">
                  <a:moveTo>
                    <a:pt x="92964" y="342902"/>
                  </a:moveTo>
                  <a:lnTo>
                    <a:pt x="184404" y="342902"/>
                  </a:lnTo>
                  <a:lnTo>
                    <a:pt x="184404" y="257559"/>
                  </a:lnTo>
                  <a:lnTo>
                    <a:pt x="92964" y="257559"/>
                  </a:lnTo>
                  <a:lnTo>
                    <a:pt x="92964" y="342902"/>
                  </a:lnTo>
                  <a:close/>
                </a:path>
                <a:path w="184785" h="684529">
                  <a:moveTo>
                    <a:pt x="92964" y="428246"/>
                  </a:moveTo>
                  <a:lnTo>
                    <a:pt x="184404" y="428246"/>
                  </a:lnTo>
                  <a:lnTo>
                    <a:pt x="184404" y="342903"/>
                  </a:lnTo>
                  <a:lnTo>
                    <a:pt x="92964" y="342903"/>
                  </a:lnTo>
                  <a:lnTo>
                    <a:pt x="92964" y="428246"/>
                  </a:lnTo>
                  <a:close/>
                </a:path>
                <a:path w="184785" h="684529">
                  <a:moveTo>
                    <a:pt x="92964" y="513590"/>
                  </a:moveTo>
                  <a:lnTo>
                    <a:pt x="184404" y="513590"/>
                  </a:lnTo>
                  <a:lnTo>
                    <a:pt x="184404" y="428242"/>
                  </a:lnTo>
                  <a:lnTo>
                    <a:pt x="92964" y="428242"/>
                  </a:lnTo>
                  <a:lnTo>
                    <a:pt x="92964" y="513590"/>
                  </a:lnTo>
                  <a:close/>
                </a:path>
                <a:path w="184785" h="684529">
                  <a:moveTo>
                    <a:pt x="92964" y="598934"/>
                  </a:moveTo>
                  <a:lnTo>
                    <a:pt x="184404" y="598934"/>
                  </a:lnTo>
                  <a:lnTo>
                    <a:pt x="184404" y="513591"/>
                  </a:lnTo>
                  <a:lnTo>
                    <a:pt x="92964" y="513591"/>
                  </a:lnTo>
                  <a:lnTo>
                    <a:pt x="92964" y="598934"/>
                  </a:lnTo>
                  <a:close/>
                </a:path>
                <a:path w="184785" h="684529">
                  <a:moveTo>
                    <a:pt x="92964" y="684278"/>
                  </a:moveTo>
                  <a:lnTo>
                    <a:pt x="184404" y="684278"/>
                  </a:lnTo>
                  <a:lnTo>
                    <a:pt x="184404" y="598935"/>
                  </a:lnTo>
                  <a:lnTo>
                    <a:pt x="92964" y="598935"/>
                  </a:lnTo>
                  <a:lnTo>
                    <a:pt x="92964" y="684278"/>
                  </a:lnTo>
                  <a:close/>
                </a:path>
              </a:pathLst>
            </a:custGeom>
            <a:ln w="12700">
              <a:solidFill>
                <a:srgbClr val="D1D1D1"/>
              </a:solidFill>
            </a:ln>
          </p:spPr>
          <p:txBody>
            <a:bodyPr wrap="square" lIns="0" tIns="0" rIns="0" bIns="0" rtlCol="0"/>
            <a:lstStyle/>
            <a:p>
              <a:endParaRPr sz="2000"/>
            </a:p>
          </p:txBody>
        </p:sp>
        <p:sp>
          <p:nvSpPr>
            <p:cNvPr id="454" name="object 450">
              <a:extLst>
                <a:ext uri="{FF2B5EF4-FFF2-40B4-BE49-F238E27FC236}">
                  <a16:creationId xmlns:a16="http://schemas.microsoft.com/office/drawing/2014/main" id="{E880E790-FED1-4F5B-89FD-FBF4BCB32BAB}"/>
                </a:ext>
              </a:extLst>
            </p:cNvPr>
            <p:cNvSpPr/>
            <p:nvPr/>
          </p:nvSpPr>
          <p:spPr>
            <a:xfrm>
              <a:off x="3078480" y="3902960"/>
              <a:ext cx="91440" cy="86995"/>
            </a:xfrm>
            <a:custGeom>
              <a:avLst/>
              <a:gdLst/>
              <a:ahLst/>
              <a:cxnLst/>
              <a:rect l="l" t="t" r="r" b="b"/>
              <a:pathLst>
                <a:path w="91439" h="86995">
                  <a:moveTo>
                    <a:pt x="91440" y="0"/>
                  </a:moveTo>
                  <a:lnTo>
                    <a:pt x="0" y="0"/>
                  </a:lnTo>
                  <a:lnTo>
                    <a:pt x="0" y="86870"/>
                  </a:lnTo>
                  <a:lnTo>
                    <a:pt x="91440" y="86870"/>
                  </a:lnTo>
                  <a:lnTo>
                    <a:pt x="91440" y="0"/>
                  </a:lnTo>
                  <a:close/>
                </a:path>
              </a:pathLst>
            </a:custGeom>
            <a:solidFill>
              <a:srgbClr val="BBB800"/>
            </a:solidFill>
          </p:spPr>
          <p:txBody>
            <a:bodyPr wrap="square" lIns="0" tIns="0" rIns="0" bIns="0" rtlCol="0"/>
            <a:lstStyle/>
            <a:p>
              <a:endParaRPr sz="2000"/>
            </a:p>
          </p:txBody>
        </p:sp>
        <p:sp>
          <p:nvSpPr>
            <p:cNvPr id="455" name="object 451">
              <a:extLst>
                <a:ext uri="{FF2B5EF4-FFF2-40B4-BE49-F238E27FC236}">
                  <a16:creationId xmlns:a16="http://schemas.microsoft.com/office/drawing/2014/main" id="{9D0467DE-2AEA-4E46-BFD1-A3F096E176E9}"/>
                </a:ext>
              </a:extLst>
            </p:cNvPr>
            <p:cNvSpPr/>
            <p:nvPr/>
          </p:nvSpPr>
          <p:spPr>
            <a:xfrm>
              <a:off x="3078480" y="3902960"/>
              <a:ext cx="91440" cy="86995"/>
            </a:xfrm>
            <a:custGeom>
              <a:avLst/>
              <a:gdLst/>
              <a:ahLst/>
              <a:cxnLst/>
              <a:rect l="l" t="t" r="r" b="b"/>
              <a:pathLst>
                <a:path w="91439"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456" name="object 452">
              <a:extLst>
                <a:ext uri="{FF2B5EF4-FFF2-40B4-BE49-F238E27FC236}">
                  <a16:creationId xmlns:a16="http://schemas.microsoft.com/office/drawing/2014/main" id="{2886BD48-D372-48E5-9171-3F9005B094CD}"/>
                </a:ext>
              </a:extLst>
            </p:cNvPr>
            <p:cNvSpPr/>
            <p:nvPr/>
          </p:nvSpPr>
          <p:spPr>
            <a:xfrm>
              <a:off x="3078480" y="398983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57" name="object 453">
              <a:extLst>
                <a:ext uri="{FF2B5EF4-FFF2-40B4-BE49-F238E27FC236}">
                  <a16:creationId xmlns:a16="http://schemas.microsoft.com/office/drawing/2014/main" id="{5F2E654D-759D-44A7-9CD5-95E6603244C9}"/>
                </a:ext>
              </a:extLst>
            </p:cNvPr>
            <p:cNvSpPr/>
            <p:nvPr/>
          </p:nvSpPr>
          <p:spPr>
            <a:xfrm>
              <a:off x="3078480" y="398983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58" name="object 454">
              <a:extLst>
                <a:ext uri="{FF2B5EF4-FFF2-40B4-BE49-F238E27FC236}">
                  <a16:creationId xmlns:a16="http://schemas.microsoft.com/office/drawing/2014/main" id="{38DD6A61-2DB3-43C7-B235-35F67AFBCFE7}"/>
                </a:ext>
              </a:extLst>
            </p:cNvPr>
            <p:cNvSpPr/>
            <p:nvPr/>
          </p:nvSpPr>
          <p:spPr>
            <a:xfrm>
              <a:off x="3078480" y="407517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59" name="object 455">
              <a:extLst>
                <a:ext uri="{FF2B5EF4-FFF2-40B4-BE49-F238E27FC236}">
                  <a16:creationId xmlns:a16="http://schemas.microsoft.com/office/drawing/2014/main" id="{AA25826E-FF34-4A77-80A2-7D755BC9971F}"/>
                </a:ext>
              </a:extLst>
            </p:cNvPr>
            <p:cNvSpPr/>
            <p:nvPr/>
          </p:nvSpPr>
          <p:spPr>
            <a:xfrm>
              <a:off x="3078480" y="407517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60" name="object 456">
              <a:extLst>
                <a:ext uri="{FF2B5EF4-FFF2-40B4-BE49-F238E27FC236}">
                  <a16:creationId xmlns:a16="http://schemas.microsoft.com/office/drawing/2014/main" id="{A9186421-B8F2-4BE0-A5CB-AA93F81CFC82}"/>
                </a:ext>
              </a:extLst>
            </p:cNvPr>
            <p:cNvSpPr/>
            <p:nvPr/>
          </p:nvSpPr>
          <p:spPr>
            <a:xfrm>
              <a:off x="3078480" y="4160520"/>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61" name="object 457">
              <a:extLst>
                <a:ext uri="{FF2B5EF4-FFF2-40B4-BE49-F238E27FC236}">
                  <a16:creationId xmlns:a16="http://schemas.microsoft.com/office/drawing/2014/main" id="{5D5B221F-ADE3-48FF-A1E0-5B2F6CA2BE48}"/>
                </a:ext>
              </a:extLst>
            </p:cNvPr>
            <p:cNvSpPr/>
            <p:nvPr/>
          </p:nvSpPr>
          <p:spPr>
            <a:xfrm>
              <a:off x="3078480" y="4160520"/>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62" name="object 458">
              <a:extLst>
                <a:ext uri="{FF2B5EF4-FFF2-40B4-BE49-F238E27FC236}">
                  <a16:creationId xmlns:a16="http://schemas.microsoft.com/office/drawing/2014/main" id="{A59E7AD4-F3E4-430E-B404-422C59020EAD}"/>
                </a:ext>
              </a:extLst>
            </p:cNvPr>
            <p:cNvSpPr/>
            <p:nvPr/>
          </p:nvSpPr>
          <p:spPr>
            <a:xfrm>
              <a:off x="3078480" y="4245864"/>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63" name="object 459">
              <a:extLst>
                <a:ext uri="{FF2B5EF4-FFF2-40B4-BE49-F238E27FC236}">
                  <a16:creationId xmlns:a16="http://schemas.microsoft.com/office/drawing/2014/main" id="{61D9921F-F4EC-4328-AE91-513AA036FFC2}"/>
                </a:ext>
              </a:extLst>
            </p:cNvPr>
            <p:cNvSpPr/>
            <p:nvPr/>
          </p:nvSpPr>
          <p:spPr>
            <a:xfrm>
              <a:off x="3078480" y="4245864"/>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64" name="object 460">
              <a:extLst>
                <a:ext uri="{FF2B5EF4-FFF2-40B4-BE49-F238E27FC236}">
                  <a16:creationId xmlns:a16="http://schemas.microsoft.com/office/drawing/2014/main" id="{097CD629-4544-46C0-8381-455B4B1282CE}"/>
                </a:ext>
              </a:extLst>
            </p:cNvPr>
            <p:cNvSpPr/>
            <p:nvPr/>
          </p:nvSpPr>
          <p:spPr>
            <a:xfrm>
              <a:off x="3078480" y="4331203"/>
              <a:ext cx="91440" cy="85725"/>
            </a:xfrm>
            <a:custGeom>
              <a:avLst/>
              <a:gdLst/>
              <a:ahLst/>
              <a:cxnLst/>
              <a:rect l="l" t="t" r="r" b="b"/>
              <a:pathLst>
                <a:path w="91439" h="85725">
                  <a:moveTo>
                    <a:pt x="91440" y="0"/>
                  </a:moveTo>
                  <a:lnTo>
                    <a:pt x="0" y="0"/>
                  </a:lnTo>
                  <a:lnTo>
                    <a:pt x="0" y="85347"/>
                  </a:lnTo>
                  <a:lnTo>
                    <a:pt x="91440" y="85347"/>
                  </a:lnTo>
                  <a:lnTo>
                    <a:pt x="91440" y="0"/>
                  </a:lnTo>
                  <a:close/>
                </a:path>
              </a:pathLst>
            </a:custGeom>
            <a:solidFill>
              <a:srgbClr val="BBB800"/>
            </a:solidFill>
          </p:spPr>
          <p:txBody>
            <a:bodyPr wrap="square" lIns="0" tIns="0" rIns="0" bIns="0" rtlCol="0"/>
            <a:lstStyle/>
            <a:p>
              <a:endParaRPr sz="2000"/>
            </a:p>
          </p:txBody>
        </p:sp>
        <p:sp>
          <p:nvSpPr>
            <p:cNvPr id="465" name="object 461">
              <a:extLst>
                <a:ext uri="{FF2B5EF4-FFF2-40B4-BE49-F238E27FC236}">
                  <a16:creationId xmlns:a16="http://schemas.microsoft.com/office/drawing/2014/main" id="{778056A8-E689-4E3C-8FC1-4288D00B9703}"/>
                </a:ext>
              </a:extLst>
            </p:cNvPr>
            <p:cNvSpPr/>
            <p:nvPr/>
          </p:nvSpPr>
          <p:spPr>
            <a:xfrm>
              <a:off x="3078480" y="4331203"/>
              <a:ext cx="91440" cy="85725"/>
            </a:xfrm>
            <a:custGeom>
              <a:avLst/>
              <a:gdLst/>
              <a:ahLst/>
              <a:cxnLst/>
              <a:rect l="l" t="t" r="r" b="b"/>
              <a:pathLst>
                <a:path w="91439"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66" name="object 462">
              <a:extLst>
                <a:ext uri="{FF2B5EF4-FFF2-40B4-BE49-F238E27FC236}">
                  <a16:creationId xmlns:a16="http://schemas.microsoft.com/office/drawing/2014/main" id="{0F728869-0C96-48AF-892A-C7A1E2B52E58}"/>
                </a:ext>
              </a:extLst>
            </p:cNvPr>
            <p:cNvSpPr/>
            <p:nvPr/>
          </p:nvSpPr>
          <p:spPr>
            <a:xfrm>
              <a:off x="3078480" y="4416552"/>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67" name="object 463">
              <a:extLst>
                <a:ext uri="{FF2B5EF4-FFF2-40B4-BE49-F238E27FC236}">
                  <a16:creationId xmlns:a16="http://schemas.microsoft.com/office/drawing/2014/main" id="{005C1AB0-EF8F-496C-B9AE-6083BAB5C44E}"/>
                </a:ext>
              </a:extLst>
            </p:cNvPr>
            <p:cNvSpPr/>
            <p:nvPr/>
          </p:nvSpPr>
          <p:spPr>
            <a:xfrm>
              <a:off x="3078480" y="4416552"/>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68" name="object 464">
              <a:extLst>
                <a:ext uri="{FF2B5EF4-FFF2-40B4-BE49-F238E27FC236}">
                  <a16:creationId xmlns:a16="http://schemas.microsoft.com/office/drawing/2014/main" id="{F188D478-FAF1-4B6E-99D0-A162010F8060}"/>
                </a:ext>
              </a:extLst>
            </p:cNvPr>
            <p:cNvSpPr/>
            <p:nvPr/>
          </p:nvSpPr>
          <p:spPr>
            <a:xfrm>
              <a:off x="3078480" y="4501896"/>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BBB800"/>
            </a:solidFill>
          </p:spPr>
          <p:txBody>
            <a:bodyPr wrap="square" lIns="0" tIns="0" rIns="0" bIns="0" rtlCol="0"/>
            <a:lstStyle/>
            <a:p>
              <a:endParaRPr sz="2000"/>
            </a:p>
          </p:txBody>
        </p:sp>
        <p:sp>
          <p:nvSpPr>
            <p:cNvPr id="469" name="object 465">
              <a:extLst>
                <a:ext uri="{FF2B5EF4-FFF2-40B4-BE49-F238E27FC236}">
                  <a16:creationId xmlns:a16="http://schemas.microsoft.com/office/drawing/2014/main" id="{A9F14F43-5D7A-4142-A44C-63473B725AD2}"/>
                </a:ext>
              </a:extLst>
            </p:cNvPr>
            <p:cNvSpPr/>
            <p:nvPr/>
          </p:nvSpPr>
          <p:spPr>
            <a:xfrm>
              <a:off x="3078480" y="4501896"/>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470" name="object 466">
            <a:extLst>
              <a:ext uri="{FF2B5EF4-FFF2-40B4-BE49-F238E27FC236}">
                <a16:creationId xmlns:a16="http://schemas.microsoft.com/office/drawing/2014/main" id="{05084230-A974-4004-938B-432EFC40E591}"/>
              </a:ext>
            </a:extLst>
          </p:cNvPr>
          <p:cNvSpPr txBox="1"/>
          <p:nvPr/>
        </p:nvSpPr>
        <p:spPr>
          <a:xfrm>
            <a:off x="2617328" y="4334086"/>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sp>
        <p:nvSpPr>
          <p:cNvPr id="471" name="object 467">
            <a:extLst>
              <a:ext uri="{FF2B5EF4-FFF2-40B4-BE49-F238E27FC236}">
                <a16:creationId xmlns:a16="http://schemas.microsoft.com/office/drawing/2014/main" id="{47902C10-D05C-4392-B5A6-70FD5118298F}"/>
              </a:ext>
            </a:extLst>
          </p:cNvPr>
          <p:cNvSpPr txBox="1"/>
          <p:nvPr/>
        </p:nvSpPr>
        <p:spPr>
          <a:xfrm>
            <a:off x="3948994" y="4334086"/>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grpSp>
        <p:nvGrpSpPr>
          <p:cNvPr id="472" name="object 468">
            <a:extLst>
              <a:ext uri="{FF2B5EF4-FFF2-40B4-BE49-F238E27FC236}">
                <a16:creationId xmlns:a16="http://schemas.microsoft.com/office/drawing/2014/main" id="{22A909A8-3859-4E25-9450-C981CBA01E2C}"/>
              </a:ext>
            </a:extLst>
          </p:cNvPr>
          <p:cNvGrpSpPr/>
          <p:nvPr/>
        </p:nvGrpSpPr>
        <p:grpSpPr>
          <a:xfrm>
            <a:off x="4260143" y="4324492"/>
            <a:ext cx="825500" cy="393700"/>
            <a:chOff x="3834129" y="3892043"/>
            <a:chExt cx="742950" cy="354330"/>
          </a:xfrm>
        </p:grpSpPr>
        <p:sp>
          <p:nvSpPr>
            <p:cNvPr id="473" name="object 469">
              <a:extLst>
                <a:ext uri="{FF2B5EF4-FFF2-40B4-BE49-F238E27FC236}">
                  <a16:creationId xmlns:a16="http://schemas.microsoft.com/office/drawing/2014/main" id="{2E995A56-3BE2-46B7-9349-4470992A2FFC}"/>
                </a:ext>
              </a:extLst>
            </p:cNvPr>
            <p:cNvSpPr/>
            <p:nvPr/>
          </p:nvSpPr>
          <p:spPr>
            <a:xfrm>
              <a:off x="3840479" y="3898393"/>
              <a:ext cx="367665" cy="341630"/>
            </a:xfrm>
            <a:custGeom>
              <a:avLst/>
              <a:gdLst/>
              <a:ahLst/>
              <a:cxnLst/>
              <a:rect l="l" t="t" r="r" b="b"/>
              <a:pathLst>
                <a:path w="367664" h="341629">
                  <a:moveTo>
                    <a:pt x="0" y="85342"/>
                  </a:moveTo>
                  <a:lnTo>
                    <a:pt x="92962" y="85342"/>
                  </a:lnTo>
                  <a:lnTo>
                    <a:pt x="92962" y="0"/>
                  </a:lnTo>
                  <a:lnTo>
                    <a:pt x="0" y="0"/>
                  </a:lnTo>
                  <a:lnTo>
                    <a:pt x="0" y="85342"/>
                  </a:lnTo>
                  <a:close/>
                </a:path>
                <a:path w="367664" h="341629">
                  <a:moveTo>
                    <a:pt x="0" y="170686"/>
                  </a:moveTo>
                  <a:lnTo>
                    <a:pt x="92962" y="170686"/>
                  </a:lnTo>
                  <a:lnTo>
                    <a:pt x="92962" y="85344"/>
                  </a:lnTo>
                  <a:lnTo>
                    <a:pt x="0" y="85344"/>
                  </a:lnTo>
                  <a:lnTo>
                    <a:pt x="0" y="170686"/>
                  </a:lnTo>
                  <a:close/>
                </a:path>
                <a:path w="367664" h="341629">
                  <a:moveTo>
                    <a:pt x="0" y="256030"/>
                  </a:moveTo>
                  <a:lnTo>
                    <a:pt x="92962" y="256030"/>
                  </a:lnTo>
                  <a:lnTo>
                    <a:pt x="92962" y="170688"/>
                  </a:lnTo>
                  <a:lnTo>
                    <a:pt x="0" y="170688"/>
                  </a:lnTo>
                  <a:lnTo>
                    <a:pt x="0" y="256030"/>
                  </a:lnTo>
                  <a:close/>
                </a:path>
                <a:path w="367664" h="341629">
                  <a:moveTo>
                    <a:pt x="0" y="341374"/>
                  </a:moveTo>
                  <a:lnTo>
                    <a:pt x="92962" y="341374"/>
                  </a:lnTo>
                  <a:lnTo>
                    <a:pt x="92962" y="256032"/>
                  </a:lnTo>
                  <a:lnTo>
                    <a:pt x="0" y="256032"/>
                  </a:lnTo>
                  <a:lnTo>
                    <a:pt x="0" y="341374"/>
                  </a:lnTo>
                  <a:close/>
                </a:path>
                <a:path w="367664" h="341629">
                  <a:moveTo>
                    <a:pt x="92964" y="85342"/>
                  </a:moveTo>
                  <a:lnTo>
                    <a:pt x="184404" y="85342"/>
                  </a:lnTo>
                  <a:lnTo>
                    <a:pt x="184404" y="0"/>
                  </a:lnTo>
                  <a:lnTo>
                    <a:pt x="92964" y="0"/>
                  </a:lnTo>
                  <a:lnTo>
                    <a:pt x="92964" y="85342"/>
                  </a:lnTo>
                  <a:close/>
                </a:path>
                <a:path w="367664" h="341629">
                  <a:moveTo>
                    <a:pt x="92964" y="170686"/>
                  </a:moveTo>
                  <a:lnTo>
                    <a:pt x="184404" y="170686"/>
                  </a:lnTo>
                  <a:lnTo>
                    <a:pt x="184404" y="85344"/>
                  </a:lnTo>
                  <a:lnTo>
                    <a:pt x="92964" y="85344"/>
                  </a:lnTo>
                  <a:lnTo>
                    <a:pt x="92964" y="170686"/>
                  </a:lnTo>
                  <a:close/>
                </a:path>
                <a:path w="367664" h="341629">
                  <a:moveTo>
                    <a:pt x="92964" y="256030"/>
                  </a:moveTo>
                  <a:lnTo>
                    <a:pt x="184404" y="256030"/>
                  </a:lnTo>
                  <a:lnTo>
                    <a:pt x="184404" y="170688"/>
                  </a:lnTo>
                  <a:lnTo>
                    <a:pt x="92964" y="170688"/>
                  </a:lnTo>
                  <a:lnTo>
                    <a:pt x="92964" y="256030"/>
                  </a:lnTo>
                  <a:close/>
                </a:path>
                <a:path w="367664" h="341629">
                  <a:moveTo>
                    <a:pt x="92964" y="341374"/>
                  </a:moveTo>
                  <a:lnTo>
                    <a:pt x="184404" y="341374"/>
                  </a:lnTo>
                  <a:lnTo>
                    <a:pt x="184404" y="256032"/>
                  </a:lnTo>
                  <a:lnTo>
                    <a:pt x="92964" y="256032"/>
                  </a:lnTo>
                  <a:lnTo>
                    <a:pt x="92964" y="341374"/>
                  </a:lnTo>
                  <a:close/>
                </a:path>
                <a:path w="367664" h="341629">
                  <a:moveTo>
                    <a:pt x="184404" y="85342"/>
                  </a:moveTo>
                  <a:lnTo>
                    <a:pt x="275844" y="85342"/>
                  </a:lnTo>
                  <a:lnTo>
                    <a:pt x="275844" y="0"/>
                  </a:lnTo>
                  <a:lnTo>
                    <a:pt x="184404" y="0"/>
                  </a:lnTo>
                  <a:lnTo>
                    <a:pt x="184404" y="85342"/>
                  </a:lnTo>
                  <a:close/>
                </a:path>
                <a:path w="367664" h="341629">
                  <a:moveTo>
                    <a:pt x="184404" y="170686"/>
                  </a:moveTo>
                  <a:lnTo>
                    <a:pt x="275844" y="170686"/>
                  </a:lnTo>
                  <a:lnTo>
                    <a:pt x="275844" y="85344"/>
                  </a:lnTo>
                  <a:lnTo>
                    <a:pt x="184404" y="85344"/>
                  </a:lnTo>
                  <a:lnTo>
                    <a:pt x="184404" y="170686"/>
                  </a:lnTo>
                  <a:close/>
                </a:path>
                <a:path w="367664" h="341629">
                  <a:moveTo>
                    <a:pt x="184404" y="256030"/>
                  </a:moveTo>
                  <a:lnTo>
                    <a:pt x="275844" y="256030"/>
                  </a:lnTo>
                  <a:lnTo>
                    <a:pt x="275844" y="170688"/>
                  </a:lnTo>
                  <a:lnTo>
                    <a:pt x="184404" y="170688"/>
                  </a:lnTo>
                  <a:lnTo>
                    <a:pt x="184404" y="256030"/>
                  </a:lnTo>
                  <a:close/>
                </a:path>
                <a:path w="367664" h="341629">
                  <a:moveTo>
                    <a:pt x="184404" y="341374"/>
                  </a:moveTo>
                  <a:lnTo>
                    <a:pt x="275844" y="341374"/>
                  </a:lnTo>
                  <a:lnTo>
                    <a:pt x="275844" y="256032"/>
                  </a:lnTo>
                  <a:lnTo>
                    <a:pt x="184404" y="256032"/>
                  </a:lnTo>
                  <a:lnTo>
                    <a:pt x="184404" y="341374"/>
                  </a:lnTo>
                  <a:close/>
                </a:path>
                <a:path w="367664" h="341629">
                  <a:moveTo>
                    <a:pt x="275844" y="85342"/>
                  </a:moveTo>
                  <a:lnTo>
                    <a:pt x="367284" y="85342"/>
                  </a:lnTo>
                  <a:lnTo>
                    <a:pt x="367284" y="0"/>
                  </a:lnTo>
                  <a:lnTo>
                    <a:pt x="275844" y="0"/>
                  </a:lnTo>
                  <a:lnTo>
                    <a:pt x="275844" y="85342"/>
                  </a:lnTo>
                  <a:close/>
                </a:path>
                <a:path w="367664" h="341629">
                  <a:moveTo>
                    <a:pt x="275844" y="170686"/>
                  </a:moveTo>
                  <a:lnTo>
                    <a:pt x="367284" y="170686"/>
                  </a:lnTo>
                  <a:lnTo>
                    <a:pt x="367284" y="85344"/>
                  </a:lnTo>
                  <a:lnTo>
                    <a:pt x="275844" y="85344"/>
                  </a:lnTo>
                  <a:lnTo>
                    <a:pt x="275844" y="170686"/>
                  </a:lnTo>
                  <a:close/>
                </a:path>
                <a:path w="367664" h="341629">
                  <a:moveTo>
                    <a:pt x="275844" y="256030"/>
                  </a:moveTo>
                  <a:lnTo>
                    <a:pt x="367284" y="256030"/>
                  </a:lnTo>
                  <a:lnTo>
                    <a:pt x="367284" y="170688"/>
                  </a:lnTo>
                  <a:lnTo>
                    <a:pt x="275844" y="170688"/>
                  </a:lnTo>
                  <a:lnTo>
                    <a:pt x="275844" y="256030"/>
                  </a:lnTo>
                  <a:close/>
                </a:path>
                <a:path w="367664" h="341629">
                  <a:moveTo>
                    <a:pt x="275844" y="341374"/>
                  </a:moveTo>
                  <a:lnTo>
                    <a:pt x="367284" y="341374"/>
                  </a:lnTo>
                  <a:lnTo>
                    <a:pt x="367284" y="256032"/>
                  </a:lnTo>
                  <a:lnTo>
                    <a:pt x="275844" y="256032"/>
                  </a:lnTo>
                  <a:lnTo>
                    <a:pt x="275844" y="341374"/>
                  </a:lnTo>
                  <a:close/>
                </a:path>
              </a:pathLst>
            </a:custGeom>
            <a:ln w="12700">
              <a:solidFill>
                <a:srgbClr val="D1D1D1"/>
              </a:solidFill>
            </a:ln>
          </p:spPr>
          <p:txBody>
            <a:bodyPr wrap="square" lIns="0" tIns="0" rIns="0" bIns="0" rtlCol="0"/>
            <a:lstStyle/>
            <a:p>
              <a:endParaRPr sz="2000"/>
            </a:p>
          </p:txBody>
        </p:sp>
        <p:sp>
          <p:nvSpPr>
            <p:cNvPr id="474" name="object 470">
              <a:extLst>
                <a:ext uri="{FF2B5EF4-FFF2-40B4-BE49-F238E27FC236}">
                  <a16:creationId xmlns:a16="http://schemas.microsoft.com/office/drawing/2014/main" id="{2EA6945C-5C27-4526-BD59-FAED8AC328DF}"/>
                </a:ext>
              </a:extLst>
            </p:cNvPr>
            <p:cNvSpPr/>
            <p:nvPr/>
          </p:nvSpPr>
          <p:spPr>
            <a:xfrm>
              <a:off x="4204715"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75" name="object 471">
              <a:extLst>
                <a:ext uri="{FF2B5EF4-FFF2-40B4-BE49-F238E27FC236}">
                  <a16:creationId xmlns:a16="http://schemas.microsoft.com/office/drawing/2014/main" id="{D97F808B-42ED-4F29-BB24-07318AC948C3}"/>
                </a:ext>
              </a:extLst>
            </p:cNvPr>
            <p:cNvSpPr/>
            <p:nvPr/>
          </p:nvSpPr>
          <p:spPr>
            <a:xfrm>
              <a:off x="4204715"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76" name="object 472">
              <a:extLst>
                <a:ext uri="{FF2B5EF4-FFF2-40B4-BE49-F238E27FC236}">
                  <a16:creationId xmlns:a16="http://schemas.microsoft.com/office/drawing/2014/main" id="{AECF0F46-2582-40CC-830E-C1D8EF08D25B}"/>
                </a:ext>
              </a:extLst>
            </p:cNvPr>
            <p:cNvSpPr/>
            <p:nvPr/>
          </p:nvSpPr>
          <p:spPr>
            <a:xfrm>
              <a:off x="4204715"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77" name="object 473">
              <a:extLst>
                <a:ext uri="{FF2B5EF4-FFF2-40B4-BE49-F238E27FC236}">
                  <a16:creationId xmlns:a16="http://schemas.microsoft.com/office/drawing/2014/main" id="{67F07A9D-E81C-4558-80E8-472D9EE73072}"/>
                </a:ext>
              </a:extLst>
            </p:cNvPr>
            <p:cNvSpPr/>
            <p:nvPr/>
          </p:nvSpPr>
          <p:spPr>
            <a:xfrm>
              <a:off x="4204715"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78" name="object 474">
              <a:extLst>
                <a:ext uri="{FF2B5EF4-FFF2-40B4-BE49-F238E27FC236}">
                  <a16:creationId xmlns:a16="http://schemas.microsoft.com/office/drawing/2014/main" id="{B3DE9A3F-0F99-4C13-99BB-5872327ED125}"/>
                </a:ext>
              </a:extLst>
            </p:cNvPr>
            <p:cNvSpPr/>
            <p:nvPr/>
          </p:nvSpPr>
          <p:spPr>
            <a:xfrm>
              <a:off x="4204715"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79" name="object 475">
              <a:extLst>
                <a:ext uri="{FF2B5EF4-FFF2-40B4-BE49-F238E27FC236}">
                  <a16:creationId xmlns:a16="http://schemas.microsoft.com/office/drawing/2014/main" id="{ADC9ED64-B9E1-4F96-BD59-71D41E533A11}"/>
                </a:ext>
              </a:extLst>
            </p:cNvPr>
            <p:cNvSpPr/>
            <p:nvPr/>
          </p:nvSpPr>
          <p:spPr>
            <a:xfrm>
              <a:off x="4204715"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0" name="object 476">
              <a:extLst>
                <a:ext uri="{FF2B5EF4-FFF2-40B4-BE49-F238E27FC236}">
                  <a16:creationId xmlns:a16="http://schemas.microsoft.com/office/drawing/2014/main" id="{2B98AE9F-92DE-489A-803C-5B6B40ED2084}"/>
                </a:ext>
              </a:extLst>
            </p:cNvPr>
            <p:cNvSpPr/>
            <p:nvPr/>
          </p:nvSpPr>
          <p:spPr>
            <a:xfrm>
              <a:off x="4204715"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81" name="object 477">
              <a:extLst>
                <a:ext uri="{FF2B5EF4-FFF2-40B4-BE49-F238E27FC236}">
                  <a16:creationId xmlns:a16="http://schemas.microsoft.com/office/drawing/2014/main" id="{930612D2-340A-41F8-86C8-403000613EDD}"/>
                </a:ext>
              </a:extLst>
            </p:cNvPr>
            <p:cNvSpPr/>
            <p:nvPr/>
          </p:nvSpPr>
          <p:spPr>
            <a:xfrm>
              <a:off x="4204715"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2" name="object 478">
              <a:extLst>
                <a:ext uri="{FF2B5EF4-FFF2-40B4-BE49-F238E27FC236}">
                  <a16:creationId xmlns:a16="http://schemas.microsoft.com/office/drawing/2014/main" id="{2242A01F-B15B-447E-928A-9A12D5684926}"/>
                </a:ext>
              </a:extLst>
            </p:cNvPr>
            <p:cNvSpPr/>
            <p:nvPr/>
          </p:nvSpPr>
          <p:spPr>
            <a:xfrm>
              <a:off x="4387595" y="3898393"/>
              <a:ext cx="182880" cy="341630"/>
            </a:xfrm>
            <a:custGeom>
              <a:avLst/>
              <a:gdLst/>
              <a:ahLst/>
              <a:cxnLst/>
              <a:rect l="l" t="t" r="r" b="b"/>
              <a:pathLst>
                <a:path w="182879" h="341629">
                  <a:moveTo>
                    <a:pt x="0" y="85342"/>
                  </a:moveTo>
                  <a:lnTo>
                    <a:pt x="91440" y="85342"/>
                  </a:lnTo>
                  <a:lnTo>
                    <a:pt x="91440" y="0"/>
                  </a:lnTo>
                  <a:lnTo>
                    <a:pt x="0" y="0"/>
                  </a:lnTo>
                  <a:lnTo>
                    <a:pt x="0" y="85342"/>
                  </a:lnTo>
                  <a:close/>
                </a:path>
                <a:path w="182879" h="341629">
                  <a:moveTo>
                    <a:pt x="0" y="170686"/>
                  </a:moveTo>
                  <a:lnTo>
                    <a:pt x="91440" y="170686"/>
                  </a:lnTo>
                  <a:lnTo>
                    <a:pt x="91440" y="85344"/>
                  </a:lnTo>
                  <a:lnTo>
                    <a:pt x="0" y="85344"/>
                  </a:lnTo>
                  <a:lnTo>
                    <a:pt x="0" y="170686"/>
                  </a:lnTo>
                  <a:close/>
                </a:path>
                <a:path w="182879" h="341629">
                  <a:moveTo>
                    <a:pt x="0" y="256030"/>
                  </a:moveTo>
                  <a:lnTo>
                    <a:pt x="91440" y="256030"/>
                  </a:lnTo>
                  <a:lnTo>
                    <a:pt x="91440" y="170688"/>
                  </a:lnTo>
                  <a:lnTo>
                    <a:pt x="0" y="170688"/>
                  </a:lnTo>
                  <a:lnTo>
                    <a:pt x="0" y="256030"/>
                  </a:lnTo>
                  <a:close/>
                </a:path>
                <a:path w="182879" h="341629">
                  <a:moveTo>
                    <a:pt x="0" y="341374"/>
                  </a:moveTo>
                  <a:lnTo>
                    <a:pt x="91440" y="341374"/>
                  </a:lnTo>
                  <a:lnTo>
                    <a:pt x="91440" y="256032"/>
                  </a:lnTo>
                  <a:lnTo>
                    <a:pt x="0" y="256032"/>
                  </a:lnTo>
                  <a:lnTo>
                    <a:pt x="0" y="341374"/>
                  </a:lnTo>
                  <a:close/>
                </a:path>
                <a:path w="182879" h="341629">
                  <a:moveTo>
                    <a:pt x="91440" y="85342"/>
                  </a:moveTo>
                  <a:lnTo>
                    <a:pt x="182880" y="85342"/>
                  </a:lnTo>
                  <a:lnTo>
                    <a:pt x="182880" y="0"/>
                  </a:lnTo>
                  <a:lnTo>
                    <a:pt x="91440" y="0"/>
                  </a:lnTo>
                  <a:lnTo>
                    <a:pt x="91440" y="85342"/>
                  </a:lnTo>
                  <a:close/>
                </a:path>
                <a:path w="182879" h="341629">
                  <a:moveTo>
                    <a:pt x="91440" y="170686"/>
                  </a:moveTo>
                  <a:lnTo>
                    <a:pt x="182880" y="170686"/>
                  </a:lnTo>
                  <a:lnTo>
                    <a:pt x="182880" y="85344"/>
                  </a:lnTo>
                  <a:lnTo>
                    <a:pt x="91440" y="85344"/>
                  </a:lnTo>
                  <a:lnTo>
                    <a:pt x="91440" y="170686"/>
                  </a:lnTo>
                  <a:close/>
                </a:path>
                <a:path w="182879" h="341629">
                  <a:moveTo>
                    <a:pt x="91440" y="256030"/>
                  </a:moveTo>
                  <a:lnTo>
                    <a:pt x="182880" y="256030"/>
                  </a:lnTo>
                  <a:lnTo>
                    <a:pt x="182880" y="170688"/>
                  </a:lnTo>
                  <a:lnTo>
                    <a:pt x="91440" y="170688"/>
                  </a:lnTo>
                  <a:lnTo>
                    <a:pt x="91440" y="256030"/>
                  </a:lnTo>
                  <a:close/>
                </a:path>
                <a:path w="182879" h="341629">
                  <a:moveTo>
                    <a:pt x="91440" y="341374"/>
                  </a:moveTo>
                  <a:lnTo>
                    <a:pt x="182880" y="341374"/>
                  </a:lnTo>
                  <a:lnTo>
                    <a:pt x="182880" y="256032"/>
                  </a:lnTo>
                  <a:lnTo>
                    <a:pt x="91440" y="256032"/>
                  </a:lnTo>
                  <a:lnTo>
                    <a:pt x="91440" y="341374"/>
                  </a:lnTo>
                  <a:close/>
                </a:path>
              </a:pathLst>
            </a:custGeom>
            <a:ln w="12700">
              <a:solidFill>
                <a:srgbClr val="D1D1D1"/>
              </a:solidFill>
            </a:ln>
          </p:spPr>
          <p:txBody>
            <a:bodyPr wrap="square" lIns="0" tIns="0" rIns="0" bIns="0" rtlCol="0"/>
            <a:lstStyle/>
            <a:p>
              <a:endParaRPr sz="2000"/>
            </a:p>
          </p:txBody>
        </p:sp>
        <p:sp>
          <p:nvSpPr>
            <p:cNvPr id="483" name="object 479">
              <a:extLst>
                <a:ext uri="{FF2B5EF4-FFF2-40B4-BE49-F238E27FC236}">
                  <a16:creationId xmlns:a16="http://schemas.microsoft.com/office/drawing/2014/main" id="{94E9A1AF-BD59-428C-9FD0-811A3A0BFF23}"/>
                </a:ext>
              </a:extLst>
            </p:cNvPr>
            <p:cNvSpPr/>
            <p:nvPr/>
          </p:nvSpPr>
          <p:spPr>
            <a:xfrm>
              <a:off x="4296155" y="3898393"/>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84" name="object 480">
              <a:extLst>
                <a:ext uri="{FF2B5EF4-FFF2-40B4-BE49-F238E27FC236}">
                  <a16:creationId xmlns:a16="http://schemas.microsoft.com/office/drawing/2014/main" id="{74F3FAF4-69E9-4181-A469-8DAEB1E9F178}"/>
                </a:ext>
              </a:extLst>
            </p:cNvPr>
            <p:cNvSpPr/>
            <p:nvPr/>
          </p:nvSpPr>
          <p:spPr>
            <a:xfrm>
              <a:off x="4296155" y="3898393"/>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5" name="object 481">
              <a:extLst>
                <a:ext uri="{FF2B5EF4-FFF2-40B4-BE49-F238E27FC236}">
                  <a16:creationId xmlns:a16="http://schemas.microsoft.com/office/drawing/2014/main" id="{135DCA84-1D36-4C38-B0B9-72AFA31851EB}"/>
                </a:ext>
              </a:extLst>
            </p:cNvPr>
            <p:cNvSpPr/>
            <p:nvPr/>
          </p:nvSpPr>
          <p:spPr>
            <a:xfrm>
              <a:off x="4296155" y="3983737"/>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86" name="object 482">
              <a:extLst>
                <a:ext uri="{FF2B5EF4-FFF2-40B4-BE49-F238E27FC236}">
                  <a16:creationId xmlns:a16="http://schemas.microsoft.com/office/drawing/2014/main" id="{80C1A581-AE75-4237-82A8-73FAE2564D0F}"/>
                </a:ext>
              </a:extLst>
            </p:cNvPr>
            <p:cNvSpPr/>
            <p:nvPr/>
          </p:nvSpPr>
          <p:spPr>
            <a:xfrm>
              <a:off x="4296155" y="3983737"/>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7" name="object 483">
              <a:extLst>
                <a:ext uri="{FF2B5EF4-FFF2-40B4-BE49-F238E27FC236}">
                  <a16:creationId xmlns:a16="http://schemas.microsoft.com/office/drawing/2014/main" id="{3165C052-6F3F-4DE1-9BD3-FF4422305C5C}"/>
                </a:ext>
              </a:extLst>
            </p:cNvPr>
            <p:cNvSpPr/>
            <p:nvPr/>
          </p:nvSpPr>
          <p:spPr>
            <a:xfrm>
              <a:off x="4296155" y="4069081"/>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88" name="object 484">
              <a:extLst>
                <a:ext uri="{FF2B5EF4-FFF2-40B4-BE49-F238E27FC236}">
                  <a16:creationId xmlns:a16="http://schemas.microsoft.com/office/drawing/2014/main" id="{10DA55B6-026C-42DA-B17D-795B25D0A634}"/>
                </a:ext>
              </a:extLst>
            </p:cNvPr>
            <p:cNvSpPr/>
            <p:nvPr/>
          </p:nvSpPr>
          <p:spPr>
            <a:xfrm>
              <a:off x="4296155" y="4069081"/>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89" name="object 485">
              <a:extLst>
                <a:ext uri="{FF2B5EF4-FFF2-40B4-BE49-F238E27FC236}">
                  <a16:creationId xmlns:a16="http://schemas.microsoft.com/office/drawing/2014/main" id="{39EE6F7A-88F4-4B10-A711-59EF01E59A6D}"/>
                </a:ext>
              </a:extLst>
            </p:cNvPr>
            <p:cNvSpPr/>
            <p:nvPr/>
          </p:nvSpPr>
          <p:spPr>
            <a:xfrm>
              <a:off x="4296155" y="4154425"/>
              <a:ext cx="91440" cy="85725"/>
            </a:xfrm>
            <a:custGeom>
              <a:avLst/>
              <a:gdLst/>
              <a:ahLst/>
              <a:cxnLst/>
              <a:rect l="l" t="t" r="r" b="b"/>
              <a:pathLst>
                <a:path w="91439" h="85725">
                  <a:moveTo>
                    <a:pt x="91440" y="0"/>
                  </a:moveTo>
                  <a:lnTo>
                    <a:pt x="0" y="0"/>
                  </a:lnTo>
                  <a:lnTo>
                    <a:pt x="0" y="85342"/>
                  </a:lnTo>
                  <a:lnTo>
                    <a:pt x="91440" y="85342"/>
                  </a:lnTo>
                  <a:lnTo>
                    <a:pt x="91440" y="0"/>
                  </a:lnTo>
                  <a:close/>
                </a:path>
              </a:pathLst>
            </a:custGeom>
            <a:solidFill>
              <a:srgbClr val="AC46E0"/>
            </a:solidFill>
          </p:spPr>
          <p:txBody>
            <a:bodyPr wrap="square" lIns="0" tIns="0" rIns="0" bIns="0" rtlCol="0"/>
            <a:lstStyle/>
            <a:p>
              <a:endParaRPr sz="2000"/>
            </a:p>
          </p:txBody>
        </p:sp>
        <p:sp>
          <p:nvSpPr>
            <p:cNvPr id="490" name="object 486">
              <a:extLst>
                <a:ext uri="{FF2B5EF4-FFF2-40B4-BE49-F238E27FC236}">
                  <a16:creationId xmlns:a16="http://schemas.microsoft.com/office/drawing/2014/main" id="{8BDD470C-D48B-4439-927D-1DDE1869694E}"/>
                </a:ext>
              </a:extLst>
            </p:cNvPr>
            <p:cNvSpPr/>
            <p:nvPr/>
          </p:nvSpPr>
          <p:spPr>
            <a:xfrm>
              <a:off x="4296155" y="4154425"/>
              <a:ext cx="91440" cy="85725"/>
            </a:xfrm>
            <a:custGeom>
              <a:avLst/>
              <a:gdLst/>
              <a:ahLst/>
              <a:cxnLst/>
              <a:rect l="l" t="t" r="r" b="b"/>
              <a:pathLst>
                <a:path w="91439"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491" name="object 487">
            <a:extLst>
              <a:ext uri="{FF2B5EF4-FFF2-40B4-BE49-F238E27FC236}">
                <a16:creationId xmlns:a16="http://schemas.microsoft.com/office/drawing/2014/main" id="{223A8906-752C-4913-B9E1-71ED152CDFBA}"/>
              </a:ext>
            </a:extLst>
          </p:cNvPr>
          <p:cNvSpPr txBox="1"/>
          <p:nvPr/>
        </p:nvSpPr>
        <p:spPr>
          <a:xfrm>
            <a:off x="325571" y="2036176"/>
            <a:ext cx="939799" cy="254386"/>
          </a:xfrm>
          <a:prstGeom prst="rect">
            <a:avLst/>
          </a:prstGeom>
        </p:spPr>
        <p:txBody>
          <a:bodyPr vert="horz" wrap="square" lIns="0" tIns="14817" rIns="0" bIns="0" rtlCol="0">
            <a:spAutoFit/>
          </a:bodyPr>
          <a:lstStyle/>
          <a:p>
            <a:pPr marL="14111">
              <a:spcBef>
                <a:spcPts val="117"/>
              </a:spcBef>
            </a:pPr>
            <a:r>
              <a:rPr sz="1556" b="1" dirty="0">
                <a:latin typeface="Arial"/>
                <a:cs typeface="Arial"/>
              </a:rPr>
              <a:t>Worker</a:t>
            </a:r>
            <a:r>
              <a:rPr sz="1556" b="1" spc="-106" dirty="0">
                <a:latin typeface="Arial"/>
                <a:cs typeface="Arial"/>
              </a:rPr>
              <a:t> </a:t>
            </a:r>
            <a:r>
              <a:rPr sz="1556" b="1" dirty="0">
                <a:latin typeface="Arial"/>
                <a:cs typeface="Arial"/>
              </a:rPr>
              <a:t>0:</a:t>
            </a:r>
            <a:endParaRPr sz="1556">
              <a:latin typeface="Arial"/>
              <a:cs typeface="Arial"/>
            </a:endParaRPr>
          </a:p>
        </p:txBody>
      </p:sp>
      <p:sp>
        <p:nvSpPr>
          <p:cNvPr id="492" name="object 488">
            <a:extLst>
              <a:ext uri="{FF2B5EF4-FFF2-40B4-BE49-F238E27FC236}">
                <a16:creationId xmlns:a16="http://schemas.microsoft.com/office/drawing/2014/main" id="{FF2E2221-680A-4B73-931B-744005DA8E0F}"/>
              </a:ext>
            </a:extLst>
          </p:cNvPr>
          <p:cNvSpPr txBox="1"/>
          <p:nvPr/>
        </p:nvSpPr>
        <p:spPr>
          <a:xfrm>
            <a:off x="325571" y="3210698"/>
            <a:ext cx="939094"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83" dirty="0">
                <a:latin typeface="Arial"/>
                <a:cs typeface="Arial"/>
              </a:rPr>
              <a:t> </a:t>
            </a:r>
            <a:r>
              <a:rPr sz="1556" b="1" dirty="0">
                <a:latin typeface="Arial"/>
                <a:cs typeface="Arial"/>
              </a:rPr>
              <a:t>1:</a:t>
            </a:r>
            <a:endParaRPr sz="1556">
              <a:latin typeface="Arial"/>
              <a:cs typeface="Arial"/>
            </a:endParaRPr>
          </a:p>
        </p:txBody>
      </p:sp>
      <p:sp>
        <p:nvSpPr>
          <p:cNvPr id="493" name="object 489">
            <a:extLst>
              <a:ext uri="{FF2B5EF4-FFF2-40B4-BE49-F238E27FC236}">
                <a16:creationId xmlns:a16="http://schemas.microsoft.com/office/drawing/2014/main" id="{63EC154A-20B4-4931-9FB4-48C8134865A8}"/>
              </a:ext>
            </a:extLst>
          </p:cNvPr>
          <p:cNvSpPr txBox="1"/>
          <p:nvPr/>
        </p:nvSpPr>
        <p:spPr>
          <a:xfrm>
            <a:off x="353341" y="4340436"/>
            <a:ext cx="939094"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83" dirty="0">
                <a:latin typeface="Arial"/>
                <a:cs typeface="Arial"/>
              </a:rPr>
              <a:t> </a:t>
            </a:r>
            <a:r>
              <a:rPr sz="1556" b="1" dirty="0">
                <a:latin typeface="Arial"/>
                <a:cs typeface="Arial"/>
              </a:rPr>
              <a:t>2:</a:t>
            </a:r>
            <a:endParaRPr sz="1556">
              <a:latin typeface="Arial"/>
              <a:cs typeface="Arial"/>
            </a:endParaRPr>
          </a:p>
        </p:txBody>
      </p:sp>
      <p:sp>
        <p:nvSpPr>
          <p:cNvPr id="494" name="object 490">
            <a:extLst>
              <a:ext uri="{FF2B5EF4-FFF2-40B4-BE49-F238E27FC236}">
                <a16:creationId xmlns:a16="http://schemas.microsoft.com/office/drawing/2014/main" id="{9F54B931-07E1-4242-80D0-44510175BE36}"/>
              </a:ext>
            </a:extLst>
          </p:cNvPr>
          <p:cNvSpPr txBox="1"/>
          <p:nvPr/>
        </p:nvSpPr>
        <p:spPr>
          <a:xfrm>
            <a:off x="332686" y="5491589"/>
            <a:ext cx="939094"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83" dirty="0">
                <a:latin typeface="Arial"/>
                <a:cs typeface="Arial"/>
              </a:rPr>
              <a:t> </a:t>
            </a:r>
            <a:r>
              <a:rPr sz="1556" b="1" dirty="0">
                <a:latin typeface="Arial"/>
                <a:cs typeface="Arial"/>
              </a:rPr>
              <a:t>3:</a:t>
            </a:r>
            <a:endParaRPr sz="1556">
              <a:latin typeface="Arial"/>
              <a:cs typeface="Arial"/>
            </a:endParaRPr>
          </a:p>
        </p:txBody>
      </p:sp>
      <p:sp>
        <p:nvSpPr>
          <p:cNvPr id="495" name="Rectangle 490">
            <a:extLst>
              <a:ext uri="{FF2B5EF4-FFF2-40B4-BE49-F238E27FC236}">
                <a16:creationId xmlns:a16="http://schemas.microsoft.com/office/drawing/2014/main" id="{E54FB2A3-B88A-44E3-B301-80FDF902A817}"/>
              </a:ext>
            </a:extLst>
          </p:cNvPr>
          <p:cNvSpPr/>
          <p:nvPr/>
        </p:nvSpPr>
        <p:spPr>
          <a:xfrm>
            <a:off x="4966771" y="2606031"/>
            <a:ext cx="4073737" cy="1446550"/>
          </a:xfrm>
          <a:prstGeom prst="rect">
            <a:avLst/>
          </a:prstGeom>
        </p:spPr>
        <p:txBody>
          <a:bodyPr wrap="square">
            <a:spAutoFit/>
          </a:bodyPr>
          <a:lstStyle/>
          <a:p>
            <a:pPr marL="332313" indent="-318908">
              <a:spcBef>
                <a:spcPts val="522"/>
              </a:spcBef>
              <a:buClr>
                <a:srgbClr val="B2B2B2"/>
              </a:buClr>
              <a:buFont typeface="Arial"/>
              <a:buChar char="•"/>
              <a:tabLst>
                <a:tab pos="332313" algn="l"/>
                <a:tab pos="333019" algn="l"/>
              </a:tabLst>
            </a:pPr>
            <a:r>
              <a:rPr lang="en-US" sz="2400" b="1" dirty="0">
                <a:latin typeface="Trebuchet MS"/>
                <a:cs typeface="Trebuchet MS"/>
              </a:rPr>
              <a:t>Forward</a:t>
            </a:r>
            <a:r>
              <a:rPr lang="en-US" sz="2400" b="1" spc="-6" dirty="0">
                <a:latin typeface="Trebuchet MS"/>
                <a:cs typeface="Trebuchet MS"/>
              </a:rPr>
              <a:t> pass:</a:t>
            </a:r>
            <a:endParaRPr lang="en-US" sz="2400" dirty="0">
              <a:latin typeface="Trebuchet MS"/>
              <a:cs typeface="Trebuchet MS"/>
            </a:endParaRPr>
          </a:p>
          <a:p>
            <a:pPr marL="713310" lvl="1" indent="-319613">
              <a:spcBef>
                <a:spcPts val="572"/>
              </a:spcBef>
              <a:buClr>
                <a:srgbClr val="B2B2B2"/>
              </a:buClr>
              <a:buFont typeface="Arial"/>
              <a:buChar char="•"/>
              <a:tabLst>
                <a:tab pos="713310" algn="l"/>
                <a:tab pos="714015" algn="l"/>
              </a:tabLst>
            </a:pPr>
            <a:r>
              <a:rPr lang="en-US" spc="-6" dirty="0">
                <a:latin typeface="Trebuchet MS"/>
                <a:cs typeface="Trebuchet MS"/>
              </a:rPr>
              <a:t>Computes output activations </a:t>
            </a:r>
            <a:r>
              <a:rPr lang="en-US" spc="-11" dirty="0">
                <a:latin typeface="Trebuchet MS"/>
                <a:cs typeface="Trebuchet MS"/>
              </a:rPr>
              <a:t>for </a:t>
            </a:r>
            <a:r>
              <a:rPr lang="en-US" spc="-6" dirty="0">
                <a:latin typeface="Trebuchet MS"/>
                <a:cs typeface="Trebuchet MS"/>
              </a:rPr>
              <a:t>its portion of</a:t>
            </a:r>
            <a:r>
              <a:rPr lang="en-US" spc="194" dirty="0">
                <a:latin typeface="Trebuchet MS"/>
                <a:cs typeface="Trebuchet MS"/>
              </a:rPr>
              <a:t> </a:t>
            </a:r>
            <a:r>
              <a:rPr lang="en-US" spc="-11" dirty="0">
                <a:latin typeface="Trebuchet MS"/>
                <a:cs typeface="Trebuchet MS"/>
              </a:rPr>
              <a:t>minibatch</a:t>
            </a:r>
            <a:endParaRPr lang="en-US" dirty="0">
              <a:latin typeface="Trebuchet MS"/>
              <a:cs typeface="Trebuchet MS"/>
            </a:endParaRPr>
          </a:p>
          <a:p>
            <a:pPr marL="713310" lvl="1" indent="-319613">
              <a:spcBef>
                <a:spcPts val="572"/>
              </a:spcBef>
              <a:buClr>
                <a:srgbClr val="B2B2B2"/>
              </a:buClr>
              <a:buFont typeface="Arial"/>
              <a:buChar char="•"/>
              <a:tabLst>
                <a:tab pos="713310" algn="l"/>
                <a:tab pos="714015" algn="l"/>
              </a:tabLst>
            </a:pPr>
            <a:r>
              <a:rPr lang="en-US" spc="-6" dirty="0">
                <a:latin typeface="Trebuchet MS"/>
                <a:cs typeface="Trebuchet MS"/>
              </a:rPr>
              <a:t>No </a:t>
            </a:r>
            <a:r>
              <a:rPr lang="en-US" spc="-11" dirty="0">
                <a:latin typeface="Trebuchet MS"/>
                <a:cs typeface="Trebuchet MS"/>
              </a:rPr>
              <a:t>communication </a:t>
            </a:r>
            <a:r>
              <a:rPr lang="en-US" spc="-6" dirty="0">
                <a:latin typeface="Trebuchet MS"/>
                <a:cs typeface="Trebuchet MS"/>
              </a:rPr>
              <a:t>is</a:t>
            </a:r>
            <a:r>
              <a:rPr lang="en-US" spc="72" dirty="0">
                <a:latin typeface="Trebuchet MS"/>
                <a:cs typeface="Trebuchet MS"/>
              </a:rPr>
              <a:t> </a:t>
            </a:r>
            <a:r>
              <a:rPr lang="en-US" spc="-6" dirty="0">
                <a:latin typeface="Trebuchet MS"/>
                <a:cs typeface="Trebuchet MS"/>
              </a:rPr>
              <a:t>needed</a:t>
            </a:r>
            <a:endParaRPr lang="en-US" dirty="0">
              <a:latin typeface="Trebuchet MS"/>
              <a:cs typeface="Trebuchet MS"/>
            </a:endParaRPr>
          </a:p>
        </p:txBody>
      </p:sp>
      <p:sp>
        <p:nvSpPr>
          <p:cNvPr id="496" name="Rectangle 491">
            <a:extLst>
              <a:ext uri="{FF2B5EF4-FFF2-40B4-BE49-F238E27FC236}">
                <a16:creationId xmlns:a16="http://schemas.microsoft.com/office/drawing/2014/main" id="{5920AB69-5925-4771-8B33-B156BA710B79}"/>
              </a:ext>
            </a:extLst>
          </p:cNvPr>
          <p:cNvSpPr/>
          <p:nvPr/>
        </p:nvSpPr>
        <p:spPr>
          <a:xfrm>
            <a:off x="5729482" y="5296106"/>
            <a:ext cx="3469459" cy="1051570"/>
          </a:xfrm>
          <a:prstGeom prst="rect">
            <a:avLst/>
          </a:prstGeom>
        </p:spPr>
        <p:txBody>
          <a:bodyPr wrap="square">
            <a:spAutoFit/>
          </a:bodyPr>
          <a:lstStyle/>
          <a:p>
            <a:pPr marL="332313" indent="-318908">
              <a:spcBef>
                <a:spcPts val="522"/>
              </a:spcBef>
              <a:buClr>
                <a:srgbClr val="B2B2B2"/>
              </a:buClr>
              <a:buFont typeface="Arial"/>
              <a:buChar char="•"/>
              <a:tabLst>
                <a:tab pos="332313" algn="l"/>
                <a:tab pos="333019" algn="l"/>
              </a:tabLst>
            </a:pPr>
            <a:r>
              <a:rPr lang="en-US" b="1" i="1" dirty="0">
                <a:latin typeface="Trebuchet MS"/>
                <a:cs typeface="Trebuchet MS"/>
              </a:rPr>
              <a:t>X </a:t>
            </a:r>
            <a:r>
              <a:rPr lang="en-US" spc="-6" dirty="0">
                <a:latin typeface="Trebuchet MS"/>
                <a:cs typeface="Trebuchet MS"/>
              </a:rPr>
              <a:t>: input activations</a:t>
            </a:r>
          </a:p>
          <a:p>
            <a:pPr marL="332313" indent="-318908">
              <a:spcBef>
                <a:spcPts val="522"/>
              </a:spcBef>
              <a:buClr>
                <a:srgbClr val="B2B2B2"/>
              </a:buClr>
              <a:buFont typeface="Arial"/>
              <a:buChar char="•"/>
              <a:tabLst>
                <a:tab pos="332313" algn="l"/>
                <a:tab pos="333019" algn="l"/>
              </a:tabLst>
            </a:pPr>
            <a:r>
              <a:rPr lang="en-US" b="1" i="1" spc="-6" dirty="0">
                <a:latin typeface="Trebuchet MS"/>
                <a:cs typeface="Trebuchet MS"/>
              </a:rPr>
              <a:t>W </a:t>
            </a:r>
            <a:r>
              <a:rPr lang="en-US" spc="-6" dirty="0">
                <a:latin typeface="Trebuchet MS"/>
                <a:cs typeface="Trebuchet MS"/>
              </a:rPr>
              <a:t>: model</a:t>
            </a:r>
          </a:p>
          <a:p>
            <a:pPr marL="332313" indent="-318908">
              <a:spcBef>
                <a:spcPts val="522"/>
              </a:spcBef>
              <a:buClr>
                <a:srgbClr val="B2B2B2"/>
              </a:buClr>
              <a:buFont typeface="Arial"/>
              <a:buChar char="•"/>
              <a:tabLst>
                <a:tab pos="332313" algn="l"/>
                <a:tab pos="333019" algn="l"/>
              </a:tabLst>
            </a:pPr>
            <a:r>
              <a:rPr lang="en-US" b="1" i="1" spc="-6" dirty="0">
                <a:latin typeface="Trebuchet MS"/>
                <a:cs typeface="Trebuchet MS"/>
              </a:rPr>
              <a:t>Y </a:t>
            </a:r>
            <a:r>
              <a:rPr lang="en-US" spc="-6" dirty="0">
                <a:latin typeface="Trebuchet MS"/>
                <a:cs typeface="Trebuchet MS"/>
              </a:rPr>
              <a:t>: output activations</a:t>
            </a:r>
            <a:endParaRPr lang="en-US" dirty="0">
              <a:latin typeface="Trebuchet MS"/>
              <a:cs typeface="Trebuchet MS"/>
            </a:endParaRPr>
          </a:p>
        </p:txBody>
      </p:sp>
      <p:sp>
        <p:nvSpPr>
          <p:cNvPr id="2" name="文本框 1">
            <a:extLst>
              <a:ext uri="{FF2B5EF4-FFF2-40B4-BE49-F238E27FC236}">
                <a16:creationId xmlns:a16="http://schemas.microsoft.com/office/drawing/2014/main" id="{824360A8-FFEB-4611-A001-BBDFBEF0F64E}"/>
              </a:ext>
            </a:extLst>
          </p:cNvPr>
          <p:cNvSpPr txBox="1"/>
          <p:nvPr/>
        </p:nvSpPr>
        <p:spPr>
          <a:xfrm>
            <a:off x="1326590" y="1125135"/>
            <a:ext cx="1290738" cy="369332"/>
          </a:xfrm>
          <a:prstGeom prst="rect">
            <a:avLst/>
          </a:prstGeom>
          <a:noFill/>
        </p:spPr>
        <p:txBody>
          <a:bodyPr wrap="none" rtlCol="0">
            <a:spAutoFit/>
          </a:bodyPr>
          <a:lstStyle/>
          <a:p>
            <a:r>
              <a:rPr lang="en-US" altLang="zh-CN" dirty="0">
                <a:solidFill>
                  <a:srgbClr val="0000FF"/>
                </a:solidFill>
                <a:latin typeface="Arial Narrow" panose="020B0606020202030204" pitchFamily="34" charset="0"/>
              </a:rPr>
              <a:t>Whole Model</a:t>
            </a:r>
            <a:endParaRPr lang="zh-CN" altLang="en-US" dirty="0">
              <a:solidFill>
                <a:srgbClr val="0000FF"/>
              </a:solidFill>
              <a:latin typeface="Arial Narrow" panose="020B0606020202030204" pitchFamily="34" charset="0"/>
            </a:endParaRPr>
          </a:p>
        </p:txBody>
      </p:sp>
      <p:sp>
        <p:nvSpPr>
          <p:cNvPr id="497" name="文本框 496">
            <a:extLst>
              <a:ext uri="{FF2B5EF4-FFF2-40B4-BE49-F238E27FC236}">
                <a16:creationId xmlns:a16="http://schemas.microsoft.com/office/drawing/2014/main" id="{F74A26E1-F2CA-45B4-A30C-0BE859E927DE}"/>
              </a:ext>
            </a:extLst>
          </p:cNvPr>
          <p:cNvSpPr txBox="1"/>
          <p:nvPr/>
        </p:nvSpPr>
        <p:spPr>
          <a:xfrm>
            <a:off x="2619863" y="1143790"/>
            <a:ext cx="1398140" cy="369332"/>
          </a:xfrm>
          <a:prstGeom prst="rect">
            <a:avLst/>
          </a:prstGeom>
          <a:noFill/>
        </p:spPr>
        <p:txBody>
          <a:bodyPr wrap="none" rtlCol="0">
            <a:spAutoFit/>
          </a:bodyPr>
          <a:lstStyle/>
          <a:p>
            <a:r>
              <a:rPr lang="en-US" altLang="zh-CN" dirty="0">
                <a:solidFill>
                  <a:srgbClr val="FF0000"/>
                </a:solidFill>
                <a:latin typeface="Arial Narrow" panose="020B0606020202030204" pitchFamily="34" charset="0"/>
              </a:rPr>
              <a:t>Partial dataset</a:t>
            </a:r>
            <a:endParaRPr lang="zh-CN" altLang="en-US"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591516245"/>
      </p:ext>
    </p:extLst>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Data</a:t>
            </a:r>
            <a:r>
              <a:rPr lang="en-US" altLang="zh-CN" spc="-89" dirty="0"/>
              <a:t> </a:t>
            </a:r>
            <a:r>
              <a:rPr lang="en-US" altLang="zh-CN" spc="-6" dirty="0"/>
              <a:t>Parallel Training:</a:t>
            </a:r>
            <a:r>
              <a:rPr lang="en-US" altLang="zh-CN" spc="-22" dirty="0"/>
              <a:t> </a:t>
            </a:r>
            <a:r>
              <a:rPr lang="en-US" altLang="zh-CN" spc="-6" dirty="0"/>
              <a:t>Weight Update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152</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6" name="Rectangle 3">
            <a:extLst>
              <a:ext uri="{FF2B5EF4-FFF2-40B4-BE49-F238E27FC236}">
                <a16:creationId xmlns:a16="http://schemas.microsoft.com/office/drawing/2014/main" id="{1A517EC6-0536-4A9A-B908-FD4336F5E48E}"/>
              </a:ext>
            </a:extLst>
          </p:cNvPr>
          <p:cNvSpPr/>
          <p:nvPr/>
        </p:nvSpPr>
        <p:spPr>
          <a:xfrm>
            <a:off x="76200" y="1389618"/>
            <a:ext cx="6016830" cy="523220"/>
          </a:xfrm>
          <a:prstGeom prst="rect">
            <a:avLst/>
          </a:prstGeom>
        </p:spPr>
        <p:txBody>
          <a:bodyPr wrap="square">
            <a:spAutoFit/>
          </a:bodyPr>
          <a:lstStyle/>
          <a:p>
            <a:pPr marL="332313" indent="-318908">
              <a:spcBef>
                <a:spcPts val="517"/>
              </a:spcBef>
              <a:buClr>
                <a:srgbClr val="B2B2B2"/>
              </a:buClr>
              <a:buFont typeface="Arial"/>
              <a:buChar char="•"/>
              <a:tabLst>
                <a:tab pos="332313" algn="l"/>
                <a:tab pos="333019" algn="l"/>
              </a:tabLst>
            </a:pPr>
            <a:r>
              <a:rPr lang="en-US" sz="2800" b="1" dirty="0">
                <a:latin typeface="Trebuchet MS"/>
                <a:cs typeface="Trebuchet MS"/>
              </a:rPr>
              <a:t>Weight</a:t>
            </a:r>
            <a:r>
              <a:rPr lang="en-US" sz="2800" b="1" spc="-28" dirty="0">
                <a:latin typeface="Trebuchet MS"/>
                <a:cs typeface="Trebuchet MS"/>
              </a:rPr>
              <a:t> </a:t>
            </a:r>
            <a:r>
              <a:rPr lang="en-US" sz="2800" b="1" spc="-6" dirty="0">
                <a:latin typeface="Trebuchet MS"/>
                <a:cs typeface="Trebuchet MS"/>
              </a:rPr>
              <a:t>update:</a:t>
            </a:r>
            <a:endParaRPr lang="en-US" sz="2800" dirty="0">
              <a:latin typeface="Trebuchet MS"/>
              <a:cs typeface="Trebuchet MS"/>
            </a:endParaRPr>
          </a:p>
        </p:txBody>
      </p:sp>
      <p:sp>
        <p:nvSpPr>
          <p:cNvPr id="8" name="Rectangle 22">
            <a:extLst>
              <a:ext uri="{FF2B5EF4-FFF2-40B4-BE49-F238E27FC236}">
                <a16:creationId xmlns:a16="http://schemas.microsoft.com/office/drawing/2014/main" id="{FF72BCF7-1D9F-4B0F-BCC9-C084BAF1AC22}"/>
              </a:ext>
            </a:extLst>
          </p:cNvPr>
          <p:cNvSpPr/>
          <p:nvPr/>
        </p:nvSpPr>
        <p:spPr>
          <a:xfrm>
            <a:off x="362612" y="2062801"/>
            <a:ext cx="6880321" cy="1179810"/>
          </a:xfrm>
          <a:prstGeom prst="rect">
            <a:avLst/>
          </a:prstGeom>
        </p:spPr>
        <p:txBody>
          <a:bodyPr wrap="square">
            <a:spAutoFit/>
          </a:bodyPr>
          <a:lstStyle/>
          <a:p>
            <a:pPr marL="332313" indent="-318908">
              <a:spcBef>
                <a:spcPts val="433"/>
              </a:spcBef>
              <a:buClr>
                <a:srgbClr val="B2B2B2"/>
              </a:buClr>
              <a:buSzPct val="105882"/>
              <a:buFont typeface="Arial"/>
              <a:buChar char="•"/>
              <a:tabLst>
                <a:tab pos="332313" algn="l"/>
                <a:tab pos="333019" algn="l"/>
              </a:tabLst>
            </a:pPr>
            <a:r>
              <a:rPr lang="en-US" sz="2400" b="1" dirty="0">
                <a:latin typeface="Trebuchet MS"/>
                <a:cs typeface="Trebuchet MS"/>
              </a:rPr>
              <a:t>1, Each of </a:t>
            </a:r>
            <a:r>
              <a:rPr lang="en-US" altLang="zh-CN" sz="2400" b="1" dirty="0">
                <a:latin typeface="Trebuchet MS"/>
                <a:cs typeface="Trebuchet MS"/>
              </a:rPr>
              <a:t>N workers</a:t>
            </a:r>
            <a:r>
              <a:rPr lang="en-US" sz="2400" b="1" dirty="0">
                <a:latin typeface="Trebuchet MS"/>
                <a:cs typeface="Trebuchet MS"/>
              </a:rPr>
              <a:t> </a:t>
            </a:r>
            <a:r>
              <a:rPr lang="en-US" sz="2400" b="1" spc="-6" dirty="0">
                <a:latin typeface="Trebuchet MS"/>
                <a:cs typeface="Trebuchet MS"/>
              </a:rPr>
              <a:t>accumulates gradients:</a:t>
            </a:r>
            <a:endParaRPr lang="en-US" sz="2400" dirty="0">
              <a:latin typeface="Trebuchet MS"/>
              <a:cs typeface="Trebuchet MS"/>
            </a:endParaRPr>
          </a:p>
          <a:p>
            <a:pPr marL="713310" lvl="1" indent="-319613">
              <a:spcBef>
                <a:spcPts val="411"/>
              </a:spcBef>
              <a:buClr>
                <a:srgbClr val="B2B2B2"/>
              </a:buClr>
              <a:buSzPct val="106666"/>
              <a:buFont typeface="Arial"/>
              <a:buChar char="•"/>
              <a:tabLst>
                <a:tab pos="713310" algn="l"/>
                <a:tab pos="714015" algn="l"/>
              </a:tabLst>
            </a:pPr>
            <a:r>
              <a:rPr lang="en-US" sz="2000" spc="-6" dirty="0">
                <a:latin typeface="Trebuchet MS"/>
                <a:cs typeface="Trebuchet MS"/>
              </a:rPr>
              <a:t>Summing </a:t>
            </a:r>
            <a:r>
              <a:rPr lang="en-US" sz="2000" dirty="0">
                <a:latin typeface="Trebuchet MS"/>
                <a:cs typeface="Trebuchet MS"/>
              </a:rPr>
              <a:t>1/</a:t>
            </a:r>
            <a:r>
              <a:rPr lang="en-US" sz="2000" i="1" dirty="0">
                <a:latin typeface="Trebuchet MS"/>
                <a:cs typeface="Trebuchet MS"/>
              </a:rPr>
              <a:t>N </a:t>
            </a:r>
            <a:r>
              <a:rPr lang="en-US" sz="2000" spc="-6" dirty="0">
                <a:latin typeface="Trebuchet MS"/>
                <a:cs typeface="Trebuchet MS"/>
              </a:rPr>
              <a:t>gradients collected </a:t>
            </a:r>
            <a:r>
              <a:rPr lang="en-US" sz="2000" dirty="0">
                <a:latin typeface="Trebuchet MS"/>
                <a:cs typeface="Trebuchet MS"/>
              </a:rPr>
              <a:t>from (</a:t>
            </a:r>
            <a:r>
              <a:rPr lang="en-US" sz="2000" i="1" dirty="0">
                <a:latin typeface="Trebuchet MS"/>
                <a:cs typeface="Trebuchet MS"/>
              </a:rPr>
              <a:t>N </a:t>
            </a:r>
            <a:r>
              <a:rPr lang="en-US" sz="2000" dirty="0">
                <a:latin typeface="Trebuchet MS"/>
                <a:cs typeface="Trebuchet MS"/>
              </a:rPr>
              <a:t>– 1)</a:t>
            </a:r>
            <a:r>
              <a:rPr lang="en-US" sz="2000" spc="-78" dirty="0">
                <a:latin typeface="Trebuchet MS"/>
                <a:cs typeface="Trebuchet MS"/>
              </a:rPr>
              <a:t> </a:t>
            </a:r>
            <a:r>
              <a:rPr lang="en-US" sz="2000" spc="-6" dirty="0">
                <a:latin typeface="Trebuchet MS"/>
                <a:cs typeface="Trebuchet MS"/>
              </a:rPr>
              <a:t>peers</a:t>
            </a:r>
            <a:endParaRPr lang="en-US" sz="2000" dirty="0">
              <a:latin typeface="Trebuchet MS"/>
              <a:cs typeface="Trebuchet MS"/>
            </a:endParaRPr>
          </a:p>
          <a:p>
            <a:pPr marL="713310" lvl="1" indent="-319613">
              <a:spcBef>
                <a:spcPts val="400"/>
              </a:spcBef>
              <a:buClr>
                <a:srgbClr val="B2B2B2"/>
              </a:buClr>
              <a:buSzPct val="106666"/>
              <a:buFont typeface="Arial"/>
              <a:buChar char="•"/>
              <a:tabLst>
                <a:tab pos="713310" algn="l"/>
                <a:tab pos="714015" algn="l"/>
              </a:tabLst>
            </a:pPr>
            <a:endParaRPr lang="en-US" sz="2000" spc="-6" dirty="0">
              <a:latin typeface="Trebuchet MS"/>
              <a:cs typeface="Trebuchet MS"/>
            </a:endParaRPr>
          </a:p>
        </p:txBody>
      </p:sp>
      <p:sp>
        <p:nvSpPr>
          <p:cNvPr id="10" name="Rectangle 22">
            <a:extLst>
              <a:ext uri="{FF2B5EF4-FFF2-40B4-BE49-F238E27FC236}">
                <a16:creationId xmlns:a16="http://schemas.microsoft.com/office/drawing/2014/main" id="{7D992C56-3E0C-4767-A275-DE047A957F7F}"/>
              </a:ext>
            </a:extLst>
          </p:cNvPr>
          <p:cNvSpPr/>
          <p:nvPr/>
        </p:nvSpPr>
        <p:spPr>
          <a:xfrm>
            <a:off x="436205" y="3383654"/>
            <a:ext cx="5892072" cy="1128514"/>
          </a:xfrm>
          <a:prstGeom prst="rect">
            <a:avLst/>
          </a:prstGeom>
        </p:spPr>
        <p:txBody>
          <a:bodyPr wrap="square">
            <a:spAutoFit/>
          </a:bodyPr>
          <a:lstStyle/>
          <a:p>
            <a:pPr marL="332313" indent="-318908">
              <a:spcBef>
                <a:spcPts val="433"/>
              </a:spcBef>
              <a:buClr>
                <a:srgbClr val="B2B2B2"/>
              </a:buClr>
              <a:buSzPct val="105882"/>
              <a:buFont typeface="Arial"/>
              <a:buChar char="•"/>
              <a:tabLst>
                <a:tab pos="332313" algn="l"/>
                <a:tab pos="333019" algn="l"/>
              </a:tabLst>
            </a:pPr>
            <a:r>
              <a:rPr lang="en-US" sz="2400" b="1" dirty="0">
                <a:latin typeface="Trebuchet MS"/>
                <a:cs typeface="Trebuchet MS"/>
              </a:rPr>
              <a:t>2, Each worker </a:t>
            </a:r>
            <a:r>
              <a:rPr lang="en-US" sz="2400" b="1" spc="-6" dirty="0">
                <a:latin typeface="Trebuchet MS"/>
                <a:cs typeface="Trebuchet MS"/>
              </a:rPr>
              <a:t>updates its model:</a:t>
            </a:r>
            <a:endParaRPr lang="en-US" sz="2400" dirty="0">
              <a:latin typeface="Trebuchet MS"/>
              <a:cs typeface="Trebuchet MS"/>
            </a:endParaRPr>
          </a:p>
          <a:p>
            <a:pPr marL="713310" lvl="1" indent="-319613">
              <a:spcBef>
                <a:spcPts val="411"/>
              </a:spcBef>
              <a:buClr>
                <a:srgbClr val="B2B2B2"/>
              </a:buClr>
              <a:buSzPct val="106666"/>
              <a:buFont typeface="Arial"/>
              <a:buChar char="•"/>
              <a:tabLst>
                <a:tab pos="713310" algn="l"/>
                <a:tab pos="714015" algn="l"/>
              </a:tabLst>
            </a:pPr>
            <a:r>
              <a:rPr lang="en-US" altLang="zh-CN" sz="2000" spc="-6" dirty="0">
                <a:latin typeface="Trebuchet MS"/>
                <a:cs typeface="Trebuchet MS"/>
              </a:rPr>
              <a:t>Each </a:t>
            </a:r>
            <a:r>
              <a:rPr lang="en-US" altLang="zh-CN" sz="2000" spc="-11" dirty="0">
                <a:latin typeface="Trebuchet MS"/>
                <a:cs typeface="Trebuchet MS"/>
              </a:rPr>
              <a:t>worker </a:t>
            </a:r>
            <a:r>
              <a:rPr lang="en-US" altLang="zh-CN" sz="2000" spc="-6" dirty="0">
                <a:latin typeface="Trebuchet MS"/>
                <a:cs typeface="Trebuchet MS"/>
              </a:rPr>
              <a:t>updates its </a:t>
            </a:r>
            <a:r>
              <a:rPr lang="en-US" altLang="zh-CN" sz="2000" spc="-11" dirty="0">
                <a:latin typeface="Trebuchet MS"/>
                <a:cs typeface="Trebuchet MS"/>
              </a:rPr>
              <a:t>copy </a:t>
            </a:r>
            <a:r>
              <a:rPr lang="en-US" altLang="zh-CN" sz="2000" spc="-6" dirty="0">
                <a:latin typeface="Trebuchet MS"/>
                <a:cs typeface="Trebuchet MS"/>
              </a:rPr>
              <a:t>of the </a:t>
            </a:r>
            <a:r>
              <a:rPr lang="en-US" altLang="zh-CN" sz="2000" spc="-11" dirty="0">
                <a:latin typeface="Trebuchet MS"/>
                <a:cs typeface="Trebuchet MS"/>
              </a:rPr>
              <a:t>model </a:t>
            </a:r>
            <a:r>
              <a:rPr lang="en-US" altLang="zh-CN" sz="2000" spc="-6" dirty="0">
                <a:latin typeface="Trebuchet MS"/>
                <a:cs typeface="Trebuchet MS"/>
              </a:rPr>
              <a:t>with </a:t>
            </a:r>
            <a:r>
              <a:rPr lang="en-US" altLang="zh-CN" sz="2000" spc="-11" dirty="0">
                <a:latin typeface="Trebuchet MS"/>
                <a:cs typeface="Trebuchet MS"/>
              </a:rPr>
              <a:t>combined</a:t>
            </a:r>
            <a:r>
              <a:rPr lang="en-US" altLang="zh-CN" sz="2000" spc="200" dirty="0">
                <a:latin typeface="Trebuchet MS"/>
                <a:cs typeface="Trebuchet MS"/>
              </a:rPr>
              <a:t> </a:t>
            </a:r>
            <a:r>
              <a:rPr lang="en-US" altLang="zh-CN" sz="2000" spc="-6" dirty="0">
                <a:latin typeface="Trebuchet MS"/>
                <a:cs typeface="Trebuchet MS"/>
              </a:rPr>
              <a:t>gradients from all 4 workers</a:t>
            </a:r>
            <a:endParaRPr lang="en-US" sz="2000" dirty="0">
              <a:latin typeface="Trebuchet MS"/>
              <a:cs typeface="Trebuchet MS"/>
            </a:endParaRPr>
          </a:p>
        </p:txBody>
      </p:sp>
      <p:sp>
        <p:nvSpPr>
          <p:cNvPr id="11" name="Rectangle 23">
            <a:extLst>
              <a:ext uri="{FF2B5EF4-FFF2-40B4-BE49-F238E27FC236}">
                <a16:creationId xmlns:a16="http://schemas.microsoft.com/office/drawing/2014/main" id="{7D93B531-31EA-4DC3-BE4B-C8C6A87CF4CE}"/>
              </a:ext>
            </a:extLst>
          </p:cNvPr>
          <p:cNvSpPr/>
          <p:nvPr/>
        </p:nvSpPr>
        <p:spPr>
          <a:xfrm>
            <a:off x="6786452" y="4654163"/>
            <a:ext cx="1757592" cy="397072"/>
          </a:xfrm>
          <a:prstGeom prst="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pic>
        <p:nvPicPr>
          <p:cNvPr id="12" name="Icons8-Ios7-Industry-Memory-Module.ico" descr="Icons8-Ios7-Industry-Memory-Module.ico">
            <a:extLst>
              <a:ext uri="{FF2B5EF4-FFF2-40B4-BE49-F238E27FC236}">
                <a16:creationId xmlns:a16="http://schemas.microsoft.com/office/drawing/2014/main" id="{849C25AF-BD60-47A0-83EF-8F741D347147}"/>
              </a:ext>
            </a:extLst>
          </p:cNvPr>
          <p:cNvPicPr>
            <a:picLocks noChangeAspect="1"/>
          </p:cNvPicPr>
          <p:nvPr/>
        </p:nvPicPr>
        <p:blipFill>
          <a:blip r:embed="rId2"/>
          <a:stretch>
            <a:fillRect/>
          </a:stretch>
        </p:blipFill>
        <p:spPr>
          <a:xfrm rot="5400000">
            <a:off x="8304775" y="3590610"/>
            <a:ext cx="549790" cy="549789"/>
          </a:xfrm>
          <a:prstGeom prst="rect">
            <a:avLst/>
          </a:prstGeom>
          <a:ln w="12700" cap="flat">
            <a:noFill/>
            <a:miter lim="400000"/>
          </a:ln>
          <a:effectLst/>
        </p:spPr>
      </p:pic>
      <p:pic>
        <p:nvPicPr>
          <p:cNvPr id="13" name="Icons8-Ios7-Industry-Memory-Module.ico" descr="Icons8-Ios7-Industry-Memory-Module.ico">
            <a:extLst>
              <a:ext uri="{FF2B5EF4-FFF2-40B4-BE49-F238E27FC236}">
                <a16:creationId xmlns:a16="http://schemas.microsoft.com/office/drawing/2014/main" id="{8FF42275-4EE6-40CC-BA7D-9088E05ADD5D}"/>
              </a:ext>
            </a:extLst>
          </p:cNvPr>
          <p:cNvPicPr>
            <a:picLocks noChangeAspect="1"/>
          </p:cNvPicPr>
          <p:nvPr/>
        </p:nvPicPr>
        <p:blipFill>
          <a:blip r:embed="rId2"/>
          <a:stretch>
            <a:fillRect/>
          </a:stretch>
        </p:blipFill>
        <p:spPr>
          <a:xfrm rot="5400000">
            <a:off x="6410630" y="3593045"/>
            <a:ext cx="549790" cy="549789"/>
          </a:xfrm>
          <a:prstGeom prst="rect">
            <a:avLst/>
          </a:prstGeom>
          <a:ln w="12700" cap="flat">
            <a:noFill/>
            <a:miter lim="400000"/>
          </a:ln>
          <a:effectLst/>
        </p:spPr>
      </p:pic>
      <p:pic>
        <p:nvPicPr>
          <p:cNvPr id="14" name="Icons8-Ios7-Industry-Memory-Module.ico" descr="Icons8-Ios7-Industry-Memory-Module.ico">
            <a:extLst>
              <a:ext uri="{FF2B5EF4-FFF2-40B4-BE49-F238E27FC236}">
                <a16:creationId xmlns:a16="http://schemas.microsoft.com/office/drawing/2014/main" id="{9647A6EC-183E-4E5B-84F6-6A1F38B28F6A}"/>
              </a:ext>
            </a:extLst>
          </p:cNvPr>
          <p:cNvPicPr>
            <a:picLocks noChangeAspect="1"/>
          </p:cNvPicPr>
          <p:nvPr/>
        </p:nvPicPr>
        <p:blipFill>
          <a:blip r:embed="rId2"/>
          <a:stretch>
            <a:fillRect/>
          </a:stretch>
        </p:blipFill>
        <p:spPr>
          <a:xfrm rot="5400000">
            <a:off x="6410629" y="5583382"/>
            <a:ext cx="549790" cy="549789"/>
          </a:xfrm>
          <a:prstGeom prst="rect">
            <a:avLst/>
          </a:prstGeom>
          <a:ln w="12700" cap="flat">
            <a:noFill/>
            <a:miter lim="400000"/>
          </a:ln>
          <a:effectLst/>
        </p:spPr>
      </p:pic>
      <p:pic>
        <p:nvPicPr>
          <p:cNvPr id="15" name="Icons8-Ios7-Industry-Memory-Module.ico" descr="Icons8-Ios7-Industry-Memory-Module.ico">
            <a:extLst>
              <a:ext uri="{FF2B5EF4-FFF2-40B4-BE49-F238E27FC236}">
                <a16:creationId xmlns:a16="http://schemas.microsoft.com/office/drawing/2014/main" id="{6C30BF43-2A4D-43C1-A346-65DF0F543EC4}"/>
              </a:ext>
            </a:extLst>
          </p:cNvPr>
          <p:cNvPicPr>
            <a:picLocks noChangeAspect="1"/>
          </p:cNvPicPr>
          <p:nvPr/>
        </p:nvPicPr>
        <p:blipFill>
          <a:blip r:embed="rId2"/>
          <a:stretch>
            <a:fillRect/>
          </a:stretch>
        </p:blipFill>
        <p:spPr>
          <a:xfrm rot="5400000">
            <a:off x="8304774" y="5583382"/>
            <a:ext cx="549790" cy="549789"/>
          </a:xfrm>
          <a:prstGeom prst="rect">
            <a:avLst/>
          </a:prstGeom>
          <a:ln w="12700" cap="flat">
            <a:noFill/>
            <a:miter lim="400000"/>
          </a:ln>
          <a:effectLst/>
        </p:spPr>
      </p:pic>
      <p:sp>
        <p:nvSpPr>
          <p:cNvPr id="16" name="TextBox 9">
            <a:extLst>
              <a:ext uri="{FF2B5EF4-FFF2-40B4-BE49-F238E27FC236}">
                <a16:creationId xmlns:a16="http://schemas.microsoft.com/office/drawing/2014/main" id="{9B7BD017-B145-468A-B29F-4F7AD2CFB2E9}"/>
              </a:ext>
            </a:extLst>
          </p:cNvPr>
          <p:cNvSpPr txBox="1"/>
          <p:nvPr/>
        </p:nvSpPr>
        <p:spPr>
          <a:xfrm>
            <a:off x="6093030" y="3331810"/>
            <a:ext cx="1172116" cy="338554"/>
          </a:xfrm>
          <a:prstGeom prst="rect">
            <a:avLst/>
          </a:prstGeom>
          <a:noFill/>
        </p:spPr>
        <p:txBody>
          <a:bodyPr wrap="none" rtlCol="0">
            <a:spAutoFit/>
          </a:bodyPr>
          <a:lstStyle/>
          <a:p>
            <a:r>
              <a:rPr lang="en-US" sz="1600" dirty="0">
                <a:latin typeface="Monaco" charset="0"/>
                <a:ea typeface="Monaco" charset="0"/>
                <a:cs typeface="Monaco" charset="0"/>
              </a:rPr>
              <a:t>Worker a</a:t>
            </a:r>
          </a:p>
        </p:txBody>
      </p:sp>
      <p:sp>
        <p:nvSpPr>
          <p:cNvPr id="17" name="TextBox 10">
            <a:extLst>
              <a:ext uri="{FF2B5EF4-FFF2-40B4-BE49-F238E27FC236}">
                <a16:creationId xmlns:a16="http://schemas.microsoft.com/office/drawing/2014/main" id="{31F69854-B2E1-4E41-8EA5-FFBEDE40E751}"/>
              </a:ext>
            </a:extLst>
          </p:cNvPr>
          <p:cNvSpPr txBox="1"/>
          <p:nvPr/>
        </p:nvSpPr>
        <p:spPr>
          <a:xfrm>
            <a:off x="7994389" y="3331810"/>
            <a:ext cx="1172116" cy="338554"/>
          </a:xfrm>
          <a:prstGeom prst="rect">
            <a:avLst/>
          </a:prstGeom>
          <a:noFill/>
        </p:spPr>
        <p:txBody>
          <a:bodyPr wrap="none" rtlCol="0">
            <a:spAutoFit/>
          </a:bodyPr>
          <a:lstStyle/>
          <a:p>
            <a:r>
              <a:rPr lang="en-US" sz="1600" dirty="0">
                <a:latin typeface="Monaco" charset="0"/>
                <a:ea typeface="Monaco" charset="0"/>
                <a:cs typeface="Monaco" charset="0"/>
              </a:rPr>
              <a:t>Worker b</a:t>
            </a:r>
          </a:p>
        </p:txBody>
      </p:sp>
      <p:sp>
        <p:nvSpPr>
          <p:cNvPr id="18" name="TextBox 11">
            <a:extLst>
              <a:ext uri="{FF2B5EF4-FFF2-40B4-BE49-F238E27FC236}">
                <a16:creationId xmlns:a16="http://schemas.microsoft.com/office/drawing/2014/main" id="{A58D0CF1-3030-4498-8C06-519B37DAA350}"/>
              </a:ext>
            </a:extLst>
          </p:cNvPr>
          <p:cNvSpPr txBox="1"/>
          <p:nvPr/>
        </p:nvSpPr>
        <p:spPr>
          <a:xfrm>
            <a:off x="8030903" y="6111480"/>
            <a:ext cx="1172116" cy="338554"/>
          </a:xfrm>
          <a:prstGeom prst="rect">
            <a:avLst/>
          </a:prstGeom>
          <a:noFill/>
        </p:spPr>
        <p:txBody>
          <a:bodyPr wrap="none" rtlCol="0">
            <a:spAutoFit/>
          </a:bodyPr>
          <a:lstStyle/>
          <a:p>
            <a:r>
              <a:rPr lang="en-US" sz="1600" dirty="0">
                <a:latin typeface="Monaco" charset="0"/>
                <a:ea typeface="Monaco" charset="0"/>
                <a:cs typeface="Monaco" charset="0"/>
              </a:rPr>
              <a:t>Worker c</a:t>
            </a:r>
          </a:p>
        </p:txBody>
      </p:sp>
      <p:sp>
        <p:nvSpPr>
          <p:cNvPr id="19" name="TextBox 12">
            <a:extLst>
              <a:ext uri="{FF2B5EF4-FFF2-40B4-BE49-F238E27FC236}">
                <a16:creationId xmlns:a16="http://schemas.microsoft.com/office/drawing/2014/main" id="{F48A9A8C-A9BD-4407-9F01-B5C686FEA388}"/>
              </a:ext>
            </a:extLst>
          </p:cNvPr>
          <p:cNvSpPr txBox="1"/>
          <p:nvPr/>
        </p:nvSpPr>
        <p:spPr>
          <a:xfrm>
            <a:off x="6089210" y="6111480"/>
            <a:ext cx="1172116" cy="338554"/>
          </a:xfrm>
          <a:prstGeom prst="rect">
            <a:avLst/>
          </a:prstGeom>
          <a:noFill/>
        </p:spPr>
        <p:txBody>
          <a:bodyPr wrap="none" rtlCol="0">
            <a:spAutoFit/>
          </a:bodyPr>
          <a:lstStyle/>
          <a:p>
            <a:r>
              <a:rPr lang="en-US" sz="1600" dirty="0">
                <a:latin typeface="Monaco" charset="0"/>
                <a:ea typeface="Monaco" charset="0"/>
                <a:cs typeface="Monaco" charset="0"/>
              </a:rPr>
              <a:t>Worker d</a:t>
            </a:r>
          </a:p>
        </p:txBody>
      </p:sp>
      <p:sp>
        <p:nvSpPr>
          <p:cNvPr id="20" name="TextBox 13">
            <a:extLst>
              <a:ext uri="{FF2B5EF4-FFF2-40B4-BE49-F238E27FC236}">
                <a16:creationId xmlns:a16="http://schemas.microsoft.com/office/drawing/2014/main" id="{C3D53748-0557-4854-BED5-68A48FD4D91F}"/>
              </a:ext>
            </a:extLst>
          </p:cNvPr>
          <p:cNvSpPr txBox="1"/>
          <p:nvPr/>
        </p:nvSpPr>
        <p:spPr>
          <a:xfrm>
            <a:off x="6822077" y="4670934"/>
            <a:ext cx="1701107" cy="369332"/>
          </a:xfrm>
          <a:prstGeom prst="rect">
            <a:avLst/>
          </a:prstGeom>
          <a:noFill/>
        </p:spPr>
        <p:txBody>
          <a:bodyPr wrap="none" rtlCol="0">
            <a:spAutoFit/>
          </a:bodyPr>
          <a:lstStyle/>
          <a:p>
            <a:r>
              <a:rPr lang="en-US" dirty="0">
                <a:latin typeface="Monaco" charset="0"/>
                <a:ea typeface="Monaco" charset="0"/>
                <a:cs typeface="Monaco" charset="0"/>
              </a:rPr>
              <a:t>(</a:t>
            </a:r>
            <a:r>
              <a:rPr lang="en-US" dirty="0" err="1">
                <a:latin typeface="Monaco" charset="0"/>
                <a:ea typeface="Monaco" charset="0"/>
                <a:cs typeface="Monaco" charset="0"/>
              </a:rPr>
              <a:t>a+b+c+d</a:t>
            </a:r>
            <a:r>
              <a:rPr lang="en-US" dirty="0">
                <a:latin typeface="Monaco" charset="0"/>
                <a:ea typeface="Monaco" charset="0"/>
                <a:cs typeface="Monaco" charset="0"/>
              </a:rPr>
              <a:t>)/4</a:t>
            </a:r>
          </a:p>
        </p:txBody>
      </p:sp>
      <p:cxnSp>
        <p:nvCxnSpPr>
          <p:cNvPr id="21" name="Straight Arrow Connector 14">
            <a:extLst>
              <a:ext uri="{FF2B5EF4-FFF2-40B4-BE49-F238E27FC236}">
                <a16:creationId xmlns:a16="http://schemas.microsoft.com/office/drawing/2014/main" id="{BC4D7E37-8635-4B38-AE94-0A6407D8337A}"/>
              </a:ext>
            </a:extLst>
          </p:cNvPr>
          <p:cNvCxnSpPr>
            <a:stCxn id="13" idx="0"/>
            <a:endCxn id="20" idx="0"/>
          </p:cNvCxnSpPr>
          <p:nvPr/>
        </p:nvCxnSpPr>
        <p:spPr>
          <a:xfrm>
            <a:off x="6960420" y="3867940"/>
            <a:ext cx="712211" cy="802994"/>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15">
            <a:extLst>
              <a:ext uri="{FF2B5EF4-FFF2-40B4-BE49-F238E27FC236}">
                <a16:creationId xmlns:a16="http://schemas.microsoft.com/office/drawing/2014/main" id="{AD58AFF9-44F5-4A42-884A-42EB4C2F1302}"/>
              </a:ext>
            </a:extLst>
          </p:cNvPr>
          <p:cNvCxnSpPr>
            <a:stCxn id="12" idx="2"/>
            <a:endCxn id="20" idx="0"/>
          </p:cNvCxnSpPr>
          <p:nvPr/>
        </p:nvCxnSpPr>
        <p:spPr>
          <a:xfrm flipH="1">
            <a:off x="7672631" y="3865505"/>
            <a:ext cx="632145" cy="80542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16">
            <a:extLst>
              <a:ext uri="{FF2B5EF4-FFF2-40B4-BE49-F238E27FC236}">
                <a16:creationId xmlns:a16="http://schemas.microsoft.com/office/drawing/2014/main" id="{83556EE3-E2E4-4982-AD86-D93352099658}"/>
              </a:ext>
            </a:extLst>
          </p:cNvPr>
          <p:cNvCxnSpPr>
            <a:stCxn id="15" idx="2"/>
            <a:endCxn id="20" idx="2"/>
          </p:cNvCxnSpPr>
          <p:nvPr/>
        </p:nvCxnSpPr>
        <p:spPr>
          <a:xfrm flipH="1" flipV="1">
            <a:off x="7672631" y="5040266"/>
            <a:ext cx="632144" cy="818011"/>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7">
            <a:extLst>
              <a:ext uri="{FF2B5EF4-FFF2-40B4-BE49-F238E27FC236}">
                <a16:creationId xmlns:a16="http://schemas.microsoft.com/office/drawing/2014/main" id="{50DDB031-4B14-430B-8E9F-BA43D130FDCA}"/>
              </a:ext>
            </a:extLst>
          </p:cNvPr>
          <p:cNvCxnSpPr>
            <a:stCxn id="14" idx="0"/>
            <a:endCxn id="20" idx="2"/>
          </p:cNvCxnSpPr>
          <p:nvPr/>
        </p:nvCxnSpPr>
        <p:spPr>
          <a:xfrm flipV="1">
            <a:off x="6960419" y="5040266"/>
            <a:ext cx="712212" cy="818011"/>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18">
            <a:extLst>
              <a:ext uri="{FF2B5EF4-FFF2-40B4-BE49-F238E27FC236}">
                <a16:creationId xmlns:a16="http://schemas.microsoft.com/office/drawing/2014/main" id="{8AD9CC71-7B6C-49B1-B25E-C1DD1EFAD307}"/>
              </a:ext>
            </a:extLst>
          </p:cNvPr>
          <p:cNvCxnSpPr>
            <a:endCxn id="13" idx="3"/>
          </p:cNvCxnSpPr>
          <p:nvPr/>
        </p:nvCxnSpPr>
        <p:spPr>
          <a:xfrm flipH="1" flipV="1">
            <a:off x="6685525" y="4142835"/>
            <a:ext cx="457387" cy="52809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19">
            <a:extLst>
              <a:ext uri="{FF2B5EF4-FFF2-40B4-BE49-F238E27FC236}">
                <a16:creationId xmlns:a16="http://schemas.microsoft.com/office/drawing/2014/main" id="{632478C4-C89F-4B35-BEE9-5621AB4C02CE}"/>
              </a:ext>
            </a:extLst>
          </p:cNvPr>
          <p:cNvCxnSpPr>
            <a:endCxn id="12" idx="3"/>
          </p:cNvCxnSpPr>
          <p:nvPr/>
        </p:nvCxnSpPr>
        <p:spPr>
          <a:xfrm flipV="1">
            <a:off x="8129516" y="4140400"/>
            <a:ext cx="450154" cy="541502"/>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0">
            <a:extLst>
              <a:ext uri="{FF2B5EF4-FFF2-40B4-BE49-F238E27FC236}">
                <a16:creationId xmlns:a16="http://schemas.microsoft.com/office/drawing/2014/main" id="{9FA08FC4-F7B8-423B-A058-4CF8AEAD7719}"/>
              </a:ext>
            </a:extLst>
          </p:cNvPr>
          <p:cNvCxnSpPr>
            <a:endCxn id="14" idx="1"/>
          </p:cNvCxnSpPr>
          <p:nvPr/>
        </p:nvCxnSpPr>
        <p:spPr>
          <a:xfrm flipH="1">
            <a:off x="6685524" y="5040266"/>
            <a:ext cx="457388" cy="543116"/>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1">
            <a:extLst>
              <a:ext uri="{FF2B5EF4-FFF2-40B4-BE49-F238E27FC236}">
                <a16:creationId xmlns:a16="http://schemas.microsoft.com/office/drawing/2014/main" id="{81B123FD-A918-4B91-99ED-E612FF54B9BC}"/>
              </a:ext>
            </a:extLst>
          </p:cNvPr>
          <p:cNvCxnSpPr>
            <a:endCxn id="15" idx="1"/>
          </p:cNvCxnSpPr>
          <p:nvPr/>
        </p:nvCxnSpPr>
        <p:spPr>
          <a:xfrm>
            <a:off x="8140946" y="5036232"/>
            <a:ext cx="438723" cy="54715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34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xEl>
                                              <p:pRg st="0" end="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p:bldP spid="17" grpId="0"/>
      <p:bldP spid="18" grpId="0"/>
      <p:bldP spid="19" grpId="0"/>
      <p:bldP spid="20"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Data </a:t>
            </a:r>
            <a:r>
              <a:rPr lang="en-US" altLang="zh-CN" spc="-6" dirty="0"/>
              <a:t>Parallel:</a:t>
            </a:r>
            <a:r>
              <a:rPr lang="en-US" altLang="zh-CN" spc="-67" dirty="0"/>
              <a:t> </a:t>
            </a:r>
            <a:r>
              <a:rPr lang="en-US" altLang="zh-CN" spc="-6" dirty="0"/>
              <a:t>Challenges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153</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8" name="object 3">
            <a:extLst>
              <a:ext uri="{FF2B5EF4-FFF2-40B4-BE49-F238E27FC236}">
                <a16:creationId xmlns:a16="http://schemas.microsoft.com/office/drawing/2014/main" id="{1ECF41F8-4C84-45E6-995A-DE3BA2F24675}"/>
              </a:ext>
            </a:extLst>
          </p:cNvPr>
          <p:cNvSpPr txBox="1"/>
          <p:nvPr/>
        </p:nvSpPr>
        <p:spPr>
          <a:xfrm>
            <a:off x="133350" y="1238250"/>
            <a:ext cx="8934450" cy="3718509"/>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000" b="1" spc="-6" dirty="0">
                <a:latin typeface="Trebuchet MS"/>
                <a:cs typeface="Trebuchet MS"/>
              </a:rPr>
              <a:t>Strong </a:t>
            </a:r>
            <a:r>
              <a:rPr sz="2000" b="1" dirty="0">
                <a:latin typeface="Trebuchet MS"/>
                <a:cs typeface="Trebuchet MS"/>
              </a:rPr>
              <a:t>scaling</a:t>
            </a:r>
            <a:r>
              <a:rPr lang="en-US" altLang="zh-CN" b="1" dirty="0">
                <a:latin typeface="Trebuchet MS"/>
                <a:cs typeface="Trebuchet MS"/>
              </a:rPr>
              <a:t> </a:t>
            </a:r>
            <a:r>
              <a:rPr lang="en-US" altLang="zh-CN" b="1" spc="-6" dirty="0">
                <a:latin typeface="Trebuchet MS"/>
                <a:cs typeface="Trebuchet MS"/>
              </a:rPr>
              <a:t>(</a:t>
            </a:r>
            <a:r>
              <a:rPr b="1" spc="-6" dirty="0">
                <a:latin typeface="Trebuchet MS"/>
                <a:cs typeface="Trebuchet MS"/>
              </a:rPr>
              <a:t>increase the number </a:t>
            </a:r>
            <a:r>
              <a:rPr b="1" dirty="0">
                <a:latin typeface="Trebuchet MS"/>
                <a:cs typeface="Trebuchet MS"/>
              </a:rPr>
              <a:t>of </a:t>
            </a:r>
            <a:r>
              <a:rPr b="1" spc="-6" dirty="0">
                <a:latin typeface="Trebuchet MS"/>
                <a:cs typeface="Trebuchet MS"/>
              </a:rPr>
              <a:t>workers, keep minibatch </a:t>
            </a:r>
            <a:r>
              <a:rPr b="1" dirty="0">
                <a:latin typeface="Trebuchet MS"/>
                <a:cs typeface="Trebuchet MS"/>
              </a:rPr>
              <a:t>size</a:t>
            </a:r>
            <a:r>
              <a:rPr b="1" spc="22" dirty="0">
                <a:latin typeface="Trebuchet MS"/>
                <a:cs typeface="Trebuchet MS"/>
              </a:rPr>
              <a:t> </a:t>
            </a:r>
            <a:r>
              <a:rPr b="1" spc="-6" dirty="0">
                <a:latin typeface="Trebuchet MS"/>
                <a:cs typeface="Trebuchet MS"/>
              </a:rPr>
              <a:t>constant)</a:t>
            </a:r>
            <a:endParaRPr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z="1778" spc="-6" dirty="0">
                <a:latin typeface="Trebuchet MS"/>
                <a:cs typeface="Trebuchet MS"/>
              </a:rPr>
              <a:t>Certain layers require </a:t>
            </a:r>
            <a:r>
              <a:rPr sz="1778" spc="-11" dirty="0">
                <a:latin typeface="Trebuchet MS"/>
                <a:cs typeface="Trebuchet MS"/>
              </a:rPr>
              <a:t>minimum minibatch </a:t>
            </a:r>
            <a:r>
              <a:rPr sz="1778" spc="-6" dirty="0">
                <a:latin typeface="Trebuchet MS"/>
                <a:cs typeface="Trebuchet MS"/>
              </a:rPr>
              <a:t>sizes to properly</a:t>
            </a:r>
            <a:r>
              <a:rPr sz="1778" spc="194" dirty="0">
                <a:latin typeface="Trebuchet MS"/>
                <a:cs typeface="Trebuchet MS"/>
              </a:rPr>
              <a:t> </a:t>
            </a:r>
            <a:r>
              <a:rPr sz="1778" spc="-6" dirty="0">
                <a:latin typeface="Trebuchet MS"/>
                <a:cs typeface="Trebuchet MS"/>
              </a:rPr>
              <a:t>operate</a:t>
            </a:r>
            <a:endParaRPr sz="1778" dirty="0">
              <a:latin typeface="Trebuchet MS"/>
              <a:cs typeface="Trebuchet MS"/>
            </a:endParaRPr>
          </a:p>
          <a:p>
            <a:pPr marL="1031511" lvl="2" indent="-186970">
              <a:spcBef>
                <a:spcPts val="822"/>
              </a:spcBef>
              <a:buClr>
                <a:srgbClr val="B2B2B2"/>
              </a:buClr>
              <a:buFont typeface="Arial"/>
              <a:buChar char="•"/>
              <a:tabLst>
                <a:tab pos="1032217" algn="l"/>
              </a:tabLst>
            </a:pPr>
            <a:r>
              <a:rPr sz="1556" spc="-6" dirty="0">
                <a:latin typeface="Trebuchet MS"/>
                <a:cs typeface="Trebuchet MS"/>
              </a:rPr>
              <a:t>Example: batch normalization (BN) generally requires 16+</a:t>
            </a:r>
            <a:r>
              <a:rPr sz="1556" spc="-72" dirty="0">
                <a:latin typeface="Trebuchet MS"/>
                <a:cs typeface="Trebuchet MS"/>
              </a:rPr>
              <a:t> </a:t>
            </a:r>
            <a:r>
              <a:rPr sz="1556" spc="-6" dirty="0">
                <a:latin typeface="Trebuchet MS"/>
                <a:cs typeface="Trebuchet MS"/>
              </a:rPr>
              <a:t>samples</a:t>
            </a:r>
            <a:endParaRPr sz="1556" dirty="0">
              <a:latin typeface="Trebuchet MS"/>
              <a:cs typeface="Trebuchet MS"/>
            </a:endParaRPr>
          </a:p>
          <a:p>
            <a:pPr marL="713310" lvl="1" indent="-319613">
              <a:spcBef>
                <a:spcPts val="778"/>
              </a:spcBef>
              <a:buClr>
                <a:srgbClr val="B2B2B2"/>
              </a:buClr>
              <a:buFont typeface="Arial"/>
              <a:buChar char="•"/>
              <a:tabLst>
                <a:tab pos="713310" algn="l"/>
                <a:tab pos="714015" algn="l"/>
              </a:tabLst>
            </a:pPr>
            <a:r>
              <a:rPr lang="en-US" sz="1778" spc="-6" dirty="0">
                <a:latin typeface="Trebuchet MS"/>
                <a:cs typeface="Trebuchet MS"/>
              </a:rPr>
              <a:t>Maybe lower GPU utilization</a:t>
            </a:r>
          </a:p>
          <a:p>
            <a:pPr marL="713310" lvl="1" indent="-319613">
              <a:spcBef>
                <a:spcPts val="778"/>
              </a:spcBef>
              <a:buClr>
                <a:srgbClr val="B2B2B2"/>
              </a:buClr>
              <a:buFont typeface="Arial"/>
              <a:buChar char="•"/>
              <a:tabLst>
                <a:tab pos="713310" algn="l"/>
                <a:tab pos="714015" algn="l"/>
              </a:tabLst>
            </a:pPr>
            <a:endParaRPr sz="1556" dirty="0">
              <a:latin typeface="Trebuchet MS"/>
              <a:cs typeface="Trebuchet MS"/>
            </a:endParaRPr>
          </a:p>
          <a:p>
            <a:pPr marL="332313" indent="-318908">
              <a:spcBef>
                <a:spcPts val="756"/>
              </a:spcBef>
              <a:buClr>
                <a:srgbClr val="B2B2B2"/>
              </a:buClr>
              <a:buFont typeface="Arial"/>
              <a:buChar char="•"/>
              <a:tabLst>
                <a:tab pos="332313" algn="l"/>
                <a:tab pos="333019" algn="l"/>
              </a:tabLst>
            </a:pPr>
            <a:r>
              <a:rPr sz="2000" b="1" dirty="0">
                <a:latin typeface="Trebuchet MS"/>
                <a:cs typeface="Trebuchet MS"/>
              </a:rPr>
              <a:t>Weak scaling</a:t>
            </a:r>
            <a:r>
              <a:rPr lang="en-US" altLang="zh-CN" sz="2000" b="1" dirty="0">
                <a:latin typeface="Trebuchet MS"/>
                <a:cs typeface="Trebuchet MS"/>
              </a:rPr>
              <a:t> </a:t>
            </a:r>
            <a:r>
              <a:rPr b="1" spc="-6" dirty="0">
                <a:latin typeface="Trebuchet MS"/>
                <a:cs typeface="Trebuchet MS"/>
              </a:rPr>
              <a:t>(increase the number </a:t>
            </a:r>
            <a:r>
              <a:rPr b="1" dirty="0">
                <a:latin typeface="Trebuchet MS"/>
                <a:cs typeface="Trebuchet MS"/>
              </a:rPr>
              <a:t>of workers, increase </a:t>
            </a:r>
            <a:r>
              <a:rPr b="1" spc="-6" dirty="0">
                <a:latin typeface="Trebuchet MS"/>
                <a:cs typeface="Trebuchet MS"/>
              </a:rPr>
              <a:t>minibatch</a:t>
            </a:r>
            <a:r>
              <a:rPr b="1" spc="-50" dirty="0">
                <a:latin typeface="Trebuchet MS"/>
                <a:cs typeface="Trebuchet MS"/>
              </a:rPr>
              <a:t> </a:t>
            </a:r>
            <a:r>
              <a:rPr b="1" dirty="0">
                <a:latin typeface="Trebuchet MS"/>
                <a:cs typeface="Trebuchet MS"/>
              </a:rPr>
              <a:t>size)</a:t>
            </a:r>
            <a:endParaRPr dirty="0">
              <a:latin typeface="Trebuchet MS"/>
              <a:cs typeface="Trebuchet MS"/>
            </a:endParaRPr>
          </a:p>
          <a:p>
            <a:pPr marL="713310" lvl="1" indent="-319613">
              <a:spcBef>
                <a:spcPts val="778"/>
              </a:spcBef>
              <a:buClr>
                <a:srgbClr val="B2B2B2"/>
              </a:buClr>
              <a:buFont typeface="Arial"/>
              <a:buChar char="•"/>
              <a:tabLst>
                <a:tab pos="713310" algn="l"/>
                <a:tab pos="714015" algn="l"/>
              </a:tabLst>
            </a:pPr>
            <a:r>
              <a:rPr sz="1778" spc="-6" dirty="0">
                <a:latin typeface="Trebuchet MS"/>
                <a:cs typeface="Trebuchet MS"/>
              </a:rPr>
              <a:t>Training </a:t>
            </a:r>
            <a:r>
              <a:rPr sz="1778" spc="-11" dirty="0">
                <a:latin typeface="Trebuchet MS"/>
                <a:cs typeface="Trebuchet MS"/>
              </a:rPr>
              <a:t>networks </a:t>
            </a:r>
            <a:r>
              <a:rPr sz="1778" spc="-6" dirty="0">
                <a:latin typeface="Trebuchet MS"/>
                <a:cs typeface="Trebuchet MS"/>
              </a:rPr>
              <a:t>with large minibatches requires hyper-parameter</a:t>
            </a:r>
            <a:r>
              <a:rPr sz="1778" spc="144" dirty="0">
                <a:latin typeface="Trebuchet MS"/>
                <a:cs typeface="Trebuchet MS"/>
              </a:rPr>
              <a:t> </a:t>
            </a:r>
            <a:r>
              <a:rPr sz="1778" spc="-6" dirty="0">
                <a:latin typeface="Trebuchet MS"/>
                <a:cs typeface="Trebuchet MS"/>
              </a:rPr>
              <a:t>adjustment</a:t>
            </a:r>
            <a:endParaRPr sz="1778" dirty="0">
              <a:latin typeface="Trebuchet MS"/>
              <a:cs typeface="Trebuchet MS"/>
            </a:endParaRPr>
          </a:p>
          <a:p>
            <a:pPr marL="1031511" lvl="2" indent="-186970">
              <a:spcBef>
                <a:spcPts val="822"/>
              </a:spcBef>
              <a:buClr>
                <a:srgbClr val="B2B2B2"/>
              </a:buClr>
              <a:buFont typeface="Arial"/>
              <a:buChar char="•"/>
              <a:tabLst>
                <a:tab pos="1032217" algn="l"/>
              </a:tabLst>
            </a:pPr>
            <a:r>
              <a:rPr sz="1556" spc="-6" dirty="0">
                <a:latin typeface="Trebuchet MS"/>
                <a:cs typeface="Trebuchet MS"/>
              </a:rPr>
              <a:t>Learning rate schedule, BN decay,</a:t>
            </a:r>
            <a:r>
              <a:rPr sz="1556" spc="-50" dirty="0">
                <a:latin typeface="Trebuchet MS"/>
                <a:cs typeface="Trebuchet MS"/>
              </a:rPr>
              <a:t> </a:t>
            </a:r>
            <a:r>
              <a:rPr sz="1556" dirty="0">
                <a:latin typeface="Trebuchet MS"/>
                <a:cs typeface="Trebuchet MS"/>
              </a:rPr>
              <a:t>…</a:t>
            </a:r>
          </a:p>
          <a:p>
            <a:pPr marL="1031511" lvl="2" indent="-186970">
              <a:spcBef>
                <a:spcPts val="817"/>
              </a:spcBef>
              <a:buClr>
                <a:srgbClr val="B2B2B2"/>
              </a:buClr>
              <a:buFont typeface="Arial"/>
              <a:buChar char="•"/>
              <a:tabLst>
                <a:tab pos="1032217" algn="l"/>
              </a:tabLst>
            </a:pPr>
            <a:r>
              <a:rPr sz="1556" spc="-6" dirty="0">
                <a:latin typeface="Trebuchet MS"/>
                <a:cs typeface="Trebuchet MS"/>
              </a:rPr>
              <a:t>Example: </a:t>
            </a:r>
            <a:r>
              <a:rPr sz="1556" dirty="0">
                <a:latin typeface="Trebuchet MS"/>
                <a:cs typeface="Trebuchet MS"/>
              </a:rPr>
              <a:t>R50 </a:t>
            </a:r>
            <a:r>
              <a:rPr sz="1556" spc="-6" dirty="0">
                <a:latin typeface="Trebuchet MS"/>
                <a:cs typeface="Trebuchet MS"/>
              </a:rPr>
              <a:t>(SGD up to bs=16K, </a:t>
            </a:r>
            <a:r>
              <a:rPr sz="1556" dirty="0">
                <a:latin typeface="Trebuchet MS"/>
                <a:cs typeface="Trebuchet MS"/>
              </a:rPr>
              <a:t>LARS </a:t>
            </a:r>
            <a:r>
              <a:rPr sz="1556" spc="-6" dirty="0">
                <a:latin typeface="Trebuchet MS"/>
                <a:cs typeface="Trebuchet MS"/>
              </a:rPr>
              <a:t>above 16K,</a:t>
            </a:r>
            <a:r>
              <a:rPr sz="1556" spc="-17" dirty="0">
                <a:latin typeface="Trebuchet MS"/>
                <a:cs typeface="Trebuchet MS"/>
              </a:rPr>
              <a:t> </a:t>
            </a:r>
            <a:r>
              <a:rPr sz="1556" spc="-6" dirty="0">
                <a:latin typeface="Trebuchet MS"/>
                <a:cs typeface="Trebuchet MS"/>
              </a:rPr>
              <a:t>…)</a:t>
            </a:r>
            <a:endParaRPr sz="1556" dirty="0">
              <a:latin typeface="Trebuchet MS"/>
              <a:cs typeface="Trebuchet MS"/>
            </a:endParaRPr>
          </a:p>
          <a:p>
            <a:pPr marL="713310" lvl="1" indent="-319613">
              <a:spcBef>
                <a:spcPts val="778"/>
              </a:spcBef>
              <a:buClr>
                <a:srgbClr val="B2B2B2"/>
              </a:buClr>
              <a:buFont typeface="Arial"/>
              <a:buChar char="•"/>
              <a:tabLst>
                <a:tab pos="713310" algn="l"/>
                <a:tab pos="714015" algn="l"/>
              </a:tabLst>
            </a:pPr>
            <a:r>
              <a:rPr sz="1778" spc="-6" dirty="0">
                <a:latin typeface="Trebuchet MS"/>
                <a:cs typeface="Trebuchet MS"/>
              </a:rPr>
              <a:t>Often increase the </a:t>
            </a:r>
            <a:r>
              <a:rPr sz="1778" spc="-11" dirty="0">
                <a:latin typeface="Trebuchet MS"/>
                <a:cs typeface="Trebuchet MS"/>
              </a:rPr>
              <a:t>amount </a:t>
            </a:r>
            <a:r>
              <a:rPr sz="1778" spc="-6" dirty="0">
                <a:latin typeface="Trebuchet MS"/>
                <a:cs typeface="Trebuchet MS"/>
              </a:rPr>
              <a:t>of </a:t>
            </a:r>
            <a:r>
              <a:rPr sz="1778" spc="-11" dirty="0">
                <a:latin typeface="Trebuchet MS"/>
                <a:cs typeface="Trebuchet MS"/>
              </a:rPr>
              <a:t>work </a:t>
            </a:r>
            <a:r>
              <a:rPr sz="1778" spc="-6" dirty="0">
                <a:latin typeface="Trebuchet MS"/>
                <a:cs typeface="Trebuchet MS"/>
              </a:rPr>
              <a:t>required to reach the same </a:t>
            </a:r>
            <a:r>
              <a:rPr sz="1778" spc="-11" dirty="0">
                <a:latin typeface="Trebuchet MS"/>
                <a:cs typeface="Trebuchet MS"/>
              </a:rPr>
              <a:t>model</a:t>
            </a:r>
            <a:r>
              <a:rPr sz="1778" spc="222" dirty="0">
                <a:latin typeface="Trebuchet MS"/>
                <a:cs typeface="Trebuchet MS"/>
              </a:rPr>
              <a:t> </a:t>
            </a:r>
            <a:r>
              <a:rPr sz="1778" spc="-11" dirty="0">
                <a:latin typeface="Trebuchet MS"/>
                <a:cs typeface="Trebuchet MS"/>
              </a:rPr>
              <a:t>accuracy</a:t>
            </a:r>
            <a:endParaRPr sz="1778" dirty="0">
              <a:latin typeface="Trebuchet MS"/>
              <a:cs typeface="Trebuchet MS"/>
            </a:endParaRPr>
          </a:p>
        </p:txBody>
      </p:sp>
    </p:spTree>
    <p:extLst>
      <p:ext uri="{BB962C8B-B14F-4D97-AF65-F5344CB8AC3E}">
        <p14:creationId xmlns:p14="http://schemas.microsoft.com/office/powerpoint/2010/main" val="2139042718"/>
      </p:ext>
    </p:extLst>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spc="-6" dirty="0"/>
              <a:t>Parallelism</a:t>
            </a:r>
            <a:r>
              <a:rPr lang="en-US" altLang="zh-CN" spc="-56" dirty="0"/>
              <a:t> </a:t>
            </a:r>
            <a:r>
              <a:rPr lang="en-US" altLang="zh-CN" dirty="0"/>
              <a:t>Taxonomy</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154</a:t>
            </a:fld>
            <a:endParaRPr lang="en-US" altLang="en-US" sz="1600">
              <a:solidFill>
                <a:srgbClr val="000000"/>
              </a:solidFill>
              <a:latin typeface="Garamond" panose="02020404030301010803" pitchFamily="18" charset="0"/>
            </a:endParaRPr>
          </a:p>
        </p:txBody>
      </p:sp>
      <p:sp>
        <p:nvSpPr>
          <p:cNvPr id="32" name="Rectangle 30">
            <a:extLst>
              <a:ext uri="{FF2B5EF4-FFF2-40B4-BE49-F238E27FC236}">
                <a16:creationId xmlns:a16="http://schemas.microsoft.com/office/drawing/2014/main" id="{B623F121-DCEC-4026-A98B-2DCCBB4AD7A0}"/>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92" name="object 3">
            <a:extLst>
              <a:ext uri="{FF2B5EF4-FFF2-40B4-BE49-F238E27FC236}">
                <a16:creationId xmlns:a16="http://schemas.microsoft.com/office/drawing/2014/main" id="{F1C0B9AC-C47D-4203-9FFB-82A96DE30F5B}"/>
              </a:ext>
            </a:extLst>
          </p:cNvPr>
          <p:cNvSpPr/>
          <p:nvPr/>
        </p:nvSpPr>
        <p:spPr>
          <a:xfrm>
            <a:off x="2362200" y="1632782"/>
            <a:ext cx="2336800" cy="657578"/>
          </a:xfrm>
          <a:custGeom>
            <a:avLst/>
            <a:gdLst/>
            <a:ahLst/>
            <a:cxnLst/>
            <a:rect l="l" t="t" r="r" b="b"/>
            <a:pathLst>
              <a:path w="2103120" h="591819">
                <a:moveTo>
                  <a:pt x="0" y="295656"/>
                </a:moveTo>
                <a:lnTo>
                  <a:pt x="9599" y="255529"/>
                </a:lnTo>
                <a:lnTo>
                  <a:pt x="37562" y="217046"/>
                </a:lnTo>
                <a:lnTo>
                  <a:pt x="82635" y="180558"/>
                </a:lnTo>
                <a:lnTo>
                  <a:pt x="143566" y="146416"/>
                </a:lnTo>
                <a:lnTo>
                  <a:pt x="179587" y="130336"/>
                </a:lnTo>
                <a:lnTo>
                  <a:pt x="219102" y="114974"/>
                </a:lnTo>
                <a:lnTo>
                  <a:pt x="261955" y="100374"/>
                </a:lnTo>
                <a:lnTo>
                  <a:pt x="307990" y="86582"/>
                </a:lnTo>
                <a:lnTo>
                  <a:pt x="357050" y="73640"/>
                </a:lnTo>
                <a:lnTo>
                  <a:pt x="408978" y="61592"/>
                </a:lnTo>
                <a:lnTo>
                  <a:pt x="463618" y="50483"/>
                </a:lnTo>
                <a:lnTo>
                  <a:pt x="520812" y="40357"/>
                </a:lnTo>
                <a:lnTo>
                  <a:pt x="580406" y="31258"/>
                </a:lnTo>
                <a:lnTo>
                  <a:pt x="642240" y="23229"/>
                </a:lnTo>
                <a:lnTo>
                  <a:pt x="706161" y="16314"/>
                </a:lnTo>
                <a:lnTo>
                  <a:pt x="772010" y="10558"/>
                </a:lnTo>
                <a:lnTo>
                  <a:pt x="839630" y="6005"/>
                </a:lnTo>
                <a:lnTo>
                  <a:pt x="908867" y="2698"/>
                </a:lnTo>
                <a:lnTo>
                  <a:pt x="979562" y="681"/>
                </a:lnTo>
                <a:lnTo>
                  <a:pt x="1051560" y="0"/>
                </a:lnTo>
                <a:lnTo>
                  <a:pt x="1123557" y="681"/>
                </a:lnTo>
                <a:lnTo>
                  <a:pt x="1194252" y="2698"/>
                </a:lnTo>
                <a:lnTo>
                  <a:pt x="1263489" y="6005"/>
                </a:lnTo>
                <a:lnTo>
                  <a:pt x="1331109" y="10558"/>
                </a:lnTo>
                <a:lnTo>
                  <a:pt x="1396958" y="16314"/>
                </a:lnTo>
                <a:lnTo>
                  <a:pt x="1460879" y="23229"/>
                </a:lnTo>
                <a:lnTo>
                  <a:pt x="1522714" y="31258"/>
                </a:lnTo>
                <a:lnTo>
                  <a:pt x="1582307" y="40357"/>
                </a:lnTo>
                <a:lnTo>
                  <a:pt x="1639501" y="50483"/>
                </a:lnTo>
                <a:lnTo>
                  <a:pt x="1694141" y="61592"/>
                </a:lnTo>
                <a:lnTo>
                  <a:pt x="1746069" y="73640"/>
                </a:lnTo>
                <a:lnTo>
                  <a:pt x="1795129" y="86582"/>
                </a:lnTo>
                <a:lnTo>
                  <a:pt x="1841164" y="100374"/>
                </a:lnTo>
                <a:lnTo>
                  <a:pt x="1884017" y="114974"/>
                </a:lnTo>
                <a:lnTo>
                  <a:pt x="1923532" y="130336"/>
                </a:lnTo>
                <a:lnTo>
                  <a:pt x="1959553" y="146416"/>
                </a:lnTo>
                <a:lnTo>
                  <a:pt x="2020484" y="180558"/>
                </a:lnTo>
                <a:lnTo>
                  <a:pt x="2065558" y="217046"/>
                </a:lnTo>
                <a:lnTo>
                  <a:pt x="2093520" y="255529"/>
                </a:lnTo>
                <a:lnTo>
                  <a:pt x="2103120" y="295656"/>
                </a:lnTo>
                <a:lnTo>
                  <a:pt x="2100694" y="315902"/>
                </a:lnTo>
                <a:lnTo>
                  <a:pt x="2081756" y="355251"/>
                </a:lnTo>
                <a:lnTo>
                  <a:pt x="2045081" y="392780"/>
                </a:lnTo>
                <a:lnTo>
                  <a:pt x="1991923" y="428139"/>
                </a:lnTo>
                <a:lnTo>
                  <a:pt x="1923532" y="460975"/>
                </a:lnTo>
                <a:lnTo>
                  <a:pt x="1884017" y="476337"/>
                </a:lnTo>
                <a:lnTo>
                  <a:pt x="1841164" y="490937"/>
                </a:lnTo>
                <a:lnTo>
                  <a:pt x="1795129" y="504729"/>
                </a:lnTo>
                <a:lnTo>
                  <a:pt x="1746069" y="517671"/>
                </a:lnTo>
                <a:lnTo>
                  <a:pt x="1694141" y="529719"/>
                </a:lnTo>
                <a:lnTo>
                  <a:pt x="1639501" y="540828"/>
                </a:lnTo>
                <a:lnTo>
                  <a:pt x="1582307" y="550954"/>
                </a:lnTo>
                <a:lnTo>
                  <a:pt x="1522714" y="560053"/>
                </a:lnTo>
                <a:lnTo>
                  <a:pt x="1460879" y="568082"/>
                </a:lnTo>
                <a:lnTo>
                  <a:pt x="1396958" y="574997"/>
                </a:lnTo>
                <a:lnTo>
                  <a:pt x="1331109" y="580753"/>
                </a:lnTo>
                <a:lnTo>
                  <a:pt x="1263489" y="585306"/>
                </a:lnTo>
                <a:lnTo>
                  <a:pt x="1194252" y="588613"/>
                </a:lnTo>
                <a:lnTo>
                  <a:pt x="1123557" y="590630"/>
                </a:lnTo>
                <a:lnTo>
                  <a:pt x="1051560" y="591312"/>
                </a:lnTo>
                <a:lnTo>
                  <a:pt x="979562" y="590630"/>
                </a:lnTo>
                <a:lnTo>
                  <a:pt x="908867" y="588613"/>
                </a:lnTo>
                <a:lnTo>
                  <a:pt x="839630" y="585306"/>
                </a:lnTo>
                <a:lnTo>
                  <a:pt x="772010" y="580753"/>
                </a:lnTo>
                <a:lnTo>
                  <a:pt x="706161" y="574997"/>
                </a:lnTo>
                <a:lnTo>
                  <a:pt x="642240" y="568082"/>
                </a:lnTo>
                <a:lnTo>
                  <a:pt x="580406" y="560053"/>
                </a:lnTo>
                <a:lnTo>
                  <a:pt x="520812" y="550954"/>
                </a:lnTo>
                <a:lnTo>
                  <a:pt x="463618" y="540828"/>
                </a:lnTo>
                <a:lnTo>
                  <a:pt x="408978" y="529719"/>
                </a:lnTo>
                <a:lnTo>
                  <a:pt x="357050" y="517671"/>
                </a:lnTo>
                <a:lnTo>
                  <a:pt x="307990" y="504729"/>
                </a:lnTo>
                <a:lnTo>
                  <a:pt x="261955" y="490937"/>
                </a:lnTo>
                <a:lnTo>
                  <a:pt x="219102" y="476337"/>
                </a:lnTo>
                <a:lnTo>
                  <a:pt x="179587" y="460975"/>
                </a:lnTo>
                <a:lnTo>
                  <a:pt x="143566" y="444895"/>
                </a:lnTo>
                <a:lnTo>
                  <a:pt x="82635" y="410753"/>
                </a:lnTo>
                <a:lnTo>
                  <a:pt x="37562" y="374265"/>
                </a:lnTo>
                <a:lnTo>
                  <a:pt x="9599" y="335782"/>
                </a:lnTo>
                <a:lnTo>
                  <a:pt x="0" y="295656"/>
                </a:lnTo>
                <a:close/>
              </a:path>
            </a:pathLst>
          </a:custGeom>
          <a:ln w="19050">
            <a:solidFill>
              <a:srgbClr val="000000"/>
            </a:solidFill>
          </a:ln>
        </p:spPr>
        <p:txBody>
          <a:bodyPr wrap="square" lIns="0" tIns="0" rIns="0" bIns="0" rtlCol="0"/>
          <a:lstStyle/>
          <a:p>
            <a:endParaRPr sz="2000"/>
          </a:p>
        </p:txBody>
      </p:sp>
      <p:sp>
        <p:nvSpPr>
          <p:cNvPr id="93" name="object 4">
            <a:extLst>
              <a:ext uri="{FF2B5EF4-FFF2-40B4-BE49-F238E27FC236}">
                <a16:creationId xmlns:a16="http://schemas.microsoft.com/office/drawing/2014/main" id="{357F96B7-097A-4F4D-A309-E4CDE449EA80}"/>
              </a:ext>
            </a:extLst>
          </p:cNvPr>
          <p:cNvSpPr txBox="1"/>
          <p:nvPr/>
        </p:nvSpPr>
        <p:spPr>
          <a:xfrm>
            <a:off x="2802749" y="1821306"/>
            <a:ext cx="1455561" cy="254386"/>
          </a:xfrm>
          <a:prstGeom prst="rect">
            <a:avLst/>
          </a:prstGeom>
        </p:spPr>
        <p:txBody>
          <a:bodyPr vert="horz" wrap="square" lIns="0" tIns="14817" rIns="0" bIns="0" rtlCol="0">
            <a:spAutoFit/>
          </a:bodyPr>
          <a:lstStyle/>
          <a:p>
            <a:pPr marL="14111">
              <a:spcBef>
                <a:spcPts val="117"/>
              </a:spcBef>
            </a:pPr>
            <a:r>
              <a:rPr sz="1556" spc="-6" dirty="0">
                <a:latin typeface="Arial"/>
                <a:cs typeface="Arial"/>
              </a:rPr>
              <a:t>Parallel</a:t>
            </a:r>
            <a:r>
              <a:rPr sz="1556" spc="-78" dirty="0">
                <a:latin typeface="Arial"/>
                <a:cs typeface="Arial"/>
              </a:rPr>
              <a:t> </a:t>
            </a:r>
            <a:r>
              <a:rPr sz="1556" spc="-6" dirty="0">
                <a:latin typeface="Arial"/>
                <a:cs typeface="Arial"/>
              </a:rPr>
              <a:t>Training</a:t>
            </a:r>
            <a:endParaRPr sz="1556">
              <a:latin typeface="Arial"/>
              <a:cs typeface="Arial"/>
            </a:endParaRPr>
          </a:p>
        </p:txBody>
      </p:sp>
      <p:sp>
        <p:nvSpPr>
          <p:cNvPr id="94" name="object 5">
            <a:extLst>
              <a:ext uri="{FF2B5EF4-FFF2-40B4-BE49-F238E27FC236}">
                <a16:creationId xmlns:a16="http://schemas.microsoft.com/office/drawing/2014/main" id="{D8BCF1E5-D32D-4BFD-BB84-00D48353FE58}"/>
              </a:ext>
            </a:extLst>
          </p:cNvPr>
          <p:cNvSpPr/>
          <p:nvPr/>
        </p:nvSpPr>
        <p:spPr>
          <a:xfrm>
            <a:off x="152400" y="2640905"/>
            <a:ext cx="2338917" cy="655461"/>
          </a:xfrm>
          <a:custGeom>
            <a:avLst/>
            <a:gdLst/>
            <a:ahLst/>
            <a:cxnLst/>
            <a:rect l="l" t="t" r="r" b="b"/>
            <a:pathLst>
              <a:path w="2105025" h="589914">
                <a:moveTo>
                  <a:pt x="0" y="294894"/>
                </a:moveTo>
                <a:lnTo>
                  <a:pt x="9606" y="254889"/>
                </a:lnTo>
                <a:lnTo>
                  <a:pt x="37591" y="216517"/>
                </a:lnTo>
                <a:lnTo>
                  <a:pt x="82700" y="180129"/>
                </a:lnTo>
                <a:lnTo>
                  <a:pt x="143678" y="146078"/>
                </a:lnTo>
                <a:lnTo>
                  <a:pt x="179727" y="130038"/>
                </a:lnTo>
                <a:lnTo>
                  <a:pt x="219272" y="114714"/>
                </a:lnTo>
                <a:lnTo>
                  <a:pt x="262158" y="100151"/>
                </a:lnTo>
                <a:lnTo>
                  <a:pt x="308227" y="86391"/>
                </a:lnTo>
                <a:lnTo>
                  <a:pt x="357323" y="73480"/>
                </a:lnTo>
                <a:lnTo>
                  <a:pt x="409290" y="61460"/>
                </a:lnTo>
                <a:lnTo>
                  <a:pt x="463969" y="50376"/>
                </a:lnTo>
                <a:lnTo>
                  <a:pt x="521206" y="40273"/>
                </a:lnTo>
                <a:lnTo>
                  <a:pt x="580842" y="31193"/>
                </a:lnTo>
                <a:lnTo>
                  <a:pt x="642721" y="23181"/>
                </a:lnTo>
                <a:lnTo>
                  <a:pt x="706686" y="16281"/>
                </a:lnTo>
                <a:lnTo>
                  <a:pt x="772580" y="10537"/>
                </a:lnTo>
                <a:lnTo>
                  <a:pt x="840248" y="5993"/>
                </a:lnTo>
                <a:lnTo>
                  <a:pt x="909531" y="2693"/>
                </a:lnTo>
                <a:lnTo>
                  <a:pt x="980274" y="680"/>
                </a:lnTo>
                <a:lnTo>
                  <a:pt x="1052319" y="0"/>
                </a:lnTo>
                <a:lnTo>
                  <a:pt x="1124364" y="680"/>
                </a:lnTo>
                <a:lnTo>
                  <a:pt x="1195107" y="2693"/>
                </a:lnTo>
                <a:lnTo>
                  <a:pt x="1264390" y="5993"/>
                </a:lnTo>
                <a:lnTo>
                  <a:pt x="1332058" y="10537"/>
                </a:lnTo>
                <a:lnTo>
                  <a:pt x="1397952" y="16281"/>
                </a:lnTo>
                <a:lnTo>
                  <a:pt x="1461918" y="23181"/>
                </a:lnTo>
                <a:lnTo>
                  <a:pt x="1523797" y="31193"/>
                </a:lnTo>
                <a:lnTo>
                  <a:pt x="1583433" y="40273"/>
                </a:lnTo>
                <a:lnTo>
                  <a:pt x="1640669" y="50376"/>
                </a:lnTo>
                <a:lnTo>
                  <a:pt x="1695349" y="61460"/>
                </a:lnTo>
                <a:lnTo>
                  <a:pt x="1747316" y="73480"/>
                </a:lnTo>
                <a:lnTo>
                  <a:pt x="1796412" y="86391"/>
                </a:lnTo>
                <a:lnTo>
                  <a:pt x="1842482" y="100151"/>
                </a:lnTo>
                <a:lnTo>
                  <a:pt x="1885368" y="114714"/>
                </a:lnTo>
                <a:lnTo>
                  <a:pt x="1924913" y="130038"/>
                </a:lnTo>
                <a:lnTo>
                  <a:pt x="1960962" y="146078"/>
                </a:lnTo>
                <a:lnTo>
                  <a:pt x="2021940" y="180129"/>
                </a:lnTo>
                <a:lnTo>
                  <a:pt x="2067049" y="216517"/>
                </a:lnTo>
                <a:lnTo>
                  <a:pt x="2095034" y="254889"/>
                </a:lnTo>
                <a:lnTo>
                  <a:pt x="2104641" y="294894"/>
                </a:lnTo>
                <a:lnTo>
                  <a:pt x="2102213" y="315078"/>
                </a:lnTo>
                <a:lnTo>
                  <a:pt x="2083260" y="354310"/>
                </a:lnTo>
                <a:lnTo>
                  <a:pt x="2046557" y="391734"/>
                </a:lnTo>
                <a:lnTo>
                  <a:pt x="1993356" y="426998"/>
                </a:lnTo>
                <a:lnTo>
                  <a:pt x="1924913" y="459749"/>
                </a:lnTo>
                <a:lnTo>
                  <a:pt x="1885368" y="475073"/>
                </a:lnTo>
                <a:lnTo>
                  <a:pt x="1842482" y="489636"/>
                </a:lnTo>
                <a:lnTo>
                  <a:pt x="1796412" y="503396"/>
                </a:lnTo>
                <a:lnTo>
                  <a:pt x="1747316" y="516307"/>
                </a:lnTo>
                <a:lnTo>
                  <a:pt x="1695349" y="528327"/>
                </a:lnTo>
                <a:lnTo>
                  <a:pt x="1640669" y="539411"/>
                </a:lnTo>
                <a:lnTo>
                  <a:pt x="1583433" y="549514"/>
                </a:lnTo>
                <a:lnTo>
                  <a:pt x="1523797" y="558594"/>
                </a:lnTo>
                <a:lnTo>
                  <a:pt x="1461918" y="566606"/>
                </a:lnTo>
                <a:lnTo>
                  <a:pt x="1397952" y="573506"/>
                </a:lnTo>
                <a:lnTo>
                  <a:pt x="1332058" y="579250"/>
                </a:lnTo>
                <a:lnTo>
                  <a:pt x="1264390" y="583794"/>
                </a:lnTo>
                <a:lnTo>
                  <a:pt x="1195107" y="587094"/>
                </a:lnTo>
                <a:lnTo>
                  <a:pt x="1124364" y="589107"/>
                </a:lnTo>
                <a:lnTo>
                  <a:pt x="1052319" y="589788"/>
                </a:lnTo>
                <a:lnTo>
                  <a:pt x="980274" y="589107"/>
                </a:lnTo>
                <a:lnTo>
                  <a:pt x="909531" y="587094"/>
                </a:lnTo>
                <a:lnTo>
                  <a:pt x="840248" y="583794"/>
                </a:lnTo>
                <a:lnTo>
                  <a:pt x="772580" y="579250"/>
                </a:lnTo>
                <a:lnTo>
                  <a:pt x="706686" y="573506"/>
                </a:lnTo>
                <a:lnTo>
                  <a:pt x="642721" y="566606"/>
                </a:lnTo>
                <a:lnTo>
                  <a:pt x="580842" y="558594"/>
                </a:lnTo>
                <a:lnTo>
                  <a:pt x="521206" y="549514"/>
                </a:lnTo>
                <a:lnTo>
                  <a:pt x="463969" y="539411"/>
                </a:lnTo>
                <a:lnTo>
                  <a:pt x="409290" y="528327"/>
                </a:lnTo>
                <a:lnTo>
                  <a:pt x="357323" y="516307"/>
                </a:lnTo>
                <a:lnTo>
                  <a:pt x="308227" y="503396"/>
                </a:lnTo>
                <a:lnTo>
                  <a:pt x="262158" y="489636"/>
                </a:lnTo>
                <a:lnTo>
                  <a:pt x="219272" y="475073"/>
                </a:lnTo>
                <a:lnTo>
                  <a:pt x="179727" y="459749"/>
                </a:lnTo>
                <a:lnTo>
                  <a:pt x="143678" y="443709"/>
                </a:lnTo>
                <a:lnTo>
                  <a:pt x="82700" y="409658"/>
                </a:lnTo>
                <a:lnTo>
                  <a:pt x="37591" y="373270"/>
                </a:lnTo>
                <a:lnTo>
                  <a:pt x="9606" y="334898"/>
                </a:lnTo>
                <a:lnTo>
                  <a:pt x="0" y="294894"/>
                </a:lnTo>
                <a:close/>
              </a:path>
            </a:pathLst>
          </a:custGeom>
          <a:ln w="19050">
            <a:solidFill>
              <a:srgbClr val="000000"/>
            </a:solidFill>
          </a:ln>
        </p:spPr>
        <p:txBody>
          <a:bodyPr wrap="square" lIns="0" tIns="0" rIns="0" bIns="0" rtlCol="0"/>
          <a:lstStyle/>
          <a:p>
            <a:endParaRPr sz="2000"/>
          </a:p>
        </p:txBody>
      </p:sp>
      <p:sp>
        <p:nvSpPr>
          <p:cNvPr id="95" name="object 6">
            <a:extLst>
              <a:ext uri="{FF2B5EF4-FFF2-40B4-BE49-F238E27FC236}">
                <a16:creationId xmlns:a16="http://schemas.microsoft.com/office/drawing/2014/main" id="{DCF75CA3-BC31-49E1-BE81-3927ED204E16}"/>
              </a:ext>
            </a:extLst>
          </p:cNvPr>
          <p:cNvSpPr txBox="1"/>
          <p:nvPr/>
        </p:nvSpPr>
        <p:spPr>
          <a:xfrm>
            <a:off x="723055" y="2841442"/>
            <a:ext cx="1159933" cy="254386"/>
          </a:xfrm>
          <a:prstGeom prst="rect">
            <a:avLst/>
          </a:prstGeom>
        </p:spPr>
        <p:txBody>
          <a:bodyPr vert="horz" wrap="square" lIns="0" tIns="14817" rIns="0" bIns="0" rtlCol="0">
            <a:spAutoFit/>
          </a:bodyPr>
          <a:lstStyle/>
          <a:p>
            <a:pPr marL="14111">
              <a:spcBef>
                <a:spcPts val="117"/>
              </a:spcBef>
            </a:pPr>
            <a:r>
              <a:rPr sz="1556" spc="-6" dirty="0">
                <a:latin typeface="Arial"/>
                <a:cs typeface="Arial"/>
              </a:rPr>
              <a:t>Data</a:t>
            </a:r>
            <a:r>
              <a:rPr sz="1556" spc="-83" dirty="0">
                <a:latin typeface="Arial"/>
                <a:cs typeface="Arial"/>
              </a:rPr>
              <a:t> </a:t>
            </a:r>
            <a:r>
              <a:rPr sz="1556" dirty="0">
                <a:latin typeface="Arial"/>
                <a:cs typeface="Arial"/>
              </a:rPr>
              <a:t>Parallel</a:t>
            </a:r>
          </a:p>
        </p:txBody>
      </p:sp>
      <p:sp>
        <p:nvSpPr>
          <p:cNvPr id="96" name="object 7">
            <a:extLst>
              <a:ext uri="{FF2B5EF4-FFF2-40B4-BE49-F238E27FC236}">
                <a16:creationId xmlns:a16="http://schemas.microsoft.com/office/drawing/2014/main" id="{B7699B3F-B8F8-4B0C-ABBB-761F43567039}"/>
              </a:ext>
            </a:extLst>
          </p:cNvPr>
          <p:cNvSpPr/>
          <p:nvPr/>
        </p:nvSpPr>
        <p:spPr>
          <a:xfrm>
            <a:off x="5283200" y="2543796"/>
            <a:ext cx="2336800" cy="655461"/>
          </a:xfrm>
          <a:custGeom>
            <a:avLst/>
            <a:gdLst/>
            <a:ahLst/>
            <a:cxnLst/>
            <a:rect l="l" t="t" r="r" b="b"/>
            <a:pathLst>
              <a:path w="2103120" h="589914">
                <a:moveTo>
                  <a:pt x="0" y="294894"/>
                </a:moveTo>
                <a:lnTo>
                  <a:pt x="9599" y="254889"/>
                </a:lnTo>
                <a:lnTo>
                  <a:pt x="37562" y="216517"/>
                </a:lnTo>
                <a:lnTo>
                  <a:pt x="82635" y="180129"/>
                </a:lnTo>
                <a:lnTo>
                  <a:pt x="143566" y="146078"/>
                </a:lnTo>
                <a:lnTo>
                  <a:pt x="179587" y="130038"/>
                </a:lnTo>
                <a:lnTo>
                  <a:pt x="219102" y="114714"/>
                </a:lnTo>
                <a:lnTo>
                  <a:pt x="261955" y="100151"/>
                </a:lnTo>
                <a:lnTo>
                  <a:pt x="307990" y="86391"/>
                </a:lnTo>
                <a:lnTo>
                  <a:pt x="357050" y="73480"/>
                </a:lnTo>
                <a:lnTo>
                  <a:pt x="408978" y="61460"/>
                </a:lnTo>
                <a:lnTo>
                  <a:pt x="463618" y="50376"/>
                </a:lnTo>
                <a:lnTo>
                  <a:pt x="520812" y="40273"/>
                </a:lnTo>
                <a:lnTo>
                  <a:pt x="580406" y="31193"/>
                </a:lnTo>
                <a:lnTo>
                  <a:pt x="642240" y="23181"/>
                </a:lnTo>
                <a:lnTo>
                  <a:pt x="706161" y="16281"/>
                </a:lnTo>
                <a:lnTo>
                  <a:pt x="772010" y="10537"/>
                </a:lnTo>
                <a:lnTo>
                  <a:pt x="839630" y="5993"/>
                </a:lnTo>
                <a:lnTo>
                  <a:pt x="908867" y="2693"/>
                </a:lnTo>
                <a:lnTo>
                  <a:pt x="979562" y="680"/>
                </a:lnTo>
                <a:lnTo>
                  <a:pt x="1051560" y="0"/>
                </a:lnTo>
                <a:lnTo>
                  <a:pt x="1123557" y="680"/>
                </a:lnTo>
                <a:lnTo>
                  <a:pt x="1194252" y="2693"/>
                </a:lnTo>
                <a:lnTo>
                  <a:pt x="1263489" y="5993"/>
                </a:lnTo>
                <a:lnTo>
                  <a:pt x="1331109" y="10537"/>
                </a:lnTo>
                <a:lnTo>
                  <a:pt x="1396958" y="16281"/>
                </a:lnTo>
                <a:lnTo>
                  <a:pt x="1460879" y="23181"/>
                </a:lnTo>
                <a:lnTo>
                  <a:pt x="1522714" y="31193"/>
                </a:lnTo>
                <a:lnTo>
                  <a:pt x="1582307" y="40273"/>
                </a:lnTo>
                <a:lnTo>
                  <a:pt x="1639501" y="50376"/>
                </a:lnTo>
                <a:lnTo>
                  <a:pt x="1694141" y="61460"/>
                </a:lnTo>
                <a:lnTo>
                  <a:pt x="1746069" y="73480"/>
                </a:lnTo>
                <a:lnTo>
                  <a:pt x="1795129" y="86391"/>
                </a:lnTo>
                <a:lnTo>
                  <a:pt x="1841164" y="100151"/>
                </a:lnTo>
                <a:lnTo>
                  <a:pt x="1884017" y="114714"/>
                </a:lnTo>
                <a:lnTo>
                  <a:pt x="1923532" y="130038"/>
                </a:lnTo>
                <a:lnTo>
                  <a:pt x="1959553" y="146078"/>
                </a:lnTo>
                <a:lnTo>
                  <a:pt x="2020484" y="180129"/>
                </a:lnTo>
                <a:lnTo>
                  <a:pt x="2065558" y="216517"/>
                </a:lnTo>
                <a:lnTo>
                  <a:pt x="2093520" y="254889"/>
                </a:lnTo>
                <a:lnTo>
                  <a:pt x="2103120" y="294894"/>
                </a:lnTo>
                <a:lnTo>
                  <a:pt x="2100694" y="315078"/>
                </a:lnTo>
                <a:lnTo>
                  <a:pt x="2081756" y="354310"/>
                </a:lnTo>
                <a:lnTo>
                  <a:pt x="2045081" y="391734"/>
                </a:lnTo>
                <a:lnTo>
                  <a:pt x="1991923" y="426998"/>
                </a:lnTo>
                <a:lnTo>
                  <a:pt x="1923532" y="459749"/>
                </a:lnTo>
                <a:lnTo>
                  <a:pt x="1884017" y="475073"/>
                </a:lnTo>
                <a:lnTo>
                  <a:pt x="1841164" y="489636"/>
                </a:lnTo>
                <a:lnTo>
                  <a:pt x="1795129" y="503396"/>
                </a:lnTo>
                <a:lnTo>
                  <a:pt x="1746069" y="516307"/>
                </a:lnTo>
                <a:lnTo>
                  <a:pt x="1694141" y="528327"/>
                </a:lnTo>
                <a:lnTo>
                  <a:pt x="1639501" y="539411"/>
                </a:lnTo>
                <a:lnTo>
                  <a:pt x="1582307" y="549514"/>
                </a:lnTo>
                <a:lnTo>
                  <a:pt x="1522714" y="558594"/>
                </a:lnTo>
                <a:lnTo>
                  <a:pt x="1460879" y="566606"/>
                </a:lnTo>
                <a:lnTo>
                  <a:pt x="1396958" y="573506"/>
                </a:lnTo>
                <a:lnTo>
                  <a:pt x="1331109" y="579250"/>
                </a:lnTo>
                <a:lnTo>
                  <a:pt x="1263489" y="583794"/>
                </a:lnTo>
                <a:lnTo>
                  <a:pt x="1194252" y="587094"/>
                </a:lnTo>
                <a:lnTo>
                  <a:pt x="1123557" y="589107"/>
                </a:lnTo>
                <a:lnTo>
                  <a:pt x="1051560" y="589788"/>
                </a:lnTo>
                <a:lnTo>
                  <a:pt x="979562" y="589107"/>
                </a:lnTo>
                <a:lnTo>
                  <a:pt x="908867" y="587094"/>
                </a:lnTo>
                <a:lnTo>
                  <a:pt x="839630" y="583794"/>
                </a:lnTo>
                <a:lnTo>
                  <a:pt x="772010" y="579250"/>
                </a:lnTo>
                <a:lnTo>
                  <a:pt x="706161" y="573506"/>
                </a:lnTo>
                <a:lnTo>
                  <a:pt x="642240" y="566606"/>
                </a:lnTo>
                <a:lnTo>
                  <a:pt x="580406" y="558594"/>
                </a:lnTo>
                <a:lnTo>
                  <a:pt x="520812" y="549514"/>
                </a:lnTo>
                <a:lnTo>
                  <a:pt x="463618" y="539411"/>
                </a:lnTo>
                <a:lnTo>
                  <a:pt x="408978" y="528327"/>
                </a:lnTo>
                <a:lnTo>
                  <a:pt x="357050" y="516307"/>
                </a:lnTo>
                <a:lnTo>
                  <a:pt x="307990" y="503396"/>
                </a:lnTo>
                <a:lnTo>
                  <a:pt x="261955" y="489636"/>
                </a:lnTo>
                <a:lnTo>
                  <a:pt x="219102" y="475073"/>
                </a:lnTo>
                <a:lnTo>
                  <a:pt x="179587" y="459749"/>
                </a:lnTo>
                <a:lnTo>
                  <a:pt x="143566" y="443709"/>
                </a:lnTo>
                <a:lnTo>
                  <a:pt x="82635" y="409658"/>
                </a:lnTo>
                <a:lnTo>
                  <a:pt x="37562" y="373270"/>
                </a:lnTo>
                <a:lnTo>
                  <a:pt x="9599" y="334898"/>
                </a:lnTo>
                <a:lnTo>
                  <a:pt x="0" y="294894"/>
                </a:lnTo>
                <a:close/>
              </a:path>
            </a:pathLst>
          </a:custGeom>
          <a:ln w="19050">
            <a:solidFill>
              <a:srgbClr val="000000"/>
            </a:solidFill>
          </a:ln>
        </p:spPr>
        <p:txBody>
          <a:bodyPr wrap="square" lIns="0" tIns="0" rIns="0" bIns="0" rtlCol="0"/>
          <a:lstStyle/>
          <a:p>
            <a:endParaRPr sz="2000"/>
          </a:p>
        </p:txBody>
      </p:sp>
      <p:sp>
        <p:nvSpPr>
          <p:cNvPr id="97" name="object 8">
            <a:extLst>
              <a:ext uri="{FF2B5EF4-FFF2-40B4-BE49-F238E27FC236}">
                <a16:creationId xmlns:a16="http://schemas.microsoft.com/office/drawing/2014/main" id="{A35962E6-282F-44AE-A374-FA72167C51DF}"/>
              </a:ext>
            </a:extLst>
          </p:cNvPr>
          <p:cNvSpPr txBox="1"/>
          <p:nvPr/>
        </p:nvSpPr>
        <p:spPr>
          <a:xfrm>
            <a:off x="5811801" y="2732039"/>
            <a:ext cx="1279878" cy="254386"/>
          </a:xfrm>
          <a:prstGeom prst="rect">
            <a:avLst/>
          </a:prstGeom>
        </p:spPr>
        <p:txBody>
          <a:bodyPr vert="horz" wrap="square" lIns="0" tIns="14817" rIns="0" bIns="0" rtlCol="0">
            <a:spAutoFit/>
          </a:bodyPr>
          <a:lstStyle/>
          <a:p>
            <a:pPr marL="14111">
              <a:spcBef>
                <a:spcPts val="117"/>
              </a:spcBef>
            </a:pPr>
            <a:r>
              <a:rPr sz="1556" dirty="0">
                <a:latin typeface="Arial"/>
                <a:cs typeface="Arial"/>
              </a:rPr>
              <a:t>Model</a:t>
            </a:r>
            <a:r>
              <a:rPr sz="1556" spc="-100" dirty="0">
                <a:latin typeface="Arial"/>
                <a:cs typeface="Arial"/>
              </a:rPr>
              <a:t> </a:t>
            </a:r>
            <a:r>
              <a:rPr sz="1556" dirty="0">
                <a:latin typeface="Arial"/>
                <a:cs typeface="Arial"/>
              </a:rPr>
              <a:t>Parallel</a:t>
            </a:r>
          </a:p>
        </p:txBody>
      </p:sp>
      <p:sp>
        <p:nvSpPr>
          <p:cNvPr id="98" name="object 9">
            <a:extLst>
              <a:ext uri="{FF2B5EF4-FFF2-40B4-BE49-F238E27FC236}">
                <a16:creationId xmlns:a16="http://schemas.microsoft.com/office/drawing/2014/main" id="{A580B88B-616E-4442-8E0F-5FC9D1FE7072}"/>
              </a:ext>
            </a:extLst>
          </p:cNvPr>
          <p:cNvSpPr/>
          <p:nvPr/>
        </p:nvSpPr>
        <p:spPr>
          <a:xfrm>
            <a:off x="3058160" y="3676635"/>
            <a:ext cx="2338917" cy="657578"/>
          </a:xfrm>
          <a:custGeom>
            <a:avLst/>
            <a:gdLst/>
            <a:ahLst/>
            <a:cxnLst/>
            <a:rect l="l" t="t" r="r" b="b"/>
            <a:pathLst>
              <a:path w="2105025" h="591820">
                <a:moveTo>
                  <a:pt x="0" y="295656"/>
                </a:moveTo>
                <a:lnTo>
                  <a:pt x="9607" y="255529"/>
                </a:lnTo>
                <a:lnTo>
                  <a:pt x="37592" y="217046"/>
                </a:lnTo>
                <a:lnTo>
                  <a:pt x="82700" y="180558"/>
                </a:lnTo>
                <a:lnTo>
                  <a:pt x="143679" y="146416"/>
                </a:lnTo>
                <a:lnTo>
                  <a:pt x="179727" y="130336"/>
                </a:lnTo>
                <a:lnTo>
                  <a:pt x="219273" y="114974"/>
                </a:lnTo>
                <a:lnTo>
                  <a:pt x="262159" y="100374"/>
                </a:lnTo>
                <a:lnTo>
                  <a:pt x="308229" y="86582"/>
                </a:lnTo>
                <a:lnTo>
                  <a:pt x="357325" y="73640"/>
                </a:lnTo>
                <a:lnTo>
                  <a:pt x="409291" y="61592"/>
                </a:lnTo>
                <a:lnTo>
                  <a:pt x="463971" y="50483"/>
                </a:lnTo>
                <a:lnTo>
                  <a:pt x="521208" y="40357"/>
                </a:lnTo>
                <a:lnTo>
                  <a:pt x="580844" y="31258"/>
                </a:lnTo>
                <a:lnTo>
                  <a:pt x="642723" y="23229"/>
                </a:lnTo>
                <a:lnTo>
                  <a:pt x="706688" y="16314"/>
                </a:lnTo>
                <a:lnTo>
                  <a:pt x="772583" y="10558"/>
                </a:lnTo>
                <a:lnTo>
                  <a:pt x="840250" y="6005"/>
                </a:lnTo>
                <a:lnTo>
                  <a:pt x="909534" y="2698"/>
                </a:lnTo>
                <a:lnTo>
                  <a:pt x="980276" y="681"/>
                </a:lnTo>
                <a:lnTo>
                  <a:pt x="1052322" y="0"/>
                </a:lnTo>
                <a:lnTo>
                  <a:pt x="1124367" y="681"/>
                </a:lnTo>
                <a:lnTo>
                  <a:pt x="1195109" y="2698"/>
                </a:lnTo>
                <a:lnTo>
                  <a:pt x="1264393" y="6005"/>
                </a:lnTo>
                <a:lnTo>
                  <a:pt x="1332060" y="10558"/>
                </a:lnTo>
                <a:lnTo>
                  <a:pt x="1397955" y="16314"/>
                </a:lnTo>
                <a:lnTo>
                  <a:pt x="1461920" y="23229"/>
                </a:lnTo>
                <a:lnTo>
                  <a:pt x="1523799" y="31258"/>
                </a:lnTo>
                <a:lnTo>
                  <a:pt x="1583436" y="40357"/>
                </a:lnTo>
                <a:lnTo>
                  <a:pt x="1640672" y="50483"/>
                </a:lnTo>
                <a:lnTo>
                  <a:pt x="1695352" y="61592"/>
                </a:lnTo>
                <a:lnTo>
                  <a:pt x="1747318" y="73640"/>
                </a:lnTo>
                <a:lnTo>
                  <a:pt x="1796415" y="86582"/>
                </a:lnTo>
                <a:lnTo>
                  <a:pt x="1842484" y="100374"/>
                </a:lnTo>
                <a:lnTo>
                  <a:pt x="1885370" y="114974"/>
                </a:lnTo>
                <a:lnTo>
                  <a:pt x="1924916" y="130336"/>
                </a:lnTo>
                <a:lnTo>
                  <a:pt x="1960964" y="146416"/>
                </a:lnTo>
                <a:lnTo>
                  <a:pt x="2021943" y="180558"/>
                </a:lnTo>
                <a:lnTo>
                  <a:pt x="2067052" y="217046"/>
                </a:lnTo>
                <a:lnTo>
                  <a:pt x="2095037" y="255529"/>
                </a:lnTo>
                <a:lnTo>
                  <a:pt x="2104644" y="295656"/>
                </a:lnTo>
                <a:lnTo>
                  <a:pt x="2102216" y="315902"/>
                </a:lnTo>
                <a:lnTo>
                  <a:pt x="2083263" y="355251"/>
                </a:lnTo>
                <a:lnTo>
                  <a:pt x="2046559" y="392780"/>
                </a:lnTo>
                <a:lnTo>
                  <a:pt x="1993359" y="428139"/>
                </a:lnTo>
                <a:lnTo>
                  <a:pt x="1924916" y="460975"/>
                </a:lnTo>
                <a:lnTo>
                  <a:pt x="1885370" y="476337"/>
                </a:lnTo>
                <a:lnTo>
                  <a:pt x="1842484" y="490937"/>
                </a:lnTo>
                <a:lnTo>
                  <a:pt x="1796415" y="504729"/>
                </a:lnTo>
                <a:lnTo>
                  <a:pt x="1747318" y="517671"/>
                </a:lnTo>
                <a:lnTo>
                  <a:pt x="1695352" y="529719"/>
                </a:lnTo>
                <a:lnTo>
                  <a:pt x="1640672" y="540828"/>
                </a:lnTo>
                <a:lnTo>
                  <a:pt x="1583436" y="550954"/>
                </a:lnTo>
                <a:lnTo>
                  <a:pt x="1523799" y="560053"/>
                </a:lnTo>
                <a:lnTo>
                  <a:pt x="1461920" y="568082"/>
                </a:lnTo>
                <a:lnTo>
                  <a:pt x="1397955" y="574997"/>
                </a:lnTo>
                <a:lnTo>
                  <a:pt x="1332060" y="580753"/>
                </a:lnTo>
                <a:lnTo>
                  <a:pt x="1264393" y="585306"/>
                </a:lnTo>
                <a:lnTo>
                  <a:pt x="1195109" y="588613"/>
                </a:lnTo>
                <a:lnTo>
                  <a:pt x="1124367" y="590630"/>
                </a:lnTo>
                <a:lnTo>
                  <a:pt x="1052322" y="591312"/>
                </a:lnTo>
                <a:lnTo>
                  <a:pt x="980276" y="590630"/>
                </a:lnTo>
                <a:lnTo>
                  <a:pt x="909534" y="588613"/>
                </a:lnTo>
                <a:lnTo>
                  <a:pt x="840250" y="585306"/>
                </a:lnTo>
                <a:lnTo>
                  <a:pt x="772583" y="580753"/>
                </a:lnTo>
                <a:lnTo>
                  <a:pt x="706688" y="574997"/>
                </a:lnTo>
                <a:lnTo>
                  <a:pt x="642723" y="568082"/>
                </a:lnTo>
                <a:lnTo>
                  <a:pt x="580844" y="560053"/>
                </a:lnTo>
                <a:lnTo>
                  <a:pt x="521208" y="550954"/>
                </a:lnTo>
                <a:lnTo>
                  <a:pt x="463971" y="540828"/>
                </a:lnTo>
                <a:lnTo>
                  <a:pt x="409291" y="529719"/>
                </a:lnTo>
                <a:lnTo>
                  <a:pt x="357325" y="517671"/>
                </a:lnTo>
                <a:lnTo>
                  <a:pt x="308229" y="504729"/>
                </a:lnTo>
                <a:lnTo>
                  <a:pt x="262159" y="490937"/>
                </a:lnTo>
                <a:lnTo>
                  <a:pt x="219273" y="476337"/>
                </a:lnTo>
                <a:lnTo>
                  <a:pt x="179727" y="460975"/>
                </a:lnTo>
                <a:lnTo>
                  <a:pt x="143679" y="444895"/>
                </a:lnTo>
                <a:lnTo>
                  <a:pt x="82700" y="410753"/>
                </a:lnTo>
                <a:lnTo>
                  <a:pt x="37592" y="374265"/>
                </a:lnTo>
                <a:lnTo>
                  <a:pt x="9607" y="335782"/>
                </a:lnTo>
                <a:lnTo>
                  <a:pt x="0" y="295656"/>
                </a:lnTo>
                <a:close/>
              </a:path>
            </a:pathLst>
          </a:custGeom>
          <a:ln w="19050">
            <a:solidFill>
              <a:srgbClr val="000000"/>
            </a:solidFill>
          </a:ln>
        </p:spPr>
        <p:txBody>
          <a:bodyPr wrap="square" lIns="0" tIns="0" rIns="0" bIns="0" rtlCol="0"/>
          <a:lstStyle/>
          <a:p>
            <a:endParaRPr sz="2000"/>
          </a:p>
        </p:txBody>
      </p:sp>
      <p:sp>
        <p:nvSpPr>
          <p:cNvPr id="99" name="object 10">
            <a:extLst>
              <a:ext uri="{FF2B5EF4-FFF2-40B4-BE49-F238E27FC236}">
                <a16:creationId xmlns:a16="http://schemas.microsoft.com/office/drawing/2014/main" id="{6F6DE6F8-2963-4562-B766-6E2114C88E2F}"/>
              </a:ext>
            </a:extLst>
          </p:cNvPr>
          <p:cNvSpPr txBox="1"/>
          <p:nvPr/>
        </p:nvSpPr>
        <p:spPr>
          <a:xfrm>
            <a:off x="3741138" y="3865162"/>
            <a:ext cx="969433"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Intra</a:t>
            </a:r>
            <a:r>
              <a:rPr sz="1556" spc="-100" dirty="0">
                <a:latin typeface="Arial"/>
                <a:cs typeface="Arial"/>
              </a:rPr>
              <a:t> </a:t>
            </a:r>
            <a:r>
              <a:rPr sz="1556" spc="-6" dirty="0">
                <a:latin typeface="Arial"/>
                <a:cs typeface="Arial"/>
              </a:rPr>
              <a:t>Layer</a:t>
            </a:r>
            <a:endParaRPr sz="1556" dirty="0">
              <a:latin typeface="Arial"/>
              <a:cs typeface="Arial"/>
            </a:endParaRPr>
          </a:p>
        </p:txBody>
      </p:sp>
      <p:sp>
        <p:nvSpPr>
          <p:cNvPr id="100" name="object 11">
            <a:extLst>
              <a:ext uri="{FF2B5EF4-FFF2-40B4-BE49-F238E27FC236}">
                <a16:creationId xmlns:a16="http://schemas.microsoft.com/office/drawing/2014/main" id="{AE172A8E-ECE5-42F0-9403-8FDB79FBB390}"/>
              </a:ext>
            </a:extLst>
          </p:cNvPr>
          <p:cNvSpPr/>
          <p:nvPr/>
        </p:nvSpPr>
        <p:spPr>
          <a:xfrm>
            <a:off x="6700838" y="3818574"/>
            <a:ext cx="2292773" cy="600521"/>
          </a:xfrm>
          <a:custGeom>
            <a:avLst/>
            <a:gdLst/>
            <a:ahLst/>
            <a:cxnLst/>
            <a:rect l="l" t="t" r="r" b="b"/>
            <a:pathLst>
              <a:path w="2103120" h="591820">
                <a:moveTo>
                  <a:pt x="0" y="295656"/>
                </a:moveTo>
                <a:lnTo>
                  <a:pt x="9599" y="255529"/>
                </a:lnTo>
                <a:lnTo>
                  <a:pt x="37562" y="217046"/>
                </a:lnTo>
                <a:lnTo>
                  <a:pt x="82635" y="180558"/>
                </a:lnTo>
                <a:lnTo>
                  <a:pt x="143566" y="146416"/>
                </a:lnTo>
                <a:lnTo>
                  <a:pt x="179587" y="130336"/>
                </a:lnTo>
                <a:lnTo>
                  <a:pt x="219102" y="114974"/>
                </a:lnTo>
                <a:lnTo>
                  <a:pt x="261955" y="100374"/>
                </a:lnTo>
                <a:lnTo>
                  <a:pt x="307990" y="86582"/>
                </a:lnTo>
                <a:lnTo>
                  <a:pt x="357050" y="73640"/>
                </a:lnTo>
                <a:lnTo>
                  <a:pt x="408978" y="61592"/>
                </a:lnTo>
                <a:lnTo>
                  <a:pt x="463618" y="50483"/>
                </a:lnTo>
                <a:lnTo>
                  <a:pt x="520812" y="40357"/>
                </a:lnTo>
                <a:lnTo>
                  <a:pt x="580406" y="31258"/>
                </a:lnTo>
                <a:lnTo>
                  <a:pt x="642240" y="23229"/>
                </a:lnTo>
                <a:lnTo>
                  <a:pt x="706161" y="16314"/>
                </a:lnTo>
                <a:lnTo>
                  <a:pt x="772010" y="10558"/>
                </a:lnTo>
                <a:lnTo>
                  <a:pt x="839630" y="6005"/>
                </a:lnTo>
                <a:lnTo>
                  <a:pt x="908867" y="2698"/>
                </a:lnTo>
                <a:lnTo>
                  <a:pt x="979562" y="681"/>
                </a:lnTo>
                <a:lnTo>
                  <a:pt x="1051560" y="0"/>
                </a:lnTo>
                <a:lnTo>
                  <a:pt x="1123557" y="681"/>
                </a:lnTo>
                <a:lnTo>
                  <a:pt x="1194252" y="2698"/>
                </a:lnTo>
                <a:lnTo>
                  <a:pt x="1263489" y="6005"/>
                </a:lnTo>
                <a:lnTo>
                  <a:pt x="1331109" y="10558"/>
                </a:lnTo>
                <a:lnTo>
                  <a:pt x="1396958" y="16314"/>
                </a:lnTo>
                <a:lnTo>
                  <a:pt x="1460879" y="23229"/>
                </a:lnTo>
                <a:lnTo>
                  <a:pt x="1522714" y="31258"/>
                </a:lnTo>
                <a:lnTo>
                  <a:pt x="1582307" y="40357"/>
                </a:lnTo>
                <a:lnTo>
                  <a:pt x="1639501" y="50483"/>
                </a:lnTo>
                <a:lnTo>
                  <a:pt x="1694141" y="61592"/>
                </a:lnTo>
                <a:lnTo>
                  <a:pt x="1746069" y="73640"/>
                </a:lnTo>
                <a:lnTo>
                  <a:pt x="1795129" y="86582"/>
                </a:lnTo>
                <a:lnTo>
                  <a:pt x="1841164" y="100374"/>
                </a:lnTo>
                <a:lnTo>
                  <a:pt x="1884017" y="114974"/>
                </a:lnTo>
                <a:lnTo>
                  <a:pt x="1923532" y="130336"/>
                </a:lnTo>
                <a:lnTo>
                  <a:pt x="1959553" y="146416"/>
                </a:lnTo>
                <a:lnTo>
                  <a:pt x="2020484" y="180558"/>
                </a:lnTo>
                <a:lnTo>
                  <a:pt x="2065558" y="217046"/>
                </a:lnTo>
                <a:lnTo>
                  <a:pt x="2093520" y="255529"/>
                </a:lnTo>
                <a:lnTo>
                  <a:pt x="2103120" y="295656"/>
                </a:lnTo>
                <a:lnTo>
                  <a:pt x="2100694" y="315902"/>
                </a:lnTo>
                <a:lnTo>
                  <a:pt x="2081756" y="355251"/>
                </a:lnTo>
                <a:lnTo>
                  <a:pt x="2045081" y="392780"/>
                </a:lnTo>
                <a:lnTo>
                  <a:pt x="1991923" y="428139"/>
                </a:lnTo>
                <a:lnTo>
                  <a:pt x="1923532" y="460975"/>
                </a:lnTo>
                <a:lnTo>
                  <a:pt x="1884017" y="476337"/>
                </a:lnTo>
                <a:lnTo>
                  <a:pt x="1841164" y="490937"/>
                </a:lnTo>
                <a:lnTo>
                  <a:pt x="1795129" y="504729"/>
                </a:lnTo>
                <a:lnTo>
                  <a:pt x="1746069" y="517671"/>
                </a:lnTo>
                <a:lnTo>
                  <a:pt x="1694141" y="529719"/>
                </a:lnTo>
                <a:lnTo>
                  <a:pt x="1639501" y="540828"/>
                </a:lnTo>
                <a:lnTo>
                  <a:pt x="1582307" y="550954"/>
                </a:lnTo>
                <a:lnTo>
                  <a:pt x="1522714" y="560053"/>
                </a:lnTo>
                <a:lnTo>
                  <a:pt x="1460879" y="568082"/>
                </a:lnTo>
                <a:lnTo>
                  <a:pt x="1396958" y="574997"/>
                </a:lnTo>
                <a:lnTo>
                  <a:pt x="1331109" y="580753"/>
                </a:lnTo>
                <a:lnTo>
                  <a:pt x="1263489" y="585306"/>
                </a:lnTo>
                <a:lnTo>
                  <a:pt x="1194252" y="588613"/>
                </a:lnTo>
                <a:lnTo>
                  <a:pt x="1123557" y="590630"/>
                </a:lnTo>
                <a:lnTo>
                  <a:pt x="1051560" y="591312"/>
                </a:lnTo>
                <a:lnTo>
                  <a:pt x="979562" y="590630"/>
                </a:lnTo>
                <a:lnTo>
                  <a:pt x="908867" y="588613"/>
                </a:lnTo>
                <a:lnTo>
                  <a:pt x="839630" y="585306"/>
                </a:lnTo>
                <a:lnTo>
                  <a:pt x="772010" y="580753"/>
                </a:lnTo>
                <a:lnTo>
                  <a:pt x="706161" y="574997"/>
                </a:lnTo>
                <a:lnTo>
                  <a:pt x="642240" y="568082"/>
                </a:lnTo>
                <a:lnTo>
                  <a:pt x="580406" y="560053"/>
                </a:lnTo>
                <a:lnTo>
                  <a:pt x="520812" y="550954"/>
                </a:lnTo>
                <a:lnTo>
                  <a:pt x="463618" y="540828"/>
                </a:lnTo>
                <a:lnTo>
                  <a:pt x="408978" y="529719"/>
                </a:lnTo>
                <a:lnTo>
                  <a:pt x="357050" y="517671"/>
                </a:lnTo>
                <a:lnTo>
                  <a:pt x="307990" y="504729"/>
                </a:lnTo>
                <a:lnTo>
                  <a:pt x="261955" y="490937"/>
                </a:lnTo>
                <a:lnTo>
                  <a:pt x="219102" y="476337"/>
                </a:lnTo>
                <a:lnTo>
                  <a:pt x="179587" y="460975"/>
                </a:lnTo>
                <a:lnTo>
                  <a:pt x="143566" y="444895"/>
                </a:lnTo>
                <a:lnTo>
                  <a:pt x="82635" y="410753"/>
                </a:lnTo>
                <a:lnTo>
                  <a:pt x="37562" y="374265"/>
                </a:lnTo>
                <a:lnTo>
                  <a:pt x="9599" y="335782"/>
                </a:lnTo>
                <a:lnTo>
                  <a:pt x="0" y="295656"/>
                </a:lnTo>
                <a:close/>
              </a:path>
            </a:pathLst>
          </a:custGeom>
          <a:ln w="19050">
            <a:solidFill>
              <a:srgbClr val="000000"/>
            </a:solidFill>
          </a:ln>
        </p:spPr>
        <p:txBody>
          <a:bodyPr wrap="square" lIns="0" tIns="0" rIns="0" bIns="0" rtlCol="0"/>
          <a:lstStyle/>
          <a:p>
            <a:endParaRPr sz="2000"/>
          </a:p>
        </p:txBody>
      </p:sp>
      <p:sp>
        <p:nvSpPr>
          <p:cNvPr id="101" name="object 12">
            <a:extLst>
              <a:ext uri="{FF2B5EF4-FFF2-40B4-BE49-F238E27FC236}">
                <a16:creationId xmlns:a16="http://schemas.microsoft.com/office/drawing/2014/main" id="{58C5201A-62D1-4E4C-AD50-67BCD1F8F608}"/>
              </a:ext>
            </a:extLst>
          </p:cNvPr>
          <p:cNvSpPr txBox="1"/>
          <p:nvPr/>
        </p:nvSpPr>
        <p:spPr>
          <a:xfrm>
            <a:off x="7383815" y="3855043"/>
            <a:ext cx="1535277" cy="505922"/>
          </a:xfrm>
          <a:prstGeom prst="rect">
            <a:avLst/>
          </a:prstGeom>
        </p:spPr>
        <p:txBody>
          <a:bodyPr vert="horz" wrap="square" lIns="0" tIns="14111" rIns="0" bIns="0" rtlCol="0">
            <a:spAutoFit/>
          </a:bodyPr>
          <a:lstStyle/>
          <a:p>
            <a:pPr marL="14111">
              <a:spcBef>
                <a:spcPts val="111"/>
              </a:spcBef>
            </a:pPr>
            <a:r>
              <a:rPr sz="1556" dirty="0">
                <a:latin typeface="Arial"/>
                <a:cs typeface="Arial"/>
              </a:rPr>
              <a:t>Inter</a:t>
            </a:r>
            <a:r>
              <a:rPr sz="1556" spc="-100" dirty="0">
                <a:latin typeface="Arial"/>
                <a:cs typeface="Arial"/>
              </a:rPr>
              <a:t> </a:t>
            </a:r>
            <a:r>
              <a:rPr sz="1556" spc="-6" dirty="0">
                <a:latin typeface="Arial"/>
                <a:cs typeface="Arial"/>
              </a:rPr>
              <a:t>Layer</a:t>
            </a:r>
            <a:r>
              <a:rPr lang="en-US" sz="1556" spc="-6" dirty="0">
                <a:latin typeface="Arial"/>
                <a:cs typeface="Arial"/>
              </a:rPr>
              <a:t>/</a:t>
            </a:r>
          </a:p>
          <a:p>
            <a:pPr marL="14111">
              <a:spcBef>
                <a:spcPts val="111"/>
              </a:spcBef>
            </a:pPr>
            <a:r>
              <a:rPr lang="en-US" sz="1556" spc="-6" dirty="0">
                <a:latin typeface="Arial"/>
                <a:cs typeface="Arial"/>
              </a:rPr>
              <a:t>Pipeline</a:t>
            </a:r>
            <a:endParaRPr sz="1556" dirty="0">
              <a:latin typeface="Arial"/>
              <a:cs typeface="Arial"/>
            </a:endParaRPr>
          </a:p>
        </p:txBody>
      </p:sp>
      <p:sp>
        <p:nvSpPr>
          <p:cNvPr id="102" name="object 13">
            <a:extLst>
              <a:ext uri="{FF2B5EF4-FFF2-40B4-BE49-F238E27FC236}">
                <a16:creationId xmlns:a16="http://schemas.microsoft.com/office/drawing/2014/main" id="{20E5D485-E6AC-4F0A-BA8C-845921694924}"/>
              </a:ext>
            </a:extLst>
          </p:cNvPr>
          <p:cNvSpPr/>
          <p:nvPr/>
        </p:nvSpPr>
        <p:spPr>
          <a:xfrm>
            <a:off x="1524001" y="2178318"/>
            <a:ext cx="6248400" cy="1595261"/>
          </a:xfrm>
          <a:custGeom>
            <a:avLst/>
            <a:gdLst/>
            <a:ahLst/>
            <a:cxnLst/>
            <a:rect l="l" t="t" r="r" b="b"/>
            <a:pathLst>
              <a:path w="5768340" h="1435735">
                <a:moveTo>
                  <a:pt x="1123315" y="26924"/>
                </a:moveTo>
                <a:lnTo>
                  <a:pt x="1113663" y="0"/>
                </a:lnTo>
                <a:lnTo>
                  <a:pt x="75780" y="372503"/>
                </a:lnTo>
                <a:lnTo>
                  <a:pt x="66167" y="345694"/>
                </a:lnTo>
                <a:lnTo>
                  <a:pt x="0" y="414909"/>
                </a:lnTo>
                <a:lnTo>
                  <a:pt x="95123" y="426339"/>
                </a:lnTo>
                <a:lnTo>
                  <a:pt x="87185" y="404241"/>
                </a:lnTo>
                <a:lnTo>
                  <a:pt x="85445" y="399415"/>
                </a:lnTo>
                <a:lnTo>
                  <a:pt x="1123315" y="26924"/>
                </a:lnTo>
                <a:close/>
              </a:path>
              <a:path w="5768340" h="1435735">
                <a:moveTo>
                  <a:pt x="3747008" y="414909"/>
                </a:moveTo>
                <a:lnTo>
                  <a:pt x="3737178" y="404749"/>
                </a:lnTo>
                <a:lnTo>
                  <a:pt x="3680460" y="346075"/>
                </a:lnTo>
                <a:lnTo>
                  <a:pt x="3670985" y="372986"/>
                </a:lnTo>
                <a:lnTo>
                  <a:pt x="2610739" y="0"/>
                </a:lnTo>
                <a:lnTo>
                  <a:pt x="2601341" y="26924"/>
                </a:lnTo>
                <a:lnTo>
                  <a:pt x="3661486" y="399999"/>
                </a:lnTo>
                <a:lnTo>
                  <a:pt x="3652012" y="426974"/>
                </a:lnTo>
                <a:lnTo>
                  <a:pt x="3747008" y="414909"/>
                </a:lnTo>
                <a:close/>
              </a:path>
              <a:path w="5768340" h="1435735">
                <a:moveTo>
                  <a:pt x="3757803" y="842645"/>
                </a:moveTo>
                <a:lnTo>
                  <a:pt x="3736086" y="824103"/>
                </a:lnTo>
                <a:lnTo>
                  <a:pt x="3277247" y="1360868"/>
                </a:lnTo>
                <a:lnTo>
                  <a:pt x="3255518" y="1342263"/>
                </a:lnTo>
                <a:lnTo>
                  <a:pt x="3232404" y="1435227"/>
                </a:lnTo>
                <a:lnTo>
                  <a:pt x="3320669" y="1398016"/>
                </a:lnTo>
                <a:lnTo>
                  <a:pt x="3311614" y="1390269"/>
                </a:lnTo>
                <a:lnTo>
                  <a:pt x="3298939" y="1379435"/>
                </a:lnTo>
                <a:lnTo>
                  <a:pt x="3757803" y="842645"/>
                </a:lnTo>
                <a:close/>
              </a:path>
              <a:path w="5768340" h="1435735">
                <a:moveTo>
                  <a:pt x="5768213" y="1435227"/>
                </a:moveTo>
                <a:lnTo>
                  <a:pt x="5756453" y="1391285"/>
                </a:lnTo>
                <a:lnTo>
                  <a:pt x="5743448" y="1342644"/>
                </a:lnTo>
                <a:lnTo>
                  <a:pt x="5722010" y="1361655"/>
                </a:lnTo>
                <a:lnTo>
                  <a:pt x="5245608" y="823849"/>
                </a:lnTo>
                <a:lnTo>
                  <a:pt x="5224272" y="842899"/>
                </a:lnTo>
                <a:lnTo>
                  <a:pt x="5700687" y="1380578"/>
                </a:lnTo>
                <a:lnTo>
                  <a:pt x="5679313" y="1399540"/>
                </a:lnTo>
                <a:lnTo>
                  <a:pt x="5768213" y="1435227"/>
                </a:lnTo>
                <a:close/>
              </a:path>
            </a:pathLst>
          </a:custGeom>
          <a:solidFill>
            <a:srgbClr val="000000"/>
          </a:solidFill>
        </p:spPr>
        <p:txBody>
          <a:bodyPr wrap="square" lIns="0" tIns="0" rIns="0" bIns="0" rtlCol="0"/>
          <a:lstStyle/>
          <a:p>
            <a:endParaRPr sz="2000"/>
          </a:p>
        </p:txBody>
      </p:sp>
      <p:sp>
        <p:nvSpPr>
          <p:cNvPr id="103" name="Rectangle 45">
            <a:extLst>
              <a:ext uri="{FF2B5EF4-FFF2-40B4-BE49-F238E27FC236}">
                <a16:creationId xmlns:a16="http://schemas.microsoft.com/office/drawing/2014/main" id="{E930A138-5D4E-4D01-85BA-7443871516D7}"/>
              </a:ext>
            </a:extLst>
          </p:cNvPr>
          <p:cNvSpPr/>
          <p:nvPr/>
        </p:nvSpPr>
        <p:spPr>
          <a:xfrm>
            <a:off x="2819400" y="2450253"/>
            <a:ext cx="6248400" cy="204554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n>
                <a:solidFill>
                  <a:schemeClr val="tx1">
                    <a:lumMod val="60000"/>
                    <a:lumOff val="40000"/>
                  </a:schemeClr>
                </a:solidFill>
              </a:ln>
              <a:solidFill>
                <a:srgbClr val="FF0000"/>
              </a:solidFill>
            </a:endParaRPr>
          </a:p>
        </p:txBody>
      </p:sp>
    </p:spTree>
    <p:extLst>
      <p:ext uri="{BB962C8B-B14F-4D97-AF65-F5344CB8AC3E}">
        <p14:creationId xmlns:p14="http://schemas.microsoft.com/office/powerpoint/2010/main" val="17178980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Model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155</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8" name="Group 78">
            <a:extLst>
              <a:ext uri="{FF2B5EF4-FFF2-40B4-BE49-F238E27FC236}">
                <a16:creationId xmlns:a16="http://schemas.microsoft.com/office/drawing/2014/main" id="{44860A01-43B9-4FE0-A430-295E675822FF}"/>
              </a:ext>
            </a:extLst>
          </p:cNvPr>
          <p:cNvGrpSpPr/>
          <p:nvPr/>
        </p:nvGrpSpPr>
        <p:grpSpPr>
          <a:xfrm>
            <a:off x="59333" y="4558537"/>
            <a:ext cx="9059267" cy="1471463"/>
            <a:chOff x="2670453" y="4434304"/>
            <a:chExt cx="9059267" cy="1471463"/>
          </a:xfrm>
        </p:grpSpPr>
        <p:grpSp>
          <p:nvGrpSpPr>
            <p:cNvPr id="11" name="object 4">
              <a:extLst>
                <a:ext uri="{FF2B5EF4-FFF2-40B4-BE49-F238E27FC236}">
                  <a16:creationId xmlns:a16="http://schemas.microsoft.com/office/drawing/2014/main" id="{F692DFDC-3DB4-4550-B6A9-40A701AD81B7}"/>
                </a:ext>
              </a:extLst>
            </p:cNvPr>
            <p:cNvGrpSpPr/>
            <p:nvPr/>
          </p:nvGrpSpPr>
          <p:grpSpPr>
            <a:xfrm>
              <a:off x="6906895" y="4472784"/>
              <a:ext cx="518583" cy="1432983"/>
              <a:chOff x="6216205" y="4410265"/>
              <a:chExt cx="466725" cy="1289685"/>
            </a:xfrm>
          </p:grpSpPr>
          <p:sp>
            <p:nvSpPr>
              <p:cNvPr id="45" name="object 5">
                <a:extLst>
                  <a:ext uri="{FF2B5EF4-FFF2-40B4-BE49-F238E27FC236}">
                    <a16:creationId xmlns:a16="http://schemas.microsoft.com/office/drawing/2014/main" id="{E622E90D-5073-45A7-BAD5-B042FC6297E8}"/>
                  </a:ext>
                </a:extLst>
              </p:cNvPr>
              <p:cNvSpPr/>
              <p:nvPr/>
            </p:nvSpPr>
            <p:spPr>
              <a:xfrm>
                <a:off x="6220967" y="4415027"/>
                <a:ext cx="457200" cy="1280160"/>
              </a:xfrm>
              <a:custGeom>
                <a:avLst/>
                <a:gdLst/>
                <a:ahLst/>
                <a:cxnLst/>
                <a:rect l="l" t="t" r="r" b="b"/>
                <a:pathLst>
                  <a:path w="457200" h="1280160">
                    <a:moveTo>
                      <a:pt x="228600" y="0"/>
                    </a:moveTo>
                    <a:lnTo>
                      <a:pt x="179564" y="14760"/>
                    </a:lnTo>
                    <a:lnTo>
                      <a:pt x="134191" y="56960"/>
                    </a:lnTo>
                    <a:lnTo>
                      <a:pt x="93597" y="123480"/>
                    </a:lnTo>
                    <a:lnTo>
                      <a:pt x="75442" y="164884"/>
                    </a:lnTo>
                    <a:lnTo>
                      <a:pt x="58900" y="211197"/>
                    </a:lnTo>
                    <a:lnTo>
                      <a:pt x="44110" y="262029"/>
                    </a:lnTo>
                    <a:lnTo>
                      <a:pt x="31213" y="316991"/>
                    </a:lnTo>
                    <a:lnTo>
                      <a:pt x="20348" y="375691"/>
                    </a:lnTo>
                    <a:lnTo>
                      <a:pt x="11655" y="437740"/>
                    </a:lnTo>
                    <a:lnTo>
                      <a:pt x="5273" y="502747"/>
                    </a:lnTo>
                    <a:lnTo>
                      <a:pt x="1341" y="570323"/>
                    </a:lnTo>
                    <a:lnTo>
                      <a:pt x="0" y="640077"/>
                    </a:lnTo>
                    <a:lnTo>
                      <a:pt x="1341" y="709821"/>
                    </a:lnTo>
                    <a:lnTo>
                      <a:pt x="5273" y="777389"/>
                    </a:lnTo>
                    <a:lnTo>
                      <a:pt x="11655" y="842392"/>
                    </a:lnTo>
                    <a:lnTo>
                      <a:pt x="20348" y="904438"/>
                    </a:lnTo>
                    <a:lnTo>
                      <a:pt x="31213" y="963138"/>
                    </a:lnTo>
                    <a:lnTo>
                      <a:pt x="44110" y="1018100"/>
                    </a:lnTo>
                    <a:lnTo>
                      <a:pt x="58900" y="1068935"/>
                    </a:lnTo>
                    <a:lnTo>
                      <a:pt x="75442" y="1115251"/>
                    </a:lnTo>
                    <a:lnTo>
                      <a:pt x="93597" y="1156659"/>
                    </a:lnTo>
                    <a:lnTo>
                      <a:pt x="113227" y="1192767"/>
                    </a:lnTo>
                    <a:lnTo>
                      <a:pt x="156350" y="1247525"/>
                    </a:lnTo>
                    <a:lnTo>
                      <a:pt x="203694" y="1276401"/>
                    </a:lnTo>
                    <a:lnTo>
                      <a:pt x="228600" y="1280157"/>
                    </a:lnTo>
                    <a:lnTo>
                      <a:pt x="253506" y="1276401"/>
                    </a:lnTo>
                    <a:lnTo>
                      <a:pt x="300849" y="1247525"/>
                    </a:lnTo>
                    <a:lnTo>
                      <a:pt x="343972" y="1192767"/>
                    </a:lnTo>
                    <a:lnTo>
                      <a:pt x="363602" y="1156659"/>
                    </a:lnTo>
                    <a:lnTo>
                      <a:pt x="381757" y="1115251"/>
                    </a:lnTo>
                    <a:lnTo>
                      <a:pt x="398300" y="1068935"/>
                    </a:lnTo>
                    <a:lnTo>
                      <a:pt x="413089" y="1018100"/>
                    </a:lnTo>
                    <a:lnTo>
                      <a:pt x="425986" y="963138"/>
                    </a:lnTo>
                    <a:lnTo>
                      <a:pt x="436851" y="904438"/>
                    </a:lnTo>
                    <a:lnTo>
                      <a:pt x="445544" y="842392"/>
                    </a:lnTo>
                    <a:lnTo>
                      <a:pt x="451926" y="777389"/>
                    </a:lnTo>
                    <a:lnTo>
                      <a:pt x="455858" y="709821"/>
                    </a:lnTo>
                    <a:lnTo>
                      <a:pt x="457200" y="640077"/>
                    </a:lnTo>
                    <a:lnTo>
                      <a:pt x="455858" y="570323"/>
                    </a:lnTo>
                    <a:lnTo>
                      <a:pt x="451926" y="502747"/>
                    </a:lnTo>
                    <a:lnTo>
                      <a:pt x="445544" y="437740"/>
                    </a:lnTo>
                    <a:lnTo>
                      <a:pt x="436851" y="375691"/>
                    </a:lnTo>
                    <a:lnTo>
                      <a:pt x="425986" y="316991"/>
                    </a:lnTo>
                    <a:lnTo>
                      <a:pt x="413089" y="262029"/>
                    </a:lnTo>
                    <a:lnTo>
                      <a:pt x="398300" y="211197"/>
                    </a:lnTo>
                    <a:lnTo>
                      <a:pt x="381757" y="164884"/>
                    </a:lnTo>
                    <a:lnTo>
                      <a:pt x="363602" y="123480"/>
                    </a:lnTo>
                    <a:lnTo>
                      <a:pt x="343972" y="87375"/>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46" name="object 6">
                <a:extLst>
                  <a:ext uri="{FF2B5EF4-FFF2-40B4-BE49-F238E27FC236}">
                    <a16:creationId xmlns:a16="http://schemas.microsoft.com/office/drawing/2014/main" id="{C39AE8FD-F6A1-42EC-8176-59A8B4FAC366}"/>
                  </a:ext>
                </a:extLst>
              </p:cNvPr>
              <p:cNvSpPr/>
              <p:nvPr/>
            </p:nvSpPr>
            <p:spPr>
              <a:xfrm>
                <a:off x="6220967" y="4415027"/>
                <a:ext cx="457200" cy="1280160"/>
              </a:xfrm>
              <a:custGeom>
                <a:avLst/>
                <a:gdLst/>
                <a:ahLst/>
                <a:cxnLst/>
                <a:rect l="l" t="t" r="r" b="b"/>
                <a:pathLst>
                  <a:path w="457200" h="1280160">
                    <a:moveTo>
                      <a:pt x="0" y="640077"/>
                    </a:moveTo>
                    <a:lnTo>
                      <a:pt x="1341" y="570323"/>
                    </a:lnTo>
                    <a:lnTo>
                      <a:pt x="5273" y="502747"/>
                    </a:lnTo>
                    <a:lnTo>
                      <a:pt x="11655" y="437740"/>
                    </a:lnTo>
                    <a:lnTo>
                      <a:pt x="20348" y="375691"/>
                    </a:lnTo>
                    <a:lnTo>
                      <a:pt x="31213" y="316991"/>
                    </a:lnTo>
                    <a:lnTo>
                      <a:pt x="44110" y="262029"/>
                    </a:lnTo>
                    <a:lnTo>
                      <a:pt x="58900" y="211197"/>
                    </a:lnTo>
                    <a:lnTo>
                      <a:pt x="75442" y="164884"/>
                    </a:lnTo>
                    <a:lnTo>
                      <a:pt x="93597" y="123480"/>
                    </a:lnTo>
                    <a:lnTo>
                      <a:pt x="113227" y="87375"/>
                    </a:lnTo>
                    <a:lnTo>
                      <a:pt x="156350" y="32625"/>
                    </a:lnTo>
                    <a:lnTo>
                      <a:pt x="203694" y="3755"/>
                    </a:lnTo>
                    <a:lnTo>
                      <a:pt x="228600" y="0"/>
                    </a:lnTo>
                    <a:lnTo>
                      <a:pt x="253506" y="3755"/>
                    </a:lnTo>
                    <a:lnTo>
                      <a:pt x="300849" y="32625"/>
                    </a:lnTo>
                    <a:lnTo>
                      <a:pt x="343972" y="87375"/>
                    </a:lnTo>
                    <a:lnTo>
                      <a:pt x="363602" y="123480"/>
                    </a:lnTo>
                    <a:lnTo>
                      <a:pt x="381757" y="164884"/>
                    </a:lnTo>
                    <a:lnTo>
                      <a:pt x="398300" y="211197"/>
                    </a:lnTo>
                    <a:lnTo>
                      <a:pt x="413089" y="262029"/>
                    </a:lnTo>
                    <a:lnTo>
                      <a:pt x="425986" y="316991"/>
                    </a:lnTo>
                    <a:lnTo>
                      <a:pt x="436851" y="375691"/>
                    </a:lnTo>
                    <a:lnTo>
                      <a:pt x="445544" y="437740"/>
                    </a:lnTo>
                    <a:lnTo>
                      <a:pt x="451926" y="502747"/>
                    </a:lnTo>
                    <a:lnTo>
                      <a:pt x="455858" y="570323"/>
                    </a:lnTo>
                    <a:lnTo>
                      <a:pt x="457200" y="640077"/>
                    </a:lnTo>
                    <a:lnTo>
                      <a:pt x="455858" y="709821"/>
                    </a:lnTo>
                    <a:lnTo>
                      <a:pt x="451926" y="777389"/>
                    </a:lnTo>
                    <a:lnTo>
                      <a:pt x="445544" y="842392"/>
                    </a:lnTo>
                    <a:lnTo>
                      <a:pt x="436851" y="904438"/>
                    </a:lnTo>
                    <a:lnTo>
                      <a:pt x="425986" y="963138"/>
                    </a:lnTo>
                    <a:lnTo>
                      <a:pt x="413089" y="1018100"/>
                    </a:lnTo>
                    <a:lnTo>
                      <a:pt x="398300" y="1068935"/>
                    </a:lnTo>
                    <a:lnTo>
                      <a:pt x="381757" y="1115251"/>
                    </a:lnTo>
                    <a:lnTo>
                      <a:pt x="363602" y="1156659"/>
                    </a:lnTo>
                    <a:lnTo>
                      <a:pt x="343972" y="1192767"/>
                    </a:lnTo>
                    <a:lnTo>
                      <a:pt x="300849" y="1247525"/>
                    </a:lnTo>
                    <a:lnTo>
                      <a:pt x="253506" y="1276401"/>
                    </a:lnTo>
                    <a:lnTo>
                      <a:pt x="228600" y="1280157"/>
                    </a:lnTo>
                    <a:lnTo>
                      <a:pt x="203694" y="1276401"/>
                    </a:lnTo>
                    <a:lnTo>
                      <a:pt x="156350" y="1247525"/>
                    </a:lnTo>
                    <a:lnTo>
                      <a:pt x="113227" y="1192767"/>
                    </a:lnTo>
                    <a:lnTo>
                      <a:pt x="93597" y="1156659"/>
                    </a:lnTo>
                    <a:lnTo>
                      <a:pt x="75442" y="1115251"/>
                    </a:lnTo>
                    <a:lnTo>
                      <a:pt x="58900" y="1068935"/>
                    </a:lnTo>
                    <a:lnTo>
                      <a:pt x="44110" y="1018100"/>
                    </a:lnTo>
                    <a:lnTo>
                      <a:pt x="31213" y="963138"/>
                    </a:lnTo>
                    <a:lnTo>
                      <a:pt x="20348" y="904438"/>
                    </a:lnTo>
                    <a:lnTo>
                      <a:pt x="11655" y="842392"/>
                    </a:lnTo>
                    <a:lnTo>
                      <a:pt x="5273" y="777389"/>
                    </a:lnTo>
                    <a:lnTo>
                      <a:pt x="1341" y="709821"/>
                    </a:lnTo>
                    <a:lnTo>
                      <a:pt x="0" y="640077"/>
                    </a:lnTo>
                    <a:close/>
                  </a:path>
                </a:pathLst>
              </a:custGeom>
              <a:ln w="9525">
                <a:solidFill>
                  <a:srgbClr val="000000"/>
                </a:solidFill>
              </a:ln>
            </p:spPr>
            <p:txBody>
              <a:bodyPr wrap="square" lIns="0" tIns="0" rIns="0" bIns="0" rtlCol="0"/>
              <a:lstStyle/>
              <a:p>
                <a:endParaRPr sz="2000"/>
              </a:p>
            </p:txBody>
          </p:sp>
        </p:grpSp>
        <p:sp>
          <p:nvSpPr>
            <p:cNvPr id="12" name="object 7">
              <a:extLst>
                <a:ext uri="{FF2B5EF4-FFF2-40B4-BE49-F238E27FC236}">
                  <a16:creationId xmlns:a16="http://schemas.microsoft.com/office/drawing/2014/main" id="{69EDA0AF-4D24-423F-B1C1-280553C6CE3A}"/>
                </a:ext>
              </a:extLst>
            </p:cNvPr>
            <p:cNvSpPr txBox="1"/>
            <p:nvPr/>
          </p:nvSpPr>
          <p:spPr>
            <a:xfrm>
              <a:off x="6985846"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1</a:t>
              </a:r>
              <a:endParaRPr sz="1000">
                <a:latin typeface="Arial"/>
                <a:cs typeface="Arial"/>
              </a:endParaRPr>
            </a:p>
          </p:txBody>
        </p:sp>
        <p:grpSp>
          <p:nvGrpSpPr>
            <p:cNvPr id="13" name="object 8">
              <a:extLst>
                <a:ext uri="{FF2B5EF4-FFF2-40B4-BE49-F238E27FC236}">
                  <a16:creationId xmlns:a16="http://schemas.microsoft.com/office/drawing/2014/main" id="{83B04DB7-8C82-49A2-A8CB-689D1856C288}"/>
                </a:ext>
              </a:extLst>
            </p:cNvPr>
            <p:cNvGrpSpPr/>
            <p:nvPr/>
          </p:nvGrpSpPr>
          <p:grpSpPr>
            <a:xfrm>
              <a:off x="7464495" y="4472784"/>
              <a:ext cx="916517" cy="1432983"/>
              <a:chOff x="6718045" y="4410265"/>
              <a:chExt cx="824865" cy="1289685"/>
            </a:xfrm>
          </p:grpSpPr>
          <p:sp>
            <p:nvSpPr>
              <p:cNvPr id="41" name="object 9">
                <a:extLst>
                  <a:ext uri="{FF2B5EF4-FFF2-40B4-BE49-F238E27FC236}">
                    <a16:creationId xmlns:a16="http://schemas.microsoft.com/office/drawing/2014/main" id="{242C12D3-201C-4F75-A340-686155A16BCA}"/>
                  </a:ext>
                </a:extLst>
              </p:cNvPr>
              <p:cNvSpPr/>
              <p:nvPr/>
            </p:nvSpPr>
            <p:spPr>
              <a:xfrm>
                <a:off x="6730745" y="4956809"/>
                <a:ext cx="297180" cy="234950"/>
              </a:xfrm>
              <a:custGeom>
                <a:avLst/>
                <a:gdLst/>
                <a:ahLst/>
                <a:cxnLst/>
                <a:rect l="l" t="t" r="r" b="b"/>
                <a:pathLst>
                  <a:path w="297179" h="234950">
                    <a:moveTo>
                      <a:pt x="179832" y="0"/>
                    </a:moveTo>
                    <a:lnTo>
                      <a:pt x="179832" y="58672"/>
                    </a:lnTo>
                    <a:lnTo>
                      <a:pt x="0" y="58672"/>
                    </a:lnTo>
                    <a:lnTo>
                      <a:pt x="0" y="176024"/>
                    </a:lnTo>
                    <a:lnTo>
                      <a:pt x="179832" y="176024"/>
                    </a:lnTo>
                    <a:lnTo>
                      <a:pt x="179832" y="234697"/>
                    </a:lnTo>
                    <a:lnTo>
                      <a:pt x="297180" y="117345"/>
                    </a:lnTo>
                    <a:lnTo>
                      <a:pt x="179832" y="0"/>
                    </a:lnTo>
                    <a:close/>
                  </a:path>
                </a:pathLst>
              </a:custGeom>
              <a:solidFill>
                <a:srgbClr val="B2B2B2"/>
              </a:solidFill>
            </p:spPr>
            <p:txBody>
              <a:bodyPr wrap="square" lIns="0" tIns="0" rIns="0" bIns="0" rtlCol="0"/>
              <a:lstStyle/>
              <a:p>
                <a:endParaRPr sz="2000"/>
              </a:p>
            </p:txBody>
          </p:sp>
          <p:sp>
            <p:nvSpPr>
              <p:cNvPr id="42" name="object 10">
                <a:extLst>
                  <a:ext uri="{FF2B5EF4-FFF2-40B4-BE49-F238E27FC236}">
                    <a16:creationId xmlns:a16="http://schemas.microsoft.com/office/drawing/2014/main" id="{E596DE4A-1BC1-43CB-834D-2336C8B8F10D}"/>
                  </a:ext>
                </a:extLst>
              </p:cNvPr>
              <p:cNvSpPr/>
              <p:nvPr/>
            </p:nvSpPr>
            <p:spPr>
              <a:xfrm>
                <a:off x="6730745" y="4956809"/>
                <a:ext cx="297180" cy="234950"/>
              </a:xfrm>
              <a:custGeom>
                <a:avLst/>
                <a:gdLst/>
                <a:ahLst/>
                <a:cxnLst/>
                <a:rect l="l" t="t" r="r" b="b"/>
                <a:pathLst>
                  <a:path w="297179" h="234950">
                    <a:moveTo>
                      <a:pt x="0" y="58672"/>
                    </a:moveTo>
                    <a:lnTo>
                      <a:pt x="179832" y="58672"/>
                    </a:lnTo>
                    <a:lnTo>
                      <a:pt x="179832" y="0"/>
                    </a:lnTo>
                    <a:lnTo>
                      <a:pt x="297180" y="117345"/>
                    </a:lnTo>
                    <a:lnTo>
                      <a:pt x="179832" y="234697"/>
                    </a:lnTo>
                    <a:lnTo>
                      <a:pt x="179832"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43" name="object 11">
                <a:extLst>
                  <a:ext uri="{FF2B5EF4-FFF2-40B4-BE49-F238E27FC236}">
                    <a16:creationId xmlns:a16="http://schemas.microsoft.com/office/drawing/2014/main" id="{E45606CF-6809-406F-A5C7-52DA8563CCFB}"/>
                  </a:ext>
                </a:extLst>
              </p:cNvPr>
              <p:cNvSpPr/>
              <p:nvPr/>
            </p:nvSpPr>
            <p:spPr>
              <a:xfrm>
                <a:off x="7078979" y="4415027"/>
                <a:ext cx="459105" cy="1280160"/>
              </a:xfrm>
              <a:custGeom>
                <a:avLst/>
                <a:gdLst/>
                <a:ahLst/>
                <a:cxnLst/>
                <a:rect l="l" t="t" r="r" b="b"/>
                <a:pathLst>
                  <a:path w="459104" h="1280160">
                    <a:moveTo>
                      <a:pt x="229362" y="0"/>
                    </a:moveTo>
                    <a:lnTo>
                      <a:pt x="180174" y="14760"/>
                    </a:lnTo>
                    <a:lnTo>
                      <a:pt x="134655" y="56960"/>
                    </a:lnTo>
                    <a:lnTo>
                      <a:pt x="93927" y="123480"/>
                    </a:lnTo>
                    <a:lnTo>
                      <a:pt x="75709" y="164884"/>
                    </a:lnTo>
                    <a:lnTo>
                      <a:pt x="59110" y="211197"/>
                    </a:lnTo>
                    <a:lnTo>
                      <a:pt x="44269" y="262029"/>
                    </a:lnTo>
                    <a:lnTo>
                      <a:pt x="31326" y="316991"/>
                    </a:lnTo>
                    <a:lnTo>
                      <a:pt x="20422" y="375691"/>
                    </a:lnTo>
                    <a:lnTo>
                      <a:pt x="11698" y="437740"/>
                    </a:lnTo>
                    <a:lnTo>
                      <a:pt x="5292" y="502747"/>
                    </a:lnTo>
                    <a:lnTo>
                      <a:pt x="1346" y="570323"/>
                    </a:lnTo>
                    <a:lnTo>
                      <a:pt x="0" y="640077"/>
                    </a:lnTo>
                    <a:lnTo>
                      <a:pt x="1346" y="709821"/>
                    </a:lnTo>
                    <a:lnTo>
                      <a:pt x="5292" y="777389"/>
                    </a:lnTo>
                    <a:lnTo>
                      <a:pt x="11698" y="842392"/>
                    </a:lnTo>
                    <a:lnTo>
                      <a:pt x="20422" y="904438"/>
                    </a:lnTo>
                    <a:lnTo>
                      <a:pt x="31326" y="963138"/>
                    </a:lnTo>
                    <a:lnTo>
                      <a:pt x="44269" y="1018100"/>
                    </a:lnTo>
                    <a:lnTo>
                      <a:pt x="59110" y="1068935"/>
                    </a:lnTo>
                    <a:lnTo>
                      <a:pt x="75709" y="1115251"/>
                    </a:lnTo>
                    <a:lnTo>
                      <a:pt x="93927" y="1156659"/>
                    </a:lnTo>
                    <a:lnTo>
                      <a:pt x="113622" y="1192767"/>
                    </a:lnTo>
                    <a:lnTo>
                      <a:pt x="156886" y="1247525"/>
                    </a:lnTo>
                    <a:lnTo>
                      <a:pt x="204379" y="1276401"/>
                    </a:lnTo>
                    <a:lnTo>
                      <a:pt x="229362" y="1280157"/>
                    </a:lnTo>
                    <a:lnTo>
                      <a:pt x="254344" y="1276401"/>
                    </a:lnTo>
                    <a:lnTo>
                      <a:pt x="301837" y="1247525"/>
                    </a:lnTo>
                    <a:lnTo>
                      <a:pt x="345101" y="1192767"/>
                    </a:lnTo>
                    <a:lnTo>
                      <a:pt x="364796" y="1156659"/>
                    </a:lnTo>
                    <a:lnTo>
                      <a:pt x="383014" y="1115251"/>
                    </a:lnTo>
                    <a:lnTo>
                      <a:pt x="399613" y="1068935"/>
                    </a:lnTo>
                    <a:lnTo>
                      <a:pt x="414454" y="1018100"/>
                    </a:lnTo>
                    <a:lnTo>
                      <a:pt x="427397" y="963138"/>
                    </a:lnTo>
                    <a:lnTo>
                      <a:pt x="438301" y="904438"/>
                    </a:lnTo>
                    <a:lnTo>
                      <a:pt x="447025" y="842392"/>
                    </a:lnTo>
                    <a:lnTo>
                      <a:pt x="453431" y="777389"/>
                    </a:lnTo>
                    <a:lnTo>
                      <a:pt x="457377" y="709821"/>
                    </a:lnTo>
                    <a:lnTo>
                      <a:pt x="458724" y="640077"/>
                    </a:lnTo>
                    <a:lnTo>
                      <a:pt x="457377" y="570323"/>
                    </a:lnTo>
                    <a:lnTo>
                      <a:pt x="453431" y="502747"/>
                    </a:lnTo>
                    <a:lnTo>
                      <a:pt x="447025" y="437740"/>
                    </a:lnTo>
                    <a:lnTo>
                      <a:pt x="438301" y="375691"/>
                    </a:lnTo>
                    <a:lnTo>
                      <a:pt x="427397" y="316991"/>
                    </a:lnTo>
                    <a:lnTo>
                      <a:pt x="414454" y="262029"/>
                    </a:lnTo>
                    <a:lnTo>
                      <a:pt x="399613" y="211197"/>
                    </a:lnTo>
                    <a:lnTo>
                      <a:pt x="383014" y="164884"/>
                    </a:lnTo>
                    <a:lnTo>
                      <a:pt x="364796" y="123480"/>
                    </a:lnTo>
                    <a:lnTo>
                      <a:pt x="345101" y="87375"/>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44" name="object 12">
                <a:extLst>
                  <a:ext uri="{FF2B5EF4-FFF2-40B4-BE49-F238E27FC236}">
                    <a16:creationId xmlns:a16="http://schemas.microsoft.com/office/drawing/2014/main" id="{547B43F8-1121-492F-9510-58059811EB00}"/>
                  </a:ext>
                </a:extLst>
              </p:cNvPr>
              <p:cNvSpPr/>
              <p:nvPr/>
            </p:nvSpPr>
            <p:spPr>
              <a:xfrm>
                <a:off x="7078979" y="4415027"/>
                <a:ext cx="459105" cy="1280160"/>
              </a:xfrm>
              <a:custGeom>
                <a:avLst/>
                <a:gdLst/>
                <a:ahLst/>
                <a:cxnLst/>
                <a:rect l="l" t="t" r="r" b="b"/>
                <a:pathLst>
                  <a:path w="459104" h="1280160">
                    <a:moveTo>
                      <a:pt x="0" y="640077"/>
                    </a:moveTo>
                    <a:lnTo>
                      <a:pt x="1346" y="570323"/>
                    </a:lnTo>
                    <a:lnTo>
                      <a:pt x="5292" y="502747"/>
                    </a:lnTo>
                    <a:lnTo>
                      <a:pt x="11698" y="437740"/>
                    </a:lnTo>
                    <a:lnTo>
                      <a:pt x="20422" y="375691"/>
                    </a:lnTo>
                    <a:lnTo>
                      <a:pt x="31326" y="316991"/>
                    </a:lnTo>
                    <a:lnTo>
                      <a:pt x="44269" y="262029"/>
                    </a:lnTo>
                    <a:lnTo>
                      <a:pt x="59110" y="211197"/>
                    </a:lnTo>
                    <a:lnTo>
                      <a:pt x="75709" y="164884"/>
                    </a:lnTo>
                    <a:lnTo>
                      <a:pt x="93927" y="123480"/>
                    </a:lnTo>
                    <a:lnTo>
                      <a:pt x="113622" y="87375"/>
                    </a:lnTo>
                    <a:lnTo>
                      <a:pt x="156886" y="32625"/>
                    </a:lnTo>
                    <a:lnTo>
                      <a:pt x="204379" y="3755"/>
                    </a:lnTo>
                    <a:lnTo>
                      <a:pt x="229362" y="0"/>
                    </a:lnTo>
                    <a:lnTo>
                      <a:pt x="254344" y="3755"/>
                    </a:lnTo>
                    <a:lnTo>
                      <a:pt x="301837" y="32625"/>
                    </a:lnTo>
                    <a:lnTo>
                      <a:pt x="345101" y="87375"/>
                    </a:lnTo>
                    <a:lnTo>
                      <a:pt x="364796" y="123480"/>
                    </a:lnTo>
                    <a:lnTo>
                      <a:pt x="383014" y="164884"/>
                    </a:lnTo>
                    <a:lnTo>
                      <a:pt x="399613" y="211197"/>
                    </a:lnTo>
                    <a:lnTo>
                      <a:pt x="414454" y="262029"/>
                    </a:lnTo>
                    <a:lnTo>
                      <a:pt x="427397" y="316991"/>
                    </a:lnTo>
                    <a:lnTo>
                      <a:pt x="438301" y="375691"/>
                    </a:lnTo>
                    <a:lnTo>
                      <a:pt x="447025" y="437740"/>
                    </a:lnTo>
                    <a:lnTo>
                      <a:pt x="453431" y="502747"/>
                    </a:lnTo>
                    <a:lnTo>
                      <a:pt x="457377" y="570323"/>
                    </a:lnTo>
                    <a:lnTo>
                      <a:pt x="458724" y="640077"/>
                    </a:lnTo>
                    <a:lnTo>
                      <a:pt x="457377" y="709821"/>
                    </a:lnTo>
                    <a:lnTo>
                      <a:pt x="453431" y="777389"/>
                    </a:lnTo>
                    <a:lnTo>
                      <a:pt x="447025" y="842392"/>
                    </a:lnTo>
                    <a:lnTo>
                      <a:pt x="438301" y="904438"/>
                    </a:lnTo>
                    <a:lnTo>
                      <a:pt x="427397" y="963138"/>
                    </a:lnTo>
                    <a:lnTo>
                      <a:pt x="414454" y="1018100"/>
                    </a:lnTo>
                    <a:lnTo>
                      <a:pt x="399613" y="1068935"/>
                    </a:lnTo>
                    <a:lnTo>
                      <a:pt x="383014" y="1115251"/>
                    </a:lnTo>
                    <a:lnTo>
                      <a:pt x="364796" y="1156659"/>
                    </a:lnTo>
                    <a:lnTo>
                      <a:pt x="345101" y="1192767"/>
                    </a:lnTo>
                    <a:lnTo>
                      <a:pt x="301837" y="1247525"/>
                    </a:lnTo>
                    <a:lnTo>
                      <a:pt x="254344" y="1276401"/>
                    </a:lnTo>
                    <a:lnTo>
                      <a:pt x="229362" y="1280157"/>
                    </a:lnTo>
                    <a:lnTo>
                      <a:pt x="204379" y="1276401"/>
                    </a:lnTo>
                    <a:lnTo>
                      <a:pt x="156886" y="1247525"/>
                    </a:lnTo>
                    <a:lnTo>
                      <a:pt x="113622" y="1192767"/>
                    </a:lnTo>
                    <a:lnTo>
                      <a:pt x="93927" y="1156659"/>
                    </a:lnTo>
                    <a:lnTo>
                      <a:pt x="75709" y="1115251"/>
                    </a:lnTo>
                    <a:lnTo>
                      <a:pt x="59110" y="1068935"/>
                    </a:lnTo>
                    <a:lnTo>
                      <a:pt x="44269" y="1018100"/>
                    </a:lnTo>
                    <a:lnTo>
                      <a:pt x="31326" y="963138"/>
                    </a:lnTo>
                    <a:lnTo>
                      <a:pt x="20422" y="904438"/>
                    </a:lnTo>
                    <a:lnTo>
                      <a:pt x="11698" y="842392"/>
                    </a:lnTo>
                    <a:lnTo>
                      <a:pt x="5292" y="777389"/>
                    </a:lnTo>
                    <a:lnTo>
                      <a:pt x="1346" y="709821"/>
                    </a:lnTo>
                    <a:lnTo>
                      <a:pt x="0" y="640077"/>
                    </a:lnTo>
                    <a:close/>
                  </a:path>
                </a:pathLst>
              </a:custGeom>
              <a:ln w="9525">
                <a:solidFill>
                  <a:srgbClr val="000000"/>
                </a:solidFill>
              </a:ln>
            </p:spPr>
            <p:txBody>
              <a:bodyPr wrap="square" lIns="0" tIns="0" rIns="0" bIns="0" rtlCol="0"/>
              <a:lstStyle/>
              <a:p>
                <a:endParaRPr sz="2000"/>
              </a:p>
            </p:txBody>
          </p:sp>
        </p:grpSp>
        <p:sp>
          <p:nvSpPr>
            <p:cNvPr id="14" name="object 13">
              <a:extLst>
                <a:ext uri="{FF2B5EF4-FFF2-40B4-BE49-F238E27FC236}">
                  <a16:creationId xmlns:a16="http://schemas.microsoft.com/office/drawing/2014/main" id="{EC19CCCC-9334-4E16-ACFC-41DEF826FCDE}"/>
                </a:ext>
              </a:extLst>
            </p:cNvPr>
            <p:cNvSpPr txBox="1"/>
            <p:nvPr/>
          </p:nvSpPr>
          <p:spPr>
            <a:xfrm>
              <a:off x="7940182"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2</a:t>
              </a:r>
              <a:endParaRPr sz="1000">
                <a:latin typeface="Arial"/>
                <a:cs typeface="Arial"/>
              </a:endParaRPr>
            </a:p>
          </p:txBody>
        </p:sp>
        <p:grpSp>
          <p:nvGrpSpPr>
            <p:cNvPr id="15" name="object 14">
              <a:extLst>
                <a:ext uri="{FF2B5EF4-FFF2-40B4-BE49-F238E27FC236}">
                  <a16:creationId xmlns:a16="http://schemas.microsoft.com/office/drawing/2014/main" id="{7FE7EC80-809F-4841-9EC5-7796F0EA993B}"/>
                </a:ext>
              </a:extLst>
            </p:cNvPr>
            <p:cNvGrpSpPr/>
            <p:nvPr/>
          </p:nvGrpSpPr>
          <p:grpSpPr>
            <a:xfrm>
              <a:off x="8419536" y="4472784"/>
              <a:ext cx="938389" cy="1432983"/>
              <a:chOff x="7577582" y="4410265"/>
              <a:chExt cx="844550" cy="1289685"/>
            </a:xfrm>
          </p:grpSpPr>
          <p:sp>
            <p:nvSpPr>
              <p:cNvPr id="37" name="object 15">
                <a:extLst>
                  <a:ext uri="{FF2B5EF4-FFF2-40B4-BE49-F238E27FC236}">
                    <a16:creationId xmlns:a16="http://schemas.microsoft.com/office/drawing/2014/main" id="{6172923C-2CC8-44BF-A64B-14BA5D5AB8DC}"/>
                  </a:ext>
                </a:extLst>
              </p:cNvPr>
              <p:cNvSpPr/>
              <p:nvPr/>
            </p:nvSpPr>
            <p:spPr>
              <a:xfrm>
                <a:off x="7590282" y="4956809"/>
                <a:ext cx="297180" cy="234950"/>
              </a:xfrm>
              <a:custGeom>
                <a:avLst/>
                <a:gdLst/>
                <a:ahLst/>
                <a:cxnLst/>
                <a:rect l="l" t="t" r="r" b="b"/>
                <a:pathLst>
                  <a:path w="297179" h="234950">
                    <a:moveTo>
                      <a:pt x="179832" y="0"/>
                    </a:moveTo>
                    <a:lnTo>
                      <a:pt x="179832" y="58672"/>
                    </a:lnTo>
                    <a:lnTo>
                      <a:pt x="0" y="58672"/>
                    </a:lnTo>
                    <a:lnTo>
                      <a:pt x="0" y="176024"/>
                    </a:lnTo>
                    <a:lnTo>
                      <a:pt x="179832" y="176024"/>
                    </a:lnTo>
                    <a:lnTo>
                      <a:pt x="179832" y="234697"/>
                    </a:lnTo>
                    <a:lnTo>
                      <a:pt x="297180" y="117345"/>
                    </a:lnTo>
                    <a:lnTo>
                      <a:pt x="179832" y="0"/>
                    </a:lnTo>
                    <a:close/>
                  </a:path>
                </a:pathLst>
              </a:custGeom>
              <a:solidFill>
                <a:srgbClr val="B2B2B2"/>
              </a:solidFill>
            </p:spPr>
            <p:txBody>
              <a:bodyPr wrap="square" lIns="0" tIns="0" rIns="0" bIns="0" rtlCol="0"/>
              <a:lstStyle/>
              <a:p>
                <a:endParaRPr sz="2000"/>
              </a:p>
            </p:txBody>
          </p:sp>
          <p:sp>
            <p:nvSpPr>
              <p:cNvPr id="38" name="object 16">
                <a:extLst>
                  <a:ext uri="{FF2B5EF4-FFF2-40B4-BE49-F238E27FC236}">
                    <a16:creationId xmlns:a16="http://schemas.microsoft.com/office/drawing/2014/main" id="{6FF1EC1F-A143-4687-B1F2-BFA2096D1857}"/>
                  </a:ext>
                </a:extLst>
              </p:cNvPr>
              <p:cNvSpPr/>
              <p:nvPr/>
            </p:nvSpPr>
            <p:spPr>
              <a:xfrm>
                <a:off x="7590282" y="4956809"/>
                <a:ext cx="297180" cy="234950"/>
              </a:xfrm>
              <a:custGeom>
                <a:avLst/>
                <a:gdLst/>
                <a:ahLst/>
                <a:cxnLst/>
                <a:rect l="l" t="t" r="r" b="b"/>
                <a:pathLst>
                  <a:path w="297179" h="234950">
                    <a:moveTo>
                      <a:pt x="0" y="58672"/>
                    </a:moveTo>
                    <a:lnTo>
                      <a:pt x="179832" y="58672"/>
                    </a:lnTo>
                    <a:lnTo>
                      <a:pt x="179832" y="0"/>
                    </a:lnTo>
                    <a:lnTo>
                      <a:pt x="297180" y="117345"/>
                    </a:lnTo>
                    <a:lnTo>
                      <a:pt x="179832" y="234697"/>
                    </a:lnTo>
                    <a:lnTo>
                      <a:pt x="179832"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39" name="object 17">
                <a:extLst>
                  <a:ext uri="{FF2B5EF4-FFF2-40B4-BE49-F238E27FC236}">
                    <a16:creationId xmlns:a16="http://schemas.microsoft.com/office/drawing/2014/main" id="{AA5B5A2F-E2B6-4E62-95B0-67BEF9A7424C}"/>
                  </a:ext>
                </a:extLst>
              </p:cNvPr>
              <p:cNvSpPr/>
              <p:nvPr/>
            </p:nvSpPr>
            <p:spPr>
              <a:xfrm>
                <a:off x="7958328" y="4415027"/>
                <a:ext cx="459105" cy="1280160"/>
              </a:xfrm>
              <a:custGeom>
                <a:avLst/>
                <a:gdLst/>
                <a:ahLst/>
                <a:cxnLst/>
                <a:rect l="l" t="t" r="r" b="b"/>
                <a:pathLst>
                  <a:path w="459104" h="1280160">
                    <a:moveTo>
                      <a:pt x="229362" y="0"/>
                    </a:moveTo>
                    <a:lnTo>
                      <a:pt x="180174" y="14760"/>
                    </a:lnTo>
                    <a:lnTo>
                      <a:pt x="134655" y="56960"/>
                    </a:lnTo>
                    <a:lnTo>
                      <a:pt x="93927" y="123480"/>
                    </a:lnTo>
                    <a:lnTo>
                      <a:pt x="75709" y="164884"/>
                    </a:lnTo>
                    <a:lnTo>
                      <a:pt x="59110" y="211197"/>
                    </a:lnTo>
                    <a:lnTo>
                      <a:pt x="44269" y="262029"/>
                    </a:lnTo>
                    <a:lnTo>
                      <a:pt x="31326" y="316991"/>
                    </a:lnTo>
                    <a:lnTo>
                      <a:pt x="20422" y="375691"/>
                    </a:lnTo>
                    <a:lnTo>
                      <a:pt x="11698" y="437740"/>
                    </a:lnTo>
                    <a:lnTo>
                      <a:pt x="5292" y="502747"/>
                    </a:lnTo>
                    <a:lnTo>
                      <a:pt x="1346" y="570323"/>
                    </a:lnTo>
                    <a:lnTo>
                      <a:pt x="0" y="640077"/>
                    </a:lnTo>
                    <a:lnTo>
                      <a:pt x="1346" y="709821"/>
                    </a:lnTo>
                    <a:lnTo>
                      <a:pt x="5292" y="777389"/>
                    </a:lnTo>
                    <a:lnTo>
                      <a:pt x="11698" y="842392"/>
                    </a:lnTo>
                    <a:lnTo>
                      <a:pt x="20422" y="904438"/>
                    </a:lnTo>
                    <a:lnTo>
                      <a:pt x="31326" y="963138"/>
                    </a:lnTo>
                    <a:lnTo>
                      <a:pt x="44269" y="1018100"/>
                    </a:lnTo>
                    <a:lnTo>
                      <a:pt x="59110" y="1068935"/>
                    </a:lnTo>
                    <a:lnTo>
                      <a:pt x="75709" y="1115251"/>
                    </a:lnTo>
                    <a:lnTo>
                      <a:pt x="93927" y="1156659"/>
                    </a:lnTo>
                    <a:lnTo>
                      <a:pt x="113622" y="1192767"/>
                    </a:lnTo>
                    <a:lnTo>
                      <a:pt x="156886" y="1247525"/>
                    </a:lnTo>
                    <a:lnTo>
                      <a:pt x="204379" y="1276401"/>
                    </a:lnTo>
                    <a:lnTo>
                      <a:pt x="229362" y="1280157"/>
                    </a:lnTo>
                    <a:lnTo>
                      <a:pt x="254344" y="1276401"/>
                    </a:lnTo>
                    <a:lnTo>
                      <a:pt x="301837" y="1247525"/>
                    </a:lnTo>
                    <a:lnTo>
                      <a:pt x="345101" y="1192767"/>
                    </a:lnTo>
                    <a:lnTo>
                      <a:pt x="364796" y="1156659"/>
                    </a:lnTo>
                    <a:lnTo>
                      <a:pt x="383014" y="1115251"/>
                    </a:lnTo>
                    <a:lnTo>
                      <a:pt x="399613" y="1068935"/>
                    </a:lnTo>
                    <a:lnTo>
                      <a:pt x="414454" y="1018100"/>
                    </a:lnTo>
                    <a:lnTo>
                      <a:pt x="427397" y="963138"/>
                    </a:lnTo>
                    <a:lnTo>
                      <a:pt x="438301" y="904438"/>
                    </a:lnTo>
                    <a:lnTo>
                      <a:pt x="447025" y="842392"/>
                    </a:lnTo>
                    <a:lnTo>
                      <a:pt x="453431" y="777389"/>
                    </a:lnTo>
                    <a:lnTo>
                      <a:pt x="457377" y="709821"/>
                    </a:lnTo>
                    <a:lnTo>
                      <a:pt x="458724" y="640077"/>
                    </a:lnTo>
                    <a:lnTo>
                      <a:pt x="457377" y="570323"/>
                    </a:lnTo>
                    <a:lnTo>
                      <a:pt x="453431" y="502747"/>
                    </a:lnTo>
                    <a:lnTo>
                      <a:pt x="447025" y="437740"/>
                    </a:lnTo>
                    <a:lnTo>
                      <a:pt x="438301" y="375691"/>
                    </a:lnTo>
                    <a:lnTo>
                      <a:pt x="427397" y="316991"/>
                    </a:lnTo>
                    <a:lnTo>
                      <a:pt x="414454" y="262029"/>
                    </a:lnTo>
                    <a:lnTo>
                      <a:pt x="399613" y="211197"/>
                    </a:lnTo>
                    <a:lnTo>
                      <a:pt x="383014" y="164884"/>
                    </a:lnTo>
                    <a:lnTo>
                      <a:pt x="364796" y="123480"/>
                    </a:lnTo>
                    <a:lnTo>
                      <a:pt x="345101" y="87375"/>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40" name="object 18">
                <a:extLst>
                  <a:ext uri="{FF2B5EF4-FFF2-40B4-BE49-F238E27FC236}">
                    <a16:creationId xmlns:a16="http://schemas.microsoft.com/office/drawing/2014/main" id="{11CE2660-7ED4-47AC-A7D9-671A93BF31B2}"/>
                  </a:ext>
                </a:extLst>
              </p:cNvPr>
              <p:cNvSpPr/>
              <p:nvPr/>
            </p:nvSpPr>
            <p:spPr>
              <a:xfrm>
                <a:off x="7958328" y="4415027"/>
                <a:ext cx="459105" cy="1280160"/>
              </a:xfrm>
              <a:custGeom>
                <a:avLst/>
                <a:gdLst/>
                <a:ahLst/>
                <a:cxnLst/>
                <a:rect l="l" t="t" r="r" b="b"/>
                <a:pathLst>
                  <a:path w="459104" h="1280160">
                    <a:moveTo>
                      <a:pt x="0" y="640077"/>
                    </a:moveTo>
                    <a:lnTo>
                      <a:pt x="1346" y="570323"/>
                    </a:lnTo>
                    <a:lnTo>
                      <a:pt x="5292" y="502747"/>
                    </a:lnTo>
                    <a:lnTo>
                      <a:pt x="11698" y="437740"/>
                    </a:lnTo>
                    <a:lnTo>
                      <a:pt x="20422" y="375691"/>
                    </a:lnTo>
                    <a:lnTo>
                      <a:pt x="31326" y="316991"/>
                    </a:lnTo>
                    <a:lnTo>
                      <a:pt x="44269" y="262029"/>
                    </a:lnTo>
                    <a:lnTo>
                      <a:pt x="59110" y="211197"/>
                    </a:lnTo>
                    <a:lnTo>
                      <a:pt x="75709" y="164884"/>
                    </a:lnTo>
                    <a:lnTo>
                      <a:pt x="93927" y="123480"/>
                    </a:lnTo>
                    <a:lnTo>
                      <a:pt x="113622" y="87375"/>
                    </a:lnTo>
                    <a:lnTo>
                      <a:pt x="156886" y="32625"/>
                    </a:lnTo>
                    <a:lnTo>
                      <a:pt x="204379" y="3755"/>
                    </a:lnTo>
                    <a:lnTo>
                      <a:pt x="229362" y="0"/>
                    </a:lnTo>
                    <a:lnTo>
                      <a:pt x="254344" y="3755"/>
                    </a:lnTo>
                    <a:lnTo>
                      <a:pt x="301837" y="32625"/>
                    </a:lnTo>
                    <a:lnTo>
                      <a:pt x="345101" y="87375"/>
                    </a:lnTo>
                    <a:lnTo>
                      <a:pt x="364796" y="123480"/>
                    </a:lnTo>
                    <a:lnTo>
                      <a:pt x="383014" y="164884"/>
                    </a:lnTo>
                    <a:lnTo>
                      <a:pt x="399613" y="211197"/>
                    </a:lnTo>
                    <a:lnTo>
                      <a:pt x="414454" y="262029"/>
                    </a:lnTo>
                    <a:lnTo>
                      <a:pt x="427397" y="316991"/>
                    </a:lnTo>
                    <a:lnTo>
                      <a:pt x="438301" y="375691"/>
                    </a:lnTo>
                    <a:lnTo>
                      <a:pt x="447025" y="437740"/>
                    </a:lnTo>
                    <a:lnTo>
                      <a:pt x="453431" y="502747"/>
                    </a:lnTo>
                    <a:lnTo>
                      <a:pt x="457377" y="570323"/>
                    </a:lnTo>
                    <a:lnTo>
                      <a:pt x="458724" y="640077"/>
                    </a:lnTo>
                    <a:lnTo>
                      <a:pt x="457377" y="709821"/>
                    </a:lnTo>
                    <a:lnTo>
                      <a:pt x="453431" y="777389"/>
                    </a:lnTo>
                    <a:lnTo>
                      <a:pt x="447025" y="842392"/>
                    </a:lnTo>
                    <a:lnTo>
                      <a:pt x="438301" y="904438"/>
                    </a:lnTo>
                    <a:lnTo>
                      <a:pt x="427397" y="963138"/>
                    </a:lnTo>
                    <a:lnTo>
                      <a:pt x="414454" y="1018100"/>
                    </a:lnTo>
                    <a:lnTo>
                      <a:pt x="399613" y="1068935"/>
                    </a:lnTo>
                    <a:lnTo>
                      <a:pt x="383014" y="1115251"/>
                    </a:lnTo>
                    <a:lnTo>
                      <a:pt x="364796" y="1156659"/>
                    </a:lnTo>
                    <a:lnTo>
                      <a:pt x="345101" y="1192767"/>
                    </a:lnTo>
                    <a:lnTo>
                      <a:pt x="301837" y="1247525"/>
                    </a:lnTo>
                    <a:lnTo>
                      <a:pt x="254344" y="1276401"/>
                    </a:lnTo>
                    <a:lnTo>
                      <a:pt x="229362" y="1280157"/>
                    </a:lnTo>
                    <a:lnTo>
                      <a:pt x="204379" y="1276401"/>
                    </a:lnTo>
                    <a:lnTo>
                      <a:pt x="156886" y="1247525"/>
                    </a:lnTo>
                    <a:lnTo>
                      <a:pt x="113622" y="1192767"/>
                    </a:lnTo>
                    <a:lnTo>
                      <a:pt x="93927" y="1156659"/>
                    </a:lnTo>
                    <a:lnTo>
                      <a:pt x="75709" y="1115251"/>
                    </a:lnTo>
                    <a:lnTo>
                      <a:pt x="59110" y="1068935"/>
                    </a:lnTo>
                    <a:lnTo>
                      <a:pt x="44269" y="1018100"/>
                    </a:lnTo>
                    <a:lnTo>
                      <a:pt x="31326" y="963138"/>
                    </a:lnTo>
                    <a:lnTo>
                      <a:pt x="20422" y="904438"/>
                    </a:lnTo>
                    <a:lnTo>
                      <a:pt x="11698" y="842392"/>
                    </a:lnTo>
                    <a:lnTo>
                      <a:pt x="5292" y="777389"/>
                    </a:lnTo>
                    <a:lnTo>
                      <a:pt x="1346" y="709821"/>
                    </a:lnTo>
                    <a:lnTo>
                      <a:pt x="0" y="640077"/>
                    </a:lnTo>
                    <a:close/>
                  </a:path>
                </a:pathLst>
              </a:custGeom>
              <a:ln w="9525">
                <a:solidFill>
                  <a:srgbClr val="000000"/>
                </a:solidFill>
              </a:ln>
            </p:spPr>
            <p:txBody>
              <a:bodyPr wrap="square" lIns="0" tIns="0" rIns="0" bIns="0" rtlCol="0"/>
              <a:lstStyle/>
              <a:p>
                <a:endParaRPr sz="2000"/>
              </a:p>
            </p:txBody>
          </p:sp>
        </p:grpSp>
        <p:sp>
          <p:nvSpPr>
            <p:cNvPr id="16" name="object 19">
              <a:extLst>
                <a:ext uri="{FF2B5EF4-FFF2-40B4-BE49-F238E27FC236}">
                  <a16:creationId xmlns:a16="http://schemas.microsoft.com/office/drawing/2014/main" id="{7A706CF4-CA9F-4352-AC67-C35584E037D4}"/>
                </a:ext>
              </a:extLst>
            </p:cNvPr>
            <p:cNvSpPr txBox="1"/>
            <p:nvPr/>
          </p:nvSpPr>
          <p:spPr>
            <a:xfrm>
              <a:off x="8917517"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3</a:t>
              </a:r>
              <a:endParaRPr sz="1000">
                <a:latin typeface="Arial"/>
                <a:cs typeface="Arial"/>
              </a:endParaRPr>
            </a:p>
          </p:txBody>
        </p:sp>
        <p:grpSp>
          <p:nvGrpSpPr>
            <p:cNvPr id="17" name="object 20">
              <a:extLst>
                <a:ext uri="{FF2B5EF4-FFF2-40B4-BE49-F238E27FC236}">
                  <a16:creationId xmlns:a16="http://schemas.microsoft.com/office/drawing/2014/main" id="{ACB507E4-A511-4667-B826-5F9343C56AF7}"/>
                </a:ext>
              </a:extLst>
            </p:cNvPr>
            <p:cNvGrpSpPr/>
            <p:nvPr/>
          </p:nvGrpSpPr>
          <p:grpSpPr>
            <a:xfrm>
              <a:off x="9396589" y="4472784"/>
              <a:ext cx="914400" cy="1432983"/>
              <a:chOff x="8456930" y="4410265"/>
              <a:chExt cx="822960" cy="1289685"/>
            </a:xfrm>
          </p:grpSpPr>
          <p:sp>
            <p:nvSpPr>
              <p:cNvPr id="33" name="object 21">
                <a:extLst>
                  <a:ext uri="{FF2B5EF4-FFF2-40B4-BE49-F238E27FC236}">
                    <a16:creationId xmlns:a16="http://schemas.microsoft.com/office/drawing/2014/main" id="{466C6BF8-B1EC-4ECE-BA01-EA64D033695C}"/>
                  </a:ext>
                </a:extLst>
              </p:cNvPr>
              <p:cNvSpPr/>
              <p:nvPr/>
            </p:nvSpPr>
            <p:spPr>
              <a:xfrm>
                <a:off x="8469630" y="4956809"/>
                <a:ext cx="297180" cy="234950"/>
              </a:xfrm>
              <a:custGeom>
                <a:avLst/>
                <a:gdLst/>
                <a:ahLst/>
                <a:cxnLst/>
                <a:rect l="l" t="t" r="r" b="b"/>
                <a:pathLst>
                  <a:path w="297179" h="234950">
                    <a:moveTo>
                      <a:pt x="179832" y="0"/>
                    </a:moveTo>
                    <a:lnTo>
                      <a:pt x="179832" y="58672"/>
                    </a:lnTo>
                    <a:lnTo>
                      <a:pt x="0" y="58672"/>
                    </a:lnTo>
                    <a:lnTo>
                      <a:pt x="0" y="176024"/>
                    </a:lnTo>
                    <a:lnTo>
                      <a:pt x="179832" y="176024"/>
                    </a:lnTo>
                    <a:lnTo>
                      <a:pt x="179832" y="234697"/>
                    </a:lnTo>
                    <a:lnTo>
                      <a:pt x="297180" y="117345"/>
                    </a:lnTo>
                    <a:lnTo>
                      <a:pt x="179832" y="0"/>
                    </a:lnTo>
                    <a:close/>
                  </a:path>
                </a:pathLst>
              </a:custGeom>
              <a:solidFill>
                <a:srgbClr val="B2B2B2"/>
              </a:solidFill>
            </p:spPr>
            <p:txBody>
              <a:bodyPr wrap="square" lIns="0" tIns="0" rIns="0" bIns="0" rtlCol="0"/>
              <a:lstStyle/>
              <a:p>
                <a:endParaRPr sz="2000"/>
              </a:p>
            </p:txBody>
          </p:sp>
          <p:sp>
            <p:nvSpPr>
              <p:cNvPr id="34" name="object 22">
                <a:extLst>
                  <a:ext uri="{FF2B5EF4-FFF2-40B4-BE49-F238E27FC236}">
                    <a16:creationId xmlns:a16="http://schemas.microsoft.com/office/drawing/2014/main" id="{1F4D4A68-74D1-41E6-9EEB-026B32BFBF4A}"/>
                  </a:ext>
                </a:extLst>
              </p:cNvPr>
              <p:cNvSpPr/>
              <p:nvPr/>
            </p:nvSpPr>
            <p:spPr>
              <a:xfrm>
                <a:off x="8469630" y="4956809"/>
                <a:ext cx="297180" cy="234950"/>
              </a:xfrm>
              <a:custGeom>
                <a:avLst/>
                <a:gdLst/>
                <a:ahLst/>
                <a:cxnLst/>
                <a:rect l="l" t="t" r="r" b="b"/>
                <a:pathLst>
                  <a:path w="297179" h="234950">
                    <a:moveTo>
                      <a:pt x="0" y="58672"/>
                    </a:moveTo>
                    <a:lnTo>
                      <a:pt x="179832" y="58672"/>
                    </a:lnTo>
                    <a:lnTo>
                      <a:pt x="179832" y="0"/>
                    </a:lnTo>
                    <a:lnTo>
                      <a:pt x="297180" y="117345"/>
                    </a:lnTo>
                    <a:lnTo>
                      <a:pt x="179832" y="234697"/>
                    </a:lnTo>
                    <a:lnTo>
                      <a:pt x="179832"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35" name="object 23">
                <a:extLst>
                  <a:ext uri="{FF2B5EF4-FFF2-40B4-BE49-F238E27FC236}">
                    <a16:creationId xmlns:a16="http://schemas.microsoft.com/office/drawing/2014/main" id="{EDB9E236-E0B8-4CA3-8043-25DDB7B8DBAD}"/>
                  </a:ext>
                </a:extLst>
              </p:cNvPr>
              <p:cNvSpPr/>
              <p:nvPr/>
            </p:nvSpPr>
            <p:spPr>
              <a:xfrm>
                <a:off x="8817864" y="4415027"/>
                <a:ext cx="457200" cy="1280160"/>
              </a:xfrm>
              <a:custGeom>
                <a:avLst/>
                <a:gdLst/>
                <a:ahLst/>
                <a:cxnLst/>
                <a:rect l="l" t="t" r="r" b="b"/>
                <a:pathLst>
                  <a:path w="457200" h="1280160">
                    <a:moveTo>
                      <a:pt x="228600" y="0"/>
                    </a:moveTo>
                    <a:lnTo>
                      <a:pt x="179564" y="14760"/>
                    </a:lnTo>
                    <a:lnTo>
                      <a:pt x="134191" y="56960"/>
                    </a:lnTo>
                    <a:lnTo>
                      <a:pt x="93597" y="123480"/>
                    </a:lnTo>
                    <a:lnTo>
                      <a:pt x="75442" y="164884"/>
                    </a:lnTo>
                    <a:lnTo>
                      <a:pt x="58900" y="211197"/>
                    </a:lnTo>
                    <a:lnTo>
                      <a:pt x="44110" y="262029"/>
                    </a:lnTo>
                    <a:lnTo>
                      <a:pt x="31213" y="316991"/>
                    </a:lnTo>
                    <a:lnTo>
                      <a:pt x="20348" y="375691"/>
                    </a:lnTo>
                    <a:lnTo>
                      <a:pt x="11655" y="437740"/>
                    </a:lnTo>
                    <a:lnTo>
                      <a:pt x="5273" y="502747"/>
                    </a:lnTo>
                    <a:lnTo>
                      <a:pt x="1341" y="570323"/>
                    </a:lnTo>
                    <a:lnTo>
                      <a:pt x="0" y="640077"/>
                    </a:lnTo>
                    <a:lnTo>
                      <a:pt x="1341" y="709821"/>
                    </a:lnTo>
                    <a:lnTo>
                      <a:pt x="5273" y="777389"/>
                    </a:lnTo>
                    <a:lnTo>
                      <a:pt x="11655" y="842392"/>
                    </a:lnTo>
                    <a:lnTo>
                      <a:pt x="20348" y="904438"/>
                    </a:lnTo>
                    <a:lnTo>
                      <a:pt x="31213" y="963138"/>
                    </a:lnTo>
                    <a:lnTo>
                      <a:pt x="44110" y="1018100"/>
                    </a:lnTo>
                    <a:lnTo>
                      <a:pt x="58900" y="1068935"/>
                    </a:lnTo>
                    <a:lnTo>
                      <a:pt x="75442" y="1115251"/>
                    </a:lnTo>
                    <a:lnTo>
                      <a:pt x="93597" y="1156659"/>
                    </a:lnTo>
                    <a:lnTo>
                      <a:pt x="113227" y="1192767"/>
                    </a:lnTo>
                    <a:lnTo>
                      <a:pt x="156350" y="1247525"/>
                    </a:lnTo>
                    <a:lnTo>
                      <a:pt x="203694" y="1276401"/>
                    </a:lnTo>
                    <a:lnTo>
                      <a:pt x="228600" y="1280157"/>
                    </a:lnTo>
                    <a:lnTo>
                      <a:pt x="253506" y="1276401"/>
                    </a:lnTo>
                    <a:lnTo>
                      <a:pt x="300849" y="1247525"/>
                    </a:lnTo>
                    <a:lnTo>
                      <a:pt x="343972" y="1192767"/>
                    </a:lnTo>
                    <a:lnTo>
                      <a:pt x="363602" y="1156659"/>
                    </a:lnTo>
                    <a:lnTo>
                      <a:pt x="381757" y="1115251"/>
                    </a:lnTo>
                    <a:lnTo>
                      <a:pt x="398300" y="1068935"/>
                    </a:lnTo>
                    <a:lnTo>
                      <a:pt x="413089" y="1018100"/>
                    </a:lnTo>
                    <a:lnTo>
                      <a:pt x="425986" y="963138"/>
                    </a:lnTo>
                    <a:lnTo>
                      <a:pt x="436851" y="904438"/>
                    </a:lnTo>
                    <a:lnTo>
                      <a:pt x="445544" y="842392"/>
                    </a:lnTo>
                    <a:lnTo>
                      <a:pt x="451926" y="777389"/>
                    </a:lnTo>
                    <a:lnTo>
                      <a:pt x="455858" y="709821"/>
                    </a:lnTo>
                    <a:lnTo>
                      <a:pt x="457200" y="640077"/>
                    </a:lnTo>
                    <a:lnTo>
                      <a:pt x="455858" y="570323"/>
                    </a:lnTo>
                    <a:lnTo>
                      <a:pt x="451926" y="502747"/>
                    </a:lnTo>
                    <a:lnTo>
                      <a:pt x="445544" y="437740"/>
                    </a:lnTo>
                    <a:lnTo>
                      <a:pt x="436851" y="375691"/>
                    </a:lnTo>
                    <a:lnTo>
                      <a:pt x="425986" y="316991"/>
                    </a:lnTo>
                    <a:lnTo>
                      <a:pt x="413089" y="262029"/>
                    </a:lnTo>
                    <a:lnTo>
                      <a:pt x="398300" y="211197"/>
                    </a:lnTo>
                    <a:lnTo>
                      <a:pt x="381757" y="164884"/>
                    </a:lnTo>
                    <a:lnTo>
                      <a:pt x="363602" y="123480"/>
                    </a:lnTo>
                    <a:lnTo>
                      <a:pt x="343972" y="87375"/>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36" name="object 24">
                <a:extLst>
                  <a:ext uri="{FF2B5EF4-FFF2-40B4-BE49-F238E27FC236}">
                    <a16:creationId xmlns:a16="http://schemas.microsoft.com/office/drawing/2014/main" id="{384536E7-E9D3-415E-AE46-4F194D530693}"/>
                  </a:ext>
                </a:extLst>
              </p:cNvPr>
              <p:cNvSpPr/>
              <p:nvPr/>
            </p:nvSpPr>
            <p:spPr>
              <a:xfrm>
                <a:off x="8817864" y="4415027"/>
                <a:ext cx="457200" cy="1280160"/>
              </a:xfrm>
              <a:custGeom>
                <a:avLst/>
                <a:gdLst/>
                <a:ahLst/>
                <a:cxnLst/>
                <a:rect l="l" t="t" r="r" b="b"/>
                <a:pathLst>
                  <a:path w="457200" h="1280160">
                    <a:moveTo>
                      <a:pt x="0" y="640077"/>
                    </a:moveTo>
                    <a:lnTo>
                      <a:pt x="1341" y="570323"/>
                    </a:lnTo>
                    <a:lnTo>
                      <a:pt x="5273" y="502747"/>
                    </a:lnTo>
                    <a:lnTo>
                      <a:pt x="11655" y="437740"/>
                    </a:lnTo>
                    <a:lnTo>
                      <a:pt x="20348" y="375691"/>
                    </a:lnTo>
                    <a:lnTo>
                      <a:pt x="31213" y="316991"/>
                    </a:lnTo>
                    <a:lnTo>
                      <a:pt x="44110" y="262029"/>
                    </a:lnTo>
                    <a:lnTo>
                      <a:pt x="58900" y="211197"/>
                    </a:lnTo>
                    <a:lnTo>
                      <a:pt x="75442" y="164884"/>
                    </a:lnTo>
                    <a:lnTo>
                      <a:pt x="93597" y="123480"/>
                    </a:lnTo>
                    <a:lnTo>
                      <a:pt x="113227" y="87375"/>
                    </a:lnTo>
                    <a:lnTo>
                      <a:pt x="156350" y="32625"/>
                    </a:lnTo>
                    <a:lnTo>
                      <a:pt x="203694" y="3755"/>
                    </a:lnTo>
                    <a:lnTo>
                      <a:pt x="228600" y="0"/>
                    </a:lnTo>
                    <a:lnTo>
                      <a:pt x="253506" y="3755"/>
                    </a:lnTo>
                    <a:lnTo>
                      <a:pt x="300849" y="32625"/>
                    </a:lnTo>
                    <a:lnTo>
                      <a:pt x="343972" y="87375"/>
                    </a:lnTo>
                    <a:lnTo>
                      <a:pt x="363602" y="123480"/>
                    </a:lnTo>
                    <a:lnTo>
                      <a:pt x="381757" y="164884"/>
                    </a:lnTo>
                    <a:lnTo>
                      <a:pt x="398300" y="211197"/>
                    </a:lnTo>
                    <a:lnTo>
                      <a:pt x="413089" y="262029"/>
                    </a:lnTo>
                    <a:lnTo>
                      <a:pt x="425986" y="316991"/>
                    </a:lnTo>
                    <a:lnTo>
                      <a:pt x="436851" y="375691"/>
                    </a:lnTo>
                    <a:lnTo>
                      <a:pt x="445544" y="437740"/>
                    </a:lnTo>
                    <a:lnTo>
                      <a:pt x="451926" y="502747"/>
                    </a:lnTo>
                    <a:lnTo>
                      <a:pt x="455858" y="570323"/>
                    </a:lnTo>
                    <a:lnTo>
                      <a:pt x="457200" y="640077"/>
                    </a:lnTo>
                    <a:lnTo>
                      <a:pt x="455858" y="709821"/>
                    </a:lnTo>
                    <a:lnTo>
                      <a:pt x="451926" y="777389"/>
                    </a:lnTo>
                    <a:lnTo>
                      <a:pt x="445544" y="842392"/>
                    </a:lnTo>
                    <a:lnTo>
                      <a:pt x="436851" y="904438"/>
                    </a:lnTo>
                    <a:lnTo>
                      <a:pt x="425986" y="963138"/>
                    </a:lnTo>
                    <a:lnTo>
                      <a:pt x="413089" y="1018100"/>
                    </a:lnTo>
                    <a:lnTo>
                      <a:pt x="398300" y="1068935"/>
                    </a:lnTo>
                    <a:lnTo>
                      <a:pt x="381757" y="1115251"/>
                    </a:lnTo>
                    <a:lnTo>
                      <a:pt x="363602" y="1156659"/>
                    </a:lnTo>
                    <a:lnTo>
                      <a:pt x="343972" y="1192767"/>
                    </a:lnTo>
                    <a:lnTo>
                      <a:pt x="300849" y="1247525"/>
                    </a:lnTo>
                    <a:lnTo>
                      <a:pt x="253506" y="1276401"/>
                    </a:lnTo>
                    <a:lnTo>
                      <a:pt x="228600" y="1280157"/>
                    </a:lnTo>
                    <a:lnTo>
                      <a:pt x="203694" y="1276401"/>
                    </a:lnTo>
                    <a:lnTo>
                      <a:pt x="156350" y="1247525"/>
                    </a:lnTo>
                    <a:lnTo>
                      <a:pt x="113227" y="1192767"/>
                    </a:lnTo>
                    <a:lnTo>
                      <a:pt x="93597" y="1156659"/>
                    </a:lnTo>
                    <a:lnTo>
                      <a:pt x="75442" y="1115251"/>
                    </a:lnTo>
                    <a:lnTo>
                      <a:pt x="58900" y="1068935"/>
                    </a:lnTo>
                    <a:lnTo>
                      <a:pt x="44110" y="1018100"/>
                    </a:lnTo>
                    <a:lnTo>
                      <a:pt x="31213" y="963138"/>
                    </a:lnTo>
                    <a:lnTo>
                      <a:pt x="20348" y="904438"/>
                    </a:lnTo>
                    <a:lnTo>
                      <a:pt x="11655" y="842392"/>
                    </a:lnTo>
                    <a:lnTo>
                      <a:pt x="5273" y="777389"/>
                    </a:lnTo>
                    <a:lnTo>
                      <a:pt x="1341" y="709821"/>
                    </a:lnTo>
                    <a:lnTo>
                      <a:pt x="0" y="640077"/>
                    </a:lnTo>
                    <a:close/>
                  </a:path>
                </a:pathLst>
              </a:custGeom>
              <a:ln w="9525">
                <a:solidFill>
                  <a:srgbClr val="000000"/>
                </a:solidFill>
              </a:ln>
            </p:spPr>
            <p:txBody>
              <a:bodyPr wrap="square" lIns="0" tIns="0" rIns="0" bIns="0" rtlCol="0"/>
              <a:lstStyle/>
              <a:p>
                <a:endParaRPr sz="2000"/>
              </a:p>
            </p:txBody>
          </p:sp>
        </p:grpSp>
        <p:sp>
          <p:nvSpPr>
            <p:cNvPr id="18" name="object 25">
              <a:extLst>
                <a:ext uri="{FF2B5EF4-FFF2-40B4-BE49-F238E27FC236}">
                  <a16:creationId xmlns:a16="http://schemas.microsoft.com/office/drawing/2014/main" id="{B556774D-B3E4-4C8F-93EF-A554931C5BE2}"/>
                </a:ext>
              </a:extLst>
            </p:cNvPr>
            <p:cNvSpPr txBox="1"/>
            <p:nvPr/>
          </p:nvSpPr>
          <p:spPr>
            <a:xfrm>
              <a:off x="9871852"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4</a:t>
              </a:r>
              <a:endParaRPr sz="1000">
                <a:latin typeface="Arial"/>
                <a:cs typeface="Arial"/>
              </a:endParaRPr>
            </a:p>
          </p:txBody>
        </p:sp>
        <p:grpSp>
          <p:nvGrpSpPr>
            <p:cNvPr id="19" name="object 26">
              <a:extLst>
                <a:ext uri="{FF2B5EF4-FFF2-40B4-BE49-F238E27FC236}">
                  <a16:creationId xmlns:a16="http://schemas.microsoft.com/office/drawing/2014/main" id="{2509DD5D-CF63-4301-BE94-5F90A0630A72}"/>
                </a:ext>
              </a:extLst>
            </p:cNvPr>
            <p:cNvGrpSpPr/>
            <p:nvPr/>
          </p:nvGrpSpPr>
          <p:grpSpPr>
            <a:xfrm>
              <a:off x="10351629" y="4472784"/>
              <a:ext cx="973667" cy="1432983"/>
              <a:chOff x="9316466" y="4410265"/>
              <a:chExt cx="876300" cy="1289685"/>
            </a:xfrm>
          </p:grpSpPr>
          <p:sp>
            <p:nvSpPr>
              <p:cNvPr id="29" name="object 27">
                <a:extLst>
                  <a:ext uri="{FF2B5EF4-FFF2-40B4-BE49-F238E27FC236}">
                    <a16:creationId xmlns:a16="http://schemas.microsoft.com/office/drawing/2014/main" id="{2EB60106-5833-4EBD-8B40-901C880609C7}"/>
                  </a:ext>
                </a:extLst>
              </p:cNvPr>
              <p:cNvSpPr/>
              <p:nvPr/>
            </p:nvSpPr>
            <p:spPr>
              <a:xfrm>
                <a:off x="9329166" y="4956809"/>
                <a:ext cx="295910" cy="234950"/>
              </a:xfrm>
              <a:custGeom>
                <a:avLst/>
                <a:gdLst/>
                <a:ahLst/>
                <a:cxnLst/>
                <a:rect l="l" t="t" r="r" b="b"/>
                <a:pathLst>
                  <a:path w="295909" h="234950">
                    <a:moveTo>
                      <a:pt x="178308" y="0"/>
                    </a:moveTo>
                    <a:lnTo>
                      <a:pt x="178308" y="58672"/>
                    </a:lnTo>
                    <a:lnTo>
                      <a:pt x="0" y="58672"/>
                    </a:lnTo>
                    <a:lnTo>
                      <a:pt x="0" y="176024"/>
                    </a:lnTo>
                    <a:lnTo>
                      <a:pt x="178308" y="176024"/>
                    </a:lnTo>
                    <a:lnTo>
                      <a:pt x="178308" y="234697"/>
                    </a:lnTo>
                    <a:lnTo>
                      <a:pt x="295656" y="117345"/>
                    </a:lnTo>
                    <a:lnTo>
                      <a:pt x="178308" y="0"/>
                    </a:lnTo>
                    <a:close/>
                  </a:path>
                </a:pathLst>
              </a:custGeom>
              <a:solidFill>
                <a:srgbClr val="B2B2B2"/>
              </a:solidFill>
            </p:spPr>
            <p:txBody>
              <a:bodyPr wrap="square" lIns="0" tIns="0" rIns="0" bIns="0" rtlCol="0"/>
              <a:lstStyle/>
              <a:p>
                <a:endParaRPr sz="2000"/>
              </a:p>
            </p:txBody>
          </p:sp>
          <p:sp>
            <p:nvSpPr>
              <p:cNvPr id="30" name="object 28">
                <a:extLst>
                  <a:ext uri="{FF2B5EF4-FFF2-40B4-BE49-F238E27FC236}">
                    <a16:creationId xmlns:a16="http://schemas.microsoft.com/office/drawing/2014/main" id="{A8F69E12-EB00-48C0-A09B-BD7382D7A04B}"/>
                  </a:ext>
                </a:extLst>
              </p:cNvPr>
              <p:cNvSpPr/>
              <p:nvPr/>
            </p:nvSpPr>
            <p:spPr>
              <a:xfrm>
                <a:off x="9329166" y="4956809"/>
                <a:ext cx="295910" cy="234950"/>
              </a:xfrm>
              <a:custGeom>
                <a:avLst/>
                <a:gdLst/>
                <a:ahLst/>
                <a:cxnLst/>
                <a:rect l="l" t="t" r="r" b="b"/>
                <a:pathLst>
                  <a:path w="295909" h="234950">
                    <a:moveTo>
                      <a:pt x="0" y="58672"/>
                    </a:moveTo>
                    <a:lnTo>
                      <a:pt x="178308" y="58672"/>
                    </a:lnTo>
                    <a:lnTo>
                      <a:pt x="178308" y="0"/>
                    </a:lnTo>
                    <a:lnTo>
                      <a:pt x="295656" y="117345"/>
                    </a:lnTo>
                    <a:lnTo>
                      <a:pt x="178308" y="234697"/>
                    </a:lnTo>
                    <a:lnTo>
                      <a:pt x="178308"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31" name="object 29">
                <a:extLst>
                  <a:ext uri="{FF2B5EF4-FFF2-40B4-BE49-F238E27FC236}">
                    <a16:creationId xmlns:a16="http://schemas.microsoft.com/office/drawing/2014/main" id="{E21AEE41-8F26-4700-B896-D100FD3F602A}"/>
                  </a:ext>
                </a:extLst>
              </p:cNvPr>
              <p:cNvSpPr/>
              <p:nvPr/>
            </p:nvSpPr>
            <p:spPr>
              <a:xfrm>
                <a:off x="9730740" y="4415027"/>
                <a:ext cx="457200" cy="1280160"/>
              </a:xfrm>
              <a:custGeom>
                <a:avLst/>
                <a:gdLst/>
                <a:ahLst/>
                <a:cxnLst/>
                <a:rect l="l" t="t" r="r" b="b"/>
                <a:pathLst>
                  <a:path w="457200" h="1280160">
                    <a:moveTo>
                      <a:pt x="228600" y="0"/>
                    </a:moveTo>
                    <a:lnTo>
                      <a:pt x="179564" y="14760"/>
                    </a:lnTo>
                    <a:lnTo>
                      <a:pt x="134191" y="56960"/>
                    </a:lnTo>
                    <a:lnTo>
                      <a:pt x="93597" y="123480"/>
                    </a:lnTo>
                    <a:lnTo>
                      <a:pt x="75442" y="164884"/>
                    </a:lnTo>
                    <a:lnTo>
                      <a:pt x="58900" y="211197"/>
                    </a:lnTo>
                    <a:lnTo>
                      <a:pt x="44110" y="262029"/>
                    </a:lnTo>
                    <a:lnTo>
                      <a:pt x="31213" y="316991"/>
                    </a:lnTo>
                    <a:lnTo>
                      <a:pt x="20348" y="375691"/>
                    </a:lnTo>
                    <a:lnTo>
                      <a:pt x="11655" y="437740"/>
                    </a:lnTo>
                    <a:lnTo>
                      <a:pt x="5273" y="502747"/>
                    </a:lnTo>
                    <a:lnTo>
                      <a:pt x="1341" y="570323"/>
                    </a:lnTo>
                    <a:lnTo>
                      <a:pt x="0" y="640077"/>
                    </a:lnTo>
                    <a:lnTo>
                      <a:pt x="1341" y="709821"/>
                    </a:lnTo>
                    <a:lnTo>
                      <a:pt x="5273" y="777389"/>
                    </a:lnTo>
                    <a:lnTo>
                      <a:pt x="11655" y="842392"/>
                    </a:lnTo>
                    <a:lnTo>
                      <a:pt x="20348" y="904438"/>
                    </a:lnTo>
                    <a:lnTo>
                      <a:pt x="31213" y="963138"/>
                    </a:lnTo>
                    <a:lnTo>
                      <a:pt x="44110" y="1018100"/>
                    </a:lnTo>
                    <a:lnTo>
                      <a:pt x="58900" y="1068935"/>
                    </a:lnTo>
                    <a:lnTo>
                      <a:pt x="75442" y="1115251"/>
                    </a:lnTo>
                    <a:lnTo>
                      <a:pt x="93597" y="1156659"/>
                    </a:lnTo>
                    <a:lnTo>
                      <a:pt x="113227" y="1192767"/>
                    </a:lnTo>
                    <a:lnTo>
                      <a:pt x="156350" y="1247525"/>
                    </a:lnTo>
                    <a:lnTo>
                      <a:pt x="203694" y="1276401"/>
                    </a:lnTo>
                    <a:lnTo>
                      <a:pt x="228600" y="1280157"/>
                    </a:lnTo>
                    <a:lnTo>
                      <a:pt x="253506" y="1276401"/>
                    </a:lnTo>
                    <a:lnTo>
                      <a:pt x="300849" y="1247525"/>
                    </a:lnTo>
                    <a:lnTo>
                      <a:pt x="343972" y="1192767"/>
                    </a:lnTo>
                    <a:lnTo>
                      <a:pt x="363602" y="1156659"/>
                    </a:lnTo>
                    <a:lnTo>
                      <a:pt x="381757" y="1115251"/>
                    </a:lnTo>
                    <a:lnTo>
                      <a:pt x="398300" y="1068935"/>
                    </a:lnTo>
                    <a:lnTo>
                      <a:pt x="413089" y="1018100"/>
                    </a:lnTo>
                    <a:lnTo>
                      <a:pt x="425986" y="963138"/>
                    </a:lnTo>
                    <a:lnTo>
                      <a:pt x="436851" y="904438"/>
                    </a:lnTo>
                    <a:lnTo>
                      <a:pt x="445544" y="842392"/>
                    </a:lnTo>
                    <a:lnTo>
                      <a:pt x="451926" y="777389"/>
                    </a:lnTo>
                    <a:lnTo>
                      <a:pt x="455858" y="709821"/>
                    </a:lnTo>
                    <a:lnTo>
                      <a:pt x="457200" y="640077"/>
                    </a:lnTo>
                    <a:lnTo>
                      <a:pt x="455858" y="570323"/>
                    </a:lnTo>
                    <a:lnTo>
                      <a:pt x="451926" y="502747"/>
                    </a:lnTo>
                    <a:lnTo>
                      <a:pt x="445544" y="437740"/>
                    </a:lnTo>
                    <a:lnTo>
                      <a:pt x="436851" y="375691"/>
                    </a:lnTo>
                    <a:lnTo>
                      <a:pt x="425986" y="316991"/>
                    </a:lnTo>
                    <a:lnTo>
                      <a:pt x="413089" y="262029"/>
                    </a:lnTo>
                    <a:lnTo>
                      <a:pt x="398300" y="211197"/>
                    </a:lnTo>
                    <a:lnTo>
                      <a:pt x="381757" y="164884"/>
                    </a:lnTo>
                    <a:lnTo>
                      <a:pt x="363602" y="123480"/>
                    </a:lnTo>
                    <a:lnTo>
                      <a:pt x="343972" y="87375"/>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32" name="object 30">
                <a:extLst>
                  <a:ext uri="{FF2B5EF4-FFF2-40B4-BE49-F238E27FC236}">
                    <a16:creationId xmlns:a16="http://schemas.microsoft.com/office/drawing/2014/main" id="{F2AB868F-5BE3-45CC-9118-3B83FDAF538B}"/>
                  </a:ext>
                </a:extLst>
              </p:cNvPr>
              <p:cNvSpPr/>
              <p:nvPr/>
            </p:nvSpPr>
            <p:spPr>
              <a:xfrm>
                <a:off x="9730740" y="4415027"/>
                <a:ext cx="457200" cy="1280160"/>
              </a:xfrm>
              <a:custGeom>
                <a:avLst/>
                <a:gdLst/>
                <a:ahLst/>
                <a:cxnLst/>
                <a:rect l="l" t="t" r="r" b="b"/>
                <a:pathLst>
                  <a:path w="457200" h="1280160">
                    <a:moveTo>
                      <a:pt x="0" y="640077"/>
                    </a:moveTo>
                    <a:lnTo>
                      <a:pt x="1341" y="570323"/>
                    </a:lnTo>
                    <a:lnTo>
                      <a:pt x="5273" y="502747"/>
                    </a:lnTo>
                    <a:lnTo>
                      <a:pt x="11655" y="437740"/>
                    </a:lnTo>
                    <a:lnTo>
                      <a:pt x="20348" y="375691"/>
                    </a:lnTo>
                    <a:lnTo>
                      <a:pt x="31213" y="316991"/>
                    </a:lnTo>
                    <a:lnTo>
                      <a:pt x="44110" y="262029"/>
                    </a:lnTo>
                    <a:lnTo>
                      <a:pt x="58900" y="211197"/>
                    </a:lnTo>
                    <a:lnTo>
                      <a:pt x="75442" y="164884"/>
                    </a:lnTo>
                    <a:lnTo>
                      <a:pt x="93597" y="123480"/>
                    </a:lnTo>
                    <a:lnTo>
                      <a:pt x="113227" y="87375"/>
                    </a:lnTo>
                    <a:lnTo>
                      <a:pt x="156350" y="32625"/>
                    </a:lnTo>
                    <a:lnTo>
                      <a:pt x="203694" y="3755"/>
                    </a:lnTo>
                    <a:lnTo>
                      <a:pt x="228600" y="0"/>
                    </a:lnTo>
                    <a:lnTo>
                      <a:pt x="253506" y="3755"/>
                    </a:lnTo>
                    <a:lnTo>
                      <a:pt x="300849" y="32625"/>
                    </a:lnTo>
                    <a:lnTo>
                      <a:pt x="343972" y="87375"/>
                    </a:lnTo>
                    <a:lnTo>
                      <a:pt x="363602" y="123480"/>
                    </a:lnTo>
                    <a:lnTo>
                      <a:pt x="381757" y="164884"/>
                    </a:lnTo>
                    <a:lnTo>
                      <a:pt x="398300" y="211197"/>
                    </a:lnTo>
                    <a:lnTo>
                      <a:pt x="413089" y="262029"/>
                    </a:lnTo>
                    <a:lnTo>
                      <a:pt x="425986" y="316991"/>
                    </a:lnTo>
                    <a:lnTo>
                      <a:pt x="436851" y="375691"/>
                    </a:lnTo>
                    <a:lnTo>
                      <a:pt x="445544" y="437740"/>
                    </a:lnTo>
                    <a:lnTo>
                      <a:pt x="451926" y="502747"/>
                    </a:lnTo>
                    <a:lnTo>
                      <a:pt x="455858" y="570323"/>
                    </a:lnTo>
                    <a:lnTo>
                      <a:pt x="457200" y="640077"/>
                    </a:lnTo>
                    <a:lnTo>
                      <a:pt x="455858" y="709821"/>
                    </a:lnTo>
                    <a:lnTo>
                      <a:pt x="451926" y="777389"/>
                    </a:lnTo>
                    <a:lnTo>
                      <a:pt x="445544" y="842392"/>
                    </a:lnTo>
                    <a:lnTo>
                      <a:pt x="436851" y="904438"/>
                    </a:lnTo>
                    <a:lnTo>
                      <a:pt x="425986" y="963138"/>
                    </a:lnTo>
                    <a:lnTo>
                      <a:pt x="413089" y="1018100"/>
                    </a:lnTo>
                    <a:lnTo>
                      <a:pt x="398300" y="1068935"/>
                    </a:lnTo>
                    <a:lnTo>
                      <a:pt x="381757" y="1115251"/>
                    </a:lnTo>
                    <a:lnTo>
                      <a:pt x="363602" y="1156659"/>
                    </a:lnTo>
                    <a:lnTo>
                      <a:pt x="343972" y="1192767"/>
                    </a:lnTo>
                    <a:lnTo>
                      <a:pt x="300849" y="1247525"/>
                    </a:lnTo>
                    <a:lnTo>
                      <a:pt x="253506" y="1276401"/>
                    </a:lnTo>
                    <a:lnTo>
                      <a:pt x="228600" y="1280157"/>
                    </a:lnTo>
                    <a:lnTo>
                      <a:pt x="203694" y="1276401"/>
                    </a:lnTo>
                    <a:lnTo>
                      <a:pt x="156350" y="1247525"/>
                    </a:lnTo>
                    <a:lnTo>
                      <a:pt x="113227" y="1192767"/>
                    </a:lnTo>
                    <a:lnTo>
                      <a:pt x="93597" y="1156659"/>
                    </a:lnTo>
                    <a:lnTo>
                      <a:pt x="75442" y="1115251"/>
                    </a:lnTo>
                    <a:lnTo>
                      <a:pt x="58900" y="1068935"/>
                    </a:lnTo>
                    <a:lnTo>
                      <a:pt x="44110" y="1018100"/>
                    </a:lnTo>
                    <a:lnTo>
                      <a:pt x="31213" y="963138"/>
                    </a:lnTo>
                    <a:lnTo>
                      <a:pt x="20348" y="904438"/>
                    </a:lnTo>
                    <a:lnTo>
                      <a:pt x="11655" y="842392"/>
                    </a:lnTo>
                    <a:lnTo>
                      <a:pt x="5273" y="777389"/>
                    </a:lnTo>
                    <a:lnTo>
                      <a:pt x="1341" y="709821"/>
                    </a:lnTo>
                    <a:lnTo>
                      <a:pt x="0" y="640077"/>
                    </a:lnTo>
                    <a:close/>
                  </a:path>
                </a:pathLst>
              </a:custGeom>
              <a:ln w="9525">
                <a:solidFill>
                  <a:srgbClr val="000000"/>
                </a:solidFill>
              </a:ln>
            </p:spPr>
            <p:txBody>
              <a:bodyPr wrap="square" lIns="0" tIns="0" rIns="0" bIns="0" rtlCol="0"/>
              <a:lstStyle/>
              <a:p>
                <a:endParaRPr sz="2000"/>
              </a:p>
            </p:txBody>
          </p:sp>
        </p:grpSp>
        <p:sp>
          <p:nvSpPr>
            <p:cNvPr id="20" name="object 31">
              <a:extLst>
                <a:ext uri="{FF2B5EF4-FFF2-40B4-BE49-F238E27FC236}">
                  <a16:creationId xmlns:a16="http://schemas.microsoft.com/office/drawing/2014/main" id="{69D2A782-3443-486B-A005-A8961F72F248}"/>
                </a:ext>
              </a:extLst>
            </p:cNvPr>
            <p:cNvSpPr txBox="1"/>
            <p:nvPr/>
          </p:nvSpPr>
          <p:spPr>
            <a:xfrm>
              <a:off x="10886581" y="5020734"/>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5</a:t>
              </a:r>
              <a:endParaRPr sz="1000">
                <a:latin typeface="Arial"/>
                <a:cs typeface="Arial"/>
              </a:endParaRPr>
            </a:p>
          </p:txBody>
        </p:sp>
        <p:grpSp>
          <p:nvGrpSpPr>
            <p:cNvPr id="21" name="object 32">
              <a:extLst>
                <a:ext uri="{FF2B5EF4-FFF2-40B4-BE49-F238E27FC236}">
                  <a16:creationId xmlns:a16="http://schemas.microsoft.com/office/drawing/2014/main" id="{0C2203A3-72F5-46FF-B469-1254A522486A}"/>
                </a:ext>
              </a:extLst>
            </p:cNvPr>
            <p:cNvGrpSpPr/>
            <p:nvPr/>
          </p:nvGrpSpPr>
          <p:grpSpPr>
            <a:xfrm>
              <a:off x="5574453" y="4884476"/>
              <a:ext cx="6155267" cy="652639"/>
              <a:chOff x="5017008" y="4780788"/>
              <a:chExt cx="5539740" cy="587375"/>
            </a:xfrm>
          </p:grpSpPr>
          <p:sp>
            <p:nvSpPr>
              <p:cNvPr id="26" name="object 33">
                <a:extLst>
                  <a:ext uri="{FF2B5EF4-FFF2-40B4-BE49-F238E27FC236}">
                    <a16:creationId xmlns:a16="http://schemas.microsoft.com/office/drawing/2014/main" id="{4604826B-3CF6-45A5-BFEA-441EB563582C}"/>
                  </a:ext>
                </a:extLst>
              </p:cNvPr>
              <p:cNvSpPr/>
              <p:nvPr/>
            </p:nvSpPr>
            <p:spPr>
              <a:xfrm>
                <a:off x="10242042" y="4956810"/>
                <a:ext cx="295910" cy="234950"/>
              </a:xfrm>
              <a:custGeom>
                <a:avLst/>
                <a:gdLst/>
                <a:ahLst/>
                <a:cxnLst/>
                <a:rect l="l" t="t" r="r" b="b"/>
                <a:pathLst>
                  <a:path w="295909" h="234950">
                    <a:moveTo>
                      <a:pt x="178308" y="0"/>
                    </a:moveTo>
                    <a:lnTo>
                      <a:pt x="178308" y="58672"/>
                    </a:lnTo>
                    <a:lnTo>
                      <a:pt x="0" y="58672"/>
                    </a:lnTo>
                    <a:lnTo>
                      <a:pt x="0" y="176024"/>
                    </a:lnTo>
                    <a:lnTo>
                      <a:pt x="178308" y="176024"/>
                    </a:lnTo>
                    <a:lnTo>
                      <a:pt x="178308" y="234697"/>
                    </a:lnTo>
                    <a:lnTo>
                      <a:pt x="295656" y="117345"/>
                    </a:lnTo>
                    <a:lnTo>
                      <a:pt x="178308" y="0"/>
                    </a:lnTo>
                    <a:close/>
                  </a:path>
                </a:pathLst>
              </a:custGeom>
              <a:solidFill>
                <a:srgbClr val="B2B2B2"/>
              </a:solidFill>
            </p:spPr>
            <p:txBody>
              <a:bodyPr wrap="square" lIns="0" tIns="0" rIns="0" bIns="0" rtlCol="0"/>
              <a:lstStyle/>
              <a:p>
                <a:endParaRPr sz="2000"/>
              </a:p>
            </p:txBody>
          </p:sp>
          <p:sp>
            <p:nvSpPr>
              <p:cNvPr id="27" name="object 34">
                <a:extLst>
                  <a:ext uri="{FF2B5EF4-FFF2-40B4-BE49-F238E27FC236}">
                    <a16:creationId xmlns:a16="http://schemas.microsoft.com/office/drawing/2014/main" id="{66AC9113-DB94-432B-B086-439F91EADE39}"/>
                  </a:ext>
                </a:extLst>
              </p:cNvPr>
              <p:cNvSpPr/>
              <p:nvPr/>
            </p:nvSpPr>
            <p:spPr>
              <a:xfrm>
                <a:off x="10242042" y="4956810"/>
                <a:ext cx="295910" cy="234950"/>
              </a:xfrm>
              <a:custGeom>
                <a:avLst/>
                <a:gdLst/>
                <a:ahLst/>
                <a:cxnLst/>
                <a:rect l="l" t="t" r="r" b="b"/>
                <a:pathLst>
                  <a:path w="295909" h="234950">
                    <a:moveTo>
                      <a:pt x="0" y="58672"/>
                    </a:moveTo>
                    <a:lnTo>
                      <a:pt x="178308" y="58672"/>
                    </a:lnTo>
                    <a:lnTo>
                      <a:pt x="178308" y="0"/>
                    </a:lnTo>
                    <a:lnTo>
                      <a:pt x="295656" y="117345"/>
                    </a:lnTo>
                    <a:lnTo>
                      <a:pt x="178308" y="234697"/>
                    </a:lnTo>
                    <a:lnTo>
                      <a:pt x="178308" y="176024"/>
                    </a:lnTo>
                    <a:lnTo>
                      <a:pt x="0" y="176024"/>
                    </a:lnTo>
                    <a:lnTo>
                      <a:pt x="0" y="58672"/>
                    </a:lnTo>
                    <a:close/>
                  </a:path>
                </a:pathLst>
              </a:custGeom>
              <a:ln w="25400">
                <a:solidFill>
                  <a:srgbClr val="B2B2B2"/>
                </a:solidFill>
              </a:ln>
            </p:spPr>
            <p:txBody>
              <a:bodyPr wrap="square" lIns="0" tIns="0" rIns="0" bIns="0" rtlCol="0"/>
              <a:lstStyle/>
              <a:p>
                <a:endParaRPr sz="2000"/>
              </a:p>
            </p:txBody>
          </p:sp>
          <p:sp>
            <p:nvSpPr>
              <p:cNvPr id="28" name="object 35">
                <a:extLst>
                  <a:ext uri="{FF2B5EF4-FFF2-40B4-BE49-F238E27FC236}">
                    <a16:creationId xmlns:a16="http://schemas.microsoft.com/office/drawing/2014/main" id="{27D087E1-445A-428F-95AF-88A9F908460B}"/>
                  </a:ext>
                </a:extLst>
              </p:cNvPr>
              <p:cNvSpPr/>
              <p:nvPr/>
            </p:nvSpPr>
            <p:spPr>
              <a:xfrm>
                <a:off x="5036058" y="4799838"/>
                <a:ext cx="5501640" cy="549275"/>
              </a:xfrm>
              <a:custGeom>
                <a:avLst/>
                <a:gdLst/>
                <a:ahLst/>
                <a:cxnLst/>
                <a:rect l="l" t="t" r="r" b="b"/>
                <a:pathLst>
                  <a:path w="5501640" h="549275">
                    <a:moveTo>
                      <a:pt x="0" y="0"/>
                    </a:moveTo>
                    <a:lnTo>
                      <a:pt x="5501640" y="0"/>
                    </a:lnTo>
                  </a:path>
                  <a:path w="5501640" h="549275">
                    <a:moveTo>
                      <a:pt x="0" y="544069"/>
                    </a:moveTo>
                    <a:lnTo>
                      <a:pt x="5501640" y="549149"/>
                    </a:lnTo>
                  </a:path>
                </a:pathLst>
              </a:custGeom>
              <a:ln w="38100">
                <a:solidFill>
                  <a:srgbClr val="008462"/>
                </a:solidFill>
                <a:prstDash val="lgDash"/>
              </a:ln>
            </p:spPr>
            <p:txBody>
              <a:bodyPr wrap="square" lIns="0" tIns="0" rIns="0" bIns="0" rtlCol="0"/>
              <a:lstStyle/>
              <a:p>
                <a:endParaRPr sz="2000"/>
              </a:p>
            </p:txBody>
          </p:sp>
        </p:grpSp>
        <p:sp>
          <p:nvSpPr>
            <p:cNvPr id="22" name="object 36">
              <a:extLst>
                <a:ext uri="{FF2B5EF4-FFF2-40B4-BE49-F238E27FC236}">
                  <a16:creationId xmlns:a16="http://schemas.microsoft.com/office/drawing/2014/main" id="{749AC6B5-D081-4A99-964A-06654B6AEDEF}"/>
                </a:ext>
              </a:extLst>
            </p:cNvPr>
            <p:cNvSpPr txBox="1"/>
            <p:nvPr/>
          </p:nvSpPr>
          <p:spPr>
            <a:xfrm>
              <a:off x="5554273" y="5082436"/>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23" name="object 37">
              <a:extLst>
                <a:ext uri="{FF2B5EF4-FFF2-40B4-BE49-F238E27FC236}">
                  <a16:creationId xmlns:a16="http://schemas.microsoft.com/office/drawing/2014/main" id="{5AB349C9-F0A4-4B64-AC9A-8E5105FD2DD3}"/>
                </a:ext>
              </a:extLst>
            </p:cNvPr>
            <p:cNvSpPr txBox="1"/>
            <p:nvPr/>
          </p:nvSpPr>
          <p:spPr>
            <a:xfrm>
              <a:off x="5554273" y="5590034"/>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sp>
          <p:nvSpPr>
            <p:cNvPr id="24" name="object 38">
              <a:extLst>
                <a:ext uri="{FF2B5EF4-FFF2-40B4-BE49-F238E27FC236}">
                  <a16:creationId xmlns:a16="http://schemas.microsoft.com/office/drawing/2014/main" id="{436A6BE3-4BF2-450B-9114-9A268860E3FC}"/>
                </a:ext>
              </a:extLst>
            </p:cNvPr>
            <p:cNvSpPr txBox="1"/>
            <p:nvPr/>
          </p:nvSpPr>
          <p:spPr>
            <a:xfrm>
              <a:off x="2670453" y="4603581"/>
              <a:ext cx="2883538" cy="1085096"/>
            </a:xfrm>
            <a:prstGeom prst="rect">
              <a:avLst/>
            </a:prstGeom>
          </p:spPr>
          <p:txBody>
            <a:bodyPr vert="horz" wrap="square" lIns="0" tIns="126293" rIns="0" bIns="0" rtlCol="0">
              <a:spAutoFit/>
            </a:bodyPr>
            <a:lstStyle/>
            <a:p>
              <a:pPr marL="14111">
                <a:spcBef>
                  <a:spcPts val="993"/>
                </a:spcBef>
              </a:pPr>
              <a:r>
                <a:rPr sz="2000" b="1" spc="-6" dirty="0">
                  <a:latin typeface="Trebuchet MS"/>
                  <a:cs typeface="Trebuchet MS"/>
                </a:rPr>
                <a:t>Intra-layer</a:t>
              </a:r>
              <a:r>
                <a:rPr sz="2000" b="1" spc="17" dirty="0">
                  <a:latin typeface="Trebuchet MS"/>
                  <a:cs typeface="Trebuchet MS"/>
                </a:rPr>
                <a:t> </a:t>
              </a:r>
              <a:r>
                <a:rPr sz="2000" b="1" spc="-6" dirty="0">
                  <a:latin typeface="Trebuchet MS"/>
                  <a:cs typeface="Trebuchet MS"/>
                </a:rPr>
                <a:t>Parallel</a:t>
              </a:r>
              <a:endParaRPr lang="en-US" altLang="zh-CN" sz="2000" b="1" spc="-6" dirty="0">
                <a:latin typeface="Trebuchet MS"/>
                <a:cs typeface="Trebuchet MS"/>
              </a:endParaRPr>
            </a:p>
            <a:p>
              <a:pPr marL="15522">
                <a:spcBef>
                  <a:spcPts val="783"/>
                </a:spcBef>
              </a:pPr>
              <a:r>
                <a:rPr sz="1778" spc="-6" dirty="0">
                  <a:latin typeface="Trebuchet MS"/>
                  <a:cs typeface="Trebuchet MS"/>
                </a:rPr>
                <a:t>A </a:t>
              </a:r>
              <a:r>
                <a:rPr sz="1778" spc="-11" dirty="0">
                  <a:latin typeface="Trebuchet MS"/>
                  <a:cs typeface="Trebuchet MS"/>
                </a:rPr>
                <a:t>worker </a:t>
              </a:r>
              <a:r>
                <a:rPr sz="1778" spc="-6" dirty="0">
                  <a:latin typeface="Trebuchet MS"/>
                  <a:cs typeface="Trebuchet MS"/>
                </a:rPr>
                <a:t>is responsible </a:t>
              </a:r>
              <a:r>
                <a:rPr sz="1778" spc="-11" dirty="0">
                  <a:latin typeface="Trebuchet MS"/>
                  <a:cs typeface="Trebuchet MS"/>
                </a:rPr>
                <a:t>for </a:t>
              </a:r>
              <a:r>
                <a:rPr sz="1778" spc="-6" dirty="0">
                  <a:latin typeface="Trebuchet MS"/>
                  <a:cs typeface="Trebuchet MS"/>
                </a:rPr>
                <a:t>its portion of each</a:t>
              </a:r>
              <a:r>
                <a:rPr sz="1778" spc="222" dirty="0">
                  <a:latin typeface="Trebuchet MS"/>
                  <a:cs typeface="Trebuchet MS"/>
                </a:rPr>
                <a:t> </a:t>
              </a:r>
              <a:r>
                <a:rPr sz="1778" spc="-6" dirty="0">
                  <a:latin typeface="Trebuchet MS"/>
                  <a:cs typeface="Trebuchet MS"/>
                </a:rPr>
                <a:t>layer</a:t>
              </a:r>
              <a:endParaRPr lang="en-CN" sz="1778" spc="-6" dirty="0">
                <a:latin typeface="Trebuchet MS"/>
                <a:cs typeface="Trebuchet MS"/>
              </a:endParaRPr>
            </a:p>
          </p:txBody>
        </p:sp>
        <p:sp>
          <p:nvSpPr>
            <p:cNvPr id="25" name="Rectangle 77">
              <a:extLst>
                <a:ext uri="{FF2B5EF4-FFF2-40B4-BE49-F238E27FC236}">
                  <a16:creationId xmlns:a16="http://schemas.microsoft.com/office/drawing/2014/main" id="{A68CC9AF-E5C2-45AD-BFC5-F3E989C2E10E}"/>
                </a:ext>
              </a:extLst>
            </p:cNvPr>
            <p:cNvSpPr/>
            <p:nvPr/>
          </p:nvSpPr>
          <p:spPr>
            <a:xfrm>
              <a:off x="5055555" y="4434304"/>
              <a:ext cx="1482231" cy="338554"/>
            </a:xfrm>
            <a:prstGeom prst="rect">
              <a:avLst/>
            </a:prstGeom>
          </p:spPr>
          <p:txBody>
            <a:bodyPr wrap="square">
              <a:spAutoFit/>
            </a:bodyPr>
            <a:lstStyle/>
            <a:p>
              <a:pPr marR="5644" algn="r">
                <a:spcBef>
                  <a:spcPts val="6"/>
                </a:spcBef>
              </a:pPr>
              <a:r>
                <a:rPr lang="en-US" sz="1600" b="1" spc="-6" dirty="0">
                  <a:latin typeface="Arial"/>
                  <a:cs typeface="Arial"/>
                </a:rPr>
                <a:t>Worker</a:t>
              </a:r>
              <a:r>
                <a:rPr lang="en-US" sz="1600" b="1" spc="333" dirty="0">
                  <a:latin typeface="Arial"/>
                  <a:cs typeface="Arial"/>
                </a:rPr>
                <a:t> </a:t>
              </a:r>
              <a:r>
                <a:rPr lang="en-US" sz="1600" b="1" dirty="0">
                  <a:latin typeface="Arial"/>
                  <a:cs typeface="Arial"/>
                </a:rPr>
                <a:t>0</a:t>
              </a:r>
              <a:endParaRPr lang="en-US" sz="1600" dirty="0">
                <a:latin typeface="Arial"/>
                <a:cs typeface="Arial"/>
              </a:endParaRPr>
            </a:p>
          </p:txBody>
        </p:sp>
      </p:grpSp>
      <p:grpSp>
        <p:nvGrpSpPr>
          <p:cNvPr id="47" name="object 39">
            <a:extLst>
              <a:ext uri="{FF2B5EF4-FFF2-40B4-BE49-F238E27FC236}">
                <a16:creationId xmlns:a16="http://schemas.microsoft.com/office/drawing/2014/main" id="{4B531BC2-000A-4394-80A4-FAD5B566958D}"/>
              </a:ext>
            </a:extLst>
          </p:cNvPr>
          <p:cNvGrpSpPr/>
          <p:nvPr/>
        </p:nvGrpSpPr>
        <p:grpSpPr>
          <a:xfrm>
            <a:off x="3954183" y="2178372"/>
            <a:ext cx="520700" cy="1432983"/>
            <a:chOff x="5964745" y="1811845"/>
            <a:chExt cx="468630" cy="1289685"/>
          </a:xfrm>
        </p:grpSpPr>
        <p:sp>
          <p:nvSpPr>
            <p:cNvPr id="48" name="object 40">
              <a:extLst>
                <a:ext uri="{FF2B5EF4-FFF2-40B4-BE49-F238E27FC236}">
                  <a16:creationId xmlns:a16="http://schemas.microsoft.com/office/drawing/2014/main" id="{DDCCFA04-9DD5-4CF8-8626-6AEDF3AB7BB5}"/>
                </a:ext>
              </a:extLst>
            </p:cNvPr>
            <p:cNvSpPr/>
            <p:nvPr/>
          </p:nvSpPr>
          <p:spPr>
            <a:xfrm>
              <a:off x="5969508" y="1816607"/>
              <a:ext cx="459105" cy="1280160"/>
            </a:xfrm>
            <a:custGeom>
              <a:avLst/>
              <a:gdLst/>
              <a:ahLst/>
              <a:cxnLst/>
              <a:rect l="l" t="t" r="r" b="b"/>
              <a:pathLst>
                <a:path w="459104"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49" name="object 41">
              <a:extLst>
                <a:ext uri="{FF2B5EF4-FFF2-40B4-BE49-F238E27FC236}">
                  <a16:creationId xmlns:a16="http://schemas.microsoft.com/office/drawing/2014/main" id="{5FDC8B18-1274-4999-90D7-39CD10948F91}"/>
                </a:ext>
              </a:extLst>
            </p:cNvPr>
            <p:cNvSpPr/>
            <p:nvPr/>
          </p:nvSpPr>
          <p:spPr>
            <a:xfrm>
              <a:off x="5969508" y="1816607"/>
              <a:ext cx="459105" cy="1280160"/>
            </a:xfrm>
            <a:custGeom>
              <a:avLst/>
              <a:gdLst/>
              <a:ahLst/>
              <a:cxnLst/>
              <a:rect l="l" t="t" r="r" b="b"/>
              <a:pathLst>
                <a:path w="459104"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50" name="object 42">
            <a:extLst>
              <a:ext uri="{FF2B5EF4-FFF2-40B4-BE49-F238E27FC236}">
                <a16:creationId xmlns:a16="http://schemas.microsoft.com/office/drawing/2014/main" id="{269CD09B-BB9B-4F63-BC28-5E2C4263F94D}"/>
              </a:ext>
            </a:extLst>
          </p:cNvPr>
          <p:cNvSpPr txBox="1"/>
          <p:nvPr/>
        </p:nvSpPr>
        <p:spPr>
          <a:xfrm>
            <a:off x="4034123"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1</a:t>
            </a:r>
            <a:endParaRPr sz="1000">
              <a:latin typeface="Arial"/>
              <a:cs typeface="Arial"/>
            </a:endParaRPr>
          </a:p>
        </p:txBody>
      </p:sp>
      <p:grpSp>
        <p:nvGrpSpPr>
          <p:cNvPr id="51" name="object 43">
            <a:extLst>
              <a:ext uri="{FF2B5EF4-FFF2-40B4-BE49-F238E27FC236}">
                <a16:creationId xmlns:a16="http://schemas.microsoft.com/office/drawing/2014/main" id="{6F3335CB-7007-4BDC-87CB-352A010C1041}"/>
              </a:ext>
            </a:extLst>
          </p:cNvPr>
          <p:cNvGrpSpPr/>
          <p:nvPr/>
        </p:nvGrpSpPr>
        <p:grpSpPr>
          <a:xfrm>
            <a:off x="4513478" y="2178372"/>
            <a:ext cx="914400" cy="1432983"/>
            <a:chOff x="6468110" y="1811845"/>
            <a:chExt cx="822960" cy="1289685"/>
          </a:xfrm>
        </p:grpSpPr>
        <p:sp>
          <p:nvSpPr>
            <p:cNvPr id="52" name="object 44">
              <a:extLst>
                <a:ext uri="{FF2B5EF4-FFF2-40B4-BE49-F238E27FC236}">
                  <a16:creationId xmlns:a16="http://schemas.microsoft.com/office/drawing/2014/main" id="{2F0071CA-D1EB-4F29-B140-9CDC58A61CD2}"/>
                </a:ext>
              </a:extLst>
            </p:cNvPr>
            <p:cNvSpPr/>
            <p:nvPr/>
          </p:nvSpPr>
          <p:spPr>
            <a:xfrm>
              <a:off x="6480810" y="2358389"/>
              <a:ext cx="297180" cy="233679"/>
            </a:xfrm>
            <a:custGeom>
              <a:avLst/>
              <a:gdLst/>
              <a:ahLst/>
              <a:cxnLst/>
              <a:rect l="l" t="t" r="r" b="b"/>
              <a:pathLst>
                <a:path w="297179" h="233680">
                  <a:moveTo>
                    <a:pt x="180594" y="0"/>
                  </a:moveTo>
                  <a:lnTo>
                    <a:pt x="180594" y="58293"/>
                  </a:lnTo>
                  <a:lnTo>
                    <a:pt x="0" y="58293"/>
                  </a:lnTo>
                  <a:lnTo>
                    <a:pt x="0" y="174879"/>
                  </a:lnTo>
                  <a:lnTo>
                    <a:pt x="180594" y="174879"/>
                  </a:lnTo>
                  <a:lnTo>
                    <a:pt x="180594" y="233172"/>
                  </a:lnTo>
                  <a:lnTo>
                    <a:pt x="297180" y="116586"/>
                  </a:lnTo>
                  <a:lnTo>
                    <a:pt x="180594" y="0"/>
                  </a:lnTo>
                  <a:close/>
                </a:path>
              </a:pathLst>
            </a:custGeom>
            <a:solidFill>
              <a:srgbClr val="B2B2B2"/>
            </a:solidFill>
          </p:spPr>
          <p:txBody>
            <a:bodyPr wrap="square" lIns="0" tIns="0" rIns="0" bIns="0" rtlCol="0"/>
            <a:lstStyle/>
            <a:p>
              <a:endParaRPr sz="2000"/>
            </a:p>
          </p:txBody>
        </p:sp>
        <p:sp>
          <p:nvSpPr>
            <p:cNvPr id="53" name="object 45">
              <a:extLst>
                <a:ext uri="{FF2B5EF4-FFF2-40B4-BE49-F238E27FC236}">
                  <a16:creationId xmlns:a16="http://schemas.microsoft.com/office/drawing/2014/main" id="{EBF41DA2-0DDB-450B-A1DE-6D94A1E4E6B7}"/>
                </a:ext>
              </a:extLst>
            </p:cNvPr>
            <p:cNvSpPr/>
            <p:nvPr/>
          </p:nvSpPr>
          <p:spPr>
            <a:xfrm>
              <a:off x="6480810" y="2358389"/>
              <a:ext cx="297180" cy="233679"/>
            </a:xfrm>
            <a:custGeom>
              <a:avLst/>
              <a:gdLst/>
              <a:ahLst/>
              <a:cxnLst/>
              <a:rect l="l" t="t" r="r" b="b"/>
              <a:pathLst>
                <a:path w="297179" h="233680">
                  <a:moveTo>
                    <a:pt x="0" y="58293"/>
                  </a:moveTo>
                  <a:lnTo>
                    <a:pt x="180594" y="58293"/>
                  </a:lnTo>
                  <a:lnTo>
                    <a:pt x="180594" y="0"/>
                  </a:lnTo>
                  <a:lnTo>
                    <a:pt x="297180" y="116586"/>
                  </a:lnTo>
                  <a:lnTo>
                    <a:pt x="180594" y="233172"/>
                  </a:lnTo>
                  <a:lnTo>
                    <a:pt x="180594" y="174879"/>
                  </a:lnTo>
                  <a:lnTo>
                    <a:pt x="0" y="174879"/>
                  </a:lnTo>
                  <a:lnTo>
                    <a:pt x="0" y="58293"/>
                  </a:lnTo>
                  <a:close/>
                </a:path>
              </a:pathLst>
            </a:custGeom>
            <a:ln w="25400">
              <a:solidFill>
                <a:srgbClr val="B2B2B2"/>
              </a:solidFill>
            </a:ln>
          </p:spPr>
          <p:txBody>
            <a:bodyPr wrap="square" lIns="0" tIns="0" rIns="0" bIns="0" rtlCol="0"/>
            <a:lstStyle/>
            <a:p>
              <a:endParaRPr sz="2000"/>
            </a:p>
          </p:txBody>
        </p:sp>
        <p:sp>
          <p:nvSpPr>
            <p:cNvPr id="54" name="object 46">
              <a:extLst>
                <a:ext uri="{FF2B5EF4-FFF2-40B4-BE49-F238E27FC236}">
                  <a16:creationId xmlns:a16="http://schemas.microsoft.com/office/drawing/2014/main" id="{B75AA7CA-F037-45CD-81BD-8147B30652CE}"/>
                </a:ext>
              </a:extLst>
            </p:cNvPr>
            <p:cNvSpPr/>
            <p:nvPr/>
          </p:nvSpPr>
          <p:spPr>
            <a:xfrm>
              <a:off x="6829044" y="1816607"/>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55" name="object 47">
              <a:extLst>
                <a:ext uri="{FF2B5EF4-FFF2-40B4-BE49-F238E27FC236}">
                  <a16:creationId xmlns:a16="http://schemas.microsoft.com/office/drawing/2014/main" id="{D490FFD1-755C-4A65-9D54-E51510652202}"/>
                </a:ext>
              </a:extLst>
            </p:cNvPr>
            <p:cNvSpPr/>
            <p:nvPr/>
          </p:nvSpPr>
          <p:spPr>
            <a:xfrm>
              <a:off x="6829044" y="1816607"/>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56" name="object 48">
            <a:extLst>
              <a:ext uri="{FF2B5EF4-FFF2-40B4-BE49-F238E27FC236}">
                <a16:creationId xmlns:a16="http://schemas.microsoft.com/office/drawing/2014/main" id="{B0456F2C-0A98-4473-ABC8-2A6416F2E22E}"/>
              </a:ext>
            </a:extLst>
          </p:cNvPr>
          <p:cNvSpPr txBox="1"/>
          <p:nvPr/>
        </p:nvSpPr>
        <p:spPr>
          <a:xfrm>
            <a:off x="4988458"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2</a:t>
            </a:r>
            <a:endParaRPr sz="1000">
              <a:latin typeface="Arial"/>
              <a:cs typeface="Arial"/>
            </a:endParaRPr>
          </a:p>
        </p:txBody>
      </p:sp>
      <p:grpSp>
        <p:nvGrpSpPr>
          <p:cNvPr id="57" name="object 49">
            <a:extLst>
              <a:ext uri="{FF2B5EF4-FFF2-40B4-BE49-F238E27FC236}">
                <a16:creationId xmlns:a16="http://schemas.microsoft.com/office/drawing/2014/main" id="{0498B07D-F013-415A-9DF0-9423E2CC8D71}"/>
              </a:ext>
            </a:extLst>
          </p:cNvPr>
          <p:cNvGrpSpPr/>
          <p:nvPr/>
        </p:nvGrpSpPr>
        <p:grpSpPr>
          <a:xfrm>
            <a:off x="5466824" y="1634175"/>
            <a:ext cx="358422" cy="2280356"/>
            <a:chOff x="7326121" y="1322069"/>
            <a:chExt cx="322580" cy="2052320"/>
          </a:xfrm>
        </p:grpSpPr>
        <p:sp>
          <p:nvSpPr>
            <p:cNvPr id="58" name="object 50">
              <a:extLst>
                <a:ext uri="{FF2B5EF4-FFF2-40B4-BE49-F238E27FC236}">
                  <a16:creationId xmlns:a16="http://schemas.microsoft.com/office/drawing/2014/main" id="{967541AF-D28B-4FC3-ADB1-1DE4957636CA}"/>
                </a:ext>
              </a:extLst>
            </p:cNvPr>
            <p:cNvSpPr/>
            <p:nvPr/>
          </p:nvSpPr>
          <p:spPr>
            <a:xfrm>
              <a:off x="7338821" y="2358389"/>
              <a:ext cx="297180" cy="233679"/>
            </a:xfrm>
            <a:custGeom>
              <a:avLst/>
              <a:gdLst/>
              <a:ahLst/>
              <a:cxnLst/>
              <a:rect l="l" t="t" r="r" b="b"/>
              <a:pathLst>
                <a:path w="297179" h="233680">
                  <a:moveTo>
                    <a:pt x="180594" y="0"/>
                  </a:moveTo>
                  <a:lnTo>
                    <a:pt x="180594" y="58293"/>
                  </a:lnTo>
                  <a:lnTo>
                    <a:pt x="0" y="58293"/>
                  </a:lnTo>
                  <a:lnTo>
                    <a:pt x="0" y="174879"/>
                  </a:lnTo>
                  <a:lnTo>
                    <a:pt x="180594" y="174879"/>
                  </a:lnTo>
                  <a:lnTo>
                    <a:pt x="180594" y="233172"/>
                  </a:lnTo>
                  <a:lnTo>
                    <a:pt x="297180" y="116586"/>
                  </a:lnTo>
                  <a:lnTo>
                    <a:pt x="180594" y="0"/>
                  </a:lnTo>
                  <a:close/>
                </a:path>
              </a:pathLst>
            </a:custGeom>
            <a:solidFill>
              <a:srgbClr val="B2B2B2"/>
            </a:solidFill>
          </p:spPr>
          <p:txBody>
            <a:bodyPr wrap="square" lIns="0" tIns="0" rIns="0" bIns="0" rtlCol="0"/>
            <a:lstStyle/>
            <a:p>
              <a:endParaRPr sz="2000"/>
            </a:p>
          </p:txBody>
        </p:sp>
        <p:sp>
          <p:nvSpPr>
            <p:cNvPr id="59" name="object 51">
              <a:extLst>
                <a:ext uri="{FF2B5EF4-FFF2-40B4-BE49-F238E27FC236}">
                  <a16:creationId xmlns:a16="http://schemas.microsoft.com/office/drawing/2014/main" id="{72D7E00A-B4F4-4222-A0B4-DD4015AF6A9C}"/>
                </a:ext>
              </a:extLst>
            </p:cNvPr>
            <p:cNvSpPr/>
            <p:nvPr/>
          </p:nvSpPr>
          <p:spPr>
            <a:xfrm>
              <a:off x="7338821" y="2358389"/>
              <a:ext cx="297180" cy="233679"/>
            </a:xfrm>
            <a:custGeom>
              <a:avLst/>
              <a:gdLst/>
              <a:ahLst/>
              <a:cxnLst/>
              <a:rect l="l" t="t" r="r" b="b"/>
              <a:pathLst>
                <a:path w="297179" h="233680">
                  <a:moveTo>
                    <a:pt x="0" y="58293"/>
                  </a:moveTo>
                  <a:lnTo>
                    <a:pt x="180594" y="58293"/>
                  </a:lnTo>
                  <a:lnTo>
                    <a:pt x="180594" y="0"/>
                  </a:lnTo>
                  <a:lnTo>
                    <a:pt x="297180" y="116586"/>
                  </a:lnTo>
                  <a:lnTo>
                    <a:pt x="180594" y="233172"/>
                  </a:lnTo>
                  <a:lnTo>
                    <a:pt x="180594" y="174879"/>
                  </a:lnTo>
                  <a:lnTo>
                    <a:pt x="0" y="174879"/>
                  </a:lnTo>
                  <a:lnTo>
                    <a:pt x="0" y="58293"/>
                  </a:lnTo>
                  <a:close/>
                </a:path>
              </a:pathLst>
            </a:custGeom>
            <a:ln w="25400">
              <a:solidFill>
                <a:srgbClr val="B2B2B2"/>
              </a:solidFill>
            </a:ln>
          </p:spPr>
          <p:txBody>
            <a:bodyPr wrap="square" lIns="0" tIns="0" rIns="0" bIns="0" rtlCol="0"/>
            <a:lstStyle/>
            <a:p>
              <a:endParaRPr sz="2000"/>
            </a:p>
          </p:txBody>
        </p:sp>
        <p:sp>
          <p:nvSpPr>
            <p:cNvPr id="60" name="object 52">
              <a:extLst>
                <a:ext uri="{FF2B5EF4-FFF2-40B4-BE49-F238E27FC236}">
                  <a16:creationId xmlns:a16="http://schemas.microsoft.com/office/drawing/2014/main" id="{752F3BD6-D0AC-4738-B7EB-AFDA53A177B4}"/>
                </a:ext>
              </a:extLst>
            </p:cNvPr>
            <p:cNvSpPr/>
            <p:nvPr/>
          </p:nvSpPr>
          <p:spPr>
            <a:xfrm>
              <a:off x="7437881" y="1322069"/>
              <a:ext cx="0" cy="2052320"/>
            </a:xfrm>
            <a:custGeom>
              <a:avLst/>
              <a:gdLst/>
              <a:ahLst/>
              <a:cxnLst/>
              <a:rect l="l" t="t" r="r" b="b"/>
              <a:pathLst>
                <a:path h="2052320">
                  <a:moveTo>
                    <a:pt x="0" y="0"/>
                  </a:moveTo>
                  <a:lnTo>
                    <a:pt x="0" y="2052320"/>
                  </a:lnTo>
                </a:path>
              </a:pathLst>
            </a:custGeom>
            <a:ln w="38100">
              <a:solidFill>
                <a:srgbClr val="008462"/>
              </a:solidFill>
              <a:prstDash val="lgDash"/>
            </a:ln>
          </p:spPr>
          <p:txBody>
            <a:bodyPr wrap="square" lIns="0" tIns="0" rIns="0" bIns="0" rtlCol="0"/>
            <a:lstStyle/>
            <a:p>
              <a:endParaRPr sz="2000"/>
            </a:p>
          </p:txBody>
        </p:sp>
      </p:grpSp>
      <p:grpSp>
        <p:nvGrpSpPr>
          <p:cNvPr id="61" name="object 53">
            <a:extLst>
              <a:ext uri="{FF2B5EF4-FFF2-40B4-BE49-F238E27FC236}">
                <a16:creationId xmlns:a16="http://schemas.microsoft.com/office/drawing/2014/main" id="{1879D808-D43E-42F7-809A-A291BB11FAF4}"/>
              </a:ext>
            </a:extLst>
          </p:cNvPr>
          <p:cNvGrpSpPr/>
          <p:nvPr/>
        </p:nvGrpSpPr>
        <p:grpSpPr>
          <a:xfrm>
            <a:off x="5886278" y="2178372"/>
            <a:ext cx="518583" cy="1432983"/>
            <a:chOff x="7703629" y="1811845"/>
            <a:chExt cx="466725" cy="1289685"/>
          </a:xfrm>
        </p:grpSpPr>
        <p:sp>
          <p:nvSpPr>
            <p:cNvPr id="62" name="object 54">
              <a:extLst>
                <a:ext uri="{FF2B5EF4-FFF2-40B4-BE49-F238E27FC236}">
                  <a16:creationId xmlns:a16="http://schemas.microsoft.com/office/drawing/2014/main" id="{DB0F5A68-0554-43E2-AD96-662BC3A157EB}"/>
                </a:ext>
              </a:extLst>
            </p:cNvPr>
            <p:cNvSpPr/>
            <p:nvPr/>
          </p:nvSpPr>
          <p:spPr>
            <a:xfrm>
              <a:off x="7708392" y="1816607"/>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63" name="object 55">
              <a:extLst>
                <a:ext uri="{FF2B5EF4-FFF2-40B4-BE49-F238E27FC236}">
                  <a16:creationId xmlns:a16="http://schemas.microsoft.com/office/drawing/2014/main" id="{1E6E41C4-6430-4312-9FC8-3BAE7EA98E26}"/>
                </a:ext>
              </a:extLst>
            </p:cNvPr>
            <p:cNvSpPr/>
            <p:nvPr/>
          </p:nvSpPr>
          <p:spPr>
            <a:xfrm>
              <a:off x="7708392" y="1816607"/>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64" name="object 56">
            <a:extLst>
              <a:ext uri="{FF2B5EF4-FFF2-40B4-BE49-F238E27FC236}">
                <a16:creationId xmlns:a16="http://schemas.microsoft.com/office/drawing/2014/main" id="{2E19B3FC-2B6C-4E28-A88D-CE5A351CAC3F}"/>
              </a:ext>
            </a:extLst>
          </p:cNvPr>
          <p:cNvSpPr txBox="1"/>
          <p:nvPr/>
        </p:nvSpPr>
        <p:spPr>
          <a:xfrm>
            <a:off x="5965793"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3</a:t>
            </a:r>
            <a:endParaRPr sz="1000">
              <a:latin typeface="Arial"/>
              <a:cs typeface="Arial"/>
            </a:endParaRPr>
          </a:p>
        </p:txBody>
      </p:sp>
      <p:grpSp>
        <p:nvGrpSpPr>
          <p:cNvPr id="65" name="object 57">
            <a:extLst>
              <a:ext uri="{FF2B5EF4-FFF2-40B4-BE49-F238E27FC236}">
                <a16:creationId xmlns:a16="http://schemas.microsoft.com/office/drawing/2014/main" id="{855D5600-38AC-4ADA-9C85-0445A390C927}"/>
              </a:ext>
            </a:extLst>
          </p:cNvPr>
          <p:cNvGrpSpPr/>
          <p:nvPr/>
        </p:nvGrpSpPr>
        <p:grpSpPr>
          <a:xfrm>
            <a:off x="6445571" y="2178372"/>
            <a:ext cx="914400" cy="1432983"/>
            <a:chOff x="8206994" y="1811845"/>
            <a:chExt cx="822960" cy="1289685"/>
          </a:xfrm>
        </p:grpSpPr>
        <p:sp>
          <p:nvSpPr>
            <p:cNvPr id="66" name="object 58">
              <a:extLst>
                <a:ext uri="{FF2B5EF4-FFF2-40B4-BE49-F238E27FC236}">
                  <a16:creationId xmlns:a16="http://schemas.microsoft.com/office/drawing/2014/main" id="{65652DF8-FCBD-4962-9624-CC944E8B38EA}"/>
                </a:ext>
              </a:extLst>
            </p:cNvPr>
            <p:cNvSpPr/>
            <p:nvPr/>
          </p:nvSpPr>
          <p:spPr>
            <a:xfrm>
              <a:off x="8219694" y="2358389"/>
              <a:ext cx="295910" cy="233679"/>
            </a:xfrm>
            <a:custGeom>
              <a:avLst/>
              <a:gdLst/>
              <a:ahLst/>
              <a:cxnLst/>
              <a:rect l="l" t="t" r="r" b="b"/>
              <a:pathLst>
                <a:path w="295909" h="233680">
                  <a:moveTo>
                    <a:pt x="179070" y="0"/>
                  </a:moveTo>
                  <a:lnTo>
                    <a:pt x="179070" y="58293"/>
                  </a:lnTo>
                  <a:lnTo>
                    <a:pt x="0" y="58293"/>
                  </a:lnTo>
                  <a:lnTo>
                    <a:pt x="0" y="174879"/>
                  </a:lnTo>
                  <a:lnTo>
                    <a:pt x="179070" y="174879"/>
                  </a:lnTo>
                  <a:lnTo>
                    <a:pt x="179070" y="233172"/>
                  </a:lnTo>
                  <a:lnTo>
                    <a:pt x="295656" y="116586"/>
                  </a:lnTo>
                  <a:lnTo>
                    <a:pt x="179070" y="0"/>
                  </a:lnTo>
                  <a:close/>
                </a:path>
              </a:pathLst>
            </a:custGeom>
            <a:solidFill>
              <a:srgbClr val="B2B2B2"/>
            </a:solidFill>
          </p:spPr>
          <p:txBody>
            <a:bodyPr wrap="square" lIns="0" tIns="0" rIns="0" bIns="0" rtlCol="0"/>
            <a:lstStyle/>
            <a:p>
              <a:endParaRPr sz="2000"/>
            </a:p>
          </p:txBody>
        </p:sp>
        <p:sp>
          <p:nvSpPr>
            <p:cNvPr id="67" name="object 59">
              <a:extLst>
                <a:ext uri="{FF2B5EF4-FFF2-40B4-BE49-F238E27FC236}">
                  <a16:creationId xmlns:a16="http://schemas.microsoft.com/office/drawing/2014/main" id="{9AB52B77-8148-4842-ADCE-99AF6CFAAC83}"/>
                </a:ext>
              </a:extLst>
            </p:cNvPr>
            <p:cNvSpPr/>
            <p:nvPr/>
          </p:nvSpPr>
          <p:spPr>
            <a:xfrm>
              <a:off x="8219694" y="2358389"/>
              <a:ext cx="295910" cy="233679"/>
            </a:xfrm>
            <a:custGeom>
              <a:avLst/>
              <a:gdLst/>
              <a:ahLst/>
              <a:cxnLst/>
              <a:rect l="l" t="t" r="r" b="b"/>
              <a:pathLst>
                <a:path w="295909" h="233680">
                  <a:moveTo>
                    <a:pt x="0" y="58293"/>
                  </a:moveTo>
                  <a:lnTo>
                    <a:pt x="179070" y="58293"/>
                  </a:lnTo>
                  <a:lnTo>
                    <a:pt x="179070" y="0"/>
                  </a:lnTo>
                  <a:lnTo>
                    <a:pt x="295656" y="116586"/>
                  </a:lnTo>
                  <a:lnTo>
                    <a:pt x="179070" y="233172"/>
                  </a:lnTo>
                  <a:lnTo>
                    <a:pt x="179070" y="174879"/>
                  </a:lnTo>
                  <a:lnTo>
                    <a:pt x="0" y="174879"/>
                  </a:lnTo>
                  <a:lnTo>
                    <a:pt x="0" y="58293"/>
                  </a:lnTo>
                  <a:close/>
                </a:path>
              </a:pathLst>
            </a:custGeom>
            <a:ln w="25400">
              <a:solidFill>
                <a:srgbClr val="B2B2B2"/>
              </a:solidFill>
            </a:ln>
          </p:spPr>
          <p:txBody>
            <a:bodyPr wrap="square" lIns="0" tIns="0" rIns="0" bIns="0" rtlCol="0"/>
            <a:lstStyle/>
            <a:p>
              <a:endParaRPr sz="2000"/>
            </a:p>
          </p:txBody>
        </p:sp>
        <p:sp>
          <p:nvSpPr>
            <p:cNvPr id="68" name="object 60">
              <a:extLst>
                <a:ext uri="{FF2B5EF4-FFF2-40B4-BE49-F238E27FC236}">
                  <a16:creationId xmlns:a16="http://schemas.microsoft.com/office/drawing/2014/main" id="{8E597935-2288-4349-A650-6F93E9F6A9E1}"/>
                </a:ext>
              </a:extLst>
            </p:cNvPr>
            <p:cNvSpPr/>
            <p:nvPr/>
          </p:nvSpPr>
          <p:spPr>
            <a:xfrm>
              <a:off x="8567928" y="1816607"/>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69" name="object 61">
              <a:extLst>
                <a:ext uri="{FF2B5EF4-FFF2-40B4-BE49-F238E27FC236}">
                  <a16:creationId xmlns:a16="http://schemas.microsoft.com/office/drawing/2014/main" id="{26FA39B6-0D99-4C15-9F8D-A32AB71BCEDF}"/>
                </a:ext>
              </a:extLst>
            </p:cNvPr>
            <p:cNvSpPr/>
            <p:nvPr/>
          </p:nvSpPr>
          <p:spPr>
            <a:xfrm>
              <a:off x="8567928" y="1816607"/>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70" name="object 62">
            <a:extLst>
              <a:ext uri="{FF2B5EF4-FFF2-40B4-BE49-F238E27FC236}">
                <a16:creationId xmlns:a16="http://schemas.microsoft.com/office/drawing/2014/main" id="{6B396564-13FA-4AC3-8400-51100B2C763E}"/>
              </a:ext>
            </a:extLst>
          </p:cNvPr>
          <p:cNvSpPr txBox="1"/>
          <p:nvPr/>
        </p:nvSpPr>
        <p:spPr>
          <a:xfrm>
            <a:off x="6920268"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4</a:t>
            </a:r>
            <a:endParaRPr sz="1000">
              <a:latin typeface="Arial"/>
              <a:cs typeface="Arial"/>
            </a:endParaRPr>
          </a:p>
        </p:txBody>
      </p:sp>
      <p:grpSp>
        <p:nvGrpSpPr>
          <p:cNvPr id="71" name="object 63">
            <a:extLst>
              <a:ext uri="{FF2B5EF4-FFF2-40B4-BE49-F238E27FC236}">
                <a16:creationId xmlns:a16="http://schemas.microsoft.com/office/drawing/2014/main" id="{6B565486-7C92-49D1-8EF1-4A17B04BC8ED}"/>
              </a:ext>
            </a:extLst>
          </p:cNvPr>
          <p:cNvGrpSpPr/>
          <p:nvPr/>
        </p:nvGrpSpPr>
        <p:grpSpPr>
          <a:xfrm>
            <a:off x="7398918" y="1646029"/>
            <a:ext cx="358422" cy="2280356"/>
            <a:chOff x="9065006" y="1332737"/>
            <a:chExt cx="322580" cy="2052320"/>
          </a:xfrm>
        </p:grpSpPr>
        <p:sp>
          <p:nvSpPr>
            <p:cNvPr id="72" name="object 64">
              <a:extLst>
                <a:ext uri="{FF2B5EF4-FFF2-40B4-BE49-F238E27FC236}">
                  <a16:creationId xmlns:a16="http://schemas.microsoft.com/office/drawing/2014/main" id="{05640D8C-F991-46D4-B42B-50109E83A77A}"/>
                </a:ext>
              </a:extLst>
            </p:cNvPr>
            <p:cNvSpPr/>
            <p:nvPr/>
          </p:nvSpPr>
          <p:spPr>
            <a:xfrm>
              <a:off x="9077706" y="2358389"/>
              <a:ext cx="297180" cy="233679"/>
            </a:xfrm>
            <a:custGeom>
              <a:avLst/>
              <a:gdLst/>
              <a:ahLst/>
              <a:cxnLst/>
              <a:rect l="l" t="t" r="r" b="b"/>
              <a:pathLst>
                <a:path w="297179" h="233680">
                  <a:moveTo>
                    <a:pt x="180594" y="0"/>
                  </a:moveTo>
                  <a:lnTo>
                    <a:pt x="180594" y="58293"/>
                  </a:lnTo>
                  <a:lnTo>
                    <a:pt x="0" y="58293"/>
                  </a:lnTo>
                  <a:lnTo>
                    <a:pt x="0" y="174879"/>
                  </a:lnTo>
                  <a:lnTo>
                    <a:pt x="180594" y="174879"/>
                  </a:lnTo>
                  <a:lnTo>
                    <a:pt x="180594" y="233172"/>
                  </a:lnTo>
                  <a:lnTo>
                    <a:pt x="297180" y="116586"/>
                  </a:lnTo>
                  <a:lnTo>
                    <a:pt x="180594" y="0"/>
                  </a:lnTo>
                  <a:close/>
                </a:path>
              </a:pathLst>
            </a:custGeom>
            <a:solidFill>
              <a:srgbClr val="B2B2B2"/>
            </a:solidFill>
          </p:spPr>
          <p:txBody>
            <a:bodyPr wrap="square" lIns="0" tIns="0" rIns="0" bIns="0" rtlCol="0"/>
            <a:lstStyle/>
            <a:p>
              <a:endParaRPr sz="2000"/>
            </a:p>
          </p:txBody>
        </p:sp>
        <p:sp>
          <p:nvSpPr>
            <p:cNvPr id="73" name="object 65">
              <a:extLst>
                <a:ext uri="{FF2B5EF4-FFF2-40B4-BE49-F238E27FC236}">
                  <a16:creationId xmlns:a16="http://schemas.microsoft.com/office/drawing/2014/main" id="{D6C02EC7-035A-42DF-8EC0-F7C7D7816AAC}"/>
                </a:ext>
              </a:extLst>
            </p:cNvPr>
            <p:cNvSpPr/>
            <p:nvPr/>
          </p:nvSpPr>
          <p:spPr>
            <a:xfrm>
              <a:off x="9077706" y="2358389"/>
              <a:ext cx="297180" cy="233679"/>
            </a:xfrm>
            <a:custGeom>
              <a:avLst/>
              <a:gdLst/>
              <a:ahLst/>
              <a:cxnLst/>
              <a:rect l="l" t="t" r="r" b="b"/>
              <a:pathLst>
                <a:path w="297179" h="233680">
                  <a:moveTo>
                    <a:pt x="0" y="58293"/>
                  </a:moveTo>
                  <a:lnTo>
                    <a:pt x="180594" y="58293"/>
                  </a:lnTo>
                  <a:lnTo>
                    <a:pt x="180594" y="0"/>
                  </a:lnTo>
                  <a:lnTo>
                    <a:pt x="297180" y="116586"/>
                  </a:lnTo>
                  <a:lnTo>
                    <a:pt x="180594" y="233172"/>
                  </a:lnTo>
                  <a:lnTo>
                    <a:pt x="180594" y="174879"/>
                  </a:lnTo>
                  <a:lnTo>
                    <a:pt x="0" y="174879"/>
                  </a:lnTo>
                  <a:lnTo>
                    <a:pt x="0" y="58293"/>
                  </a:lnTo>
                  <a:close/>
                </a:path>
              </a:pathLst>
            </a:custGeom>
            <a:ln w="25400">
              <a:solidFill>
                <a:srgbClr val="B2B2B2"/>
              </a:solidFill>
            </a:ln>
          </p:spPr>
          <p:txBody>
            <a:bodyPr wrap="square" lIns="0" tIns="0" rIns="0" bIns="0" rtlCol="0"/>
            <a:lstStyle/>
            <a:p>
              <a:endParaRPr sz="2000"/>
            </a:p>
          </p:txBody>
        </p:sp>
        <p:sp>
          <p:nvSpPr>
            <p:cNvPr id="74" name="object 66">
              <a:extLst>
                <a:ext uri="{FF2B5EF4-FFF2-40B4-BE49-F238E27FC236}">
                  <a16:creationId xmlns:a16="http://schemas.microsoft.com/office/drawing/2014/main" id="{DD33F7E3-1535-422A-86A0-E9CF34F9D79B}"/>
                </a:ext>
              </a:extLst>
            </p:cNvPr>
            <p:cNvSpPr/>
            <p:nvPr/>
          </p:nvSpPr>
          <p:spPr>
            <a:xfrm>
              <a:off x="9195054" y="1332737"/>
              <a:ext cx="0" cy="2052320"/>
            </a:xfrm>
            <a:custGeom>
              <a:avLst/>
              <a:gdLst/>
              <a:ahLst/>
              <a:cxnLst/>
              <a:rect l="l" t="t" r="r" b="b"/>
              <a:pathLst>
                <a:path h="2052320">
                  <a:moveTo>
                    <a:pt x="0" y="0"/>
                  </a:moveTo>
                  <a:lnTo>
                    <a:pt x="0" y="2052320"/>
                  </a:lnTo>
                </a:path>
              </a:pathLst>
            </a:custGeom>
            <a:ln w="38100">
              <a:solidFill>
                <a:srgbClr val="008462"/>
              </a:solidFill>
              <a:prstDash val="lgDash"/>
            </a:ln>
          </p:spPr>
          <p:txBody>
            <a:bodyPr wrap="square" lIns="0" tIns="0" rIns="0" bIns="0" rtlCol="0"/>
            <a:lstStyle/>
            <a:p>
              <a:endParaRPr sz="2000"/>
            </a:p>
          </p:txBody>
        </p:sp>
      </p:grpSp>
      <p:grpSp>
        <p:nvGrpSpPr>
          <p:cNvPr id="75" name="object 67">
            <a:extLst>
              <a:ext uri="{FF2B5EF4-FFF2-40B4-BE49-F238E27FC236}">
                <a16:creationId xmlns:a16="http://schemas.microsoft.com/office/drawing/2014/main" id="{AD9B7039-1CC2-4010-B67B-677A696B1AB5}"/>
              </a:ext>
            </a:extLst>
          </p:cNvPr>
          <p:cNvGrpSpPr/>
          <p:nvPr/>
        </p:nvGrpSpPr>
        <p:grpSpPr>
          <a:xfrm>
            <a:off x="7855624" y="2178372"/>
            <a:ext cx="518583" cy="1432983"/>
            <a:chOff x="9476041" y="1811845"/>
            <a:chExt cx="466725" cy="1289685"/>
          </a:xfrm>
        </p:grpSpPr>
        <p:sp>
          <p:nvSpPr>
            <p:cNvPr id="76" name="object 68">
              <a:extLst>
                <a:ext uri="{FF2B5EF4-FFF2-40B4-BE49-F238E27FC236}">
                  <a16:creationId xmlns:a16="http://schemas.microsoft.com/office/drawing/2014/main" id="{5E8C2EAF-A9EC-487A-8E6A-779FC1BF307F}"/>
                </a:ext>
              </a:extLst>
            </p:cNvPr>
            <p:cNvSpPr/>
            <p:nvPr/>
          </p:nvSpPr>
          <p:spPr>
            <a:xfrm>
              <a:off x="9480804" y="1816607"/>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77" name="object 69">
              <a:extLst>
                <a:ext uri="{FF2B5EF4-FFF2-40B4-BE49-F238E27FC236}">
                  <a16:creationId xmlns:a16="http://schemas.microsoft.com/office/drawing/2014/main" id="{1CC45162-BED8-412B-956D-0465365B8028}"/>
                </a:ext>
              </a:extLst>
            </p:cNvPr>
            <p:cNvSpPr/>
            <p:nvPr/>
          </p:nvSpPr>
          <p:spPr>
            <a:xfrm>
              <a:off x="9480804" y="1816607"/>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78" name="object 70">
            <a:extLst>
              <a:ext uri="{FF2B5EF4-FFF2-40B4-BE49-F238E27FC236}">
                <a16:creationId xmlns:a16="http://schemas.microsoft.com/office/drawing/2014/main" id="{1B435857-F5F7-4EBB-98EC-246FB093D050}"/>
              </a:ext>
            </a:extLst>
          </p:cNvPr>
          <p:cNvSpPr txBox="1"/>
          <p:nvPr/>
        </p:nvSpPr>
        <p:spPr>
          <a:xfrm>
            <a:off x="7934858" y="2724965"/>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5</a:t>
            </a:r>
            <a:endParaRPr sz="1000">
              <a:latin typeface="Arial"/>
              <a:cs typeface="Arial"/>
            </a:endParaRPr>
          </a:p>
        </p:txBody>
      </p:sp>
      <p:grpSp>
        <p:nvGrpSpPr>
          <p:cNvPr id="79" name="object 71">
            <a:extLst>
              <a:ext uri="{FF2B5EF4-FFF2-40B4-BE49-F238E27FC236}">
                <a16:creationId xmlns:a16="http://schemas.microsoft.com/office/drawing/2014/main" id="{0846B64E-22D2-476E-9034-7776AF8E19B2}"/>
              </a:ext>
            </a:extLst>
          </p:cNvPr>
          <p:cNvGrpSpPr/>
          <p:nvPr/>
        </p:nvGrpSpPr>
        <p:grpSpPr>
          <a:xfrm>
            <a:off x="8413225" y="2771531"/>
            <a:ext cx="358422" cy="287866"/>
            <a:chOff x="9977882" y="2345689"/>
            <a:chExt cx="322580" cy="259079"/>
          </a:xfrm>
        </p:grpSpPr>
        <p:sp>
          <p:nvSpPr>
            <p:cNvPr id="80" name="object 72">
              <a:extLst>
                <a:ext uri="{FF2B5EF4-FFF2-40B4-BE49-F238E27FC236}">
                  <a16:creationId xmlns:a16="http://schemas.microsoft.com/office/drawing/2014/main" id="{3084CC79-E0BA-45E9-BC45-063A0B4BA4D7}"/>
                </a:ext>
              </a:extLst>
            </p:cNvPr>
            <p:cNvSpPr/>
            <p:nvPr/>
          </p:nvSpPr>
          <p:spPr>
            <a:xfrm>
              <a:off x="9990582" y="2358389"/>
              <a:ext cx="297180" cy="233679"/>
            </a:xfrm>
            <a:custGeom>
              <a:avLst/>
              <a:gdLst/>
              <a:ahLst/>
              <a:cxnLst/>
              <a:rect l="l" t="t" r="r" b="b"/>
              <a:pathLst>
                <a:path w="297179" h="233680">
                  <a:moveTo>
                    <a:pt x="180594" y="0"/>
                  </a:moveTo>
                  <a:lnTo>
                    <a:pt x="180594" y="58293"/>
                  </a:lnTo>
                  <a:lnTo>
                    <a:pt x="0" y="58293"/>
                  </a:lnTo>
                  <a:lnTo>
                    <a:pt x="0" y="174879"/>
                  </a:lnTo>
                  <a:lnTo>
                    <a:pt x="180594" y="174879"/>
                  </a:lnTo>
                  <a:lnTo>
                    <a:pt x="180594" y="233172"/>
                  </a:lnTo>
                  <a:lnTo>
                    <a:pt x="297180" y="116586"/>
                  </a:lnTo>
                  <a:lnTo>
                    <a:pt x="180594" y="0"/>
                  </a:lnTo>
                  <a:close/>
                </a:path>
              </a:pathLst>
            </a:custGeom>
            <a:solidFill>
              <a:srgbClr val="B2B2B2"/>
            </a:solidFill>
          </p:spPr>
          <p:txBody>
            <a:bodyPr wrap="square" lIns="0" tIns="0" rIns="0" bIns="0" rtlCol="0"/>
            <a:lstStyle/>
            <a:p>
              <a:endParaRPr sz="2000"/>
            </a:p>
          </p:txBody>
        </p:sp>
        <p:sp>
          <p:nvSpPr>
            <p:cNvPr id="81" name="object 73">
              <a:extLst>
                <a:ext uri="{FF2B5EF4-FFF2-40B4-BE49-F238E27FC236}">
                  <a16:creationId xmlns:a16="http://schemas.microsoft.com/office/drawing/2014/main" id="{8E2DBE88-B2E5-4319-8E26-58FC70261574}"/>
                </a:ext>
              </a:extLst>
            </p:cNvPr>
            <p:cNvSpPr/>
            <p:nvPr/>
          </p:nvSpPr>
          <p:spPr>
            <a:xfrm>
              <a:off x="9990582" y="2358389"/>
              <a:ext cx="297180" cy="233679"/>
            </a:xfrm>
            <a:custGeom>
              <a:avLst/>
              <a:gdLst/>
              <a:ahLst/>
              <a:cxnLst/>
              <a:rect l="l" t="t" r="r" b="b"/>
              <a:pathLst>
                <a:path w="297179" h="233680">
                  <a:moveTo>
                    <a:pt x="0" y="58293"/>
                  </a:moveTo>
                  <a:lnTo>
                    <a:pt x="180594" y="58293"/>
                  </a:lnTo>
                  <a:lnTo>
                    <a:pt x="180594" y="0"/>
                  </a:lnTo>
                  <a:lnTo>
                    <a:pt x="297180" y="116586"/>
                  </a:lnTo>
                  <a:lnTo>
                    <a:pt x="180594" y="233172"/>
                  </a:lnTo>
                  <a:lnTo>
                    <a:pt x="180594" y="174879"/>
                  </a:lnTo>
                  <a:lnTo>
                    <a:pt x="0" y="174879"/>
                  </a:lnTo>
                  <a:lnTo>
                    <a:pt x="0" y="58293"/>
                  </a:lnTo>
                  <a:close/>
                </a:path>
              </a:pathLst>
            </a:custGeom>
            <a:ln w="25400">
              <a:solidFill>
                <a:srgbClr val="B2B2B2"/>
              </a:solidFill>
            </a:ln>
          </p:spPr>
          <p:txBody>
            <a:bodyPr wrap="square" lIns="0" tIns="0" rIns="0" bIns="0" rtlCol="0"/>
            <a:lstStyle/>
            <a:p>
              <a:endParaRPr sz="2000"/>
            </a:p>
          </p:txBody>
        </p:sp>
      </p:grpSp>
      <p:sp>
        <p:nvSpPr>
          <p:cNvPr id="82" name="object 74">
            <a:extLst>
              <a:ext uri="{FF2B5EF4-FFF2-40B4-BE49-F238E27FC236}">
                <a16:creationId xmlns:a16="http://schemas.microsoft.com/office/drawing/2014/main" id="{E05A91B2-801E-4643-AB5B-6DFC492F2FBF}"/>
              </a:ext>
            </a:extLst>
          </p:cNvPr>
          <p:cNvSpPr txBox="1"/>
          <p:nvPr/>
        </p:nvSpPr>
        <p:spPr>
          <a:xfrm>
            <a:off x="4302657" y="1561926"/>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83" name="object 75">
            <a:extLst>
              <a:ext uri="{FF2B5EF4-FFF2-40B4-BE49-F238E27FC236}">
                <a16:creationId xmlns:a16="http://schemas.microsoft.com/office/drawing/2014/main" id="{9A06CB2A-083C-4148-A20E-F2C4BF1345AF}"/>
              </a:ext>
            </a:extLst>
          </p:cNvPr>
          <p:cNvSpPr txBox="1"/>
          <p:nvPr/>
        </p:nvSpPr>
        <p:spPr>
          <a:xfrm>
            <a:off x="6002766" y="1561926"/>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84" name="object 76">
            <a:extLst>
              <a:ext uri="{FF2B5EF4-FFF2-40B4-BE49-F238E27FC236}">
                <a16:creationId xmlns:a16="http://schemas.microsoft.com/office/drawing/2014/main" id="{9F4E633A-32CD-4251-96A8-488749B4C5AE}"/>
              </a:ext>
            </a:extLst>
          </p:cNvPr>
          <p:cNvSpPr txBox="1"/>
          <p:nvPr/>
        </p:nvSpPr>
        <p:spPr>
          <a:xfrm>
            <a:off x="7834246" y="1563620"/>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dirty="0">
              <a:latin typeface="Arial"/>
              <a:cs typeface="Arial"/>
            </a:endParaRPr>
          </a:p>
        </p:txBody>
      </p:sp>
      <p:sp>
        <p:nvSpPr>
          <p:cNvPr id="85" name="object 3">
            <a:extLst>
              <a:ext uri="{FF2B5EF4-FFF2-40B4-BE49-F238E27FC236}">
                <a16:creationId xmlns:a16="http://schemas.microsoft.com/office/drawing/2014/main" id="{EB1F758B-52ED-4D9E-A61E-00F6573C5A13}"/>
              </a:ext>
            </a:extLst>
          </p:cNvPr>
          <p:cNvSpPr txBox="1"/>
          <p:nvPr/>
        </p:nvSpPr>
        <p:spPr>
          <a:xfrm>
            <a:off x="119416" y="1947347"/>
            <a:ext cx="2763372" cy="1393587"/>
          </a:xfrm>
          <a:prstGeom prst="rect">
            <a:avLst/>
          </a:prstGeom>
        </p:spPr>
        <p:txBody>
          <a:bodyPr vert="horz" wrap="square" lIns="0" tIns="127000" rIns="0" bIns="0" rtlCol="0">
            <a:spAutoFit/>
          </a:bodyPr>
          <a:lstStyle/>
          <a:p>
            <a:pPr marL="14111">
              <a:spcBef>
                <a:spcPts val="1000"/>
              </a:spcBef>
            </a:pPr>
            <a:r>
              <a:rPr sz="2000" b="1" spc="-6" dirty="0">
                <a:latin typeface="Trebuchet MS"/>
                <a:cs typeface="Trebuchet MS"/>
              </a:rPr>
              <a:t>Inter-layer Parallel</a:t>
            </a:r>
            <a:r>
              <a:rPr lang="en-US" sz="2000" b="1" spc="-6" dirty="0">
                <a:latin typeface="Trebuchet MS"/>
                <a:cs typeface="Trebuchet MS"/>
              </a:rPr>
              <a:t> </a:t>
            </a:r>
            <a:r>
              <a:rPr sz="2000" b="1" spc="-6" dirty="0">
                <a:latin typeface="Trebuchet MS"/>
                <a:cs typeface="Trebuchet MS"/>
              </a:rPr>
              <a:t>(aka Pipeline</a:t>
            </a:r>
            <a:r>
              <a:rPr sz="2000" b="1" spc="50" dirty="0">
                <a:latin typeface="Trebuchet MS"/>
                <a:cs typeface="Trebuchet MS"/>
              </a:rPr>
              <a:t> </a:t>
            </a:r>
            <a:r>
              <a:rPr sz="2000" b="1" spc="-6" dirty="0">
                <a:latin typeface="Trebuchet MS"/>
                <a:cs typeface="Trebuchet MS"/>
              </a:rPr>
              <a:t>Parallel):</a:t>
            </a:r>
            <a:endParaRPr sz="2000" dirty="0">
              <a:latin typeface="Trebuchet MS"/>
              <a:cs typeface="Trebuchet MS"/>
            </a:endParaRPr>
          </a:p>
          <a:p>
            <a:pPr marL="15522">
              <a:spcBef>
                <a:spcPts val="783"/>
              </a:spcBef>
            </a:pPr>
            <a:r>
              <a:rPr sz="1778" spc="-6" dirty="0">
                <a:latin typeface="Trebuchet MS"/>
                <a:cs typeface="Trebuchet MS"/>
              </a:rPr>
              <a:t>A </a:t>
            </a:r>
            <a:r>
              <a:rPr sz="1778" spc="-11" dirty="0">
                <a:latin typeface="Trebuchet MS"/>
                <a:cs typeface="Trebuchet MS"/>
              </a:rPr>
              <a:t>worker </a:t>
            </a:r>
            <a:r>
              <a:rPr sz="1778" spc="-6" dirty="0">
                <a:latin typeface="Trebuchet MS"/>
                <a:cs typeface="Trebuchet MS"/>
              </a:rPr>
              <a:t>is responsible </a:t>
            </a:r>
            <a:r>
              <a:rPr sz="1778" spc="-11" dirty="0">
                <a:latin typeface="Trebuchet MS"/>
                <a:cs typeface="Trebuchet MS"/>
              </a:rPr>
              <a:t>for </a:t>
            </a:r>
            <a:r>
              <a:rPr sz="1778" spc="-6" dirty="0">
                <a:latin typeface="Trebuchet MS"/>
                <a:cs typeface="Trebuchet MS"/>
              </a:rPr>
              <a:t>its portion of the</a:t>
            </a:r>
            <a:r>
              <a:rPr sz="1778" spc="261" dirty="0">
                <a:latin typeface="Trebuchet MS"/>
                <a:cs typeface="Trebuchet MS"/>
              </a:rPr>
              <a:t> </a:t>
            </a:r>
            <a:r>
              <a:rPr sz="1778" spc="-6" dirty="0">
                <a:latin typeface="Trebuchet MS"/>
                <a:cs typeface="Trebuchet MS"/>
              </a:rPr>
              <a:t>layers</a:t>
            </a:r>
            <a:endParaRPr sz="1778" dirty="0">
              <a:latin typeface="Trebuchet MS"/>
              <a:cs typeface="Trebuchet MS"/>
            </a:endParaRPr>
          </a:p>
        </p:txBody>
      </p:sp>
    </p:spTree>
    <p:extLst>
      <p:ext uri="{BB962C8B-B14F-4D97-AF65-F5344CB8AC3E}">
        <p14:creationId xmlns:p14="http://schemas.microsoft.com/office/powerpoint/2010/main" val="2848472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156</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86" name="object 3">
            <a:extLst>
              <a:ext uri="{FF2B5EF4-FFF2-40B4-BE49-F238E27FC236}">
                <a16:creationId xmlns:a16="http://schemas.microsoft.com/office/drawing/2014/main" id="{45558F41-93B3-4715-AD5D-614ECAD7F851}"/>
              </a:ext>
            </a:extLst>
          </p:cNvPr>
          <p:cNvGrpSpPr/>
          <p:nvPr/>
        </p:nvGrpSpPr>
        <p:grpSpPr>
          <a:xfrm>
            <a:off x="2604135" y="2165558"/>
            <a:ext cx="440972" cy="352778"/>
            <a:chOff x="2343721" y="1949002"/>
            <a:chExt cx="396875" cy="317500"/>
          </a:xfrm>
        </p:grpSpPr>
        <p:sp>
          <p:nvSpPr>
            <p:cNvPr id="87" name="object 4">
              <a:extLst>
                <a:ext uri="{FF2B5EF4-FFF2-40B4-BE49-F238E27FC236}">
                  <a16:creationId xmlns:a16="http://schemas.microsoft.com/office/drawing/2014/main" id="{E9BAC0C8-4880-4EDB-A8A1-E1C1A7EAEA2E}"/>
                </a:ext>
              </a:extLst>
            </p:cNvPr>
            <p:cNvSpPr/>
            <p:nvPr/>
          </p:nvSpPr>
          <p:spPr>
            <a:xfrm>
              <a:off x="2348483" y="1953765"/>
              <a:ext cx="193675" cy="307975"/>
            </a:xfrm>
            <a:custGeom>
              <a:avLst/>
              <a:gdLst/>
              <a:ahLst/>
              <a:cxnLst/>
              <a:rect l="l" t="t" r="r" b="b"/>
              <a:pathLst>
                <a:path w="193675" h="307975">
                  <a:moveTo>
                    <a:pt x="193550" y="0"/>
                  </a:moveTo>
                  <a:lnTo>
                    <a:pt x="0" y="0"/>
                  </a:lnTo>
                  <a:lnTo>
                    <a:pt x="0" y="307850"/>
                  </a:lnTo>
                  <a:lnTo>
                    <a:pt x="193550" y="307850"/>
                  </a:lnTo>
                  <a:lnTo>
                    <a:pt x="193550" y="0"/>
                  </a:lnTo>
                  <a:close/>
                </a:path>
              </a:pathLst>
            </a:custGeom>
            <a:solidFill>
              <a:srgbClr val="C0E4FF"/>
            </a:solidFill>
          </p:spPr>
          <p:txBody>
            <a:bodyPr wrap="square" lIns="0" tIns="0" rIns="0" bIns="0" rtlCol="0"/>
            <a:lstStyle/>
            <a:p>
              <a:endParaRPr sz="2000"/>
            </a:p>
          </p:txBody>
        </p:sp>
        <p:sp>
          <p:nvSpPr>
            <p:cNvPr id="88" name="object 5">
              <a:extLst>
                <a:ext uri="{FF2B5EF4-FFF2-40B4-BE49-F238E27FC236}">
                  <a16:creationId xmlns:a16="http://schemas.microsoft.com/office/drawing/2014/main" id="{60A6EE8A-C57D-4E91-A145-B8AA8D61E064}"/>
                </a:ext>
              </a:extLst>
            </p:cNvPr>
            <p:cNvSpPr/>
            <p:nvPr/>
          </p:nvSpPr>
          <p:spPr>
            <a:xfrm>
              <a:off x="2348483" y="1953765"/>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sp>
          <p:nvSpPr>
            <p:cNvPr id="89" name="object 6">
              <a:extLst>
                <a:ext uri="{FF2B5EF4-FFF2-40B4-BE49-F238E27FC236}">
                  <a16:creationId xmlns:a16="http://schemas.microsoft.com/office/drawing/2014/main" id="{42617B30-4E6A-45A4-91FF-E20F0D26EED8}"/>
                </a:ext>
              </a:extLst>
            </p:cNvPr>
            <p:cNvSpPr/>
            <p:nvPr/>
          </p:nvSpPr>
          <p:spPr>
            <a:xfrm>
              <a:off x="2542031" y="195376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90" name="object 7">
              <a:extLst>
                <a:ext uri="{FF2B5EF4-FFF2-40B4-BE49-F238E27FC236}">
                  <a16:creationId xmlns:a16="http://schemas.microsoft.com/office/drawing/2014/main" id="{2716041A-665F-40D2-84B1-1737862F3262}"/>
                </a:ext>
              </a:extLst>
            </p:cNvPr>
            <p:cNvSpPr/>
            <p:nvPr/>
          </p:nvSpPr>
          <p:spPr>
            <a:xfrm>
              <a:off x="2542031" y="195376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91" name="object 8">
            <a:extLst>
              <a:ext uri="{FF2B5EF4-FFF2-40B4-BE49-F238E27FC236}">
                <a16:creationId xmlns:a16="http://schemas.microsoft.com/office/drawing/2014/main" id="{218DAE9C-0CDE-4E58-829C-15B4FA0A20BA}"/>
              </a:ext>
            </a:extLst>
          </p:cNvPr>
          <p:cNvGrpSpPr/>
          <p:nvPr/>
        </p:nvGrpSpPr>
        <p:grpSpPr>
          <a:xfrm>
            <a:off x="274109" y="2165561"/>
            <a:ext cx="837494" cy="1428044"/>
            <a:chOff x="246697" y="1949005"/>
            <a:chExt cx="753745" cy="1285240"/>
          </a:xfrm>
        </p:grpSpPr>
        <p:sp>
          <p:nvSpPr>
            <p:cNvPr id="92" name="object 9">
              <a:extLst>
                <a:ext uri="{FF2B5EF4-FFF2-40B4-BE49-F238E27FC236}">
                  <a16:creationId xmlns:a16="http://schemas.microsoft.com/office/drawing/2014/main" id="{2E45734F-8C9C-4672-B36A-6A22D151C089}"/>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3" name="object 10">
              <a:extLst>
                <a:ext uri="{FF2B5EF4-FFF2-40B4-BE49-F238E27FC236}">
                  <a16:creationId xmlns:a16="http://schemas.microsoft.com/office/drawing/2014/main" id="{F76BAAF4-6120-43B6-A079-1547BCF8CBDD}"/>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4" name="object 11">
              <a:extLst>
                <a:ext uri="{FF2B5EF4-FFF2-40B4-BE49-F238E27FC236}">
                  <a16:creationId xmlns:a16="http://schemas.microsoft.com/office/drawing/2014/main" id="{022FA71E-0172-472E-B35B-0B17CCC4A127}"/>
                </a:ext>
              </a:extLst>
            </p:cNvPr>
            <p:cNvSpPr/>
            <p:nvPr/>
          </p:nvSpPr>
          <p:spPr>
            <a:xfrm>
              <a:off x="533652" y="2106421"/>
              <a:ext cx="161037" cy="119888"/>
            </a:xfrm>
            <a:prstGeom prst="rect">
              <a:avLst/>
            </a:prstGeom>
            <a:blipFill>
              <a:blip r:embed="rId2" cstate="print"/>
              <a:stretch>
                <a:fillRect/>
              </a:stretch>
            </a:blipFill>
          </p:spPr>
          <p:txBody>
            <a:bodyPr wrap="square" lIns="0" tIns="0" rIns="0" bIns="0" rtlCol="0"/>
            <a:lstStyle/>
            <a:p>
              <a:endParaRPr sz="2000"/>
            </a:p>
          </p:txBody>
        </p:sp>
        <p:sp>
          <p:nvSpPr>
            <p:cNvPr id="95" name="object 12">
              <a:extLst>
                <a:ext uri="{FF2B5EF4-FFF2-40B4-BE49-F238E27FC236}">
                  <a16:creationId xmlns:a16="http://schemas.microsoft.com/office/drawing/2014/main" id="{31A299AA-7D8D-4351-9326-1EF8060569AD}"/>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6" name="object 13">
              <a:extLst>
                <a:ext uri="{FF2B5EF4-FFF2-40B4-BE49-F238E27FC236}">
                  <a16:creationId xmlns:a16="http://schemas.microsoft.com/office/drawing/2014/main" id="{91FD5C6B-B1F2-48DE-9B6A-AC43A2E21890}"/>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7" name="object 14">
              <a:extLst>
                <a:ext uri="{FF2B5EF4-FFF2-40B4-BE49-F238E27FC236}">
                  <a16:creationId xmlns:a16="http://schemas.microsoft.com/office/drawing/2014/main" id="{2930F3CC-FC58-4EC1-BA0A-F5F01D9DAF3C}"/>
                </a:ext>
              </a:extLst>
            </p:cNvPr>
            <p:cNvSpPr/>
            <p:nvPr/>
          </p:nvSpPr>
          <p:spPr>
            <a:xfrm>
              <a:off x="533652" y="2382265"/>
              <a:ext cx="161037" cy="119888"/>
            </a:xfrm>
            <a:prstGeom prst="rect">
              <a:avLst/>
            </a:prstGeom>
            <a:blipFill>
              <a:blip r:embed="rId2" cstate="print"/>
              <a:stretch>
                <a:fillRect/>
              </a:stretch>
            </a:blipFill>
          </p:spPr>
          <p:txBody>
            <a:bodyPr wrap="square" lIns="0" tIns="0" rIns="0" bIns="0" rtlCol="0"/>
            <a:lstStyle/>
            <a:p>
              <a:endParaRPr sz="2000"/>
            </a:p>
          </p:txBody>
        </p:sp>
        <p:sp>
          <p:nvSpPr>
            <p:cNvPr id="98" name="object 15">
              <a:extLst>
                <a:ext uri="{FF2B5EF4-FFF2-40B4-BE49-F238E27FC236}">
                  <a16:creationId xmlns:a16="http://schemas.microsoft.com/office/drawing/2014/main" id="{01F61872-57B3-401A-A34D-C04C7EB8E178}"/>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99" name="object 16">
              <a:extLst>
                <a:ext uri="{FF2B5EF4-FFF2-40B4-BE49-F238E27FC236}">
                  <a16:creationId xmlns:a16="http://schemas.microsoft.com/office/drawing/2014/main" id="{1B1E6582-F908-45E9-8783-77BFCBA5F610}"/>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0" name="object 17">
              <a:extLst>
                <a:ext uri="{FF2B5EF4-FFF2-40B4-BE49-F238E27FC236}">
                  <a16:creationId xmlns:a16="http://schemas.microsoft.com/office/drawing/2014/main" id="{283DFBF4-5715-4B65-96DD-B53A68C4B7C2}"/>
                </a:ext>
              </a:extLst>
            </p:cNvPr>
            <p:cNvSpPr/>
            <p:nvPr/>
          </p:nvSpPr>
          <p:spPr>
            <a:xfrm>
              <a:off x="533652" y="2664205"/>
              <a:ext cx="161037" cy="121412"/>
            </a:xfrm>
            <a:prstGeom prst="rect">
              <a:avLst/>
            </a:prstGeom>
            <a:blipFill>
              <a:blip r:embed="rId3" cstate="print"/>
              <a:stretch>
                <a:fillRect/>
              </a:stretch>
            </a:blipFill>
          </p:spPr>
          <p:txBody>
            <a:bodyPr wrap="square" lIns="0" tIns="0" rIns="0" bIns="0" rtlCol="0"/>
            <a:lstStyle/>
            <a:p>
              <a:endParaRPr sz="2000"/>
            </a:p>
          </p:txBody>
        </p:sp>
        <p:sp>
          <p:nvSpPr>
            <p:cNvPr id="101" name="object 18">
              <a:extLst>
                <a:ext uri="{FF2B5EF4-FFF2-40B4-BE49-F238E27FC236}">
                  <a16:creationId xmlns:a16="http://schemas.microsoft.com/office/drawing/2014/main" id="{8EF1A158-9A40-435B-99AB-421ED75E6A6A}"/>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02" name="object 19">
              <a:extLst>
                <a:ext uri="{FF2B5EF4-FFF2-40B4-BE49-F238E27FC236}">
                  <a16:creationId xmlns:a16="http://schemas.microsoft.com/office/drawing/2014/main" id="{70F302FD-8C75-4A81-8657-FA66B8472EE0}"/>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3" name="object 20">
              <a:extLst>
                <a:ext uri="{FF2B5EF4-FFF2-40B4-BE49-F238E27FC236}">
                  <a16:creationId xmlns:a16="http://schemas.microsoft.com/office/drawing/2014/main" id="{9CD56F5C-BEF2-4B90-AEEA-C04BEB63C582}"/>
                </a:ext>
              </a:extLst>
            </p:cNvPr>
            <p:cNvSpPr/>
            <p:nvPr/>
          </p:nvSpPr>
          <p:spPr>
            <a:xfrm>
              <a:off x="533652" y="2940050"/>
              <a:ext cx="161037" cy="121412"/>
            </a:xfrm>
            <a:prstGeom prst="rect">
              <a:avLst/>
            </a:prstGeom>
            <a:blipFill>
              <a:blip r:embed="rId3" cstate="print"/>
              <a:stretch>
                <a:fillRect/>
              </a:stretch>
            </a:blipFill>
          </p:spPr>
          <p:txBody>
            <a:bodyPr wrap="square" lIns="0" tIns="0" rIns="0" bIns="0" rtlCol="0"/>
            <a:lstStyle/>
            <a:p>
              <a:endParaRPr sz="2000"/>
            </a:p>
          </p:txBody>
        </p:sp>
        <p:sp>
          <p:nvSpPr>
            <p:cNvPr id="104" name="object 21">
              <a:extLst>
                <a:ext uri="{FF2B5EF4-FFF2-40B4-BE49-F238E27FC236}">
                  <a16:creationId xmlns:a16="http://schemas.microsoft.com/office/drawing/2014/main" id="{4B66365E-0DD6-40B4-BFDE-1317113C3984}"/>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05" name="object 22">
              <a:extLst>
                <a:ext uri="{FF2B5EF4-FFF2-40B4-BE49-F238E27FC236}">
                  <a16:creationId xmlns:a16="http://schemas.microsoft.com/office/drawing/2014/main" id="{66324DB8-A642-4DF2-A092-99BF398B7004}"/>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106" name="object 23">
            <a:extLst>
              <a:ext uri="{FF2B5EF4-FFF2-40B4-BE49-F238E27FC236}">
                <a16:creationId xmlns:a16="http://schemas.microsoft.com/office/drawing/2014/main" id="{058DC095-4F29-4459-AC95-13269148087C}"/>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107" name="object 24">
            <a:extLst>
              <a:ext uri="{FF2B5EF4-FFF2-40B4-BE49-F238E27FC236}">
                <a16:creationId xmlns:a16="http://schemas.microsoft.com/office/drawing/2014/main" id="{78DBA07D-FF43-4FE5-99F2-7533479262D8}"/>
              </a:ext>
            </a:extLst>
          </p:cNvPr>
          <p:cNvSpPr/>
          <p:nvPr/>
        </p:nvSpPr>
        <p:spPr>
          <a:xfrm>
            <a:off x="592947" y="3593536"/>
            <a:ext cx="178930" cy="133209"/>
          </a:xfrm>
          <a:prstGeom prst="rect">
            <a:avLst/>
          </a:prstGeom>
          <a:blipFill>
            <a:blip r:embed="rId2" cstate="print"/>
            <a:stretch>
              <a:fillRect/>
            </a:stretch>
          </a:blipFill>
        </p:spPr>
        <p:txBody>
          <a:bodyPr wrap="square" lIns="0" tIns="0" rIns="0" bIns="0" rtlCol="0"/>
          <a:lstStyle/>
          <a:p>
            <a:endParaRPr sz="2000"/>
          </a:p>
        </p:txBody>
      </p:sp>
      <p:sp>
        <p:nvSpPr>
          <p:cNvPr id="108" name="object 25">
            <a:extLst>
              <a:ext uri="{FF2B5EF4-FFF2-40B4-BE49-F238E27FC236}">
                <a16:creationId xmlns:a16="http://schemas.microsoft.com/office/drawing/2014/main" id="{68FD6D54-F050-4573-A3BB-E13AA62A2D86}"/>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109" name="object 26">
            <a:extLst>
              <a:ext uri="{FF2B5EF4-FFF2-40B4-BE49-F238E27FC236}">
                <a16:creationId xmlns:a16="http://schemas.microsoft.com/office/drawing/2014/main" id="{BEBC8783-DDCE-45D6-AF08-261456755AC3}"/>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110" name="object 27">
            <a:extLst>
              <a:ext uri="{FF2B5EF4-FFF2-40B4-BE49-F238E27FC236}">
                <a16:creationId xmlns:a16="http://schemas.microsoft.com/office/drawing/2014/main" id="{24705437-CDD2-47A2-AA42-B6B917E7AE3C}"/>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111" name="object 28">
            <a:extLst>
              <a:ext uri="{FF2B5EF4-FFF2-40B4-BE49-F238E27FC236}">
                <a16:creationId xmlns:a16="http://schemas.microsoft.com/office/drawing/2014/main" id="{75E7A560-CA9F-4414-9B62-DE9E89D66675}"/>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112" name="object 29">
            <a:extLst>
              <a:ext uri="{FF2B5EF4-FFF2-40B4-BE49-F238E27FC236}">
                <a16:creationId xmlns:a16="http://schemas.microsoft.com/office/drawing/2014/main" id="{3097DC26-937E-40C0-A9E3-30A8623BBD29}"/>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113" name="object 30">
            <a:extLst>
              <a:ext uri="{FF2B5EF4-FFF2-40B4-BE49-F238E27FC236}">
                <a16:creationId xmlns:a16="http://schemas.microsoft.com/office/drawing/2014/main" id="{A0540095-F374-4E2F-A1C5-408DBF707820}"/>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2164148876"/>
      </p:ext>
    </p:extLst>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157</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3" name="object 3">
            <a:extLst>
              <a:ext uri="{FF2B5EF4-FFF2-40B4-BE49-F238E27FC236}">
                <a16:creationId xmlns:a16="http://schemas.microsoft.com/office/drawing/2014/main" id="{EF24D329-A542-4D2B-951B-B5465FEB6B37}"/>
              </a:ext>
            </a:extLst>
          </p:cNvPr>
          <p:cNvGrpSpPr/>
          <p:nvPr/>
        </p:nvGrpSpPr>
        <p:grpSpPr>
          <a:xfrm>
            <a:off x="3333962" y="2831044"/>
            <a:ext cx="439561" cy="352778"/>
            <a:chOff x="3000565" y="2547940"/>
            <a:chExt cx="395605" cy="317500"/>
          </a:xfrm>
        </p:grpSpPr>
        <p:sp>
          <p:nvSpPr>
            <p:cNvPr id="34" name="object 4">
              <a:extLst>
                <a:ext uri="{FF2B5EF4-FFF2-40B4-BE49-F238E27FC236}">
                  <a16:creationId xmlns:a16="http://schemas.microsoft.com/office/drawing/2014/main" id="{E459ACB6-12D2-45C6-810A-BD17C3CC67BB}"/>
                </a:ext>
              </a:extLst>
            </p:cNvPr>
            <p:cNvSpPr/>
            <p:nvPr/>
          </p:nvSpPr>
          <p:spPr>
            <a:xfrm>
              <a:off x="3005327" y="2552702"/>
              <a:ext cx="192405" cy="307975"/>
            </a:xfrm>
            <a:custGeom>
              <a:avLst/>
              <a:gdLst/>
              <a:ahLst/>
              <a:cxnLst/>
              <a:rect l="l" t="t" r="r" b="b"/>
              <a:pathLst>
                <a:path w="192405" h="307975">
                  <a:moveTo>
                    <a:pt x="192027" y="0"/>
                  </a:moveTo>
                  <a:lnTo>
                    <a:pt x="0" y="0"/>
                  </a:lnTo>
                  <a:lnTo>
                    <a:pt x="0" y="307845"/>
                  </a:lnTo>
                  <a:lnTo>
                    <a:pt x="192027" y="307845"/>
                  </a:lnTo>
                  <a:lnTo>
                    <a:pt x="192027" y="0"/>
                  </a:lnTo>
                  <a:close/>
                </a:path>
              </a:pathLst>
            </a:custGeom>
            <a:solidFill>
              <a:srgbClr val="C0E4FF"/>
            </a:solidFill>
          </p:spPr>
          <p:txBody>
            <a:bodyPr wrap="square" lIns="0" tIns="0" rIns="0" bIns="0" rtlCol="0"/>
            <a:lstStyle/>
            <a:p>
              <a:endParaRPr sz="2000"/>
            </a:p>
          </p:txBody>
        </p:sp>
        <p:sp>
          <p:nvSpPr>
            <p:cNvPr id="35" name="object 5">
              <a:extLst>
                <a:ext uri="{FF2B5EF4-FFF2-40B4-BE49-F238E27FC236}">
                  <a16:creationId xmlns:a16="http://schemas.microsoft.com/office/drawing/2014/main" id="{6EDAE9DA-D7D8-4D13-AF08-0CC4A52E94FC}"/>
                </a:ext>
              </a:extLst>
            </p:cNvPr>
            <p:cNvSpPr/>
            <p:nvPr/>
          </p:nvSpPr>
          <p:spPr>
            <a:xfrm>
              <a:off x="3005327" y="2552702"/>
              <a:ext cx="192405" cy="307975"/>
            </a:xfrm>
            <a:custGeom>
              <a:avLst/>
              <a:gdLst/>
              <a:ahLst/>
              <a:cxnLst/>
              <a:rect l="l" t="t" r="r" b="b"/>
              <a:pathLst>
                <a:path w="192405"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sp>
          <p:nvSpPr>
            <p:cNvPr id="36" name="object 6">
              <a:extLst>
                <a:ext uri="{FF2B5EF4-FFF2-40B4-BE49-F238E27FC236}">
                  <a16:creationId xmlns:a16="http://schemas.microsoft.com/office/drawing/2014/main" id="{1968EC38-956F-41A2-9C9E-8BBEEB549BD7}"/>
                </a:ext>
              </a:extLst>
            </p:cNvPr>
            <p:cNvSpPr/>
            <p:nvPr/>
          </p:nvSpPr>
          <p:spPr>
            <a:xfrm>
              <a:off x="3197351" y="2552702"/>
              <a:ext cx="193675" cy="307975"/>
            </a:xfrm>
            <a:custGeom>
              <a:avLst/>
              <a:gdLst/>
              <a:ahLst/>
              <a:cxnLst/>
              <a:rect l="l" t="t" r="r" b="b"/>
              <a:pathLst>
                <a:path w="193675" h="307975">
                  <a:moveTo>
                    <a:pt x="193545" y="0"/>
                  </a:moveTo>
                  <a:lnTo>
                    <a:pt x="0" y="0"/>
                  </a:lnTo>
                  <a:lnTo>
                    <a:pt x="0" y="307845"/>
                  </a:lnTo>
                  <a:lnTo>
                    <a:pt x="193545" y="307845"/>
                  </a:lnTo>
                  <a:lnTo>
                    <a:pt x="193545" y="0"/>
                  </a:lnTo>
                  <a:close/>
                </a:path>
              </a:pathLst>
            </a:custGeom>
            <a:solidFill>
              <a:srgbClr val="C0E4FF"/>
            </a:solidFill>
          </p:spPr>
          <p:txBody>
            <a:bodyPr wrap="square" lIns="0" tIns="0" rIns="0" bIns="0" rtlCol="0"/>
            <a:lstStyle/>
            <a:p>
              <a:endParaRPr sz="2000"/>
            </a:p>
          </p:txBody>
        </p:sp>
        <p:sp>
          <p:nvSpPr>
            <p:cNvPr id="37" name="object 7">
              <a:extLst>
                <a:ext uri="{FF2B5EF4-FFF2-40B4-BE49-F238E27FC236}">
                  <a16:creationId xmlns:a16="http://schemas.microsoft.com/office/drawing/2014/main" id="{D8ABDAA4-88F1-495E-B762-9254DF25A0AA}"/>
                </a:ext>
              </a:extLst>
            </p:cNvPr>
            <p:cNvSpPr/>
            <p:nvPr/>
          </p:nvSpPr>
          <p:spPr>
            <a:xfrm>
              <a:off x="3197351" y="255270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38" name="object 8">
            <a:extLst>
              <a:ext uri="{FF2B5EF4-FFF2-40B4-BE49-F238E27FC236}">
                <a16:creationId xmlns:a16="http://schemas.microsoft.com/office/drawing/2014/main" id="{7000C0C8-3B3C-4839-9DB9-82E516C88FCF}"/>
              </a:ext>
            </a:extLst>
          </p:cNvPr>
          <p:cNvGrpSpPr/>
          <p:nvPr/>
        </p:nvGrpSpPr>
        <p:grpSpPr>
          <a:xfrm>
            <a:off x="274109" y="2165561"/>
            <a:ext cx="837494" cy="1428044"/>
            <a:chOff x="246697" y="1949005"/>
            <a:chExt cx="753745" cy="1285240"/>
          </a:xfrm>
        </p:grpSpPr>
        <p:sp>
          <p:nvSpPr>
            <p:cNvPr id="39" name="object 9">
              <a:extLst>
                <a:ext uri="{FF2B5EF4-FFF2-40B4-BE49-F238E27FC236}">
                  <a16:creationId xmlns:a16="http://schemas.microsoft.com/office/drawing/2014/main" id="{40CEE790-F47F-443A-B7F0-7B9CCC045166}"/>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40" name="object 10">
              <a:extLst>
                <a:ext uri="{FF2B5EF4-FFF2-40B4-BE49-F238E27FC236}">
                  <a16:creationId xmlns:a16="http://schemas.microsoft.com/office/drawing/2014/main" id="{AF6D4042-6D84-4ACC-8D4C-F3E51CDA27A8}"/>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41" name="object 11">
              <a:extLst>
                <a:ext uri="{FF2B5EF4-FFF2-40B4-BE49-F238E27FC236}">
                  <a16:creationId xmlns:a16="http://schemas.microsoft.com/office/drawing/2014/main" id="{AD63F8A5-D741-469E-960B-20E6191F78DC}"/>
                </a:ext>
              </a:extLst>
            </p:cNvPr>
            <p:cNvSpPr/>
            <p:nvPr/>
          </p:nvSpPr>
          <p:spPr>
            <a:xfrm>
              <a:off x="533652" y="2106421"/>
              <a:ext cx="161037" cy="119888"/>
            </a:xfrm>
            <a:prstGeom prst="rect">
              <a:avLst/>
            </a:prstGeom>
            <a:blipFill>
              <a:blip r:embed="rId2" cstate="print"/>
              <a:stretch>
                <a:fillRect/>
              </a:stretch>
            </a:blipFill>
          </p:spPr>
          <p:txBody>
            <a:bodyPr wrap="square" lIns="0" tIns="0" rIns="0" bIns="0" rtlCol="0"/>
            <a:lstStyle/>
            <a:p>
              <a:endParaRPr sz="2000"/>
            </a:p>
          </p:txBody>
        </p:sp>
        <p:sp>
          <p:nvSpPr>
            <p:cNvPr id="42" name="object 12">
              <a:extLst>
                <a:ext uri="{FF2B5EF4-FFF2-40B4-BE49-F238E27FC236}">
                  <a16:creationId xmlns:a16="http://schemas.microsoft.com/office/drawing/2014/main" id="{1627250F-7D09-433B-8329-7F3C76D05054}"/>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43" name="object 13">
              <a:extLst>
                <a:ext uri="{FF2B5EF4-FFF2-40B4-BE49-F238E27FC236}">
                  <a16:creationId xmlns:a16="http://schemas.microsoft.com/office/drawing/2014/main" id="{1CAC2533-ED70-455B-ACAD-8258C14CE4FD}"/>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44" name="object 14">
              <a:extLst>
                <a:ext uri="{FF2B5EF4-FFF2-40B4-BE49-F238E27FC236}">
                  <a16:creationId xmlns:a16="http://schemas.microsoft.com/office/drawing/2014/main" id="{43D4D4F8-CF81-474B-B872-5D11AB3AB637}"/>
                </a:ext>
              </a:extLst>
            </p:cNvPr>
            <p:cNvSpPr/>
            <p:nvPr/>
          </p:nvSpPr>
          <p:spPr>
            <a:xfrm>
              <a:off x="533652" y="2382265"/>
              <a:ext cx="161037" cy="119888"/>
            </a:xfrm>
            <a:prstGeom prst="rect">
              <a:avLst/>
            </a:prstGeom>
            <a:blipFill>
              <a:blip r:embed="rId2" cstate="print"/>
              <a:stretch>
                <a:fillRect/>
              </a:stretch>
            </a:blipFill>
          </p:spPr>
          <p:txBody>
            <a:bodyPr wrap="square" lIns="0" tIns="0" rIns="0" bIns="0" rtlCol="0"/>
            <a:lstStyle/>
            <a:p>
              <a:endParaRPr sz="2000"/>
            </a:p>
          </p:txBody>
        </p:sp>
        <p:sp>
          <p:nvSpPr>
            <p:cNvPr id="45" name="object 15">
              <a:extLst>
                <a:ext uri="{FF2B5EF4-FFF2-40B4-BE49-F238E27FC236}">
                  <a16:creationId xmlns:a16="http://schemas.microsoft.com/office/drawing/2014/main" id="{906E4B7E-0EB3-406F-AB9D-5FEFA287F2D2}"/>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46" name="object 16">
              <a:extLst>
                <a:ext uri="{FF2B5EF4-FFF2-40B4-BE49-F238E27FC236}">
                  <a16:creationId xmlns:a16="http://schemas.microsoft.com/office/drawing/2014/main" id="{0CD13E89-9BA3-4CB7-9DDE-75FAF99941A4}"/>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47" name="object 17">
              <a:extLst>
                <a:ext uri="{FF2B5EF4-FFF2-40B4-BE49-F238E27FC236}">
                  <a16:creationId xmlns:a16="http://schemas.microsoft.com/office/drawing/2014/main" id="{7FD18A36-FB96-41F8-8F8B-979F6BF4511F}"/>
                </a:ext>
              </a:extLst>
            </p:cNvPr>
            <p:cNvSpPr/>
            <p:nvPr/>
          </p:nvSpPr>
          <p:spPr>
            <a:xfrm>
              <a:off x="533652" y="2664205"/>
              <a:ext cx="161037" cy="121412"/>
            </a:xfrm>
            <a:prstGeom prst="rect">
              <a:avLst/>
            </a:prstGeom>
            <a:blipFill>
              <a:blip r:embed="rId3" cstate="print"/>
              <a:stretch>
                <a:fillRect/>
              </a:stretch>
            </a:blipFill>
          </p:spPr>
          <p:txBody>
            <a:bodyPr wrap="square" lIns="0" tIns="0" rIns="0" bIns="0" rtlCol="0"/>
            <a:lstStyle/>
            <a:p>
              <a:endParaRPr sz="2000"/>
            </a:p>
          </p:txBody>
        </p:sp>
        <p:sp>
          <p:nvSpPr>
            <p:cNvPr id="48" name="object 18">
              <a:extLst>
                <a:ext uri="{FF2B5EF4-FFF2-40B4-BE49-F238E27FC236}">
                  <a16:creationId xmlns:a16="http://schemas.microsoft.com/office/drawing/2014/main" id="{072FBB9C-F409-4CBB-8142-A009897451D5}"/>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49" name="object 19">
              <a:extLst>
                <a:ext uri="{FF2B5EF4-FFF2-40B4-BE49-F238E27FC236}">
                  <a16:creationId xmlns:a16="http://schemas.microsoft.com/office/drawing/2014/main" id="{60EF8424-1716-426F-A844-A830EB130B33}"/>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50" name="object 20">
              <a:extLst>
                <a:ext uri="{FF2B5EF4-FFF2-40B4-BE49-F238E27FC236}">
                  <a16:creationId xmlns:a16="http://schemas.microsoft.com/office/drawing/2014/main" id="{17924FB3-CA3E-4E82-A508-D0A93C08CBEA}"/>
                </a:ext>
              </a:extLst>
            </p:cNvPr>
            <p:cNvSpPr/>
            <p:nvPr/>
          </p:nvSpPr>
          <p:spPr>
            <a:xfrm>
              <a:off x="533652" y="2940050"/>
              <a:ext cx="161037" cy="121412"/>
            </a:xfrm>
            <a:prstGeom prst="rect">
              <a:avLst/>
            </a:prstGeom>
            <a:blipFill>
              <a:blip r:embed="rId3" cstate="print"/>
              <a:stretch>
                <a:fillRect/>
              </a:stretch>
            </a:blipFill>
          </p:spPr>
          <p:txBody>
            <a:bodyPr wrap="square" lIns="0" tIns="0" rIns="0" bIns="0" rtlCol="0"/>
            <a:lstStyle/>
            <a:p>
              <a:endParaRPr sz="2000"/>
            </a:p>
          </p:txBody>
        </p:sp>
        <p:sp>
          <p:nvSpPr>
            <p:cNvPr id="51" name="object 21">
              <a:extLst>
                <a:ext uri="{FF2B5EF4-FFF2-40B4-BE49-F238E27FC236}">
                  <a16:creationId xmlns:a16="http://schemas.microsoft.com/office/drawing/2014/main" id="{196E4000-1E53-42CF-8613-0F85FE112A5C}"/>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52" name="object 22">
              <a:extLst>
                <a:ext uri="{FF2B5EF4-FFF2-40B4-BE49-F238E27FC236}">
                  <a16:creationId xmlns:a16="http://schemas.microsoft.com/office/drawing/2014/main" id="{9696592A-5FF4-4B9A-A6F3-C6A7BDACACE3}"/>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53" name="object 23">
            <a:extLst>
              <a:ext uri="{FF2B5EF4-FFF2-40B4-BE49-F238E27FC236}">
                <a16:creationId xmlns:a16="http://schemas.microsoft.com/office/drawing/2014/main" id="{874FAB84-BDA9-4ACA-9544-C3EE1A8D1548}"/>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54" name="object 24">
            <a:extLst>
              <a:ext uri="{FF2B5EF4-FFF2-40B4-BE49-F238E27FC236}">
                <a16:creationId xmlns:a16="http://schemas.microsoft.com/office/drawing/2014/main" id="{5359D483-F5E9-42E0-9662-8B695553E104}"/>
              </a:ext>
            </a:extLst>
          </p:cNvPr>
          <p:cNvSpPr/>
          <p:nvPr/>
        </p:nvSpPr>
        <p:spPr>
          <a:xfrm>
            <a:off x="592947" y="3593536"/>
            <a:ext cx="178930" cy="133209"/>
          </a:xfrm>
          <a:prstGeom prst="rect">
            <a:avLst/>
          </a:prstGeom>
          <a:blipFill>
            <a:blip r:embed="rId2" cstate="print"/>
            <a:stretch>
              <a:fillRect/>
            </a:stretch>
          </a:blipFill>
        </p:spPr>
        <p:txBody>
          <a:bodyPr wrap="square" lIns="0" tIns="0" rIns="0" bIns="0" rtlCol="0"/>
          <a:lstStyle/>
          <a:p>
            <a:endParaRPr sz="2000"/>
          </a:p>
        </p:txBody>
      </p:sp>
      <p:sp>
        <p:nvSpPr>
          <p:cNvPr id="55" name="object 25">
            <a:extLst>
              <a:ext uri="{FF2B5EF4-FFF2-40B4-BE49-F238E27FC236}">
                <a16:creationId xmlns:a16="http://schemas.microsoft.com/office/drawing/2014/main" id="{9947F93A-BB61-4C32-9556-86B4BA5DA52B}"/>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56" name="object 26">
            <a:extLst>
              <a:ext uri="{FF2B5EF4-FFF2-40B4-BE49-F238E27FC236}">
                <a16:creationId xmlns:a16="http://schemas.microsoft.com/office/drawing/2014/main" id="{1F6A36DC-8DE3-4546-9B4F-601F5A20DF2C}"/>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57" name="object 27">
            <a:extLst>
              <a:ext uri="{FF2B5EF4-FFF2-40B4-BE49-F238E27FC236}">
                <a16:creationId xmlns:a16="http://schemas.microsoft.com/office/drawing/2014/main" id="{40B7CFB5-1592-4BF0-9493-9B6EA2FE2526}"/>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58" name="object 28">
            <a:extLst>
              <a:ext uri="{FF2B5EF4-FFF2-40B4-BE49-F238E27FC236}">
                <a16:creationId xmlns:a16="http://schemas.microsoft.com/office/drawing/2014/main" id="{58FEA252-3FE7-4A55-A612-E5466C570939}"/>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59" name="object 29">
            <a:extLst>
              <a:ext uri="{FF2B5EF4-FFF2-40B4-BE49-F238E27FC236}">
                <a16:creationId xmlns:a16="http://schemas.microsoft.com/office/drawing/2014/main" id="{7FA0C984-CF22-4851-A330-EEBEC7C7452A}"/>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60" name="object 30">
            <a:extLst>
              <a:ext uri="{FF2B5EF4-FFF2-40B4-BE49-F238E27FC236}">
                <a16:creationId xmlns:a16="http://schemas.microsoft.com/office/drawing/2014/main" id="{07A2452C-5F5F-46CE-97AD-861295C460EC}"/>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1532471509"/>
      </p:ext>
    </p:extLst>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158</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89" name="object 3">
            <a:extLst>
              <a:ext uri="{FF2B5EF4-FFF2-40B4-BE49-F238E27FC236}">
                <a16:creationId xmlns:a16="http://schemas.microsoft.com/office/drawing/2014/main" id="{E6C3EB20-5F49-4979-8311-F2EC74A313E5}"/>
              </a:ext>
            </a:extLst>
          </p:cNvPr>
          <p:cNvSpPr/>
          <p:nvPr/>
        </p:nvSpPr>
        <p:spPr>
          <a:xfrm>
            <a:off x="4778869" y="3551202"/>
            <a:ext cx="167076" cy="177236"/>
          </a:xfrm>
          <a:prstGeom prst="rect">
            <a:avLst/>
          </a:prstGeom>
          <a:blipFill>
            <a:blip r:embed="rId2" cstate="print"/>
            <a:stretch>
              <a:fillRect/>
            </a:stretch>
          </a:blipFill>
        </p:spPr>
        <p:txBody>
          <a:bodyPr wrap="square" lIns="0" tIns="0" rIns="0" bIns="0" rtlCol="0"/>
          <a:lstStyle/>
          <a:p>
            <a:endParaRPr sz="2000"/>
          </a:p>
        </p:txBody>
      </p:sp>
      <p:grpSp>
        <p:nvGrpSpPr>
          <p:cNvPr id="90" name="object 4">
            <a:extLst>
              <a:ext uri="{FF2B5EF4-FFF2-40B4-BE49-F238E27FC236}">
                <a16:creationId xmlns:a16="http://schemas.microsoft.com/office/drawing/2014/main" id="{5DC89C10-61DA-4FC2-A906-B60A0EB103EF}"/>
              </a:ext>
            </a:extLst>
          </p:cNvPr>
          <p:cNvGrpSpPr/>
          <p:nvPr/>
        </p:nvGrpSpPr>
        <p:grpSpPr>
          <a:xfrm>
            <a:off x="274109" y="2165561"/>
            <a:ext cx="837494" cy="1428044"/>
            <a:chOff x="246697" y="1949005"/>
            <a:chExt cx="753745" cy="1285240"/>
          </a:xfrm>
        </p:grpSpPr>
        <p:sp>
          <p:nvSpPr>
            <p:cNvPr id="91" name="object 5">
              <a:extLst>
                <a:ext uri="{FF2B5EF4-FFF2-40B4-BE49-F238E27FC236}">
                  <a16:creationId xmlns:a16="http://schemas.microsoft.com/office/drawing/2014/main" id="{E822B6BB-9C1B-4B72-AB9F-7E5A548A8A12}"/>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2" name="object 6">
              <a:extLst>
                <a:ext uri="{FF2B5EF4-FFF2-40B4-BE49-F238E27FC236}">
                  <a16:creationId xmlns:a16="http://schemas.microsoft.com/office/drawing/2014/main" id="{AA14A6CA-D040-48DA-B966-8BA707589725}"/>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3" name="object 7">
              <a:extLst>
                <a:ext uri="{FF2B5EF4-FFF2-40B4-BE49-F238E27FC236}">
                  <a16:creationId xmlns:a16="http://schemas.microsoft.com/office/drawing/2014/main" id="{57EB81E9-CA25-487C-91C6-9EC196B8D56B}"/>
                </a:ext>
              </a:extLst>
            </p:cNvPr>
            <p:cNvSpPr/>
            <p:nvPr/>
          </p:nvSpPr>
          <p:spPr>
            <a:xfrm>
              <a:off x="533652" y="2106421"/>
              <a:ext cx="161037" cy="119888"/>
            </a:xfrm>
            <a:prstGeom prst="rect">
              <a:avLst/>
            </a:prstGeom>
            <a:blipFill>
              <a:blip r:embed="rId3" cstate="print"/>
              <a:stretch>
                <a:fillRect/>
              </a:stretch>
            </a:blipFill>
          </p:spPr>
          <p:txBody>
            <a:bodyPr wrap="square" lIns="0" tIns="0" rIns="0" bIns="0" rtlCol="0"/>
            <a:lstStyle/>
            <a:p>
              <a:endParaRPr sz="2000"/>
            </a:p>
          </p:txBody>
        </p:sp>
        <p:sp>
          <p:nvSpPr>
            <p:cNvPr id="94" name="object 8">
              <a:extLst>
                <a:ext uri="{FF2B5EF4-FFF2-40B4-BE49-F238E27FC236}">
                  <a16:creationId xmlns:a16="http://schemas.microsoft.com/office/drawing/2014/main" id="{50A99D4A-FE28-412D-9A10-D6CB9F88C4B8}"/>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5" name="object 9">
              <a:extLst>
                <a:ext uri="{FF2B5EF4-FFF2-40B4-BE49-F238E27FC236}">
                  <a16:creationId xmlns:a16="http://schemas.microsoft.com/office/drawing/2014/main" id="{ABF0303E-D8FC-435F-976C-0A8A4D6C7C31}"/>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6" name="object 10">
              <a:extLst>
                <a:ext uri="{FF2B5EF4-FFF2-40B4-BE49-F238E27FC236}">
                  <a16:creationId xmlns:a16="http://schemas.microsoft.com/office/drawing/2014/main" id="{20C67632-8A63-4783-B542-5C9D5210FC31}"/>
                </a:ext>
              </a:extLst>
            </p:cNvPr>
            <p:cNvSpPr/>
            <p:nvPr/>
          </p:nvSpPr>
          <p:spPr>
            <a:xfrm>
              <a:off x="533652" y="2382265"/>
              <a:ext cx="161037" cy="119888"/>
            </a:xfrm>
            <a:prstGeom prst="rect">
              <a:avLst/>
            </a:prstGeom>
            <a:blipFill>
              <a:blip r:embed="rId3" cstate="print"/>
              <a:stretch>
                <a:fillRect/>
              </a:stretch>
            </a:blipFill>
          </p:spPr>
          <p:txBody>
            <a:bodyPr wrap="square" lIns="0" tIns="0" rIns="0" bIns="0" rtlCol="0"/>
            <a:lstStyle/>
            <a:p>
              <a:endParaRPr sz="2000"/>
            </a:p>
          </p:txBody>
        </p:sp>
        <p:sp>
          <p:nvSpPr>
            <p:cNvPr id="97" name="object 11">
              <a:extLst>
                <a:ext uri="{FF2B5EF4-FFF2-40B4-BE49-F238E27FC236}">
                  <a16:creationId xmlns:a16="http://schemas.microsoft.com/office/drawing/2014/main" id="{EE36AF1D-0923-4D80-A77F-7D88003CD989}"/>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98" name="object 12">
              <a:extLst>
                <a:ext uri="{FF2B5EF4-FFF2-40B4-BE49-F238E27FC236}">
                  <a16:creationId xmlns:a16="http://schemas.microsoft.com/office/drawing/2014/main" id="{CE117C8B-3A40-48F0-9304-7789D7EFBE51}"/>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99" name="object 13">
              <a:extLst>
                <a:ext uri="{FF2B5EF4-FFF2-40B4-BE49-F238E27FC236}">
                  <a16:creationId xmlns:a16="http://schemas.microsoft.com/office/drawing/2014/main" id="{10F62DDE-7F34-4E9A-9626-6E461162B785}"/>
                </a:ext>
              </a:extLst>
            </p:cNvPr>
            <p:cNvSpPr/>
            <p:nvPr/>
          </p:nvSpPr>
          <p:spPr>
            <a:xfrm>
              <a:off x="533652" y="2664205"/>
              <a:ext cx="161037" cy="121412"/>
            </a:xfrm>
            <a:prstGeom prst="rect">
              <a:avLst/>
            </a:prstGeom>
            <a:blipFill>
              <a:blip r:embed="rId4" cstate="print"/>
              <a:stretch>
                <a:fillRect/>
              </a:stretch>
            </a:blipFill>
          </p:spPr>
          <p:txBody>
            <a:bodyPr wrap="square" lIns="0" tIns="0" rIns="0" bIns="0" rtlCol="0"/>
            <a:lstStyle/>
            <a:p>
              <a:endParaRPr sz="2000"/>
            </a:p>
          </p:txBody>
        </p:sp>
        <p:sp>
          <p:nvSpPr>
            <p:cNvPr id="100" name="object 14">
              <a:extLst>
                <a:ext uri="{FF2B5EF4-FFF2-40B4-BE49-F238E27FC236}">
                  <a16:creationId xmlns:a16="http://schemas.microsoft.com/office/drawing/2014/main" id="{24D02534-B1EB-4AAB-B36F-708DD9A06B0C}"/>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01" name="object 15">
              <a:extLst>
                <a:ext uri="{FF2B5EF4-FFF2-40B4-BE49-F238E27FC236}">
                  <a16:creationId xmlns:a16="http://schemas.microsoft.com/office/drawing/2014/main" id="{3C770E8A-D256-47C1-AB95-7FFFA0F26E96}"/>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2" name="object 16">
              <a:extLst>
                <a:ext uri="{FF2B5EF4-FFF2-40B4-BE49-F238E27FC236}">
                  <a16:creationId xmlns:a16="http://schemas.microsoft.com/office/drawing/2014/main" id="{A24EA65A-D581-48F4-8DE3-E199F82A1F38}"/>
                </a:ext>
              </a:extLst>
            </p:cNvPr>
            <p:cNvSpPr/>
            <p:nvPr/>
          </p:nvSpPr>
          <p:spPr>
            <a:xfrm>
              <a:off x="533652" y="2940050"/>
              <a:ext cx="161037" cy="121412"/>
            </a:xfrm>
            <a:prstGeom prst="rect">
              <a:avLst/>
            </a:prstGeom>
            <a:blipFill>
              <a:blip r:embed="rId4" cstate="print"/>
              <a:stretch>
                <a:fillRect/>
              </a:stretch>
            </a:blipFill>
          </p:spPr>
          <p:txBody>
            <a:bodyPr wrap="square" lIns="0" tIns="0" rIns="0" bIns="0" rtlCol="0"/>
            <a:lstStyle/>
            <a:p>
              <a:endParaRPr sz="2000"/>
            </a:p>
          </p:txBody>
        </p:sp>
        <p:sp>
          <p:nvSpPr>
            <p:cNvPr id="103" name="object 17">
              <a:extLst>
                <a:ext uri="{FF2B5EF4-FFF2-40B4-BE49-F238E27FC236}">
                  <a16:creationId xmlns:a16="http://schemas.microsoft.com/office/drawing/2014/main" id="{955E82E9-C5A0-42B0-A42B-43BA38212F7C}"/>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04" name="object 18">
              <a:extLst>
                <a:ext uri="{FF2B5EF4-FFF2-40B4-BE49-F238E27FC236}">
                  <a16:creationId xmlns:a16="http://schemas.microsoft.com/office/drawing/2014/main" id="{D99304BB-085F-4390-91C8-303C477E4954}"/>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105" name="object 19">
            <a:extLst>
              <a:ext uri="{FF2B5EF4-FFF2-40B4-BE49-F238E27FC236}">
                <a16:creationId xmlns:a16="http://schemas.microsoft.com/office/drawing/2014/main" id="{8C22E35A-A3D3-44BC-A2B1-5A74F4FDE621}"/>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106" name="object 20">
            <a:extLst>
              <a:ext uri="{FF2B5EF4-FFF2-40B4-BE49-F238E27FC236}">
                <a16:creationId xmlns:a16="http://schemas.microsoft.com/office/drawing/2014/main" id="{5EED4332-F519-47D3-A788-C295C4F5B691}"/>
              </a:ext>
            </a:extLst>
          </p:cNvPr>
          <p:cNvSpPr/>
          <p:nvPr/>
        </p:nvSpPr>
        <p:spPr>
          <a:xfrm>
            <a:off x="592947" y="3593536"/>
            <a:ext cx="178930" cy="133209"/>
          </a:xfrm>
          <a:prstGeom prst="rect">
            <a:avLst/>
          </a:prstGeom>
          <a:blipFill>
            <a:blip r:embed="rId3" cstate="print"/>
            <a:stretch>
              <a:fillRect/>
            </a:stretch>
          </a:blipFill>
        </p:spPr>
        <p:txBody>
          <a:bodyPr wrap="square" lIns="0" tIns="0" rIns="0" bIns="0" rtlCol="0"/>
          <a:lstStyle/>
          <a:p>
            <a:endParaRPr sz="2000"/>
          </a:p>
        </p:txBody>
      </p:sp>
      <p:sp>
        <p:nvSpPr>
          <p:cNvPr id="107" name="object 21">
            <a:extLst>
              <a:ext uri="{FF2B5EF4-FFF2-40B4-BE49-F238E27FC236}">
                <a16:creationId xmlns:a16="http://schemas.microsoft.com/office/drawing/2014/main" id="{73E2A88C-956C-4794-B43C-7A6B5587A76D}"/>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108" name="object 22">
            <a:extLst>
              <a:ext uri="{FF2B5EF4-FFF2-40B4-BE49-F238E27FC236}">
                <a16:creationId xmlns:a16="http://schemas.microsoft.com/office/drawing/2014/main" id="{358A4F4C-593B-435C-9791-FB7EA41367CF}"/>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109" name="object 23">
            <a:extLst>
              <a:ext uri="{FF2B5EF4-FFF2-40B4-BE49-F238E27FC236}">
                <a16:creationId xmlns:a16="http://schemas.microsoft.com/office/drawing/2014/main" id="{34D28404-B8EA-42DF-A9AF-F31A60A447F0}"/>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110" name="object 24">
            <a:extLst>
              <a:ext uri="{FF2B5EF4-FFF2-40B4-BE49-F238E27FC236}">
                <a16:creationId xmlns:a16="http://schemas.microsoft.com/office/drawing/2014/main" id="{1437ECA3-84F6-4378-A36B-A453DB848D6D}"/>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111" name="object 25">
            <a:extLst>
              <a:ext uri="{FF2B5EF4-FFF2-40B4-BE49-F238E27FC236}">
                <a16:creationId xmlns:a16="http://schemas.microsoft.com/office/drawing/2014/main" id="{D955C871-DB08-4461-951E-B952803D048E}"/>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112" name="object 26">
            <a:extLst>
              <a:ext uri="{FF2B5EF4-FFF2-40B4-BE49-F238E27FC236}">
                <a16:creationId xmlns:a16="http://schemas.microsoft.com/office/drawing/2014/main" id="{7CC491C1-F50C-4563-8EA5-B581049243F8}"/>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3512952806"/>
      </p:ext>
    </p:extLst>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159</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3" name="object 3">
            <a:extLst>
              <a:ext uri="{FF2B5EF4-FFF2-40B4-BE49-F238E27FC236}">
                <a16:creationId xmlns:a16="http://schemas.microsoft.com/office/drawing/2014/main" id="{C285FE63-A77A-4E1B-9D7C-45EB2E6997DF}"/>
              </a:ext>
            </a:extLst>
          </p:cNvPr>
          <p:cNvGrpSpPr/>
          <p:nvPr/>
        </p:nvGrpSpPr>
        <p:grpSpPr>
          <a:xfrm>
            <a:off x="5142442" y="3454191"/>
            <a:ext cx="439561" cy="352778"/>
            <a:chOff x="4628197" y="3108772"/>
            <a:chExt cx="395605" cy="317500"/>
          </a:xfrm>
        </p:grpSpPr>
        <p:sp>
          <p:nvSpPr>
            <p:cNvPr id="34" name="object 4">
              <a:extLst>
                <a:ext uri="{FF2B5EF4-FFF2-40B4-BE49-F238E27FC236}">
                  <a16:creationId xmlns:a16="http://schemas.microsoft.com/office/drawing/2014/main" id="{C45DD337-7EE1-41D1-9BDD-60EC67AE768A}"/>
                </a:ext>
              </a:extLst>
            </p:cNvPr>
            <p:cNvSpPr/>
            <p:nvPr/>
          </p:nvSpPr>
          <p:spPr>
            <a:xfrm>
              <a:off x="4632960" y="3113534"/>
              <a:ext cx="192022" cy="307845"/>
            </a:xfrm>
            <a:prstGeom prst="rect">
              <a:avLst/>
            </a:prstGeom>
            <a:blipFill>
              <a:blip r:embed="rId2" cstate="print"/>
              <a:stretch>
                <a:fillRect/>
              </a:stretch>
            </a:blipFill>
          </p:spPr>
          <p:txBody>
            <a:bodyPr wrap="square" lIns="0" tIns="0" rIns="0" bIns="0" rtlCol="0"/>
            <a:lstStyle/>
            <a:p>
              <a:endParaRPr sz="2000"/>
            </a:p>
          </p:txBody>
        </p:sp>
        <p:sp>
          <p:nvSpPr>
            <p:cNvPr id="35" name="object 5">
              <a:extLst>
                <a:ext uri="{FF2B5EF4-FFF2-40B4-BE49-F238E27FC236}">
                  <a16:creationId xmlns:a16="http://schemas.microsoft.com/office/drawing/2014/main" id="{7E61DC7B-4BBE-4553-91CE-606DB7E80622}"/>
                </a:ext>
              </a:extLst>
            </p:cNvPr>
            <p:cNvSpPr/>
            <p:nvPr/>
          </p:nvSpPr>
          <p:spPr>
            <a:xfrm>
              <a:off x="4632960" y="3113534"/>
              <a:ext cx="192405" cy="307975"/>
            </a:xfrm>
            <a:custGeom>
              <a:avLst/>
              <a:gdLst/>
              <a:ahLst/>
              <a:cxnLst/>
              <a:rect l="l" t="t" r="r" b="b"/>
              <a:pathLst>
                <a:path w="192404" h="307975">
                  <a:moveTo>
                    <a:pt x="0" y="307845"/>
                  </a:moveTo>
                  <a:lnTo>
                    <a:pt x="192022" y="307845"/>
                  </a:lnTo>
                  <a:lnTo>
                    <a:pt x="192022" y="0"/>
                  </a:lnTo>
                  <a:lnTo>
                    <a:pt x="0" y="0"/>
                  </a:lnTo>
                  <a:lnTo>
                    <a:pt x="0" y="307845"/>
                  </a:lnTo>
                  <a:close/>
                </a:path>
              </a:pathLst>
            </a:custGeom>
            <a:ln w="9525">
              <a:solidFill>
                <a:srgbClr val="000000"/>
              </a:solidFill>
            </a:ln>
          </p:spPr>
          <p:txBody>
            <a:bodyPr wrap="square" lIns="0" tIns="0" rIns="0" bIns="0" rtlCol="0"/>
            <a:lstStyle/>
            <a:p>
              <a:endParaRPr sz="2000"/>
            </a:p>
          </p:txBody>
        </p:sp>
        <p:sp>
          <p:nvSpPr>
            <p:cNvPr id="36" name="object 6">
              <a:extLst>
                <a:ext uri="{FF2B5EF4-FFF2-40B4-BE49-F238E27FC236}">
                  <a16:creationId xmlns:a16="http://schemas.microsoft.com/office/drawing/2014/main" id="{525D4CB0-7A1D-4D01-96E2-9D9B7D1B59EA}"/>
                </a:ext>
              </a:extLst>
            </p:cNvPr>
            <p:cNvSpPr/>
            <p:nvPr/>
          </p:nvSpPr>
          <p:spPr>
            <a:xfrm>
              <a:off x="4824984" y="3113534"/>
              <a:ext cx="193550" cy="307845"/>
            </a:xfrm>
            <a:prstGeom prst="rect">
              <a:avLst/>
            </a:prstGeom>
            <a:blipFill>
              <a:blip r:embed="rId3" cstate="print"/>
              <a:stretch>
                <a:fillRect/>
              </a:stretch>
            </a:blipFill>
          </p:spPr>
          <p:txBody>
            <a:bodyPr wrap="square" lIns="0" tIns="0" rIns="0" bIns="0" rtlCol="0"/>
            <a:lstStyle/>
            <a:p>
              <a:endParaRPr sz="2000"/>
            </a:p>
          </p:txBody>
        </p:sp>
        <p:sp>
          <p:nvSpPr>
            <p:cNvPr id="37" name="object 7">
              <a:extLst>
                <a:ext uri="{FF2B5EF4-FFF2-40B4-BE49-F238E27FC236}">
                  <a16:creationId xmlns:a16="http://schemas.microsoft.com/office/drawing/2014/main" id="{0379F8E7-76E6-4F76-86C6-9682EDF7814E}"/>
                </a:ext>
              </a:extLst>
            </p:cNvPr>
            <p:cNvSpPr/>
            <p:nvPr/>
          </p:nvSpPr>
          <p:spPr>
            <a:xfrm>
              <a:off x="4824984" y="3113534"/>
              <a:ext cx="193675" cy="307975"/>
            </a:xfrm>
            <a:custGeom>
              <a:avLst/>
              <a:gdLst/>
              <a:ahLst/>
              <a:cxnLst/>
              <a:rect l="l" t="t" r="r" b="b"/>
              <a:pathLst>
                <a:path w="193675" h="307975">
                  <a:moveTo>
                    <a:pt x="0" y="307845"/>
                  </a:moveTo>
                  <a:lnTo>
                    <a:pt x="193550" y="307845"/>
                  </a:lnTo>
                  <a:lnTo>
                    <a:pt x="193550"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38" name="object 8">
            <a:extLst>
              <a:ext uri="{FF2B5EF4-FFF2-40B4-BE49-F238E27FC236}">
                <a16:creationId xmlns:a16="http://schemas.microsoft.com/office/drawing/2014/main" id="{60FB7F38-9CAF-45E0-8470-FE3FB23B54B8}"/>
              </a:ext>
            </a:extLst>
          </p:cNvPr>
          <p:cNvGrpSpPr/>
          <p:nvPr/>
        </p:nvGrpSpPr>
        <p:grpSpPr>
          <a:xfrm>
            <a:off x="274109" y="2165561"/>
            <a:ext cx="837494" cy="1428044"/>
            <a:chOff x="246697" y="1949005"/>
            <a:chExt cx="753745" cy="1285240"/>
          </a:xfrm>
        </p:grpSpPr>
        <p:sp>
          <p:nvSpPr>
            <p:cNvPr id="39" name="object 9">
              <a:extLst>
                <a:ext uri="{FF2B5EF4-FFF2-40B4-BE49-F238E27FC236}">
                  <a16:creationId xmlns:a16="http://schemas.microsoft.com/office/drawing/2014/main" id="{75634CB1-363A-4FA7-9407-E3028E5C5200}"/>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40" name="object 10">
              <a:extLst>
                <a:ext uri="{FF2B5EF4-FFF2-40B4-BE49-F238E27FC236}">
                  <a16:creationId xmlns:a16="http://schemas.microsoft.com/office/drawing/2014/main" id="{07724AF1-182A-4467-A8C0-2D4C3BF1E2D7}"/>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41" name="object 11">
              <a:extLst>
                <a:ext uri="{FF2B5EF4-FFF2-40B4-BE49-F238E27FC236}">
                  <a16:creationId xmlns:a16="http://schemas.microsoft.com/office/drawing/2014/main" id="{0A905F62-BD99-422A-B2BD-A4A03C162533}"/>
                </a:ext>
              </a:extLst>
            </p:cNvPr>
            <p:cNvSpPr/>
            <p:nvPr/>
          </p:nvSpPr>
          <p:spPr>
            <a:xfrm>
              <a:off x="533652" y="2106421"/>
              <a:ext cx="161037" cy="119888"/>
            </a:xfrm>
            <a:prstGeom prst="rect">
              <a:avLst/>
            </a:prstGeom>
            <a:blipFill>
              <a:blip r:embed="rId4" cstate="print"/>
              <a:stretch>
                <a:fillRect/>
              </a:stretch>
            </a:blipFill>
          </p:spPr>
          <p:txBody>
            <a:bodyPr wrap="square" lIns="0" tIns="0" rIns="0" bIns="0" rtlCol="0"/>
            <a:lstStyle/>
            <a:p>
              <a:endParaRPr sz="2000"/>
            </a:p>
          </p:txBody>
        </p:sp>
        <p:sp>
          <p:nvSpPr>
            <p:cNvPr id="42" name="object 12">
              <a:extLst>
                <a:ext uri="{FF2B5EF4-FFF2-40B4-BE49-F238E27FC236}">
                  <a16:creationId xmlns:a16="http://schemas.microsoft.com/office/drawing/2014/main" id="{BD49D7E9-7546-4D10-AABB-94258F926D4C}"/>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43" name="object 13">
              <a:extLst>
                <a:ext uri="{FF2B5EF4-FFF2-40B4-BE49-F238E27FC236}">
                  <a16:creationId xmlns:a16="http://schemas.microsoft.com/office/drawing/2014/main" id="{0AD67171-707E-476D-BB00-1593C3F57ADB}"/>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44" name="object 14">
              <a:extLst>
                <a:ext uri="{FF2B5EF4-FFF2-40B4-BE49-F238E27FC236}">
                  <a16:creationId xmlns:a16="http://schemas.microsoft.com/office/drawing/2014/main" id="{D3049942-DE5E-4316-98FF-1EAB91F6E54A}"/>
                </a:ext>
              </a:extLst>
            </p:cNvPr>
            <p:cNvSpPr/>
            <p:nvPr/>
          </p:nvSpPr>
          <p:spPr>
            <a:xfrm>
              <a:off x="533652" y="2382265"/>
              <a:ext cx="161037" cy="119888"/>
            </a:xfrm>
            <a:prstGeom prst="rect">
              <a:avLst/>
            </a:prstGeom>
            <a:blipFill>
              <a:blip r:embed="rId4" cstate="print"/>
              <a:stretch>
                <a:fillRect/>
              </a:stretch>
            </a:blipFill>
          </p:spPr>
          <p:txBody>
            <a:bodyPr wrap="square" lIns="0" tIns="0" rIns="0" bIns="0" rtlCol="0"/>
            <a:lstStyle/>
            <a:p>
              <a:endParaRPr sz="2000"/>
            </a:p>
          </p:txBody>
        </p:sp>
        <p:sp>
          <p:nvSpPr>
            <p:cNvPr id="45" name="object 15">
              <a:extLst>
                <a:ext uri="{FF2B5EF4-FFF2-40B4-BE49-F238E27FC236}">
                  <a16:creationId xmlns:a16="http://schemas.microsoft.com/office/drawing/2014/main" id="{CF5008AE-6CEA-43E0-B736-342BF3600AF4}"/>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46" name="object 16">
              <a:extLst>
                <a:ext uri="{FF2B5EF4-FFF2-40B4-BE49-F238E27FC236}">
                  <a16:creationId xmlns:a16="http://schemas.microsoft.com/office/drawing/2014/main" id="{958A5CFF-50D8-478F-98EA-3D2CFBAEC760}"/>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47" name="object 17">
              <a:extLst>
                <a:ext uri="{FF2B5EF4-FFF2-40B4-BE49-F238E27FC236}">
                  <a16:creationId xmlns:a16="http://schemas.microsoft.com/office/drawing/2014/main" id="{A9B95D3A-D63F-4B75-B668-4D5928C73F79}"/>
                </a:ext>
              </a:extLst>
            </p:cNvPr>
            <p:cNvSpPr/>
            <p:nvPr/>
          </p:nvSpPr>
          <p:spPr>
            <a:xfrm>
              <a:off x="533652" y="2664205"/>
              <a:ext cx="161037" cy="121412"/>
            </a:xfrm>
            <a:prstGeom prst="rect">
              <a:avLst/>
            </a:prstGeom>
            <a:blipFill>
              <a:blip r:embed="rId5" cstate="print"/>
              <a:stretch>
                <a:fillRect/>
              </a:stretch>
            </a:blipFill>
          </p:spPr>
          <p:txBody>
            <a:bodyPr wrap="square" lIns="0" tIns="0" rIns="0" bIns="0" rtlCol="0"/>
            <a:lstStyle/>
            <a:p>
              <a:endParaRPr sz="2000"/>
            </a:p>
          </p:txBody>
        </p:sp>
        <p:sp>
          <p:nvSpPr>
            <p:cNvPr id="48" name="object 18">
              <a:extLst>
                <a:ext uri="{FF2B5EF4-FFF2-40B4-BE49-F238E27FC236}">
                  <a16:creationId xmlns:a16="http://schemas.microsoft.com/office/drawing/2014/main" id="{918DEAA7-B53A-4577-99B4-56220900878F}"/>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49" name="object 19">
              <a:extLst>
                <a:ext uri="{FF2B5EF4-FFF2-40B4-BE49-F238E27FC236}">
                  <a16:creationId xmlns:a16="http://schemas.microsoft.com/office/drawing/2014/main" id="{7DFF81F0-4F85-44A5-9EC0-7AEAB5116180}"/>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50" name="object 20">
              <a:extLst>
                <a:ext uri="{FF2B5EF4-FFF2-40B4-BE49-F238E27FC236}">
                  <a16:creationId xmlns:a16="http://schemas.microsoft.com/office/drawing/2014/main" id="{DF874B6F-0464-439E-9697-8F0252E07C3B}"/>
                </a:ext>
              </a:extLst>
            </p:cNvPr>
            <p:cNvSpPr/>
            <p:nvPr/>
          </p:nvSpPr>
          <p:spPr>
            <a:xfrm>
              <a:off x="533652" y="2940050"/>
              <a:ext cx="161037" cy="121412"/>
            </a:xfrm>
            <a:prstGeom prst="rect">
              <a:avLst/>
            </a:prstGeom>
            <a:blipFill>
              <a:blip r:embed="rId5" cstate="print"/>
              <a:stretch>
                <a:fillRect/>
              </a:stretch>
            </a:blipFill>
          </p:spPr>
          <p:txBody>
            <a:bodyPr wrap="square" lIns="0" tIns="0" rIns="0" bIns="0" rtlCol="0"/>
            <a:lstStyle/>
            <a:p>
              <a:endParaRPr sz="2000"/>
            </a:p>
          </p:txBody>
        </p:sp>
        <p:sp>
          <p:nvSpPr>
            <p:cNvPr id="51" name="object 21">
              <a:extLst>
                <a:ext uri="{FF2B5EF4-FFF2-40B4-BE49-F238E27FC236}">
                  <a16:creationId xmlns:a16="http://schemas.microsoft.com/office/drawing/2014/main" id="{F6081BBB-84B6-4E86-A708-80208A01F61A}"/>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52" name="object 22">
              <a:extLst>
                <a:ext uri="{FF2B5EF4-FFF2-40B4-BE49-F238E27FC236}">
                  <a16:creationId xmlns:a16="http://schemas.microsoft.com/office/drawing/2014/main" id="{210108E8-5D1A-4619-B8BC-52C16030C12B}"/>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53" name="object 23">
            <a:extLst>
              <a:ext uri="{FF2B5EF4-FFF2-40B4-BE49-F238E27FC236}">
                <a16:creationId xmlns:a16="http://schemas.microsoft.com/office/drawing/2014/main" id="{FCA7D6A4-75BB-44E7-9C86-1DA868E22111}"/>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54" name="object 24">
            <a:extLst>
              <a:ext uri="{FF2B5EF4-FFF2-40B4-BE49-F238E27FC236}">
                <a16:creationId xmlns:a16="http://schemas.microsoft.com/office/drawing/2014/main" id="{3BA61ED4-9057-4B3F-94E8-185591548C95}"/>
              </a:ext>
            </a:extLst>
          </p:cNvPr>
          <p:cNvSpPr/>
          <p:nvPr/>
        </p:nvSpPr>
        <p:spPr>
          <a:xfrm>
            <a:off x="592947" y="3593536"/>
            <a:ext cx="178930" cy="133209"/>
          </a:xfrm>
          <a:prstGeom prst="rect">
            <a:avLst/>
          </a:prstGeom>
          <a:blipFill>
            <a:blip r:embed="rId4" cstate="print"/>
            <a:stretch>
              <a:fillRect/>
            </a:stretch>
          </a:blipFill>
        </p:spPr>
        <p:txBody>
          <a:bodyPr wrap="square" lIns="0" tIns="0" rIns="0" bIns="0" rtlCol="0"/>
          <a:lstStyle/>
          <a:p>
            <a:endParaRPr sz="2000"/>
          </a:p>
        </p:txBody>
      </p:sp>
      <p:sp>
        <p:nvSpPr>
          <p:cNvPr id="55" name="object 25">
            <a:extLst>
              <a:ext uri="{FF2B5EF4-FFF2-40B4-BE49-F238E27FC236}">
                <a16:creationId xmlns:a16="http://schemas.microsoft.com/office/drawing/2014/main" id="{BBB10EC2-49A9-494B-A3C8-06928C2D5E06}"/>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56" name="object 26">
            <a:extLst>
              <a:ext uri="{FF2B5EF4-FFF2-40B4-BE49-F238E27FC236}">
                <a16:creationId xmlns:a16="http://schemas.microsoft.com/office/drawing/2014/main" id="{247055D5-7D5B-4BFD-B1F6-DAF027A4AE96}"/>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57" name="object 27">
            <a:extLst>
              <a:ext uri="{FF2B5EF4-FFF2-40B4-BE49-F238E27FC236}">
                <a16:creationId xmlns:a16="http://schemas.microsoft.com/office/drawing/2014/main" id="{945A8F78-460C-4AE5-A2CC-138A0EA6F6A8}"/>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58" name="object 28">
            <a:extLst>
              <a:ext uri="{FF2B5EF4-FFF2-40B4-BE49-F238E27FC236}">
                <a16:creationId xmlns:a16="http://schemas.microsoft.com/office/drawing/2014/main" id="{445B3B35-BBDE-4863-BBAD-8EB4EB57EDA4}"/>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59" name="object 29">
            <a:extLst>
              <a:ext uri="{FF2B5EF4-FFF2-40B4-BE49-F238E27FC236}">
                <a16:creationId xmlns:a16="http://schemas.microsoft.com/office/drawing/2014/main" id="{BFAE8074-A252-486E-A8CF-AF5E78554B62}"/>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60" name="object 30">
            <a:extLst>
              <a:ext uri="{FF2B5EF4-FFF2-40B4-BE49-F238E27FC236}">
                <a16:creationId xmlns:a16="http://schemas.microsoft.com/office/drawing/2014/main" id="{311C776C-F5E3-4451-A16C-FBA517096009}"/>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527328705"/>
      </p:ext>
    </p:extLst>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160</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61" name="object 3">
            <a:extLst>
              <a:ext uri="{FF2B5EF4-FFF2-40B4-BE49-F238E27FC236}">
                <a16:creationId xmlns:a16="http://schemas.microsoft.com/office/drawing/2014/main" id="{0A4BA15C-BF98-4581-A55D-0F350F57768D}"/>
              </a:ext>
            </a:extLst>
          </p:cNvPr>
          <p:cNvGrpSpPr/>
          <p:nvPr/>
        </p:nvGrpSpPr>
        <p:grpSpPr>
          <a:xfrm>
            <a:off x="5917988" y="2839510"/>
            <a:ext cx="440972" cy="352778"/>
            <a:chOff x="5326189" y="2555559"/>
            <a:chExt cx="396875" cy="317500"/>
          </a:xfrm>
        </p:grpSpPr>
        <p:sp>
          <p:nvSpPr>
            <p:cNvPr id="62" name="object 4">
              <a:extLst>
                <a:ext uri="{FF2B5EF4-FFF2-40B4-BE49-F238E27FC236}">
                  <a16:creationId xmlns:a16="http://schemas.microsoft.com/office/drawing/2014/main" id="{C2BECBDC-5803-4D48-9565-18E1B45211DA}"/>
                </a:ext>
              </a:extLst>
            </p:cNvPr>
            <p:cNvSpPr/>
            <p:nvPr/>
          </p:nvSpPr>
          <p:spPr>
            <a:xfrm>
              <a:off x="5330952" y="2560322"/>
              <a:ext cx="193545" cy="307845"/>
            </a:xfrm>
            <a:prstGeom prst="rect">
              <a:avLst/>
            </a:prstGeom>
            <a:blipFill>
              <a:blip r:embed="rId2" cstate="print"/>
              <a:stretch>
                <a:fillRect/>
              </a:stretch>
            </a:blipFill>
          </p:spPr>
          <p:txBody>
            <a:bodyPr wrap="square" lIns="0" tIns="0" rIns="0" bIns="0" rtlCol="0"/>
            <a:lstStyle/>
            <a:p>
              <a:endParaRPr sz="2000"/>
            </a:p>
          </p:txBody>
        </p:sp>
        <p:sp>
          <p:nvSpPr>
            <p:cNvPr id="63" name="object 5">
              <a:extLst>
                <a:ext uri="{FF2B5EF4-FFF2-40B4-BE49-F238E27FC236}">
                  <a16:creationId xmlns:a16="http://schemas.microsoft.com/office/drawing/2014/main" id="{8F6B1030-6C0C-472D-83C4-D7B4F81C4D38}"/>
                </a:ext>
              </a:extLst>
            </p:cNvPr>
            <p:cNvSpPr/>
            <p:nvPr/>
          </p:nvSpPr>
          <p:spPr>
            <a:xfrm>
              <a:off x="5330952" y="256032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64" name="object 6">
              <a:extLst>
                <a:ext uri="{FF2B5EF4-FFF2-40B4-BE49-F238E27FC236}">
                  <a16:creationId xmlns:a16="http://schemas.microsoft.com/office/drawing/2014/main" id="{6D6F5E9E-7C86-4782-9D11-41B4122F6B2D}"/>
                </a:ext>
              </a:extLst>
            </p:cNvPr>
            <p:cNvSpPr/>
            <p:nvPr/>
          </p:nvSpPr>
          <p:spPr>
            <a:xfrm>
              <a:off x="5524500" y="2560322"/>
              <a:ext cx="193545" cy="307845"/>
            </a:xfrm>
            <a:prstGeom prst="rect">
              <a:avLst/>
            </a:prstGeom>
            <a:blipFill>
              <a:blip r:embed="rId3" cstate="print"/>
              <a:stretch>
                <a:fillRect/>
              </a:stretch>
            </a:blipFill>
          </p:spPr>
          <p:txBody>
            <a:bodyPr wrap="square" lIns="0" tIns="0" rIns="0" bIns="0" rtlCol="0"/>
            <a:lstStyle/>
            <a:p>
              <a:endParaRPr sz="2000"/>
            </a:p>
          </p:txBody>
        </p:sp>
        <p:sp>
          <p:nvSpPr>
            <p:cNvPr id="65" name="object 7">
              <a:extLst>
                <a:ext uri="{FF2B5EF4-FFF2-40B4-BE49-F238E27FC236}">
                  <a16:creationId xmlns:a16="http://schemas.microsoft.com/office/drawing/2014/main" id="{FE662889-DEE2-4162-9A3D-A9575FB96278}"/>
                </a:ext>
              </a:extLst>
            </p:cNvPr>
            <p:cNvSpPr/>
            <p:nvPr/>
          </p:nvSpPr>
          <p:spPr>
            <a:xfrm>
              <a:off x="5524500" y="256032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66" name="object 8">
            <a:extLst>
              <a:ext uri="{FF2B5EF4-FFF2-40B4-BE49-F238E27FC236}">
                <a16:creationId xmlns:a16="http://schemas.microsoft.com/office/drawing/2014/main" id="{2F656783-C377-4645-A2F0-671CB8E72BBB}"/>
              </a:ext>
            </a:extLst>
          </p:cNvPr>
          <p:cNvGrpSpPr/>
          <p:nvPr/>
        </p:nvGrpSpPr>
        <p:grpSpPr>
          <a:xfrm>
            <a:off x="274109" y="2165561"/>
            <a:ext cx="837494" cy="1428044"/>
            <a:chOff x="246697" y="1949005"/>
            <a:chExt cx="753745" cy="1285240"/>
          </a:xfrm>
        </p:grpSpPr>
        <p:sp>
          <p:nvSpPr>
            <p:cNvPr id="67" name="object 9">
              <a:extLst>
                <a:ext uri="{FF2B5EF4-FFF2-40B4-BE49-F238E27FC236}">
                  <a16:creationId xmlns:a16="http://schemas.microsoft.com/office/drawing/2014/main" id="{AF2B5A40-AE4D-40BE-974D-63FBC480F433}"/>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68" name="object 10">
              <a:extLst>
                <a:ext uri="{FF2B5EF4-FFF2-40B4-BE49-F238E27FC236}">
                  <a16:creationId xmlns:a16="http://schemas.microsoft.com/office/drawing/2014/main" id="{EE1382E1-E85E-4E86-BC49-7784D8CF9D25}"/>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69" name="object 11">
              <a:extLst>
                <a:ext uri="{FF2B5EF4-FFF2-40B4-BE49-F238E27FC236}">
                  <a16:creationId xmlns:a16="http://schemas.microsoft.com/office/drawing/2014/main" id="{2329C113-A260-457C-A175-67E30C93974D}"/>
                </a:ext>
              </a:extLst>
            </p:cNvPr>
            <p:cNvSpPr/>
            <p:nvPr/>
          </p:nvSpPr>
          <p:spPr>
            <a:xfrm>
              <a:off x="533652" y="2106421"/>
              <a:ext cx="161037" cy="119888"/>
            </a:xfrm>
            <a:prstGeom prst="rect">
              <a:avLst/>
            </a:prstGeom>
            <a:blipFill>
              <a:blip r:embed="rId4" cstate="print"/>
              <a:stretch>
                <a:fillRect/>
              </a:stretch>
            </a:blipFill>
          </p:spPr>
          <p:txBody>
            <a:bodyPr wrap="square" lIns="0" tIns="0" rIns="0" bIns="0" rtlCol="0"/>
            <a:lstStyle/>
            <a:p>
              <a:endParaRPr sz="2000"/>
            </a:p>
          </p:txBody>
        </p:sp>
        <p:sp>
          <p:nvSpPr>
            <p:cNvPr id="70" name="object 12">
              <a:extLst>
                <a:ext uri="{FF2B5EF4-FFF2-40B4-BE49-F238E27FC236}">
                  <a16:creationId xmlns:a16="http://schemas.microsoft.com/office/drawing/2014/main" id="{19FEE2A2-0192-48E6-AEFA-F29324E2B227}"/>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71" name="object 13">
              <a:extLst>
                <a:ext uri="{FF2B5EF4-FFF2-40B4-BE49-F238E27FC236}">
                  <a16:creationId xmlns:a16="http://schemas.microsoft.com/office/drawing/2014/main" id="{11D1C2E9-06E0-490C-82F9-D9A8F421318E}"/>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72" name="object 14">
              <a:extLst>
                <a:ext uri="{FF2B5EF4-FFF2-40B4-BE49-F238E27FC236}">
                  <a16:creationId xmlns:a16="http://schemas.microsoft.com/office/drawing/2014/main" id="{005A4115-9E99-4E94-B7A9-ED813C7BB2F1}"/>
                </a:ext>
              </a:extLst>
            </p:cNvPr>
            <p:cNvSpPr/>
            <p:nvPr/>
          </p:nvSpPr>
          <p:spPr>
            <a:xfrm>
              <a:off x="533652" y="2382265"/>
              <a:ext cx="161037" cy="119888"/>
            </a:xfrm>
            <a:prstGeom prst="rect">
              <a:avLst/>
            </a:prstGeom>
            <a:blipFill>
              <a:blip r:embed="rId4" cstate="print"/>
              <a:stretch>
                <a:fillRect/>
              </a:stretch>
            </a:blipFill>
          </p:spPr>
          <p:txBody>
            <a:bodyPr wrap="square" lIns="0" tIns="0" rIns="0" bIns="0" rtlCol="0"/>
            <a:lstStyle/>
            <a:p>
              <a:endParaRPr sz="2000"/>
            </a:p>
          </p:txBody>
        </p:sp>
        <p:sp>
          <p:nvSpPr>
            <p:cNvPr id="73" name="object 15">
              <a:extLst>
                <a:ext uri="{FF2B5EF4-FFF2-40B4-BE49-F238E27FC236}">
                  <a16:creationId xmlns:a16="http://schemas.microsoft.com/office/drawing/2014/main" id="{C5A2FFE8-2B26-4DA9-90EE-DFC1CFA45565}"/>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74" name="object 16">
              <a:extLst>
                <a:ext uri="{FF2B5EF4-FFF2-40B4-BE49-F238E27FC236}">
                  <a16:creationId xmlns:a16="http://schemas.microsoft.com/office/drawing/2014/main" id="{173819B4-614E-433E-9E81-4B4954682F89}"/>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75" name="object 17">
              <a:extLst>
                <a:ext uri="{FF2B5EF4-FFF2-40B4-BE49-F238E27FC236}">
                  <a16:creationId xmlns:a16="http://schemas.microsoft.com/office/drawing/2014/main" id="{F7EB6CF9-A703-4357-A870-A04243915538}"/>
                </a:ext>
              </a:extLst>
            </p:cNvPr>
            <p:cNvSpPr/>
            <p:nvPr/>
          </p:nvSpPr>
          <p:spPr>
            <a:xfrm>
              <a:off x="533652" y="2664205"/>
              <a:ext cx="161037" cy="121412"/>
            </a:xfrm>
            <a:prstGeom prst="rect">
              <a:avLst/>
            </a:prstGeom>
            <a:blipFill>
              <a:blip r:embed="rId5" cstate="print"/>
              <a:stretch>
                <a:fillRect/>
              </a:stretch>
            </a:blipFill>
          </p:spPr>
          <p:txBody>
            <a:bodyPr wrap="square" lIns="0" tIns="0" rIns="0" bIns="0" rtlCol="0"/>
            <a:lstStyle/>
            <a:p>
              <a:endParaRPr sz="2000"/>
            </a:p>
          </p:txBody>
        </p:sp>
        <p:sp>
          <p:nvSpPr>
            <p:cNvPr id="76" name="object 18">
              <a:extLst>
                <a:ext uri="{FF2B5EF4-FFF2-40B4-BE49-F238E27FC236}">
                  <a16:creationId xmlns:a16="http://schemas.microsoft.com/office/drawing/2014/main" id="{69B97D83-7314-48E1-8BD0-AEB056B75C1F}"/>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77" name="object 19">
              <a:extLst>
                <a:ext uri="{FF2B5EF4-FFF2-40B4-BE49-F238E27FC236}">
                  <a16:creationId xmlns:a16="http://schemas.microsoft.com/office/drawing/2014/main" id="{8DDFB3C7-3B43-4B0C-A0D7-477DDCE8AC31}"/>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78" name="object 20">
              <a:extLst>
                <a:ext uri="{FF2B5EF4-FFF2-40B4-BE49-F238E27FC236}">
                  <a16:creationId xmlns:a16="http://schemas.microsoft.com/office/drawing/2014/main" id="{4F4938B2-93E2-4D97-8E3A-3BA9B471AB02}"/>
                </a:ext>
              </a:extLst>
            </p:cNvPr>
            <p:cNvSpPr/>
            <p:nvPr/>
          </p:nvSpPr>
          <p:spPr>
            <a:xfrm>
              <a:off x="533652" y="2940050"/>
              <a:ext cx="161037" cy="121412"/>
            </a:xfrm>
            <a:prstGeom prst="rect">
              <a:avLst/>
            </a:prstGeom>
            <a:blipFill>
              <a:blip r:embed="rId5" cstate="print"/>
              <a:stretch>
                <a:fillRect/>
              </a:stretch>
            </a:blipFill>
          </p:spPr>
          <p:txBody>
            <a:bodyPr wrap="square" lIns="0" tIns="0" rIns="0" bIns="0" rtlCol="0"/>
            <a:lstStyle/>
            <a:p>
              <a:endParaRPr sz="2000"/>
            </a:p>
          </p:txBody>
        </p:sp>
        <p:sp>
          <p:nvSpPr>
            <p:cNvPr id="79" name="object 21">
              <a:extLst>
                <a:ext uri="{FF2B5EF4-FFF2-40B4-BE49-F238E27FC236}">
                  <a16:creationId xmlns:a16="http://schemas.microsoft.com/office/drawing/2014/main" id="{679EE0C8-F564-46C7-8260-BB4CA09AE9F3}"/>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80" name="object 22">
              <a:extLst>
                <a:ext uri="{FF2B5EF4-FFF2-40B4-BE49-F238E27FC236}">
                  <a16:creationId xmlns:a16="http://schemas.microsoft.com/office/drawing/2014/main" id="{A06575E2-15BC-44F7-A168-F3AFDB984BC6}"/>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81" name="object 23">
            <a:extLst>
              <a:ext uri="{FF2B5EF4-FFF2-40B4-BE49-F238E27FC236}">
                <a16:creationId xmlns:a16="http://schemas.microsoft.com/office/drawing/2014/main" id="{B19E9AAA-9D87-48C4-A657-4A0E3C7D1E24}"/>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82" name="object 24">
            <a:extLst>
              <a:ext uri="{FF2B5EF4-FFF2-40B4-BE49-F238E27FC236}">
                <a16:creationId xmlns:a16="http://schemas.microsoft.com/office/drawing/2014/main" id="{3BAE548A-5390-4F84-936B-7A976CD00577}"/>
              </a:ext>
            </a:extLst>
          </p:cNvPr>
          <p:cNvSpPr/>
          <p:nvPr/>
        </p:nvSpPr>
        <p:spPr>
          <a:xfrm>
            <a:off x="592947" y="3593536"/>
            <a:ext cx="178930" cy="133209"/>
          </a:xfrm>
          <a:prstGeom prst="rect">
            <a:avLst/>
          </a:prstGeom>
          <a:blipFill>
            <a:blip r:embed="rId4" cstate="print"/>
            <a:stretch>
              <a:fillRect/>
            </a:stretch>
          </a:blipFill>
        </p:spPr>
        <p:txBody>
          <a:bodyPr wrap="square" lIns="0" tIns="0" rIns="0" bIns="0" rtlCol="0"/>
          <a:lstStyle/>
          <a:p>
            <a:endParaRPr sz="2000"/>
          </a:p>
        </p:txBody>
      </p:sp>
      <p:sp>
        <p:nvSpPr>
          <p:cNvPr id="83" name="object 25">
            <a:extLst>
              <a:ext uri="{FF2B5EF4-FFF2-40B4-BE49-F238E27FC236}">
                <a16:creationId xmlns:a16="http://schemas.microsoft.com/office/drawing/2014/main" id="{90F9F886-F7A0-49E7-8DEB-4DCE506104FE}"/>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84" name="object 26">
            <a:extLst>
              <a:ext uri="{FF2B5EF4-FFF2-40B4-BE49-F238E27FC236}">
                <a16:creationId xmlns:a16="http://schemas.microsoft.com/office/drawing/2014/main" id="{80C8968E-A0BE-4DAD-BFA5-1260ACE3AAF4}"/>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85" name="object 27">
            <a:extLst>
              <a:ext uri="{FF2B5EF4-FFF2-40B4-BE49-F238E27FC236}">
                <a16:creationId xmlns:a16="http://schemas.microsoft.com/office/drawing/2014/main" id="{FEAC0D69-450A-413A-9A92-0065CD236899}"/>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86" name="object 28">
            <a:extLst>
              <a:ext uri="{FF2B5EF4-FFF2-40B4-BE49-F238E27FC236}">
                <a16:creationId xmlns:a16="http://schemas.microsoft.com/office/drawing/2014/main" id="{0B1E2271-4D5F-4F3E-AA2C-A7C0E8B132D3}"/>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87" name="object 29">
            <a:extLst>
              <a:ext uri="{FF2B5EF4-FFF2-40B4-BE49-F238E27FC236}">
                <a16:creationId xmlns:a16="http://schemas.microsoft.com/office/drawing/2014/main" id="{509254B4-016C-4004-827C-5905707C20D3}"/>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88" name="object 30">
            <a:extLst>
              <a:ext uri="{FF2B5EF4-FFF2-40B4-BE49-F238E27FC236}">
                <a16:creationId xmlns:a16="http://schemas.microsoft.com/office/drawing/2014/main" id="{0B63920B-43F9-45C1-B436-5370E6241977}"/>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2811953500"/>
      </p:ext>
    </p:extLst>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161</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61" name="object 3">
            <a:extLst>
              <a:ext uri="{FF2B5EF4-FFF2-40B4-BE49-F238E27FC236}">
                <a16:creationId xmlns:a16="http://schemas.microsoft.com/office/drawing/2014/main" id="{89ECD2E9-7007-4136-884B-1574C872077A}"/>
              </a:ext>
            </a:extLst>
          </p:cNvPr>
          <p:cNvGrpSpPr/>
          <p:nvPr/>
        </p:nvGrpSpPr>
        <p:grpSpPr>
          <a:xfrm>
            <a:off x="6639348" y="2165558"/>
            <a:ext cx="440972" cy="352778"/>
            <a:chOff x="5975413" y="1949002"/>
            <a:chExt cx="396875" cy="317500"/>
          </a:xfrm>
        </p:grpSpPr>
        <p:sp>
          <p:nvSpPr>
            <p:cNvPr id="62" name="object 4">
              <a:extLst>
                <a:ext uri="{FF2B5EF4-FFF2-40B4-BE49-F238E27FC236}">
                  <a16:creationId xmlns:a16="http://schemas.microsoft.com/office/drawing/2014/main" id="{99849DD1-ED98-42E8-ABA6-847388B326ED}"/>
                </a:ext>
              </a:extLst>
            </p:cNvPr>
            <p:cNvSpPr/>
            <p:nvPr/>
          </p:nvSpPr>
          <p:spPr>
            <a:xfrm>
              <a:off x="5980176" y="1953765"/>
              <a:ext cx="193545" cy="307850"/>
            </a:xfrm>
            <a:prstGeom prst="rect">
              <a:avLst/>
            </a:prstGeom>
            <a:blipFill>
              <a:blip r:embed="rId2" cstate="print"/>
              <a:stretch>
                <a:fillRect/>
              </a:stretch>
            </a:blipFill>
          </p:spPr>
          <p:txBody>
            <a:bodyPr wrap="square" lIns="0" tIns="0" rIns="0" bIns="0" rtlCol="0"/>
            <a:lstStyle/>
            <a:p>
              <a:endParaRPr sz="2000"/>
            </a:p>
          </p:txBody>
        </p:sp>
        <p:sp>
          <p:nvSpPr>
            <p:cNvPr id="63" name="object 5">
              <a:extLst>
                <a:ext uri="{FF2B5EF4-FFF2-40B4-BE49-F238E27FC236}">
                  <a16:creationId xmlns:a16="http://schemas.microsoft.com/office/drawing/2014/main" id="{DE2B0139-F9E2-4EA4-948C-C1ACB84A65A2}"/>
                </a:ext>
              </a:extLst>
            </p:cNvPr>
            <p:cNvSpPr/>
            <p:nvPr/>
          </p:nvSpPr>
          <p:spPr>
            <a:xfrm>
              <a:off x="5980176" y="195376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64" name="object 6">
              <a:extLst>
                <a:ext uri="{FF2B5EF4-FFF2-40B4-BE49-F238E27FC236}">
                  <a16:creationId xmlns:a16="http://schemas.microsoft.com/office/drawing/2014/main" id="{FF4B2FD9-0222-405A-95DC-20DCDEDE1B46}"/>
                </a:ext>
              </a:extLst>
            </p:cNvPr>
            <p:cNvSpPr/>
            <p:nvPr/>
          </p:nvSpPr>
          <p:spPr>
            <a:xfrm>
              <a:off x="6173724" y="1953765"/>
              <a:ext cx="193550" cy="307850"/>
            </a:xfrm>
            <a:prstGeom prst="rect">
              <a:avLst/>
            </a:prstGeom>
            <a:blipFill>
              <a:blip r:embed="rId3" cstate="print"/>
              <a:stretch>
                <a:fillRect/>
              </a:stretch>
            </a:blipFill>
          </p:spPr>
          <p:txBody>
            <a:bodyPr wrap="square" lIns="0" tIns="0" rIns="0" bIns="0" rtlCol="0"/>
            <a:lstStyle/>
            <a:p>
              <a:endParaRPr sz="2000"/>
            </a:p>
          </p:txBody>
        </p:sp>
        <p:sp>
          <p:nvSpPr>
            <p:cNvPr id="65" name="object 7">
              <a:extLst>
                <a:ext uri="{FF2B5EF4-FFF2-40B4-BE49-F238E27FC236}">
                  <a16:creationId xmlns:a16="http://schemas.microsoft.com/office/drawing/2014/main" id="{7E8CD14B-CC96-4061-A591-CDBE6C78995A}"/>
                </a:ext>
              </a:extLst>
            </p:cNvPr>
            <p:cNvSpPr/>
            <p:nvPr/>
          </p:nvSpPr>
          <p:spPr>
            <a:xfrm>
              <a:off x="6173724" y="1953765"/>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66" name="object 8">
            <a:extLst>
              <a:ext uri="{FF2B5EF4-FFF2-40B4-BE49-F238E27FC236}">
                <a16:creationId xmlns:a16="http://schemas.microsoft.com/office/drawing/2014/main" id="{B2915631-342A-46C3-9F36-B2AAF1A6049A}"/>
              </a:ext>
            </a:extLst>
          </p:cNvPr>
          <p:cNvGrpSpPr/>
          <p:nvPr/>
        </p:nvGrpSpPr>
        <p:grpSpPr>
          <a:xfrm>
            <a:off x="274109" y="2165561"/>
            <a:ext cx="837494" cy="1428044"/>
            <a:chOff x="246697" y="1949005"/>
            <a:chExt cx="753745" cy="1285240"/>
          </a:xfrm>
        </p:grpSpPr>
        <p:sp>
          <p:nvSpPr>
            <p:cNvPr id="67" name="object 9">
              <a:extLst>
                <a:ext uri="{FF2B5EF4-FFF2-40B4-BE49-F238E27FC236}">
                  <a16:creationId xmlns:a16="http://schemas.microsoft.com/office/drawing/2014/main" id="{3CE01DA3-F42F-4448-8F5E-C2B0440652F5}"/>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68" name="object 10">
              <a:extLst>
                <a:ext uri="{FF2B5EF4-FFF2-40B4-BE49-F238E27FC236}">
                  <a16:creationId xmlns:a16="http://schemas.microsoft.com/office/drawing/2014/main" id="{602CEC42-53DC-490D-A0BE-6C379D06A81C}"/>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69" name="object 11">
              <a:extLst>
                <a:ext uri="{FF2B5EF4-FFF2-40B4-BE49-F238E27FC236}">
                  <a16:creationId xmlns:a16="http://schemas.microsoft.com/office/drawing/2014/main" id="{739F68D7-56F0-4942-87AD-40DA84536BC0}"/>
                </a:ext>
              </a:extLst>
            </p:cNvPr>
            <p:cNvSpPr/>
            <p:nvPr/>
          </p:nvSpPr>
          <p:spPr>
            <a:xfrm>
              <a:off x="533652" y="2106421"/>
              <a:ext cx="161037" cy="119888"/>
            </a:xfrm>
            <a:prstGeom prst="rect">
              <a:avLst/>
            </a:prstGeom>
            <a:blipFill>
              <a:blip r:embed="rId4" cstate="print"/>
              <a:stretch>
                <a:fillRect/>
              </a:stretch>
            </a:blipFill>
          </p:spPr>
          <p:txBody>
            <a:bodyPr wrap="square" lIns="0" tIns="0" rIns="0" bIns="0" rtlCol="0"/>
            <a:lstStyle/>
            <a:p>
              <a:endParaRPr sz="2000"/>
            </a:p>
          </p:txBody>
        </p:sp>
        <p:sp>
          <p:nvSpPr>
            <p:cNvPr id="70" name="object 12">
              <a:extLst>
                <a:ext uri="{FF2B5EF4-FFF2-40B4-BE49-F238E27FC236}">
                  <a16:creationId xmlns:a16="http://schemas.microsoft.com/office/drawing/2014/main" id="{3BC88AAF-0A88-4FE7-9965-033735D6ABC7}"/>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71" name="object 13">
              <a:extLst>
                <a:ext uri="{FF2B5EF4-FFF2-40B4-BE49-F238E27FC236}">
                  <a16:creationId xmlns:a16="http://schemas.microsoft.com/office/drawing/2014/main" id="{94C94750-20FE-4837-809E-689FC8D2A10F}"/>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72" name="object 14">
              <a:extLst>
                <a:ext uri="{FF2B5EF4-FFF2-40B4-BE49-F238E27FC236}">
                  <a16:creationId xmlns:a16="http://schemas.microsoft.com/office/drawing/2014/main" id="{E60C18B0-193F-49F2-BDD1-C9F1AE7D936E}"/>
                </a:ext>
              </a:extLst>
            </p:cNvPr>
            <p:cNvSpPr/>
            <p:nvPr/>
          </p:nvSpPr>
          <p:spPr>
            <a:xfrm>
              <a:off x="533652" y="2382265"/>
              <a:ext cx="161037" cy="119888"/>
            </a:xfrm>
            <a:prstGeom prst="rect">
              <a:avLst/>
            </a:prstGeom>
            <a:blipFill>
              <a:blip r:embed="rId4" cstate="print"/>
              <a:stretch>
                <a:fillRect/>
              </a:stretch>
            </a:blipFill>
          </p:spPr>
          <p:txBody>
            <a:bodyPr wrap="square" lIns="0" tIns="0" rIns="0" bIns="0" rtlCol="0"/>
            <a:lstStyle/>
            <a:p>
              <a:endParaRPr sz="2000"/>
            </a:p>
          </p:txBody>
        </p:sp>
        <p:sp>
          <p:nvSpPr>
            <p:cNvPr id="73" name="object 15">
              <a:extLst>
                <a:ext uri="{FF2B5EF4-FFF2-40B4-BE49-F238E27FC236}">
                  <a16:creationId xmlns:a16="http://schemas.microsoft.com/office/drawing/2014/main" id="{E99BD876-28FE-4076-9D0C-345FB896AEEF}"/>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74" name="object 16">
              <a:extLst>
                <a:ext uri="{FF2B5EF4-FFF2-40B4-BE49-F238E27FC236}">
                  <a16:creationId xmlns:a16="http://schemas.microsoft.com/office/drawing/2014/main" id="{BC6F5E1F-1AAE-4E7C-AC01-D069EFD4D70D}"/>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75" name="object 17">
              <a:extLst>
                <a:ext uri="{FF2B5EF4-FFF2-40B4-BE49-F238E27FC236}">
                  <a16:creationId xmlns:a16="http://schemas.microsoft.com/office/drawing/2014/main" id="{B1FFA353-A42D-4EC0-A6C3-2632563B9C5A}"/>
                </a:ext>
              </a:extLst>
            </p:cNvPr>
            <p:cNvSpPr/>
            <p:nvPr/>
          </p:nvSpPr>
          <p:spPr>
            <a:xfrm>
              <a:off x="533652" y="2664205"/>
              <a:ext cx="161037" cy="121412"/>
            </a:xfrm>
            <a:prstGeom prst="rect">
              <a:avLst/>
            </a:prstGeom>
            <a:blipFill>
              <a:blip r:embed="rId5" cstate="print"/>
              <a:stretch>
                <a:fillRect/>
              </a:stretch>
            </a:blipFill>
          </p:spPr>
          <p:txBody>
            <a:bodyPr wrap="square" lIns="0" tIns="0" rIns="0" bIns="0" rtlCol="0"/>
            <a:lstStyle/>
            <a:p>
              <a:endParaRPr sz="2000"/>
            </a:p>
          </p:txBody>
        </p:sp>
        <p:sp>
          <p:nvSpPr>
            <p:cNvPr id="76" name="object 18">
              <a:extLst>
                <a:ext uri="{FF2B5EF4-FFF2-40B4-BE49-F238E27FC236}">
                  <a16:creationId xmlns:a16="http://schemas.microsoft.com/office/drawing/2014/main" id="{A0BE1442-0768-4BD8-87A5-FE802678C5A9}"/>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77" name="object 19">
              <a:extLst>
                <a:ext uri="{FF2B5EF4-FFF2-40B4-BE49-F238E27FC236}">
                  <a16:creationId xmlns:a16="http://schemas.microsoft.com/office/drawing/2014/main" id="{BDF9AB05-8027-463B-88A6-26A74E39DF95}"/>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78" name="object 20">
              <a:extLst>
                <a:ext uri="{FF2B5EF4-FFF2-40B4-BE49-F238E27FC236}">
                  <a16:creationId xmlns:a16="http://schemas.microsoft.com/office/drawing/2014/main" id="{A0F7212B-5D71-4202-9414-EF37D6AE2D93}"/>
                </a:ext>
              </a:extLst>
            </p:cNvPr>
            <p:cNvSpPr/>
            <p:nvPr/>
          </p:nvSpPr>
          <p:spPr>
            <a:xfrm>
              <a:off x="533652" y="2940050"/>
              <a:ext cx="161037" cy="121412"/>
            </a:xfrm>
            <a:prstGeom prst="rect">
              <a:avLst/>
            </a:prstGeom>
            <a:blipFill>
              <a:blip r:embed="rId5" cstate="print"/>
              <a:stretch>
                <a:fillRect/>
              </a:stretch>
            </a:blipFill>
          </p:spPr>
          <p:txBody>
            <a:bodyPr wrap="square" lIns="0" tIns="0" rIns="0" bIns="0" rtlCol="0"/>
            <a:lstStyle/>
            <a:p>
              <a:endParaRPr sz="2000"/>
            </a:p>
          </p:txBody>
        </p:sp>
        <p:sp>
          <p:nvSpPr>
            <p:cNvPr id="79" name="object 21">
              <a:extLst>
                <a:ext uri="{FF2B5EF4-FFF2-40B4-BE49-F238E27FC236}">
                  <a16:creationId xmlns:a16="http://schemas.microsoft.com/office/drawing/2014/main" id="{E9E54B4E-02FE-4FE2-A18D-C94D693A3E8A}"/>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80" name="object 22">
              <a:extLst>
                <a:ext uri="{FF2B5EF4-FFF2-40B4-BE49-F238E27FC236}">
                  <a16:creationId xmlns:a16="http://schemas.microsoft.com/office/drawing/2014/main" id="{35D59A58-63BE-444D-8A1B-E83AE92FC9D9}"/>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81" name="object 23">
            <a:extLst>
              <a:ext uri="{FF2B5EF4-FFF2-40B4-BE49-F238E27FC236}">
                <a16:creationId xmlns:a16="http://schemas.microsoft.com/office/drawing/2014/main" id="{2B2ECE25-8E27-443E-9C6E-D154AC35BFD2}"/>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82" name="object 24">
            <a:extLst>
              <a:ext uri="{FF2B5EF4-FFF2-40B4-BE49-F238E27FC236}">
                <a16:creationId xmlns:a16="http://schemas.microsoft.com/office/drawing/2014/main" id="{19606CEB-5A3D-4368-B3B4-4AE841D39551}"/>
              </a:ext>
            </a:extLst>
          </p:cNvPr>
          <p:cNvSpPr/>
          <p:nvPr/>
        </p:nvSpPr>
        <p:spPr>
          <a:xfrm>
            <a:off x="592947" y="3593536"/>
            <a:ext cx="178930" cy="133209"/>
          </a:xfrm>
          <a:prstGeom prst="rect">
            <a:avLst/>
          </a:prstGeom>
          <a:blipFill>
            <a:blip r:embed="rId4" cstate="print"/>
            <a:stretch>
              <a:fillRect/>
            </a:stretch>
          </a:blipFill>
        </p:spPr>
        <p:txBody>
          <a:bodyPr wrap="square" lIns="0" tIns="0" rIns="0" bIns="0" rtlCol="0"/>
          <a:lstStyle/>
          <a:p>
            <a:endParaRPr sz="2000"/>
          </a:p>
        </p:txBody>
      </p:sp>
      <p:sp>
        <p:nvSpPr>
          <p:cNvPr id="83" name="object 25">
            <a:extLst>
              <a:ext uri="{FF2B5EF4-FFF2-40B4-BE49-F238E27FC236}">
                <a16:creationId xmlns:a16="http://schemas.microsoft.com/office/drawing/2014/main" id="{6E66CE4D-BFA0-4BC5-B9EB-CA25EB0AB074}"/>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84" name="object 26">
            <a:extLst>
              <a:ext uri="{FF2B5EF4-FFF2-40B4-BE49-F238E27FC236}">
                <a16:creationId xmlns:a16="http://schemas.microsoft.com/office/drawing/2014/main" id="{B5750159-B8EE-4A9D-BFB9-B74A1E81B89B}"/>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85" name="object 27">
            <a:extLst>
              <a:ext uri="{FF2B5EF4-FFF2-40B4-BE49-F238E27FC236}">
                <a16:creationId xmlns:a16="http://schemas.microsoft.com/office/drawing/2014/main" id="{797CB5DD-767C-41E5-9E67-009A07F842B5}"/>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86" name="object 28">
            <a:extLst>
              <a:ext uri="{FF2B5EF4-FFF2-40B4-BE49-F238E27FC236}">
                <a16:creationId xmlns:a16="http://schemas.microsoft.com/office/drawing/2014/main" id="{E3325EBC-5596-4B55-A41C-07C3706DE9F9}"/>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sp>
        <p:nvSpPr>
          <p:cNvPr id="87" name="object 29">
            <a:extLst>
              <a:ext uri="{FF2B5EF4-FFF2-40B4-BE49-F238E27FC236}">
                <a16:creationId xmlns:a16="http://schemas.microsoft.com/office/drawing/2014/main" id="{972B30CD-B9D4-4CF7-841D-BCC69C896D84}"/>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88" name="object 30">
            <a:extLst>
              <a:ext uri="{FF2B5EF4-FFF2-40B4-BE49-F238E27FC236}">
                <a16:creationId xmlns:a16="http://schemas.microsoft.com/office/drawing/2014/main" id="{099EFFCD-D377-4C71-BAB8-E5CBB571CD1E}"/>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a:latin typeface="Arial"/>
              <a:cs typeface="Arial"/>
            </a:endParaRPr>
          </a:p>
        </p:txBody>
      </p:sp>
    </p:spTree>
    <p:extLst>
      <p:ext uri="{BB962C8B-B14F-4D97-AF65-F5344CB8AC3E}">
        <p14:creationId xmlns:p14="http://schemas.microsoft.com/office/powerpoint/2010/main" val="1198693680"/>
      </p:ext>
    </p:extLst>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162</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3" name="object 4">
            <a:extLst>
              <a:ext uri="{FF2B5EF4-FFF2-40B4-BE49-F238E27FC236}">
                <a16:creationId xmlns:a16="http://schemas.microsoft.com/office/drawing/2014/main" id="{D70A5231-7A2D-4464-9EA1-9C0A2DDF4AFB}"/>
              </a:ext>
            </a:extLst>
          </p:cNvPr>
          <p:cNvGrpSpPr/>
          <p:nvPr/>
        </p:nvGrpSpPr>
        <p:grpSpPr>
          <a:xfrm>
            <a:off x="2604135" y="2165558"/>
            <a:ext cx="440972" cy="352778"/>
            <a:chOff x="2343721" y="1949002"/>
            <a:chExt cx="396875" cy="317500"/>
          </a:xfrm>
        </p:grpSpPr>
        <p:sp>
          <p:nvSpPr>
            <p:cNvPr id="34" name="object 5">
              <a:extLst>
                <a:ext uri="{FF2B5EF4-FFF2-40B4-BE49-F238E27FC236}">
                  <a16:creationId xmlns:a16="http://schemas.microsoft.com/office/drawing/2014/main" id="{8BB8DEB4-B30A-4BF5-A505-7B4AF96CDEFA}"/>
                </a:ext>
              </a:extLst>
            </p:cNvPr>
            <p:cNvSpPr/>
            <p:nvPr/>
          </p:nvSpPr>
          <p:spPr>
            <a:xfrm>
              <a:off x="2348483" y="1953765"/>
              <a:ext cx="193675" cy="307975"/>
            </a:xfrm>
            <a:custGeom>
              <a:avLst/>
              <a:gdLst/>
              <a:ahLst/>
              <a:cxnLst/>
              <a:rect l="l" t="t" r="r" b="b"/>
              <a:pathLst>
                <a:path w="193675" h="307975">
                  <a:moveTo>
                    <a:pt x="193550" y="0"/>
                  </a:moveTo>
                  <a:lnTo>
                    <a:pt x="0" y="0"/>
                  </a:lnTo>
                  <a:lnTo>
                    <a:pt x="0" y="307850"/>
                  </a:lnTo>
                  <a:lnTo>
                    <a:pt x="193550" y="307850"/>
                  </a:lnTo>
                  <a:lnTo>
                    <a:pt x="193550" y="0"/>
                  </a:lnTo>
                  <a:close/>
                </a:path>
              </a:pathLst>
            </a:custGeom>
            <a:solidFill>
              <a:srgbClr val="C0E4FF"/>
            </a:solidFill>
          </p:spPr>
          <p:txBody>
            <a:bodyPr wrap="square" lIns="0" tIns="0" rIns="0" bIns="0" rtlCol="0"/>
            <a:lstStyle/>
            <a:p>
              <a:endParaRPr sz="2000"/>
            </a:p>
          </p:txBody>
        </p:sp>
        <p:sp>
          <p:nvSpPr>
            <p:cNvPr id="35" name="object 6">
              <a:extLst>
                <a:ext uri="{FF2B5EF4-FFF2-40B4-BE49-F238E27FC236}">
                  <a16:creationId xmlns:a16="http://schemas.microsoft.com/office/drawing/2014/main" id="{7ABA1FC3-C193-41C5-8995-1FAD349739C9}"/>
                </a:ext>
              </a:extLst>
            </p:cNvPr>
            <p:cNvSpPr/>
            <p:nvPr/>
          </p:nvSpPr>
          <p:spPr>
            <a:xfrm>
              <a:off x="2348483" y="1953765"/>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sp>
          <p:nvSpPr>
            <p:cNvPr id="36" name="object 7">
              <a:extLst>
                <a:ext uri="{FF2B5EF4-FFF2-40B4-BE49-F238E27FC236}">
                  <a16:creationId xmlns:a16="http://schemas.microsoft.com/office/drawing/2014/main" id="{58E527D1-4626-4F0D-809C-09F28AAB591A}"/>
                </a:ext>
              </a:extLst>
            </p:cNvPr>
            <p:cNvSpPr/>
            <p:nvPr/>
          </p:nvSpPr>
          <p:spPr>
            <a:xfrm>
              <a:off x="2542031" y="195376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37" name="object 8">
              <a:extLst>
                <a:ext uri="{FF2B5EF4-FFF2-40B4-BE49-F238E27FC236}">
                  <a16:creationId xmlns:a16="http://schemas.microsoft.com/office/drawing/2014/main" id="{280E08EB-9F21-4704-9E4C-E8466B139585}"/>
                </a:ext>
              </a:extLst>
            </p:cNvPr>
            <p:cNvSpPr/>
            <p:nvPr/>
          </p:nvSpPr>
          <p:spPr>
            <a:xfrm>
              <a:off x="2542031" y="195376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38" name="object 9">
            <a:extLst>
              <a:ext uri="{FF2B5EF4-FFF2-40B4-BE49-F238E27FC236}">
                <a16:creationId xmlns:a16="http://schemas.microsoft.com/office/drawing/2014/main" id="{B1E93038-50D0-4DFA-BF50-310711B8D754}"/>
              </a:ext>
            </a:extLst>
          </p:cNvPr>
          <p:cNvGrpSpPr/>
          <p:nvPr/>
        </p:nvGrpSpPr>
        <p:grpSpPr>
          <a:xfrm>
            <a:off x="3333962" y="2831044"/>
            <a:ext cx="439561" cy="352778"/>
            <a:chOff x="3000565" y="2547940"/>
            <a:chExt cx="395605" cy="317500"/>
          </a:xfrm>
        </p:grpSpPr>
        <p:sp>
          <p:nvSpPr>
            <p:cNvPr id="39" name="object 10">
              <a:extLst>
                <a:ext uri="{FF2B5EF4-FFF2-40B4-BE49-F238E27FC236}">
                  <a16:creationId xmlns:a16="http://schemas.microsoft.com/office/drawing/2014/main" id="{CEC7B5A6-1847-4ED8-8830-903CB876E5D0}"/>
                </a:ext>
              </a:extLst>
            </p:cNvPr>
            <p:cNvSpPr/>
            <p:nvPr/>
          </p:nvSpPr>
          <p:spPr>
            <a:xfrm>
              <a:off x="3005327" y="2552702"/>
              <a:ext cx="192405" cy="307975"/>
            </a:xfrm>
            <a:custGeom>
              <a:avLst/>
              <a:gdLst/>
              <a:ahLst/>
              <a:cxnLst/>
              <a:rect l="l" t="t" r="r" b="b"/>
              <a:pathLst>
                <a:path w="192405" h="307975">
                  <a:moveTo>
                    <a:pt x="192027" y="0"/>
                  </a:moveTo>
                  <a:lnTo>
                    <a:pt x="0" y="0"/>
                  </a:lnTo>
                  <a:lnTo>
                    <a:pt x="0" y="307845"/>
                  </a:lnTo>
                  <a:lnTo>
                    <a:pt x="192027" y="307845"/>
                  </a:lnTo>
                  <a:lnTo>
                    <a:pt x="192027" y="0"/>
                  </a:lnTo>
                  <a:close/>
                </a:path>
              </a:pathLst>
            </a:custGeom>
            <a:solidFill>
              <a:srgbClr val="C0E4FF"/>
            </a:solidFill>
          </p:spPr>
          <p:txBody>
            <a:bodyPr wrap="square" lIns="0" tIns="0" rIns="0" bIns="0" rtlCol="0"/>
            <a:lstStyle/>
            <a:p>
              <a:endParaRPr sz="2000"/>
            </a:p>
          </p:txBody>
        </p:sp>
        <p:sp>
          <p:nvSpPr>
            <p:cNvPr id="40" name="object 11">
              <a:extLst>
                <a:ext uri="{FF2B5EF4-FFF2-40B4-BE49-F238E27FC236}">
                  <a16:creationId xmlns:a16="http://schemas.microsoft.com/office/drawing/2014/main" id="{69682D65-3BD7-4FE6-82F4-C3DC5BA03584}"/>
                </a:ext>
              </a:extLst>
            </p:cNvPr>
            <p:cNvSpPr/>
            <p:nvPr/>
          </p:nvSpPr>
          <p:spPr>
            <a:xfrm>
              <a:off x="3005327" y="2552702"/>
              <a:ext cx="192405" cy="307975"/>
            </a:xfrm>
            <a:custGeom>
              <a:avLst/>
              <a:gdLst/>
              <a:ahLst/>
              <a:cxnLst/>
              <a:rect l="l" t="t" r="r" b="b"/>
              <a:pathLst>
                <a:path w="192405"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sp>
          <p:nvSpPr>
            <p:cNvPr id="41" name="object 12">
              <a:extLst>
                <a:ext uri="{FF2B5EF4-FFF2-40B4-BE49-F238E27FC236}">
                  <a16:creationId xmlns:a16="http://schemas.microsoft.com/office/drawing/2014/main" id="{AC090F78-4BAD-451E-809C-7A0D99FFC4EF}"/>
                </a:ext>
              </a:extLst>
            </p:cNvPr>
            <p:cNvSpPr/>
            <p:nvPr/>
          </p:nvSpPr>
          <p:spPr>
            <a:xfrm>
              <a:off x="3197351" y="2552702"/>
              <a:ext cx="193675" cy="307975"/>
            </a:xfrm>
            <a:custGeom>
              <a:avLst/>
              <a:gdLst/>
              <a:ahLst/>
              <a:cxnLst/>
              <a:rect l="l" t="t" r="r" b="b"/>
              <a:pathLst>
                <a:path w="193675" h="307975">
                  <a:moveTo>
                    <a:pt x="193545" y="0"/>
                  </a:moveTo>
                  <a:lnTo>
                    <a:pt x="0" y="0"/>
                  </a:lnTo>
                  <a:lnTo>
                    <a:pt x="0" y="307845"/>
                  </a:lnTo>
                  <a:lnTo>
                    <a:pt x="193545" y="307845"/>
                  </a:lnTo>
                  <a:lnTo>
                    <a:pt x="193545" y="0"/>
                  </a:lnTo>
                  <a:close/>
                </a:path>
              </a:pathLst>
            </a:custGeom>
            <a:solidFill>
              <a:srgbClr val="C0E4FF"/>
            </a:solidFill>
          </p:spPr>
          <p:txBody>
            <a:bodyPr wrap="square" lIns="0" tIns="0" rIns="0" bIns="0" rtlCol="0"/>
            <a:lstStyle/>
            <a:p>
              <a:endParaRPr sz="2000"/>
            </a:p>
          </p:txBody>
        </p:sp>
        <p:sp>
          <p:nvSpPr>
            <p:cNvPr id="42" name="object 13">
              <a:extLst>
                <a:ext uri="{FF2B5EF4-FFF2-40B4-BE49-F238E27FC236}">
                  <a16:creationId xmlns:a16="http://schemas.microsoft.com/office/drawing/2014/main" id="{42775F8A-C0A2-4146-8EF8-B86335F2B481}"/>
                </a:ext>
              </a:extLst>
            </p:cNvPr>
            <p:cNvSpPr/>
            <p:nvPr/>
          </p:nvSpPr>
          <p:spPr>
            <a:xfrm>
              <a:off x="3197351" y="255270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43" name="object 14">
            <a:extLst>
              <a:ext uri="{FF2B5EF4-FFF2-40B4-BE49-F238E27FC236}">
                <a16:creationId xmlns:a16="http://schemas.microsoft.com/office/drawing/2014/main" id="{4B71CFBA-8AA6-4B97-A79E-8F0294D4A1F4}"/>
              </a:ext>
            </a:extLst>
          </p:cNvPr>
          <p:cNvGrpSpPr/>
          <p:nvPr/>
        </p:nvGrpSpPr>
        <p:grpSpPr>
          <a:xfrm>
            <a:off x="4133215" y="3459264"/>
            <a:ext cx="439561" cy="352778"/>
            <a:chOff x="3719893" y="3113338"/>
            <a:chExt cx="395605" cy="317500"/>
          </a:xfrm>
        </p:grpSpPr>
        <p:sp>
          <p:nvSpPr>
            <p:cNvPr id="44" name="object 15">
              <a:extLst>
                <a:ext uri="{FF2B5EF4-FFF2-40B4-BE49-F238E27FC236}">
                  <a16:creationId xmlns:a16="http://schemas.microsoft.com/office/drawing/2014/main" id="{2D9E6F08-9F06-4B4D-A156-8DA4AF69C225}"/>
                </a:ext>
              </a:extLst>
            </p:cNvPr>
            <p:cNvSpPr/>
            <p:nvPr/>
          </p:nvSpPr>
          <p:spPr>
            <a:xfrm>
              <a:off x="3724655" y="3118101"/>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45" name="object 16">
              <a:extLst>
                <a:ext uri="{FF2B5EF4-FFF2-40B4-BE49-F238E27FC236}">
                  <a16:creationId xmlns:a16="http://schemas.microsoft.com/office/drawing/2014/main" id="{6559B924-B0DB-4D6C-8E25-AA52780643DC}"/>
                </a:ext>
              </a:extLst>
            </p:cNvPr>
            <p:cNvSpPr/>
            <p:nvPr/>
          </p:nvSpPr>
          <p:spPr>
            <a:xfrm>
              <a:off x="3724655" y="311810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46" name="object 17">
              <a:extLst>
                <a:ext uri="{FF2B5EF4-FFF2-40B4-BE49-F238E27FC236}">
                  <a16:creationId xmlns:a16="http://schemas.microsoft.com/office/drawing/2014/main" id="{AAD15762-3ECF-4264-8534-177D63073308}"/>
                </a:ext>
              </a:extLst>
            </p:cNvPr>
            <p:cNvSpPr/>
            <p:nvPr/>
          </p:nvSpPr>
          <p:spPr>
            <a:xfrm>
              <a:off x="3918203" y="3118101"/>
              <a:ext cx="192405" cy="307975"/>
            </a:xfrm>
            <a:custGeom>
              <a:avLst/>
              <a:gdLst/>
              <a:ahLst/>
              <a:cxnLst/>
              <a:rect l="l" t="t" r="r" b="b"/>
              <a:pathLst>
                <a:path w="192404" h="307975">
                  <a:moveTo>
                    <a:pt x="192022" y="0"/>
                  </a:moveTo>
                  <a:lnTo>
                    <a:pt x="0" y="0"/>
                  </a:lnTo>
                  <a:lnTo>
                    <a:pt x="0" y="307850"/>
                  </a:lnTo>
                  <a:lnTo>
                    <a:pt x="192022" y="307850"/>
                  </a:lnTo>
                  <a:lnTo>
                    <a:pt x="192022" y="0"/>
                  </a:lnTo>
                  <a:close/>
                </a:path>
              </a:pathLst>
            </a:custGeom>
            <a:solidFill>
              <a:srgbClr val="C0E4FF"/>
            </a:solidFill>
          </p:spPr>
          <p:txBody>
            <a:bodyPr wrap="square" lIns="0" tIns="0" rIns="0" bIns="0" rtlCol="0"/>
            <a:lstStyle/>
            <a:p>
              <a:endParaRPr sz="2000"/>
            </a:p>
          </p:txBody>
        </p:sp>
        <p:sp>
          <p:nvSpPr>
            <p:cNvPr id="47" name="object 18">
              <a:extLst>
                <a:ext uri="{FF2B5EF4-FFF2-40B4-BE49-F238E27FC236}">
                  <a16:creationId xmlns:a16="http://schemas.microsoft.com/office/drawing/2014/main" id="{4B161595-2CB2-40DD-9AD3-2EC0621E157C}"/>
                </a:ext>
              </a:extLst>
            </p:cNvPr>
            <p:cNvSpPr/>
            <p:nvPr/>
          </p:nvSpPr>
          <p:spPr>
            <a:xfrm>
              <a:off x="3918203" y="3118101"/>
              <a:ext cx="192405" cy="307975"/>
            </a:xfrm>
            <a:custGeom>
              <a:avLst/>
              <a:gdLst/>
              <a:ahLst/>
              <a:cxnLst/>
              <a:rect l="l" t="t" r="r" b="b"/>
              <a:pathLst>
                <a:path w="192404" h="307975">
                  <a:moveTo>
                    <a:pt x="0" y="307850"/>
                  </a:moveTo>
                  <a:lnTo>
                    <a:pt x="192022" y="307850"/>
                  </a:lnTo>
                  <a:lnTo>
                    <a:pt x="192022"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48" name="object 19">
            <a:extLst>
              <a:ext uri="{FF2B5EF4-FFF2-40B4-BE49-F238E27FC236}">
                <a16:creationId xmlns:a16="http://schemas.microsoft.com/office/drawing/2014/main" id="{A4A8CEC5-1400-4140-BDD2-0A1186FFF425}"/>
              </a:ext>
            </a:extLst>
          </p:cNvPr>
          <p:cNvGrpSpPr/>
          <p:nvPr/>
        </p:nvGrpSpPr>
        <p:grpSpPr>
          <a:xfrm>
            <a:off x="5142442" y="3454191"/>
            <a:ext cx="439561" cy="352778"/>
            <a:chOff x="4628197" y="3108772"/>
            <a:chExt cx="395605" cy="317500"/>
          </a:xfrm>
        </p:grpSpPr>
        <p:sp>
          <p:nvSpPr>
            <p:cNvPr id="49" name="object 20">
              <a:extLst>
                <a:ext uri="{FF2B5EF4-FFF2-40B4-BE49-F238E27FC236}">
                  <a16:creationId xmlns:a16="http://schemas.microsoft.com/office/drawing/2014/main" id="{9E27F1D2-F1DA-4297-9818-578FBB2A2622}"/>
                </a:ext>
              </a:extLst>
            </p:cNvPr>
            <p:cNvSpPr/>
            <p:nvPr/>
          </p:nvSpPr>
          <p:spPr>
            <a:xfrm>
              <a:off x="4632960" y="3113534"/>
              <a:ext cx="192022" cy="307845"/>
            </a:xfrm>
            <a:prstGeom prst="rect">
              <a:avLst/>
            </a:prstGeom>
            <a:blipFill>
              <a:blip r:embed="rId3" cstate="print"/>
              <a:stretch>
                <a:fillRect/>
              </a:stretch>
            </a:blipFill>
          </p:spPr>
          <p:txBody>
            <a:bodyPr wrap="square" lIns="0" tIns="0" rIns="0" bIns="0" rtlCol="0"/>
            <a:lstStyle/>
            <a:p>
              <a:endParaRPr sz="2000"/>
            </a:p>
          </p:txBody>
        </p:sp>
        <p:sp>
          <p:nvSpPr>
            <p:cNvPr id="50" name="object 21">
              <a:extLst>
                <a:ext uri="{FF2B5EF4-FFF2-40B4-BE49-F238E27FC236}">
                  <a16:creationId xmlns:a16="http://schemas.microsoft.com/office/drawing/2014/main" id="{DFCFED13-291E-4CEC-ADE9-9B79EF7F8440}"/>
                </a:ext>
              </a:extLst>
            </p:cNvPr>
            <p:cNvSpPr/>
            <p:nvPr/>
          </p:nvSpPr>
          <p:spPr>
            <a:xfrm>
              <a:off x="4632960" y="3113534"/>
              <a:ext cx="192405" cy="307975"/>
            </a:xfrm>
            <a:custGeom>
              <a:avLst/>
              <a:gdLst/>
              <a:ahLst/>
              <a:cxnLst/>
              <a:rect l="l" t="t" r="r" b="b"/>
              <a:pathLst>
                <a:path w="192404" h="307975">
                  <a:moveTo>
                    <a:pt x="0" y="307845"/>
                  </a:moveTo>
                  <a:lnTo>
                    <a:pt x="192022" y="307845"/>
                  </a:lnTo>
                  <a:lnTo>
                    <a:pt x="192022" y="0"/>
                  </a:lnTo>
                  <a:lnTo>
                    <a:pt x="0" y="0"/>
                  </a:lnTo>
                  <a:lnTo>
                    <a:pt x="0" y="307845"/>
                  </a:lnTo>
                  <a:close/>
                </a:path>
              </a:pathLst>
            </a:custGeom>
            <a:ln w="9525">
              <a:solidFill>
                <a:srgbClr val="000000"/>
              </a:solidFill>
            </a:ln>
          </p:spPr>
          <p:txBody>
            <a:bodyPr wrap="square" lIns="0" tIns="0" rIns="0" bIns="0" rtlCol="0"/>
            <a:lstStyle/>
            <a:p>
              <a:endParaRPr sz="2000"/>
            </a:p>
          </p:txBody>
        </p:sp>
        <p:sp>
          <p:nvSpPr>
            <p:cNvPr id="51" name="object 22">
              <a:extLst>
                <a:ext uri="{FF2B5EF4-FFF2-40B4-BE49-F238E27FC236}">
                  <a16:creationId xmlns:a16="http://schemas.microsoft.com/office/drawing/2014/main" id="{EDA72AE0-4CA6-4692-BED3-E10A78F9202E}"/>
                </a:ext>
              </a:extLst>
            </p:cNvPr>
            <p:cNvSpPr/>
            <p:nvPr/>
          </p:nvSpPr>
          <p:spPr>
            <a:xfrm>
              <a:off x="4824984" y="3113534"/>
              <a:ext cx="193550" cy="307845"/>
            </a:xfrm>
            <a:prstGeom prst="rect">
              <a:avLst/>
            </a:prstGeom>
            <a:blipFill>
              <a:blip r:embed="rId4" cstate="print"/>
              <a:stretch>
                <a:fillRect/>
              </a:stretch>
            </a:blipFill>
          </p:spPr>
          <p:txBody>
            <a:bodyPr wrap="square" lIns="0" tIns="0" rIns="0" bIns="0" rtlCol="0"/>
            <a:lstStyle/>
            <a:p>
              <a:endParaRPr sz="2000"/>
            </a:p>
          </p:txBody>
        </p:sp>
        <p:sp>
          <p:nvSpPr>
            <p:cNvPr id="52" name="object 23">
              <a:extLst>
                <a:ext uri="{FF2B5EF4-FFF2-40B4-BE49-F238E27FC236}">
                  <a16:creationId xmlns:a16="http://schemas.microsoft.com/office/drawing/2014/main" id="{7C087386-F56F-4FB1-B18F-5076C97F1F58}"/>
                </a:ext>
              </a:extLst>
            </p:cNvPr>
            <p:cNvSpPr/>
            <p:nvPr/>
          </p:nvSpPr>
          <p:spPr>
            <a:xfrm>
              <a:off x="4824984" y="3113534"/>
              <a:ext cx="193675" cy="307975"/>
            </a:xfrm>
            <a:custGeom>
              <a:avLst/>
              <a:gdLst/>
              <a:ahLst/>
              <a:cxnLst/>
              <a:rect l="l" t="t" r="r" b="b"/>
              <a:pathLst>
                <a:path w="193675" h="307975">
                  <a:moveTo>
                    <a:pt x="0" y="307845"/>
                  </a:moveTo>
                  <a:lnTo>
                    <a:pt x="193550" y="307845"/>
                  </a:lnTo>
                  <a:lnTo>
                    <a:pt x="193550"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53" name="object 24">
            <a:extLst>
              <a:ext uri="{FF2B5EF4-FFF2-40B4-BE49-F238E27FC236}">
                <a16:creationId xmlns:a16="http://schemas.microsoft.com/office/drawing/2014/main" id="{38938A95-9DD6-4E73-9ED7-3A27AF9D3217}"/>
              </a:ext>
            </a:extLst>
          </p:cNvPr>
          <p:cNvGrpSpPr/>
          <p:nvPr/>
        </p:nvGrpSpPr>
        <p:grpSpPr>
          <a:xfrm>
            <a:off x="5917988" y="2839510"/>
            <a:ext cx="440972" cy="352778"/>
            <a:chOff x="5326189" y="2555559"/>
            <a:chExt cx="396875" cy="317500"/>
          </a:xfrm>
        </p:grpSpPr>
        <p:sp>
          <p:nvSpPr>
            <p:cNvPr id="54" name="object 25">
              <a:extLst>
                <a:ext uri="{FF2B5EF4-FFF2-40B4-BE49-F238E27FC236}">
                  <a16:creationId xmlns:a16="http://schemas.microsoft.com/office/drawing/2014/main" id="{9AA51004-57FC-4CB6-AA16-D9851159F899}"/>
                </a:ext>
              </a:extLst>
            </p:cNvPr>
            <p:cNvSpPr/>
            <p:nvPr/>
          </p:nvSpPr>
          <p:spPr>
            <a:xfrm>
              <a:off x="5330952" y="2560322"/>
              <a:ext cx="193545" cy="307845"/>
            </a:xfrm>
            <a:prstGeom prst="rect">
              <a:avLst/>
            </a:prstGeom>
            <a:blipFill>
              <a:blip r:embed="rId5" cstate="print"/>
              <a:stretch>
                <a:fillRect/>
              </a:stretch>
            </a:blipFill>
          </p:spPr>
          <p:txBody>
            <a:bodyPr wrap="square" lIns="0" tIns="0" rIns="0" bIns="0" rtlCol="0"/>
            <a:lstStyle/>
            <a:p>
              <a:endParaRPr sz="2000"/>
            </a:p>
          </p:txBody>
        </p:sp>
        <p:sp>
          <p:nvSpPr>
            <p:cNvPr id="55" name="object 26">
              <a:extLst>
                <a:ext uri="{FF2B5EF4-FFF2-40B4-BE49-F238E27FC236}">
                  <a16:creationId xmlns:a16="http://schemas.microsoft.com/office/drawing/2014/main" id="{DA02F0DC-D156-4834-BF78-726FF3B2E63B}"/>
                </a:ext>
              </a:extLst>
            </p:cNvPr>
            <p:cNvSpPr/>
            <p:nvPr/>
          </p:nvSpPr>
          <p:spPr>
            <a:xfrm>
              <a:off x="5330952" y="256032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56" name="object 27">
              <a:extLst>
                <a:ext uri="{FF2B5EF4-FFF2-40B4-BE49-F238E27FC236}">
                  <a16:creationId xmlns:a16="http://schemas.microsoft.com/office/drawing/2014/main" id="{E0AED836-7856-4841-9A41-F8E7D83D826A}"/>
                </a:ext>
              </a:extLst>
            </p:cNvPr>
            <p:cNvSpPr/>
            <p:nvPr/>
          </p:nvSpPr>
          <p:spPr>
            <a:xfrm>
              <a:off x="5524500" y="2560322"/>
              <a:ext cx="193545" cy="307845"/>
            </a:xfrm>
            <a:prstGeom prst="rect">
              <a:avLst/>
            </a:prstGeom>
            <a:blipFill>
              <a:blip r:embed="rId6" cstate="print"/>
              <a:stretch>
                <a:fillRect/>
              </a:stretch>
            </a:blipFill>
          </p:spPr>
          <p:txBody>
            <a:bodyPr wrap="square" lIns="0" tIns="0" rIns="0" bIns="0" rtlCol="0"/>
            <a:lstStyle/>
            <a:p>
              <a:endParaRPr sz="2000"/>
            </a:p>
          </p:txBody>
        </p:sp>
        <p:sp>
          <p:nvSpPr>
            <p:cNvPr id="57" name="object 28">
              <a:extLst>
                <a:ext uri="{FF2B5EF4-FFF2-40B4-BE49-F238E27FC236}">
                  <a16:creationId xmlns:a16="http://schemas.microsoft.com/office/drawing/2014/main" id="{E95B7687-E094-4A47-8406-B518E158B890}"/>
                </a:ext>
              </a:extLst>
            </p:cNvPr>
            <p:cNvSpPr/>
            <p:nvPr/>
          </p:nvSpPr>
          <p:spPr>
            <a:xfrm>
              <a:off x="5524500" y="256032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58" name="object 29">
            <a:extLst>
              <a:ext uri="{FF2B5EF4-FFF2-40B4-BE49-F238E27FC236}">
                <a16:creationId xmlns:a16="http://schemas.microsoft.com/office/drawing/2014/main" id="{330F492D-C8FE-410A-929E-C9CA607AD5CF}"/>
              </a:ext>
            </a:extLst>
          </p:cNvPr>
          <p:cNvGrpSpPr/>
          <p:nvPr/>
        </p:nvGrpSpPr>
        <p:grpSpPr>
          <a:xfrm>
            <a:off x="6639348" y="2165558"/>
            <a:ext cx="440972" cy="352778"/>
            <a:chOff x="5975413" y="1949002"/>
            <a:chExt cx="396875" cy="317500"/>
          </a:xfrm>
        </p:grpSpPr>
        <p:sp>
          <p:nvSpPr>
            <p:cNvPr id="59" name="object 30">
              <a:extLst>
                <a:ext uri="{FF2B5EF4-FFF2-40B4-BE49-F238E27FC236}">
                  <a16:creationId xmlns:a16="http://schemas.microsoft.com/office/drawing/2014/main" id="{EDDD6E61-6D1E-4B20-A6B5-A14C9099E308}"/>
                </a:ext>
              </a:extLst>
            </p:cNvPr>
            <p:cNvSpPr/>
            <p:nvPr/>
          </p:nvSpPr>
          <p:spPr>
            <a:xfrm>
              <a:off x="5980176" y="1953765"/>
              <a:ext cx="193545" cy="307850"/>
            </a:xfrm>
            <a:prstGeom prst="rect">
              <a:avLst/>
            </a:prstGeom>
            <a:blipFill>
              <a:blip r:embed="rId7" cstate="print"/>
              <a:stretch>
                <a:fillRect/>
              </a:stretch>
            </a:blipFill>
          </p:spPr>
          <p:txBody>
            <a:bodyPr wrap="square" lIns="0" tIns="0" rIns="0" bIns="0" rtlCol="0"/>
            <a:lstStyle/>
            <a:p>
              <a:endParaRPr sz="2000"/>
            </a:p>
          </p:txBody>
        </p:sp>
        <p:sp>
          <p:nvSpPr>
            <p:cNvPr id="60" name="object 31">
              <a:extLst>
                <a:ext uri="{FF2B5EF4-FFF2-40B4-BE49-F238E27FC236}">
                  <a16:creationId xmlns:a16="http://schemas.microsoft.com/office/drawing/2014/main" id="{695615C9-4C4C-4388-A460-693B126BB8CD}"/>
                </a:ext>
              </a:extLst>
            </p:cNvPr>
            <p:cNvSpPr/>
            <p:nvPr/>
          </p:nvSpPr>
          <p:spPr>
            <a:xfrm>
              <a:off x="5980176" y="195376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89" name="object 32">
              <a:extLst>
                <a:ext uri="{FF2B5EF4-FFF2-40B4-BE49-F238E27FC236}">
                  <a16:creationId xmlns:a16="http://schemas.microsoft.com/office/drawing/2014/main" id="{6E69E98A-EB49-4E62-B006-0953B194D8EB}"/>
                </a:ext>
              </a:extLst>
            </p:cNvPr>
            <p:cNvSpPr/>
            <p:nvPr/>
          </p:nvSpPr>
          <p:spPr>
            <a:xfrm>
              <a:off x="6173724" y="1953765"/>
              <a:ext cx="193550" cy="307850"/>
            </a:xfrm>
            <a:prstGeom prst="rect">
              <a:avLst/>
            </a:prstGeom>
            <a:blipFill>
              <a:blip r:embed="rId8" cstate="print"/>
              <a:stretch>
                <a:fillRect/>
              </a:stretch>
            </a:blipFill>
          </p:spPr>
          <p:txBody>
            <a:bodyPr wrap="square" lIns="0" tIns="0" rIns="0" bIns="0" rtlCol="0"/>
            <a:lstStyle/>
            <a:p>
              <a:endParaRPr sz="2000"/>
            </a:p>
          </p:txBody>
        </p:sp>
        <p:sp>
          <p:nvSpPr>
            <p:cNvPr id="90" name="object 33">
              <a:extLst>
                <a:ext uri="{FF2B5EF4-FFF2-40B4-BE49-F238E27FC236}">
                  <a16:creationId xmlns:a16="http://schemas.microsoft.com/office/drawing/2014/main" id="{83E828BC-D764-4338-8164-8ACEDB4A0E03}"/>
                </a:ext>
              </a:extLst>
            </p:cNvPr>
            <p:cNvSpPr/>
            <p:nvPr/>
          </p:nvSpPr>
          <p:spPr>
            <a:xfrm>
              <a:off x="6173724" y="1953765"/>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grpSp>
      <p:sp>
        <p:nvSpPr>
          <p:cNvPr id="91" name="object 34">
            <a:extLst>
              <a:ext uri="{FF2B5EF4-FFF2-40B4-BE49-F238E27FC236}">
                <a16:creationId xmlns:a16="http://schemas.microsoft.com/office/drawing/2014/main" id="{75A62A5E-DC51-467D-854A-D0D5702E720F}"/>
              </a:ext>
            </a:extLst>
          </p:cNvPr>
          <p:cNvSpPr/>
          <p:nvPr/>
        </p:nvSpPr>
        <p:spPr>
          <a:xfrm>
            <a:off x="4778869" y="3551202"/>
            <a:ext cx="167076" cy="177236"/>
          </a:xfrm>
          <a:prstGeom prst="rect">
            <a:avLst/>
          </a:prstGeom>
          <a:blipFill>
            <a:blip r:embed="rId9" cstate="print"/>
            <a:stretch>
              <a:fillRect/>
            </a:stretch>
          </a:blipFill>
        </p:spPr>
        <p:txBody>
          <a:bodyPr wrap="square" lIns="0" tIns="0" rIns="0" bIns="0" rtlCol="0"/>
          <a:lstStyle/>
          <a:p>
            <a:endParaRPr sz="2000"/>
          </a:p>
        </p:txBody>
      </p:sp>
      <p:grpSp>
        <p:nvGrpSpPr>
          <p:cNvPr id="92" name="object 35">
            <a:extLst>
              <a:ext uri="{FF2B5EF4-FFF2-40B4-BE49-F238E27FC236}">
                <a16:creationId xmlns:a16="http://schemas.microsoft.com/office/drawing/2014/main" id="{0CB6E3C3-EBA7-4F18-985C-5F470F4F7F06}"/>
              </a:ext>
            </a:extLst>
          </p:cNvPr>
          <p:cNvGrpSpPr/>
          <p:nvPr/>
        </p:nvGrpSpPr>
        <p:grpSpPr>
          <a:xfrm>
            <a:off x="274109" y="2165561"/>
            <a:ext cx="837494" cy="1428044"/>
            <a:chOff x="246697" y="1949005"/>
            <a:chExt cx="753745" cy="1285240"/>
          </a:xfrm>
        </p:grpSpPr>
        <p:sp>
          <p:nvSpPr>
            <p:cNvPr id="93" name="object 36">
              <a:extLst>
                <a:ext uri="{FF2B5EF4-FFF2-40B4-BE49-F238E27FC236}">
                  <a16:creationId xmlns:a16="http://schemas.microsoft.com/office/drawing/2014/main" id="{701EF380-FEE7-4149-BBC1-11804E07759D}"/>
                </a:ext>
              </a:extLst>
            </p:cNvPr>
            <p:cNvSpPr/>
            <p:nvPr/>
          </p:nvSpPr>
          <p:spPr>
            <a:xfrm>
              <a:off x="251460" y="195376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4" name="object 37">
              <a:extLst>
                <a:ext uri="{FF2B5EF4-FFF2-40B4-BE49-F238E27FC236}">
                  <a16:creationId xmlns:a16="http://schemas.microsoft.com/office/drawing/2014/main" id="{F5001088-A8B2-4BF2-A20D-5B511E551D0C}"/>
                </a:ext>
              </a:extLst>
            </p:cNvPr>
            <p:cNvSpPr/>
            <p:nvPr/>
          </p:nvSpPr>
          <p:spPr>
            <a:xfrm>
              <a:off x="251460" y="195376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5" name="object 38">
              <a:extLst>
                <a:ext uri="{FF2B5EF4-FFF2-40B4-BE49-F238E27FC236}">
                  <a16:creationId xmlns:a16="http://schemas.microsoft.com/office/drawing/2014/main" id="{AA295886-68C3-4B5B-9EDF-434B14DCFD66}"/>
                </a:ext>
              </a:extLst>
            </p:cNvPr>
            <p:cNvSpPr/>
            <p:nvPr/>
          </p:nvSpPr>
          <p:spPr>
            <a:xfrm>
              <a:off x="533652" y="2106421"/>
              <a:ext cx="161037" cy="119888"/>
            </a:xfrm>
            <a:prstGeom prst="rect">
              <a:avLst/>
            </a:prstGeom>
            <a:blipFill>
              <a:blip r:embed="rId10" cstate="print"/>
              <a:stretch>
                <a:fillRect/>
              </a:stretch>
            </a:blipFill>
          </p:spPr>
          <p:txBody>
            <a:bodyPr wrap="square" lIns="0" tIns="0" rIns="0" bIns="0" rtlCol="0"/>
            <a:lstStyle/>
            <a:p>
              <a:endParaRPr sz="2000"/>
            </a:p>
          </p:txBody>
        </p:sp>
        <p:sp>
          <p:nvSpPr>
            <p:cNvPr id="96" name="object 39">
              <a:extLst>
                <a:ext uri="{FF2B5EF4-FFF2-40B4-BE49-F238E27FC236}">
                  <a16:creationId xmlns:a16="http://schemas.microsoft.com/office/drawing/2014/main" id="{73F2256C-0BC8-44B2-B0D9-F5E12BF62798}"/>
                </a:ext>
              </a:extLst>
            </p:cNvPr>
            <p:cNvSpPr/>
            <p:nvPr/>
          </p:nvSpPr>
          <p:spPr>
            <a:xfrm>
              <a:off x="251460" y="2229611"/>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7" name="object 40">
              <a:extLst>
                <a:ext uri="{FF2B5EF4-FFF2-40B4-BE49-F238E27FC236}">
                  <a16:creationId xmlns:a16="http://schemas.microsoft.com/office/drawing/2014/main" id="{41210F4D-DEC7-4542-9A84-9AFCBFBED435}"/>
                </a:ext>
              </a:extLst>
            </p:cNvPr>
            <p:cNvSpPr/>
            <p:nvPr/>
          </p:nvSpPr>
          <p:spPr>
            <a:xfrm>
              <a:off x="251460" y="2229611"/>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98" name="object 41">
              <a:extLst>
                <a:ext uri="{FF2B5EF4-FFF2-40B4-BE49-F238E27FC236}">
                  <a16:creationId xmlns:a16="http://schemas.microsoft.com/office/drawing/2014/main" id="{E2C75F1E-5063-4B07-817B-8B33A24176FE}"/>
                </a:ext>
              </a:extLst>
            </p:cNvPr>
            <p:cNvSpPr/>
            <p:nvPr/>
          </p:nvSpPr>
          <p:spPr>
            <a:xfrm>
              <a:off x="533652" y="2382265"/>
              <a:ext cx="161037" cy="119888"/>
            </a:xfrm>
            <a:prstGeom prst="rect">
              <a:avLst/>
            </a:prstGeom>
            <a:blipFill>
              <a:blip r:embed="rId10" cstate="print"/>
              <a:stretch>
                <a:fillRect/>
              </a:stretch>
            </a:blipFill>
          </p:spPr>
          <p:txBody>
            <a:bodyPr wrap="square" lIns="0" tIns="0" rIns="0" bIns="0" rtlCol="0"/>
            <a:lstStyle/>
            <a:p>
              <a:endParaRPr sz="2000"/>
            </a:p>
          </p:txBody>
        </p:sp>
        <p:sp>
          <p:nvSpPr>
            <p:cNvPr id="99" name="object 42">
              <a:extLst>
                <a:ext uri="{FF2B5EF4-FFF2-40B4-BE49-F238E27FC236}">
                  <a16:creationId xmlns:a16="http://schemas.microsoft.com/office/drawing/2014/main" id="{B5C33FFD-AFDB-4EDA-A90E-BDAA3EA09588}"/>
                </a:ext>
              </a:extLst>
            </p:cNvPr>
            <p:cNvSpPr/>
            <p:nvPr/>
          </p:nvSpPr>
          <p:spPr>
            <a:xfrm>
              <a:off x="251460" y="25130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00" name="object 43">
              <a:extLst>
                <a:ext uri="{FF2B5EF4-FFF2-40B4-BE49-F238E27FC236}">
                  <a16:creationId xmlns:a16="http://schemas.microsoft.com/office/drawing/2014/main" id="{BC4129E1-DFD5-438D-8D81-4852365D2CB0}"/>
                </a:ext>
              </a:extLst>
            </p:cNvPr>
            <p:cNvSpPr/>
            <p:nvPr/>
          </p:nvSpPr>
          <p:spPr>
            <a:xfrm>
              <a:off x="251460" y="25130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1" name="object 44">
              <a:extLst>
                <a:ext uri="{FF2B5EF4-FFF2-40B4-BE49-F238E27FC236}">
                  <a16:creationId xmlns:a16="http://schemas.microsoft.com/office/drawing/2014/main" id="{D74A1896-B3BC-4C48-9550-992DE66E2830}"/>
                </a:ext>
              </a:extLst>
            </p:cNvPr>
            <p:cNvSpPr/>
            <p:nvPr/>
          </p:nvSpPr>
          <p:spPr>
            <a:xfrm>
              <a:off x="533652" y="2664205"/>
              <a:ext cx="161037" cy="121412"/>
            </a:xfrm>
            <a:prstGeom prst="rect">
              <a:avLst/>
            </a:prstGeom>
            <a:blipFill>
              <a:blip r:embed="rId11" cstate="print"/>
              <a:stretch>
                <a:fillRect/>
              </a:stretch>
            </a:blipFill>
          </p:spPr>
          <p:txBody>
            <a:bodyPr wrap="square" lIns="0" tIns="0" rIns="0" bIns="0" rtlCol="0"/>
            <a:lstStyle/>
            <a:p>
              <a:endParaRPr sz="2000"/>
            </a:p>
          </p:txBody>
        </p:sp>
        <p:sp>
          <p:nvSpPr>
            <p:cNvPr id="102" name="object 45">
              <a:extLst>
                <a:ext uri="{FF2B5EF4-FFF2-40B4-BE49-F238E27FC236}">
                  <a16:creationId xmlns:a16="http://schemas.microsoft.com/office/drawing/2014/main" id="{64111361-1CC3-4BF6-B8CD-DF5F993D061A}"/>
                </a:ext>
              </a:extLst>
            </p:cNvPr>
            <p:cNvSpPr/>
            <p:nvPr/>
          </p:nvSpPr>
          <p:spPr>
            <a:xfrm>
              <a:off x="251460" y="27889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03" name="object 46">
              <a:extLst>
                <a:ext uri="{FF2B5EF4-FFF2-40B4-BE49-F238E27FC236}">
                  <a16:creationId xmlns:a16="http://schemas.microsoft.com/office/drawing/2014/main" id="{C79B9692-6167-4B37-BA7F-6BDFFAFD5D96}"/>
                </a:ext>
              </a:extLst>
            </p:cNvPr>
            <p:cNvSpPr/>
            <p:nvPr/>
          </p:nvSpPr>
          <p:spPr>
            <a:xfrm>
              <a:off x="251460" y="27889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04" name="object 47">
              <a:extLst>
                <a:ext uri="{FF2B5EF4-FFF2-40B4-BE49-F238E27FC236}">
                  <a16:creationId xmlns:a16="http://schemas.microsoft.com/office/drawing/2014/main" id="{7695E505-1D7C-4280-BEF1-339D65873C75}"/>
                </a:ext>
              </a:extLst>
            </p:cNvPr>
            <p:cNvSpPr/>
            <p:nvPr/>
          </p:nvSpPr>
          <p:spPr>
            <a:xfrm>
              <a:off x="533652" y="2940050"/>
              <a:ext cx="161037" cy="121412"/>
            </a:xfrm>
            <a:prstGeom prst="rect">
              <a:avLst/>
            </a:prstGeom>
            <a:blipFill>
              <a:blip r:embed="rId11" cstate="print"/>
              <a:stretch>
                <a:fillRect/>
              </a:stretch>
            </a:blipFill>
          </p:spPr>
          <p:txBody>
            <a:bodyPr wrap="square" lIns="0" tIns="0" rIns="0" bIns="0" rtlCol="0"/>
            <a:lstStyle/>
            <a:p>
              <a:endParaRPr sz="2000"/>
            </a:p>
          </p:txBody>
        </p:sp>
        <p:sp>
          <p:nvSpPr>
            <p:cNvPr id="105" name="object 48">
              <a:extLst>
                <a:ext uri="{FF2B5EF4-FFF2-40B4-BE49-F238E27FC236}">
                  <a16:creationId xmlns:a16="http://schemas.microsoft.com/office/drawing/2014/main" id="{5CE5B82F-23A5-4AB9-B5B2-0E335F3BDB1B}"/>
                </a:ext>
              </a:extLst>
            </p:cNvPr>
            <p:cNvSpPr/>
            <p:nvPr/>
          </p:nvSpPr>
          <p:spPr>
            <a:xfrm>
              <a:off x="251460" y="3081527"/>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06" name="object 49">
              <a:extLst>
                <a:ext uri="{FF2B5EF4-FFF2-40B4-BE49-F238E27FC236}">
                  <a16:creationId xmlns:a16="http://schemas.microsoft.com/office/drawing/2014/main" id="{10D2072D-C7EE-4D96-9D3E-F4E5CA7BE970}"/>
                </a:ext>
              </a:extLst>
            </p:cNvPr>
            <p:cNvSpPr/>
            <p:nvPr/>
          </p:nvSpPr>
          <p:spPr>
            <a:xfrm>
              <a:off x="251460" y="3081527"/>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graphicFrame>
        <p:nvGraphicFramePr>
          <p:cNvPr id="107" name="object 50">
            <a:extLst>
              <a:ext uri="{FF2B5EF4-FFF2-40B4-BE49-F238E27FC236}">
                <a16:creationId xmlns:a16="http://schemas.microsoft.com/office/drawing/2014/main" id="{AC57C52E-67AD-4C54-AA61-343CA477DBC2}"/>
              </a:ext>
            </a:extLst>
          </p:cNvPr>
          <p:cNvGraphicFramePr>
            <a:graphicFrameLocks noGrp="1"/>
          </p:cNvGraphicFramePr>
          <p:nvPr/>
        </p:nvGraphicFramePr>
        <p:xfrm>
          <a:off x="259083" y="2037926"/>
          <a:ext cx="7294028" cy="1918546"/>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64821">
                  <a:extLst>
                    <a:ext uri="{9D8B030D-6E8A-4147-A177-3AD203B41FA5}">
                      <a16:colId xmlns:a16="http://schemas.microsoft.com/office/drawing/2014/main" val="20005"/>
                    </a:ext>
                  </a:extLst>
                </a:gridCol>
                <a:gridCol w="243417">
                  <a:extLst>
                    <a:ext uri="{9D8B030D-6E8A-4147-A177-3AD203B41FA5}">
                      <a16:colId xmlns:a16="http://schemas.microsoft.com/office/drawing/2014/main" val="20006"/>
                    </a:ext>
                  </a:extLst>
                </a:gridCol>
                <a:gridCol w="771877">
                  <a:extLst>
                    <a:ext uri="{9D8B030D-6E8A-4147-A177-3AD203B41FA5}">
                      <a16:colId xmlns:a16="http://schemas.microsoft.com/office/drawing/2014/main" val="20007"/>
                    </a:ext>
                  </a:extLst>
                </a:gridCol>
                <a:gridCol w="745067">
                  <a:extLst>
                    <a:ext uri="{9D8B030D-6E8A-4147-A177-3AD203B41FA5}">
                      <a16:colId xmlns:a16="http://schemas.microsoft.com/office/drawing/2014/main" val="20008"/>
                    </a:ext>
                  </a:extLst>
                </a:gridCol>
                <a:gridCol w="763411">
                  <a:extLst>
                    <a:ext uri="{9D8B030D-6E8A-4147-A177-3AD203B41FA5}">
                      <a16:colId xmlns:a16="http://schemas.microsoft.com/office/drawing/2014/main" val="20009"/>
                    </a:ext>
                  </a:extLst>
                </a:gridCol>
                <a:gridCol w="286454">
                  <a:extLst>
                    <a:ext uri="{9D8B030D-6E8A-4147-A177-3AD203B41FA5}">
                      <a16:colId xmlns:a16="http://schemas.microsoft.com/office/drawing/2014/main" val="20010"/>
                    </a:ext>
                  </a:extLst>
                </a:gridCol>
              </a:tblGrid>
              <a:tr h="679027">
                <a:tc>
                  <a:txBody>
                    <a:bodyPr/>
                    <a:lstStyle/>
                    <a:p>
                      <a:pPr>
                        <a:lnSpc>
                          <a:spcPct val="100000"/>
                        </a:lnSpc>
                        <a:spcBef>
                          <a:spcPts val="40"/>
                        </a:spcBef>
                      </a:pPr>
                      <a:endParaRPr sz="900">
                        <a:latin typeface="Times New Roman"/>
                        <a:cs typeface="Times New Roman"/>
                      </a:endParaRPr>
                    </a:p>
                    <a:p>
                      <a:pPr marL="189865">
                        <a:lnSpc>
                          <a:spcPct val="100000"/>
                        </a:lnSpc>
                        <a:spcBef>
                          <a:spcPts val="5"/>
                        </a:spcBef>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5644"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7761" marB="0">
                    <a:lnB w="53975">
                      <a:solidFill>
                        <a:srgbClr val="008462"/>
                      </a:solidFill>
                      <a:prstDash val="solid"/>
                    </a:lnB>
                  </a:tcPr>
                </a:tc>
                <a:tc>
                  <a:txBody>
                    <a:bodyPr/>
                    <a:lstStyle/>
                    <a:p>
                      <a:pPr>
                        <a:lnSpc>
                          <a:spcPct val="100000"/>
                        </a:lnSpc>
                        <a:spcBef>
                          <a:spcPts val="5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7761" marB="0">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95982">
                <a:tc>
                  <a:txBody>
                    <a:bodyPr/>
                    <a:lstStyle/>
                    <a:p>
                      <a:pPr marL="189865">
                        <a:lnSpc>
                          <a:spcPct val="100000"/>
                        </a:lnSpc>
                        <a:spcBef>
                          <a:spcPts val="550"/>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7611" marB="0">
                    <a:lnT w="53975">
                      <a:solidFill>
                        <a:srgbClr val="008462"/>
                      </a:solidFill>
                      <a:prstDash val="solid"/>
                    </a:lnT>
                    <a:lnB w="76200">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76200">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76200">
                      <a:solidFill>
                        <a:srgbClr val="008462"/>
                      </a:solidFill>
                      <a:prstDash val="solid"/>
                    </a:lnB>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T w="53975">
                      <a:solidFill>
                        <a:srgbClr val="008462"/>
                      </a:solidFill>
                      <a:prstDash val="solid"/>
                    </a:lnT>
                    <a:lnB w="76200">
                      <a:solidFill>
                        <a:srgbClr val="008462"/>
                      </a:solidFill>
                      <a:prstDash val="solid"/>
                    </a:lnB>
                  </a:tcPr>
                </a:tc>
                <a:extLst>
                  <a:ext uri="{0D108BD9-81ED-4DB2-BD59-A6C34878D82A}">
                    <a16:rowId xmlns:a16="http://schemas.microsoft.com/office/drawing/2014/main" val="10001"/>
                  </a:ext>
                </a:extLst>
              </a:tr>
              <a:tr h="643537">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76200">
                      <a:solidFill>
                        <a:srgbClr val="008462"/>
                      </a:solidFill>
                      <a:prstDash val="solid"/>
                    </a:lnT>
                  </a:tcPr>
                </a:tc>
                <a:tc>
                  <a:txBody>
                    <a:bodyPr/>
                    <a:lstStyle/>
                    <a:p>
                      <a:pPr marR="41275" algn="r">
                        <a:lnSpc>
                          <a:spcPct val="100000"/>
                        </a:lnSpc>
                        <a:spcBef>
                          <a:spcPts val="73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03011" marB="0">
                    <a:lnT w="76200">
                      <a:solidFill>
                        <a:srgbClr val="008462"/>
                      </a:solidFill>
                      <a:prstDash val="solid"/>
                    </a:lnT>
                  </a:tcPr>
                </a:tc>
                <a:tc>
                  <a:txBody>
                    <a:bodyPr/>
                    <a:lstStyle/>
                    <a:p>
                      <a:pPr marL="48260">
                        <a:lnSpc>
                          <a:spcPct val="100000"/>
                        </a:lnSpc>
                        <a:spcBef>
                          <a:spcPts val="730"/>
                        </a:spcBef>
                      </a:pPr>
                      <a:r>
                        <a:rPr sz="1600" b="1" dirty="0">
                          <a:latin typeface="Arial"/>
                          <a:cs typeface="Arial"/>
                        </a:rPr>
                        <a:t>2</a:t>
                      </a:r>
                      <a:endParaRPr sz="1600">
                        <a:latin typeface="Arial"/>
                        <a:cs typeface="Arial"/>
                      </a:endParaRPr>
                    </a:p>
                  </a:txBody>
                  <a:tcPr marL="0" marR="0" marT="103011" marB="0">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a:latin typeface="Times New Roman"/>
                        <a:cs typeface="Times New Roman"/>
                      </a:endParaRPr>
                    </a:p>
                  </a:txBody>
                  <a:tcPr marL="0" marR="0" marT="0" marB="0">
                    <a:lnL w="38100">
                      <a:solidFill>
                        <a:srgbClr val="AC46E0"/>
                      </a:solidFill>
                      <a:prstDash val="solid"/>
                    </a:lnL>
                    <a:lnR w="38100">
                      <a:solidFill>
                        <a:srgbClr val="AC46E0"/>
                      </a:solidFill>
                      <a:prstDash val="solid"/>
                    </a:lnR>
                    <a:lnT w="76200">
                      <a:solidFill>
                        <a:srgbClr val="008462"/>
                      </a:solidFill>
                      <a:prstDash val="solid"/>
                    </a:lnT>
                  </a:tcPr>
                </a:tc>
                <a:tc>
                  <a:txBody>
                    <a:bodyPr/>
                    <a:lstStyle/>
                    <a:p>
                      <a:pPr>
                        <a:lnSpc>
                          <a:spcPct val="100000"/>
                        </a:lnSpc>
                      </a:pPr>
                      <a:endParaRPr sz="1800" dirty="0">
                        <a:latin typeface="Times New Roman"/>
                        <a:cs typeface="Times New Roman"/>
                      </a:endParaRPr>
                    </a:p>
                  </a:txBody>
                  <a:tcPr marL="0" marR="0" marT="0" marB="0">
                    <a:lnL w="38100">
                      <a:solidFill>
                        <a:srgbClr val="AC46E0"/>
                      </a:solidFill>
                      <a:prstDash val="solid"/>
                    </a:lnL>
                    <a:lnT w="76200">
                      <a:solidFill>
                        <a:srgbClr val="008462"/>
                      </a:solidFill>
                      <a:prstDash val="solid"/>
                    </a:lnT>
                  </a:tcPr>
                </a:tc>
                <a:extLst>
                  <a:ext uri="{0D108BD9-81ED-4DB2-BD59-A6C34878D82A}">
                    <a16:rowId xmlns:a16="http://schemas.microsoft.com/office/drawing/2014/main" val="10002"/>
                  </a:ext>
                </a:extLst>
              </a:tr>
            </a:tbl>
          </a:graphicData>
        </a:graphic>
      </p:graphicFrame>
      <p:sp>
        <p:nvSpPr>
          <p:cNvPr id="108" name="object 51">
            <a:extLst>
              <a:ext uri="{FF2B5EF4-FFF2-40B4-BE49-F238E27FC236}">
                <a16:creationId xmlns:a16="http://schemas.microsoft.com/office/drawing/2014/main" id="{AE0DD730-F078-417F-A266-648BDCAAE029}"/>
              </a:ext>
            </a:extLst>
          </p:cNvPr>
          <p:cNvSpPr/>
          <p:nvPr/>
        </p:nvSpPr>
        <p:spPr>
          <a:xfrm>
            <a:off x="592947" y="3593536"/>
            <a:ext cx="178930" cy="133209"/>
          </a:xfrm>
          <a:prstGeom prst="rect">
            <a:avLst/>
          </a:prstGeom>
          <a:blipFill>
            <a:blip r:embed="rId10" cstate="print"/>
            <a:stretch>
              <a:fillRect/>
            </a:stretch>
          </a:blipFill>
        </p:spPr>
        <p:txBody>
          <a:bodyPr wrap="square" lIns="0" tIns="0" rIns="0" bIns="0" rtlCol="0"/>
          <a:lstStyle/>
          <a:p>
            <a:endParaRPr sz="2000"/>
          </a:p>
        </p:txBody>
      </p:sp>
      <p:sp>
        <p:nvSpPr>
          <p:cNvPr id="109" name="object 52">
            <a:extLst>
              <a:ext uri="{FF2B5EF4-FFF2-40B4-BE49-F238E27FC236}">
                <a16:creationId xmlns:a16="http://schemas.microsoft.com/office/drawing/2014/main" id="{F2EFAA6B-D16D-453B-A1DF-EED81D80ACCA}"/>
              </a:ext>
            </a:extLst>
          </p:cNvPr>
          <p:cNvSpPr/>
          <p:nvPr/>
        </p:nvSpPr>
        <p:spPr>
          <a:xfrm>
            <a:off x="2476501" y="4117339"/>
            <a:ext cx="4785783" cy="354189"/>
          </a:xfrm>
          <a:custGeom>
            <a:avLst/>
            <a:gdLst/>
            <a:ahLst/>
            <a:cxnLst/>
            <a:rect l="l" t="t" r="r" b="b"/>
            <a:pathLst>
              <a:path w="4307205" h="318770">
                <a:moveTo>
                  <a:pt x="2004060" y="3048"/>
                </a:moveTo>
                <a:lnTo>
                  <a:pt x="1996756" y="52907"/>
                </a:lnTo>
                <a:lnTo>
                  <a:pt x="1976412" y="96207"/>
                </a:lnTo>
                <a:lnTo>
                  <a:pt x="1945382" y="130350"/>
                </a:lnTo>
                <a:lnTo>
                  <a:pt x="1906020" y="152741"/>
                </a:lnTo>
                <a:lnTo>
                  <a:pt x="1860677" y="160782"/>
                </a:lnTo>
                <a:lnTo>
                  <a:pt x="1145413" y="160782"/>
                </a:lnTo>
                <a:lnTo>
                  <a:pt x="1100069" y="168822"/>
                </a:lnTo>
                <a:lnTo>
                  <a:pt x="1060707" y="191213"/>
                </a:lnTo>
                <a:lnTo>
                  <a:pt x="1029677" y="225356"/>
                </a:lnTo>
                <a:lnTo>
                  <a:pt x="1009334" y="268656"/>
                </a:lnTo>
                <a:lnTo>
                  <a:pt x="1002030" y="318516"/>
                </a:lnTo>
                <a:lnTo>
                  <a:pt x="994725" y="268656"/>
                </a:lnTo>
                <a:lnTo>
                  <a:pt x="974382" y="225356"/>
                </a:lnTo>
                <a:lnTo>
                  <a:pt x="943352" y="191213"/>
                </a:lnTo>
                <a:lnTo>
                  <a:pt x="903990" y="168822"/>
                </a:lnTo>
                <a:lnTo>
                  <a:pt x="858647" y="160782"/>
                </a:lnTo>
                <a:lnTo>
                  <a:pt x="143383" y="160782"/>
                </a:lnTo>
                <a:lnTo>
                  <a:pt x="98039" y="152741"/>
                </a:lnTo>
                <a:lnTo>
                  <a:pt x="58677" y="130350"/>
                </a:lnTo>
                <a:lnTo>
                  <a:pt x="27647" y="96207"/>
                </a:lnTo>
                <a:lnTo>
                  <a:pt x="7304" y="52907"/>
                </a:lnTo>
                <a:lnTo>
                  <a:pt x="0" y="3048"/>
                </a:lnTo>
              </a:path>
              <a:path w="4307205" h="318770">
                <a:moveTo>
                  <a:pt x="4306824" y="3048"/>
                </a:moveTo>
                <a:lnTo>
                  <a:pt x="4299520" y="52907"/>
                </a:lnTo>
                <a:lnTo>
                  <a:pt x="4279176" y="96207"/>
                </a:lnTo>
                <a:lnTo>
                  <a:pt x="4248147" y="130350"/>
                </a:lnTo>
                <a:lnTo>
                  <a:pt x="4208784" y="152741"/>
                </a:lnTo>
                <a:lnTo>
                  <a:pt x="4163441" y="160782"/>
                </a:lnTo>
                <a:lnTo>
                  <a:pt x="3448177" y="160782"/>
                </a:lnTo>
                <a:lnTo>
                  <a:pt x="3402833" y="168822"/>
                </a:lnTo>
                <a:lnTo>
                  <a:pt x="3363471" y="191213"/>
                </a:lnTo>
                <a:lnTo>
                  <a:pt x="3332441" y="225356"/>
                </a:lnTo>
                <a:lnTo>
                  <a:pt x="3312098" y="268656"/>
                </a:lnTo>
                <a:lnTo>
                  <a:pt x="3304794" y="318516"/>
                </a:lnTo>
                <a:lnTo>
                  <a:pt x="3297490" y="268656"/>
                </a:lnTo>
                <a:lnTo>
                  <a:pt x="3277146" y="225356"/>
                </a:lnTo>
                <a:lnTo>
                  <a:pt x="3246117" y="191213"/>
                </a:lnTo>
                <a:lnTo>
                  <a:pt x="3206754" y="168822"/>
                </a:lnTo>
                <a:lnTo>
                  <a:pt x="3161411" y="160782"/>
                </a:lnTo>
                <a:lnTo>
                  <a:pt x="2446147" y="160782"/>
                </a:lnTo>
                <a:lnTo>
                  <a:pt x="2400803" y="152741"/>
                </a:lnTo>
                <a:lnTo>
                  <a:pt x="2361441" y="130350"/>
                </a:lnTo>
                <a:lnTo>
                  <a:pt x="2330411" y="96207"/>
                </a:lnTo>
                <a:lnTo>
                  <a:pt x="2310068" y="52907"/>
                </a:lnTo>
                <a:lnTo>
                  <a:pt x="2302764" y="3048"/>
                </a:lnTo>
              </a:path>
              <a:path w="4307205" h="318770">
                <a:moveTo>
                  <a:pt x="2260092" y="0"/>
                </a:moveTo>
                <a:lnTo>
                  <a:pt x="2255787" y="61400"/>
                </a:lnTo>
                <a:lnTo>
                  <a:pt x="2244042" y="111537"/>
                </a:lnTo>
                <a:lnTo>
                  <a:pt x="2226605" y="145339"/>
                </a:lnTo>
                <a:lnTo>
                  <a:pt x="2205228" y="157734"/>
                </a:lnTo>
                <a:lnTo>
                  <a:pt x="2183850" y="170128"/>
                </a:lnTo>
                <a:lnTo>
                  <a:pt x="2166413" y="203930"/>
                </a:lnTo>
                <a:lnTo>
                  <a:pt x="2154668" y="254067"/>
                </a:lnTo>
                <a:lnTo>
                  <a:pt x="2150364" y="315468"/>
                </a:lnTo>
                <a:lnTo>
                  <a:pt x="2146059" y="254067"/>
                </a:lnTo>
                <a:lnTo>
                  <a:pt x="2134314" y="203930"/>
                </a:lnTo>
                <a:lnTo>
                  <a:pt x="2116877" y="170128"/>
                </a:lnTo>
                <a:lnTo>
                  <a:pt x="2095500" y="157734"/>
                </a:lnTo>
                <a:lnTo>
                  <a:pt x="2074122" y="145339"/>
                </a:lnTo>
                <a:lnTo>
                  <a:pt x="2056685" y="111537"/>
                </a:lnTo>
                <a:lnTo>
                  <a:pt x="2044940" y="61400"/>
                </a:lnTo>
                <a:lnTo>
                  <a:pt x="2040636" y="0"/>
                </a:lnTo>
              </a:path>
            </a:pathLst>
          </a:custGeom>
          <a:ln w="28575">
            <a:solidFill>
              <a:srgbClr val="000000"/>
            </a:solidFill>
          </a:ln>
        </p:spPr>
        <p:txBody>
          <a:bodyPr wrap="square" lIns="0" tIns="0" rIns="0" bIns="0" rtlCol="0"/>
          <a:lstStyle/>
          <a:p>
            <a:endParaRPr sz="2000"/>
          </a:p>
        </p:txBody>
      </p:sp>
      <p:sp>
        <p:nvSpPr>
          <p:cNvPr id="110" name="object 53">
            <a:extLst>
              <a:ext uri="{FF2B5EF4-FFF2-40B4-BE49-F238E27FC236}">
                <a16:creationId xmlns:a16="http://schemas.microsoft.com/office/drawing/2014/main" id="{E0461157-D979-4B7D-BBE5-6E6A84AC621E}"/>
              </a:ext>
            </a:extLst>
          </p:cNvPr>
          <p:cNvSpPr txBox="1"/>
          <p:nvPr/>
        </p:nvSpPr>
        <p:spPr>
          <a:xfrm>
            <a:off x="3209714" y="4519930"/>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p>
        </p:txBody>
      </p:sp>
      <p:sp>
        <p:nvSpPr>
          <p:cNvPr id="111" name="object 54">
            <a:extLst>
              <a:ext uri="{FF2B5EF4-FFF2-40B4-BE49-F238E27FC236}">
                <a16:creationId xmlns:a16="http://schemas.microsoft.com/office/drawing/2014/main" id="{78794AA5-8990-4660-AE36-25A5E36C8C81}"/>
              </a:ext>
            </a:extLst>
          </p:cNvPr>
          <p:cNvSpPr txBox="1"/>
          <p:nvPr/>
        </p:nvSpPr>
        <p:spPr>
          <a:xfrm>
            <a:off x="5754087" y="4519930"/>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dirty="0">
              <a:latin typeface="Arial"/>
              <a:cs typeface="Arial"/>
            </a:endParaRPr>
          </a:p>
        </p:txBody>
      </p:sp>
      <p:sp>
        <p:nvSpPr>
          <p:cNvPr id="112" name="object 55">
            <a:extLst>
              <a:ext uri="{FF2B5EF4-FFF2-40B4-BE49-F238E27FC236}">
                <a16:creationId xmlns:a16="http://schemas.microsoft.com/office/drawing/2014/main" id="{C69F5135-3182-45AF-9F7A-229330B78614}"/>
              </a:ext>
            </a:extLst>
          </p:cNvPr>
          <p:cNvSpPr txBox="1"/>
          <p:nvPr/>
        </p:nvSpPr>
        <p:spPr>
          <a:xfrm>
            <a:off x="4673036" y="4505677"/>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p>
        </p:txBody>
      </p:sp>
      <p:sp>
        <p:nvSpPr>
          <p:cNvPr id="113" name="object 56">
            <a:extLst>
              <a:ext uri="{FF2B5EF4-FFF2-40B4-BE49-F238E27FC236}">
                <a16:creationId xmlns:a16="http://schemas.microsoft.com/office/drawing/2014/main" id="{2EC54ADE-BC3F-464F-8A85-632E4D969DFE}"/>
              </a:ext>
            </a:extLst>
          </p:cNvPr>
          <p:cNvSpPr/>
          <p:nvPr/>
        </p:nvSpPr>
        <p:spPr>
          <a:xfrm>
            <a:off x="2469727" y="1685572"/>
            <a:ext cx="5501922" cy="95250"/>
          </a:xfrm>
          <a:custGeom>
            <a:avLst/>
            <a:gdLst/>
            <a:ahLst/>
            <a:cxnLst/>
            <a:rect l="l" t="t" r="r" b="b"/>
            <a:pathLst>
              <a:path w="4951730" h="85725">
                <a:moveTo>
                  <a:pt x="4865497" y="57149"/>
                </a:moveTo>
                <a:lnTo>
                  <a:pt x="4865497" y="85725"/>
                </a:lnTo>
                <a:lnTo>
                  <a:pt x="4922562" y="57150"/>
                </a:lnTo>
                <a:lnTo>
                  <a:pt x="4865497" y="57149"/>
                </a:lnTo>
                <a:close/>
              </a:path>
              <a:path w="4951730" h="85725">
                <a:moveTo>
                  <a:pt x="4865497" y="28574"/>
                </a:moveTo>
                <a:lnTo>
                  <a:pt x="4865497" y="57149"/>
                </a:lnTo>
                <a:lnTo>
                  <a:pt x="4879721" y="57150"/>
                </a:lnTo>
                <a:lnTo>
                  <a:pt x="4879721" y="28575"/>
                </a:lnTo>
                <a:lnTo>
                  <a:pt x="4865497" y="28574"/>
                </a:lnTo>
                <a:close/>
              </a:path>
              <a:path w="4951730" h="85725">
                <a:moveTo>
                  <a:pt x="4865497" y="0"/>
                </a:moveTo>
                <a:lnTo>
                  <a:pt x="4865497" y="28574"/>
                </a:lnTo>
                <a:lnTo>
                  <a:pt x="4879721" y="28575"/>
                </a:lnTo>
                <a:lnTo>
                  <a:pt x="4879721" y="57150"/>
                </a:lnTo>
                <a:lnTo>
                  <a:pt x="4922563" y="57149"/>
                </a:lnTo>
                <a:lnTo>
                  <a:pt x="4951222" y="42799"/>
                </a:lnTo>
                <a:lnTo>
                  <a:pt x="4865497" y="0"/>
                </a:lnTo>
                <a:close/>
              </a:path>
              <a:path w="4951730" h="85725">
                <a:moveTo>
                  <a:pt x="0" y="28448"/>
                </a:moveTo>
                <a:lnTo>
                  <a:pt x="0" y="57023"/>
                </a:lnTo>
                <a:lnTo>
                  <a:pt x="4865497" y="57149"/>
                </a:lnTo>
                <a:lnTo>
                  <a:pt x="4865497" y="28574"/>
                </a:lnTo>
                <a:lnTo>
                  <a:pt x="0" y="28448"/>
                </a:lnTo>
                <a:close/>
              </a:path>
            </a:pathLst>
          </a:custGeom>
          <a:solidFill>
            <a:srgbClr val="AC46E0"/>
          </a:solidFill>
        </p:spPr>
        <p:txBody>
          <a:bodyPr wrap="square" lIns="0" tIns="0" rIns="0" bIns="0" rtlCol="0"/>
          <a:lstStyle/>
          <a:p>
            <a:endParaRPr sz="2000"/>
          </a:p>
        </p:txBody>
      </p:sp>
      <p:sp>
        <p:nvSpPr>
          <p:cNvPr id="114" name="object 57">
            <a:extLst>
              <a:ext uri="{FF2B5EF4-FFF2-40B4-BE49-F238E27FC236}">
                <a16:creationId xmlns:a16="http://schemas.microsoft.com/office/drawing/2014/main" id="{088EB455-92D1-46D2-9425-AF5B7D95D891}"/>
              </a:ext>
            </a:extLst>
          </p:cNvPr>
          <p:cNvSpPr txBox="1"/>
          <p:nvPr/>
        </p:nvSpPr>
        <p:spPr>
          <a:xfrm>
            <a:off x="4799753" y="1471308"/>
            <a:ext cx="467078" cy="254386"/>
          </a:xfrm>
          <a:prstGeom prst="rect">
            <a:avLst/>
          </a:prstGeom>
        </p:spPr>
        <p:txBody>
          <a:bodyPr vert="horz" wrap="square" lIns="0" tIns="14817" rIns="0" bIns="0" rtlCol="0">
            <a:spAutoFit/>
          </a:bodyPr>
          <a:lstStyle/>
          <a:p>
            <a:pPr marL="14111">
              <a:spcBef>
                <a:spcPts val="117"/>
              </a:spcBef>
            </a:pPr>
            <a:r>
              <a:rPr sz="1556" spc="-11" dirty="0">
                <a:solidFill>
                  <a:srgbClr val="AC46E0"/>
                </a:solidFill>
                <a:latin typeface="Arial"/>
                <a:cs typeface="Arial"/>
              </a:rPr>
              <a:t>T</a:t>
            </a:r>
            <a:r>
              <a:rPr sz="1556" dirty="0">
                <a:solidFill>
                  <a:srgbClr val="AC46E0"/>
                </a:solidFill>
                <a:latin typeface="Arial"/>
                <a:cs typeface="Arial"/>
              </a:rPr>
              <a:t>i</a:t>
            </a:r>
            <a:r>
              <a:rPr sz="1556" spc="-6" dirty="0">
                <a:solidFill>
                  <a:srgbClr val="AC46E0"/>
                </a:solidFill>
                <a:latin typeface="Arial"/>
                <a:cs typeface="Arial"/>
              </a:rPr>
              <a:t>m</a:t>
            </a:r>
            <a:r>
              <a:rPr sz="1556" dirty="0">
                <a:solidFill>
                  <a:srgbClr val="AC46E0"/>
                </a:solidFill>
                <a:latin typeface="Arial"/>
                <a:cs typeface="Arial"/>
              </a:rPr>
              <a:t>e</a:t>
            </a:r>
            <a:endParaRPr sz="1556" dirty="0">
              <a:latin typeface="Arial"/>
              <a:cs typeface="Arial"/>
            </a:endParaRPr>
          </a:p>
        </p:txBody>
      </p:sp>
      <p:sp>
        <p:nvSpPr>
          <p:cNvPr id="115" name="object 3">
            <a:extLst>
              <a:ext uri="{FF2B5EF4-FFF2-40B4-BE49-F238E27FC236}">
                <a16:creationId xmlns:a16="http://schemas.microsoft.com/office/drawing/2014/main" id="{4A2C3D97-B631-48C2-A8C8-92B9778D2D08}"/>
              </a:ext>
            </a:extLst>
          </p:cNvPr>
          <p:cNvSpPr txBox="1"/>
          <p:nvPr/>
        </p:nvSpPr>
        <p:spPr>
          <a:xfrm>
            <a:off x="507014" y="4688455"/>
            <a:ext cx="2882900" cy="1598057"/>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000" b="1" spc="-6" dirty="0">
                <a:latin typeface="Trebuchet MS"/>
                <a:cs typeface="Trebuchet MS"/>
              </a:rPr>
              <a:t>Idle</a:t>
            </a:r>
            <a:r>
              <a:rPr sz="2000" b="1" spc="-17" dirty="0">
                <a:latin typeface="Trebuchet MS"/>
                <a:cs typeface="Trebuchet MS"/>
              </a:rPr>
              <a:t> </a:t>
            </a:r>
            <a:r>
              <a:rPr sz="2000" b="1" spc="-6" dirty="0">
                <a:latin typeface="Trebuchet MS"/>
                <a:cs typeface="Trebuchet MS"/>
              </a:rPr>
              <a:t>bubbles:</a:t>
            </a:r>
            <a:endParaRPr sz="2000" dirty="0">
              <a:latin typeface="Trebuchet MS"/>
              <a:cs typeface="Trebuchet MS"/>
            </a:endParaRPr>
          </a:p>
          <a:p>
            <a:pPr marL="713310" lvl="1" indent="-318908">
              <a:spcBef>
                <a:spcPts val="783"/>
              </a:spcBef>
              <a:buClr>
                <a:srgbClr val="B2B2B2"/>
              </a:buClr>
              <a:buFont typeface="Arial"/>
              <a:buChar char="•"/>
              <a:tabLst>
                <a:tab pos="713310" algn="l"/>
                <a:tab pos="714015" algn="l"/>
              </a:tabLst>
            </a:pPr>
            <a:r>
              <a:rPr sz="1778" spc="-6" dirty="0">
                <a:latin typeface="Trebuchet MS"/>
                <a:cs typeface="Trebuchet MS"/>
              </a:rPr>
              <a:t>67%: 12/18</a:t>
            </a:r>
            <a:r>
              <a:rPr sz="1778" spc="-56" dirty="0">
                <a:latin typeface="Trebuchet MS"/>
                <a:cs typeface="Trebuchet MS"/>
              </a:rPr>
              <a:t> </a:t>
            </a:r>
            <a:r>
              <a:rPr sz="1778" spc="-6" dirty="0">
                <a:latin typeface="Trebuchet MS"/>
                <a:cs typeface="Trebuchet MS"/>
              </a:rPr>
              <a:t>step-slots</a:t>
            </a:r>
            <a:endParaRPr sz="1778" dirty="0">
              <a:latin typeface="Trebuchet MS"/>
              <a:cs typeface="Trebuchet MS"/>
            </a:endParaRPr>
          </a:p>
          <a:p>
            <a:pPr marL="332313" indent="-318908">
              <a:spcBef>
                <a:spcPts val="767"/>
              </a:spcBef>
              <a:buClr>
                <a:srgbClr val="B2B2B2"/>
              </a:buClr>
              <a:buFont typeface="Arial"/>
              <a:buChar char="•"/>
              <a:tabLst>
                <a:tab pos="332313" algn="l"/>
                <a:tab pos="333019" algn="l"/>
              </a:tabLst>
            </a:pPr>
            <a:r>
              <a:rPr sz="2000" b="1" dirty="0">
                <a:latin typeface="Trebuchet MS"/>
                <a:cs typeface="Trebuchet MS"/>
              </a:rPr>
              <a:t>For </a:t>
            </a:r>
            <a:r>
              <a:rPr sz="2000" b="1" i="1" dirty="0">
                <a:latin typeface="Trebuchet MS"/>
                <a:cs typeface="Trebuchet MS"/>
              </a:rPr>
              <a:t>N</a:t>
            </a:r>
            <a:r>
              <a:rPr sz="2000" b="1" i="1" spc="-44" dirty="0">
                <a:latin typeface="Trebuchet MS"/>
                <a:cs typeface="Trebuchet MS"/>
              </a:rPr>
              <a:t> </a:t>
            </a:r>
            <a:r>
              <a:rPr sz="2000" b="1" spc="-6" dirty="0">
                <a:latin typeface="Trebuchet MS"/>
                <a:cs typeface="Trebuchet MS"/>
              </a:rPr>
              <a:t>workers:</a:t>
            </a:r>
            <a:endParaRPr sz="2000" dirty="0">
              <a:latin typeface="Trebuchet MS"/>
              <a:cs typeface="Trebuchet MS"/>
            </a:endParaRPr>
          </a:p>
          <a:p>
            <a:pPr marL="713310" lvl="1" indent="-318908">
              <a:spcBef>
                <a:spcPts val="783"/>
              </a:spcBef>
              <a:buClr>
                <a:srgbClr val="B2B2B2"/>
              </a:buClr>
              <a:buFont typeface="Arial"/>
              <a:buChar char="•"/>
              <a:tabLst>
                <a:tab pos="713310" algn="l"/>
                <a:tab pos="714015" algn="l"/>
              </a:tabLst>
            </a:pPr>
            <a:r>
              <a:rPr sz="1778" spc="-6" dirty="0">
                <a:latin typeface="Trebuchet MS"/>
                <a:cs typeface="Trebuchet MS"/>
              </a:rPr>
              <a:t>(</a:t>
            </a:r>
            <a:r>
              <a:rPr sz="1778" i="1" spc="-6" dirty="0">
                <a:latin typeface="Trebuchet MS"/>
                <a:cs typeface="Trebuchet MS"/>
              </a:rPr>
              <a:t>N </a:t>
            </a:r>
            <a:r>
              <a:rPr sz="1778" spc="-6" dirty="0">
                <a:latin typeface="Trebuchet MS"/>
                <a:cs typeface="Trebuchet MS"/>
              </a:rPr>
              <a:t>– 1)/</a:t>
            </a:r>
            <a:r>
              <a:rPr sz="1778" i="1" spc="-6" dirty="0">
                <a:latin typeface="Trebuchet MS"/>
                <a:cs typeface="Trebuchet MS"/>
              </a:rPr>
              <a:t>N </a:t>
            </a:r>
            <a:r>
              <a:rPr sz="1778" spc="-6" dirty="0">
                <a:latin typeface="Trebuchet MS"/>
                <a:cs typeface="Trebuchet MS"/>
              </a:rPr>
              <a:t>idle</a:t>
            </a:r>
            <a:r>
              <a:rPr sz="1778" spc="6" dirty="0">
                <a:latin typeface="Trebuchet MS"/>
                <a:cs typeface="Trebuchet MS"/>
              </a:rPr>
              <a:t> </a:t>
            </a:r>
            <a:r>
              <a:rPr sz="1778" spc="-6" dirty="0">
                <a:latin typeface="Trebuchet MS"/>
                <a:cs typeface="Trebuchet MS"/>
              </a:rPr>
              <a:t>slots</a:t>
            </a:r>
            <a:endParaRPr sz="1778" dirty="0">
              <a:latin typeface="Trebuchet MS"/>
              <a:cs typeface="Trebuchet MS"/>
            </a:endParaRPr>
          </a:p>
        </p:txBody>
      </p:sp>
    </p:spTree>
    <p:extLst>
      <p:ext uri="{BB962C8B-B14F-4D97-AF65-F5344CB8AC3E}">
        <p14:creationId xmlns:p14="http://schemas.microsoft.com/office/powerpoint/2010/main" val="4117900419"/>
      </p:ext>
    </p:extLst>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 </a:t>
            </a:r>
            <a:r>
              <a:rPr lang="en-US" altLang="zh-CN" dirty="0" err="1"/>
              <a:t>GPipe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163</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33" name="object 3">
            <a:extLst>
              <a:ext uri="{FF2B5EF4-FFF2-40B4-BE49-F238E27FC236}">
                <a16:creationId xmlns:a16="http://schemas.microsoft.com/office/drawing/2014/main" id="{3E01C42A-F420-4BA8-A6B9-6DA9964504CD}"/>
              </a:ext>
            </a:extLst>
          </p:cNvPr>
          <p:cNvGrpSpPr/>
          <p:nvPr/>
        </p:nvGrpSpPr>
        <p:grpSpPr>
          <a:xfrm>
            <a:off x="2705735" y="1855683"/>
            <a:ext cx="440972" cy="352778"/>
            <a:chOff x="2435161" y="1670115"/>
            <a:chExt cx="396875" cy="317500"/>
          </a:xfrm>
        </p:grpSpPr>
        <p:sp>
          <p:nvSpPr>
            <p:cNvPr id="34" name="object 4">
              <a:extLst>
                <a:ext uri="{FF2B5EF4-FFF2-40B4-BE49-F238E27FC236}">
                  <a16:creationId xmlns:a16="http://schemas.microsoft.com/office/drawing/2014/main" id="{3C9188EC-9F0F-4387-8DF5-B6D3CE4A99EE}"/>
                </a:ext>
              </a:extLst>
            </p:cNvPr>
            <p:cNvSpPr/>
            <p:nvPr/>
          </p:nvSpPr>
          <p:spPr>
            <a:xfrm>
              <a:off x="2439924" y="1674878"/>
              <a:ext cx="193675" cy="307975"/>
            </a:xfrm>
            <a:custGeom>
              <a:avLst/>
              <a:gdLst/>
              <a:ahLst/>
              <a:cxnLst/>
              <a:rect l="l" t="t" r="r" b="b"/>
              <a:pathLst>
                <a:path w="193675" h="307975">
                  <a:moveTo>
                    <a:pt x="193550" y="0"/>
                  </a:moveTo>
                  <a:lnTo>
                    <a:pt x="0" y="0"/>
                  </a:lnTo>
                  <a:lnTo>
                    <a:pt x="0" y="307845"/>
                  </a:lnTo>
                  <a:lnTo>
                    <a:pt x="193550" y="307845"/>
                  </a:lnTo>
                  <a:lnTo>
                    <a:pt x="193550" y="0"/>
                  </a:lnTo>
                  <a:close/>
                </a:path>
              </a:pathLst>
            </a:custGeom>
            <a:solidFill>
              <a:srgbClr val="C0E4FF"/>
            </a:solidFill>
          </p:spPr>
          <p:txBody>
            <a:bodyPr wrap="square" lIns="0" tIns="0" rIns="0" bIns="0" rtlCol="0"/>
            <a:lstStyle/>
            <a:p>
              <a:endParaRPr sz="2000"/>
            </a:p>
          </p:txBody>
        </p:sp>
        <p:sp>
          <p:nvSpPr>
            <p:cNvPr id="35" name="object 5">
              <a:extLst>
                <a:ext uri="{FF2B5EF4-FFF2-40B4-BE49-F238E27FC236}">
                  <a16:creationId xmlns:a16="http://schemas.microsoft.com/office/drawing/2014/main" id="{5D922381-E321-4AF1-BFE2-D38FE04777FF}"/>
                </a:ext>
              </a:extLst>
            </p:cNvPr>
            <p:cNvSpPr/>
            <p:nvPr/>
          </p:nvSpPr>
          <p:spPr>
            <a:xfrm>
              <a:off x="2439924" y="1674878"/>
              <a:ext cx="387350" cy="307975"/>
            </a:xfrm>
            <a:custGeom>
              <a:avLst/>
              <a:gdLst/>
              <a:ahLst/>
              <a:cxnLst/>
              <a:rect l="l" t="t" r="r" b="b"/>
              <a:pathLst>
                <a:path w="387350" h="307975">
                  <a:moveTo>
                    <a:pt x="0" y="307845"/>
                  </a:moveTo>
                  <a:lnTo>
                    <a:pt x="193550" y="307845"/>
                  </a:lnTo>
                  <a:lnTo>
                    <a:pt x="193550" y="0"/>
                  </a:lnTo>
                  <a:lnTo>
                    <a:pt x="0" y="0"/>
                  </a:lnTo>
                  <a:lnTo>
                    <a:pt x="0" y="307845"/>
                  </a:lnTo>
                  <a:close/>
                </a:path>
                <a:path w="387350" h="307975">
                  <a:moveTo>
                    <a:pt x="193548" y="307845"/>
                  </a:moveTo>
                  <a:lnTo>
                    <a:pt x="387093" y="307845"/>
                  </a:lnTo>
                  <a:lnTo>
                    <a:pt x="387093" y="0"/>
                  </a:lnTo>
                  <a:lnTo>
                    <a:pt x="193548" y="0"/>
                  </a:lnTo>
                  <a:lnTo>
                    <a:pt x="193548" y="307845"/>
                  </a:lnTo>
                  <a:close/>
                </a:path>
              </a:pathLst>
            </a:custGeom>
            <a:ln w="9525">
              <a:solidFill>
                <a:srgbClr val="000000"/>
              </a:solidFill>
            </a:ln>
          </p:spPr>
          <p:txBody>
            <a:bodyPr wrap="square" lIns="0" tIns="0" rIns="0" bIns="0" rtlCol="0"/>
            <a:lstStyle/>
            <a:p>
              <a:endParaRPr sz="2000"/>
            </a:p>
          </p:txBody>
        </p:sp>
      </p:grpSp>
      <p:grpSp>
        <p:nvGrpSpPr>
          <p:cNvPr id="36" name="object 6">
            <a:extLst>
              <a:ext uri="{FF2B5EF4-FFF2-40B4-BE49-F238E27FC236}">
                <a16:creationId xmlns:a16="http://schemas.microsoft.com/office/drawing/2014/main" id="{605664F0-A0EE-420E-AFAE-29A41BC35BED}"/>
              </a:ext>
            </a:extLst>
          </p:cNvPr>
          <p:cNvGrpSpPr/>
          <p:nvPr/>
        </p:nvGrpSpPr>
        <p:grpSpPr>
          <a:xfrm>
            <a:off x="3435562" y="2519464"/>
            <a:ext cx="439561" cy="352778"/>
            <a:chOff x="3092005" y="2267518"/>
            <a:chExt cx="395605" cy="317500"/>
          </a:xfrm>
        </p:grpSpPr>
        <p:sp>
          <p:nvSpPr>
            <p:cNvPr id="37" name="object 7">
              <a:extLst>
                <a:ext uri="{FF2B5EF4-FFF2-40B4-BE49-F238E27FC236}">
                  <a16:creationId xmlns:a16="http://schemas.microsoft.com/office/drawing/2014/main" id="{BE503AA6-2002-4862-A3A8-B54EBA154EEB}"/>
                </a:ext>
              </a:extLst>
            </p:cNvPr>
            <p:cNvSpPr/>
            <p:nvPr/>
          </p:nvSpPr>
          <p:spPr>
            <a:xfrm>
              <a:off x="3096767" y="2272281"/>
              <a:ext cx="192405" cy="307975"/>
            </a:xfrm>
            <a:custGeom>
              <a:avLst/>
              <a:gdLst/>
              <a:ahLst/>
              <a:cxnLst/>
              <a:rect l="l" t="t" r="r" b="b"/>
              <a:pathLst>
                <a:path w="192404" h="307975">
                  <a:moveTo>
                    <a:pt x="192027" y="0"/>
                  </a:moveTo>
                  <a:lnTo>
                    <a:pt x="0" y="0"/>
                  </a:lnTo>
                  <a:lnTo>
                    <a:pt x="0" y="307850"/>
                  </a:lnTo>
                  <a:lnTo>
                    <a:pt x="192027" y="307850"/>
                  </a:lnTo>
                  <a:lnTo>
                    <a:pt x="192027" y="0"/>
                  </a:lnTo>
                  <a:close/>
                </a:path>
              </a:pathLst>
            </a:custGeom>
            <a:solidFill>
              <a:srgbClr val="C0E4FF"/>
            </a:solidFill>
          </p:spPr>
          <p:txBody>
            <a:bodyPr wrap="square" lIns="0" tIns="0" rIns="0" bIns="0" rtlCol="0"/>
            <a:lstStyle/>
            <a:p>
              <a:endParaRPr sz="2000"/>
            </a:p>
          </p:txBody>
        </p:sp>
        <p:sp>
          <p:nvSpPr>
            <p:cNvPr id="38" name="object 8">
              <a:extLst>
                <a:ext uri="{FF2B5EF4-FFF2-40B4-BE49-F238E27FC236}">
                  <a16:creationId xmlns:a16="http://schemas.microsoft.com/office/drawing/2014/main" id="{574A7A5F-8AC4-4C29-A159-CA13AFAAAD38}"/>
                </a:ext>
              </a:extLst>
            </p:cNvPr>
            <p:cNvSpPr/>
            <p:nvPr/>
          </p:nvSpPr>
          <p:spPr>
            <a:xfrm>
              <a:off x="3096767" y="2272281"/>
              <a:ext cx="386080" cy="307975"/>
            </a:xfrm>
            <a:custGeom>
              <a:avLst/>
              <a:gdLst/>
              <a:ahLst/>
              <a:cxnLst/>
              <a:rect l="l" t="t" r="r" b="b"/>
              <a:pathLst>
                <a:path w="386079" h="307975">
                  <a:moveTo>
                    <a:pt x="0" y="307850"/>
                  </a:moveTo>
                  <a:lnTo>
                    <a:pt x="192027" y="307850"/>
                  </a:lnTo>
                  <a:lnTo>
                    <a:pt x="192027" y="0"/>
                  </a:lnTo>
                  <a:lnTo>
                    <a:pt x="0" y="0"/>
                  </a:lnTo>
                  <a:lnTo>
                    <a:pt x="0" y="307850"/>
                  </a:lnTo>
                  <a:close/>
                </a:path>
                <a:path w="386079" h="307975">
                  <a:moveTo>
                    <a:pt x="192024" y="307850"/>
                  </a:moveTo>
                  <a:lnTo>
                    <a:pt x="385569" y="307850"/>
                  </a:lnTo>
                  <a:lnTo>
                    <a:pt x="385569" y="0"/>
                  </a:lnTo>
                  <a:lnTo>
                    <a:pt x="192024" y="0"/>
                  </a:lnTo>
                  <a:lnTo>
                    <a:pt x="192024" y="307850"/>
                  </a:lnTo>
                  <a:close/>
                </a:path>
              </a:pathLst>
            </a:custGeom>
            <a:ln w="9525">
              <a:solidFill>
                <a:srgbClr val="000000"/>
              </a:solidFill>
            </a:ln>
          </p:spPr>
          <p:txBody>
            <a:bodyPr wrap="square" lIns="0" tIns="0" rIns="0" bIns="0" rtlCol="0"/>
            <a:lstStyle/>
            <a:p>
              <a:endParaRPr sz="2000"/>
            </a:p>
          </p:txBody>
        </p:sp>
      </p:grpSp>
      <p:grpSp>
        <p:nvGrpSpPr>
          <p:cNvPr id="39" name="object 9">
            <a:extLst>
              <a:ext uri="{FF2B5EF4-FFF2-40B4-BE49-F238E27FC236}">
                <a16:creationId xmlns:a16="http://schemas.microsoft.com/office/drawing/2014/main" id="{93CE979B-8A0D-432A-9953-61786A53872D}"/>
              </a:ext>
            </a:extLst>
          </p:cNvPr>
          <p:cNvGrpSpPr/>
          <p:nvPr/>
        </p:nvGrpSpPr>
        <p:grpSpPr>
          <a:xfrm>
            <a:off x="4234815" y="3147691"/>
            <a:ext cx="439561" cy="352778"/>
            <a:chOff x="3811333" y="2832922"/>
            <a:chExt cx="395605" cy="317500"/>
          </a:xfrm>
        </p:grpSpPr>
        <p:sp>
          <p:nvSpPr>
            <p:cNvPr id="40" name="object 10">
              <a:extLst>
                <a:ext uri="{FF2B5EF4-FFF2-40B4-BE49-F238E27FC236}">
                  <a16:creationId xmlns:a16="http://schemas.microsoft.com/office/drawing/2014/main" id="{CC76BE85-7186-45BE-9265-95EF0C5CF267}"/>
                </a:ext>
              </a:extLst>
            </p:cNvPr>
            <p:cNvSpPr/>
            <p:nvPr/>
          </p:nvSpPr>
          <p:spPr>
            <a:xfrm>
              <a:off x="3816096" y="283768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41" name="object 11">
              <a:extLst>
                <a:ext uri="{FF2B5EF4-FFF2-40B4-BE49-F238E27FC236}">
                  <a16:creationId xmlns:a16="http://schemas.microsoft.com/office/drawing/2014/main" id="{045B31FE-8BCC-47AC-A957-F7B6D9BF0162}"/>
                </a:ext>
              </a:extLst>
            </p:cNvPr>
            <p:cNvSpPr/>
            <p:nvPr/>
          </p:nvSpPr>
          <p:spPr>
            <a:xfrm>
              <a:off x="3816096" y="2837685"/>
              <a:ext cx="386080" cy="307975"/>
            </a:xfrm>
            <a:custGeom>
              <a:avLst/>
              <a:gdLst/>
              <a:ahLst/>
              <a:cxnLst/>
              <a:rect l="l" t="t" r="r" b="b"/>
              <a:pathLst>
                <a:path w="386079" h="307975">
                  <a:moveTo>
                    <a:pt x="0" y="307850"/>
                  </a:moveTo>
                  <a:lnTo>
                    <a:pt x="193545" y="307850"/>
                  </a:lnTo>
                  <a:lnTo>
                    <a:pt x="193545" y="0"/>
                  </a:lnTo>
                  <a:lnTo>
                    <a:pt x="0" y="0"/>
                  </a:lnTo>
                  <a:lnTo>
                    <a:pt x="0" y="307850"/>
                  </a:lnTo>
                  <a:close/>
                </a:path>
                <a:path w="386079" h="307975">
                  <a:moveTo>
                    <a:pt x="193548" y="307850"/>
                  </a:moveTo>
                  <a:lnTo>
                    <a:pt x="385570" y="307850"/>
                  </a:lnTo>
                  <a:lnTo>
                    <a:pt x="385570" y="0"/>
                  </a:lnTo>
                  <a:lnTo>
                    <a:pt x="193548" y="0"/>
                  </a:lnTo>
                  <a:lnTo>
                    <a:pt x="193548" y="307850"/>
                  </a:lnTo>
                  <a:close/>
                </a:path>
              </a:pathLst>
            </a:custGeom>
            <a:ln w="9525">
              <a:solidFill>
                <a:srgbClr val="000000"/>
              </a:solidFill>
            </a:ln>
          </p:spPr>
          <p:txBody>
            <a:bodyPr wrap="square" lIns="0" tIns="0" rIns="0" bIns="0" rtlCol="0"/>
            <a:lstStyle/>
            <a:p>
              <a:endParaRPr sz="2000"/>
            </a:p>
          </p:txBody>
        </p:sp>
      </p:grpSp>
      <p:grpSp>
        <p:nvGrpSpPr>
          <p:cNvPr id="42" name="object 12">
            <a:extLst>
              <a:ext uri="{FF2B5EF4-FFF2-40B4-BE49-F238E27FC236}">
                <a16:creationId xmlns:a16="http://schemas.microsoft.com/office/drawing/2014/main" id="{E7040AB1-8942-4696-B685-14FC32391C3B}"/>
              </a:ext>
            </a:extLst>
          </p:cNvPr>
          <p:cNvGrpSpPr/>
          <p:nvPr/>
        </p:nvGrpSpPr>
        <p:grpSpPr>
          <a:xfrm>
            <a:off x="5962015" y="3144310"/>
            <a:ext cx="440972" cy="352778"/>
            <a:chOff x="5365813" y="2829879"/>
            <a:chExt cx="396875" cy="317500"/>
          </a:xfrm>
        </p:grpSpPr>
        <p:sp>
          <p:nvSpPr>
            <p:cNvPr id="43" name="object 13">
              <a:extLst>
                <a:ext uri="{FF2B5EF4-FFF2-40B4-BE49-F238E27FC236}">
                  <a16:creationId xmlns:a16="http://schemas.microsoft.com/office/drawing/2014/main" id="{3093C60F-CCA0-4016-8E09-836764F41F1C}"/>
                </a:ext>
              </a:extLst>
            </p:cNvPr>
            <p:cNvSpPr/>
            <p:nvPr/>
          </p:nvSpPr>
          <p:spPr>
            <a:xfrm>
              <a:off x="5370576" y="2834642"/>
              <a:ext cx="193545" cy="307845"/>
            </a:xfrm>
            <a:prstGeom prst="rect">
              <a:avLst/>
            </a:prstGeom>
            <a:blipFill>
              <a:blip r:embed="rId2" cstate="print"/>
              <a:stretch>
                <a:fillRect/>
              </a:stretch>
            </a:blipFill>
          </p:spPr>
          <p:txBody>
            <a:bodyPr wrap="square" lIns="0" tIns="0" rIns="0" bIns="0" rtlCol="0"/>
            <a:lstStyle/>
            <a:p>
              <a:endParaRPr sz="2000"/>
            </a:p>
          </p:txBody>
        </p:sp>
        <p:sp>
          <p:nvSpPr>
            <p:cNvPr id="44" name="object 14">
              <a:extLst>
                <a:ext uri="{FF2B5EF4-FFF2-40B4-BE49-F238E27FC236}">
                  <a16:creationId xmlns:a16="http://schemas.microsoft.com/office/drawing/2014/main" id="{08C83AEA-6F49-454A-8A60-F04CCA109A32}"/>
                </a:ext>
              </a:extLst>
            </p:cNvPr>
            <p:cNvSpPr/>
            <p:nvPr/>
          </p:nvSpPr>
          <p:spPr>
            <a:xfrm>
              <a:off x="5370576" y="2834642"/>
              <a:ext cx="387350" cy="307975"/>
            </a:xfrm>
            <a:custGeom>
              <a:avLst/>
              <a:gdLst/>
              <a:ahLst/>
              <a:cxnLst/>
              <a:rect l="l" t="t" r="r" b="b"/>
              <a:pathLst>
                <a:path w="387350" h="307975">
                  <a:moveTo>
                    <a:pt x="0" y="307845"/>
                  </a:moveTo>
                  <a:lnTo>
                    <a:pt x="193545" y="307845"/>
                  </a:lnTo>
                  <a:lnTo>
                    <a:pt x="193545" y="0"/>
                  </a:lnTo>
                  <a:lnTo>
                    <a:pt x="0" y="0"/>
                  </a:lnTo>
                  <a:lnTo>
                    <a:pt x="0" y="307845"/>
                  </a:lnTo>
                  <a:close/>
                </a:path>
                <a:path w="387350" h="307975">
                  <a:moveTo>
                    <a:pt x="193548" y="307845"/>
                  </a:moveTo>
                  <a:lnTo>
                    <a:pt x="387098" y="307845"/>
                  </a:lnTo>
                  <a:lnTo>
                    <a:pt x="387098" y="0"/>
                  </a:lnTo>
                  <a:lnTo>
                    <a:pt x="193548" y="0"/>
                  </a:lnTo>
                  <a:lnTo>
                    <a:pt x="193548" y="307845"/>
                  </a:lnTo>
                  <a:close/>
                </a:path>
              </a:pathLst>
            </a:custGeom>
            <a:ln w="9525">
              <a:solidFill>
                <a:srgbClr val="000000"/>
              </a:solidFill>
            </a:ln>
          </p:spPr>
          <p:txBody>
            <a:bodyPr wrap="square" lIns="0" tIns="0" rIns="0" bIns="0" rtlCol="0"/>
            <a:lstStyle/>
            <a:p>
              <a:endParaRPr sz="2000"/>
            </a:p>
          </p:txBody>
        </p:sp>
      </p:grpSp>
      <p:grpSp>
        <p:nvGrpSpPr>
          <p:cNvPr id="45" name="object 15">
            <a:extLst>
              <a:ext uri="{FF2B5EF4-FFF2-40B4-BE49-F238E27FC236}">
                <a16:creationId xmlns:a16="http://schemas.microsoft.com/office/drawing/2014/main" id="{0AED8B78-9236-41C8-B903-CC15A70A376A}"/>
              </a:ext>
            </a:extLst>
          </p:cNvPr>
          <p:cNvGrpSpPr/>
          <p:nvPr/>
        </p:nvGrpSpPr>
        <p:grpSpPr>
          <a:xfrm>
            <a:off x="6739255" y="2529624"/>
            <a:ext cx="439561" cy="352778"/>
            <a:chOff x="6065329" y="2276662"/>
            <a:chExt cx="395605" cy="317500"/>
          </a:xfrm>
        </p:grpSpPr>
        <p:sp>
          <p:nvSpPr>
            <p:cNvPr id="46" name="object 16">
              <a:extLst>
                <a:ext uri="{FF2B5EF4-FFF2-40B4-BE49-F238E27FC236}">
                  <a16:creationId xmlns:a16="http://schemas.microsoft.com/office/drawing/2014/main" id="{D4170F73-DCD4-4A35-9793-EE260F8A7DE5}"/>
                </a:ext>
              </a:extLst>
            </p:cNvPr>
            <p:cNvSpPr/>
            <p:nvPr/>
          </p:nvSpPr>
          <p:spPr>
            <a:xfrm>
              <a:off x="6070092" y="2281425"/>
              <a:ext cx="193545" cy="307850"/>
            </a:xfrm>
            <a:prstGeom prst="rect">
              <a:avLst/>
            </a:prstGeom>
            <a:blipFill>
              <a:blip r:embed="rId3" cstate="print"/>
              <a:stretch>
                <a:fillRect/>
              </a:stretch>
            </a:blipFill>
          </p:spPr>
          <p:txBody>
            <a:bodyPr wrap="square" lIns="0" tIns="0" rIns="0" bIns="0" rtlCol="0"/>
            <a:lstStyle/>
            <a:p>
              <a:endParaRPr sz="2000"/>
            </a:p>
          </p:txBody>
        </p:sp>
        <p:sp>
          <p:nvSpPr>
            <p:cNvPr id="47" name="object 17">
              <a:extLst>
                <a:ext uri="{FF2B5EF4-FFF2-40B4-BE49-F238E27FC236}">
                  <a16:creationId xmlns:a16="http://schemas.microsoft.com/office/drawing/2014/main" id="{047B731B-29F8-41E5-9C21-C053448355DE}"/>
                </a:ext>
              </a:extLst>
            </p:cNvPr>
            <p:cNvSpPr/>
            <p:nvPr/>
          </p:nvSpPr>
          <p:spPr>
            <a:xfrm>
              <a:off x="6070092" y="2281425"/>
              <a:ext cx="386080" cy="307975"/>
            </a:xfrm>
            <a:custGeom>
              <a:avLst/>
              <a:gdLst/>
              <a:ahLst/>
              <a:cxnLst/>
              <a:rect l="l" t="t" r="r" b="b"/>
              <a:pathLst>
                <a:path w="386079" h="307975">
                  <a:moveTo>
                    <a:pt x="0" y="307850"/>
                  </a:moveTo>
                  <a:lnTo>
                    <a:pt x="193545" y="307850"/>
                  </a:lnTo>
                  <a:lnTo>
                    <a:pt x="193545" y="0"/>
                  </a:lnTo>
                  <a:lnTo>
                    <a:pt x="0" y="0"/>
                  </a:lnTo>
                  <a:lnTo>
                    <a:pt x="0" y="307850"/>
                  </a:lnTo>
                  <a:close/>
                </a:path>
                <a:path w="386079" h="307975">
                  <a:moveTo>
                    <a:pt x="193548" y="307850"/>
                  </a:moveTo>
                  <a:lnTo>
                    <a:pt x="385570" y="307850"/>
                  </a:lnTo>
                  <a:lnTo>
                    <a:pt x="385570" y="0"/>
                  </a:lnTo>
                  <a:lnTo>
                    <a:pt x="193548" y="0"/>
                  </a:lnTo>
                  <a:lnTo>
                    <a:pt x="193548" y="307850"/>
                  </a:lnTo>
                  <a:close/>
                </a:path>
              </a:pathLst>
            </a:custGeom>
            <a:ln w="9525">
              <a:solidFill>
                <a:srgbClr val="000000"/>
              </a:solidFill>
            </a:ln>
          </p:spPr>
          <p:txBody>
            <a:bodyPr wrap="square" lIns="0" tIns="0" rIns="0" bIns="0" rtlCol="0"/>
            <a:lstStyle/>
            <a:p>
              <a:endParaRPr sz="2000"/>
            </a:p>
          </p:txBody>
        </p:sp>
      </p:grpSp>
      <p:grpSp>
        <p:nvGrpSpPr>
          <p:cNvPr id="48" name="object 18">
            <a:extLst>
              <a:ext uri="{FF2B5EF4-FFF2-40B4-BE49-F238E27FC236}">
                <a16:creationId xmlns:a16="http://schemas.microsoft.com/office/drawing/2014/main" id="{E311426C-86AA-4EC7-881D-7E6644C55A62}"/>
              </a:ext>
            </a:extLst>
          </p:cNvPr>
          <p:cNvGrpSpPr/>
          <p:nvPr/>
        </p:nvGrpSpPr>
        <p:grpSpPr>
          <a:xfrm>
            <a:off x="7460615" y="1855683"/>
            <a:ext cx="439561" cy="352778"/>
            <a:chOff x="6714553" y="1670115"/>
            <a:chExt cx="395605" cy="317500"/>
          </a:xfrm>
        </p:grpSpPr>
        <p:sp>
          <p:nvSpPr>
            <p:cNvPr id="49" name="object 19">
              <a:extLst>
                <a:ext uri="{FF2B5EF4-FFF2-40B4-BE49-F238E27FC236}">
                  <a16:creationId xmlns:a16="http://schemas.microsoft.com/office/drawing/2014/main" id="{2CEE2E97-9850-400B-B8A9-91C6CF7B563B}"/>
                </a:ext>
              </a:extLst>
            </p:cNvPr>
            <p:cNvSpPr/>
            <p:nvPr/>
          </p:nvSpPr>
          <p:spPr>
            <a:xfrm>
              <a:off x="6719316" y="1674878"/>
              <a:ext cx="193545" cy="307845"/>
            </a:xfrm>
            <a:prstGeom prst="rect">
              <a:avLst/>
            </a:prstGeom>
            <a:blipFill>
              <a:blip r:embed="rId4" cstate="print"/>
              <a:stretch>
                <a:fillRect/>
              </a:stretch>
            </a:blipFill>
          </p:spPr>
          <p:txBody>
            <a:bodyPr wrap="square" lIns="0" tIns="0" rIns="0" bIns="0" rtlCol="0"/>
            <a:lstStyle/>
            <a:p>
              <a:endParaRPr sz="2000"/>
            </a:p>
          </p:txBody>
        </p:sp>
        <p:sp>
          <p:nvSpPr>
            <p:cNvPr id="50" name="object 20">
              <a:extLst>
                <a:ext uri="{FF2B5EF4-FFF2-40B4-BE49-F238E27FC236}">
                  <a16:creationId xmlns:a16="http://schemas.microsoft.com/office/drawing/2014/main" id="{8229EC29-4C6B-499F-84EB-3B9B219CF06A}"/>
                </a:ext>
              </a:extLst>
            </p:cNvPr>
            <p:cNvSpPr/>
            <p:nvPr/>
          </p:nvSpPr>
          <p:spPr>
            <a:xfrm>
              <a:off x="6719316" y="1674878"/>
              <a:ext cx="386080" cy="307975"/>
            </a:xfrm>
            <a:custGeom>
              <a:avLst/>
              <a:gdLst/>
              <a:ahLst/>
              <a:cxnLst/>
              <a:rect l="l" t="t" r="r" b="b"/>
              <a:pathLst>
                <a:path w="386079" h="307975">
                  <a:moveTo>
                    <a:pt x="0" y="307845"/>
                  </a:moveTo>
                  <a:lnTo>
                    <a:pt x="193545" y="307845"/>
                  </a:lnTo>
                  <a:lnTo>
                    <a:pt x="193545" y="0"/>
                  </a:lnTo>
                  <a:lnTo>
                    <a:pt x="0" y="0"/>
                  </a:lnTo>
                  <a:lnTo>
                    <a:pt x="0" y="307845"/>
                  </a:lnTo>
                  <a:close/>
                </a:path>
                <a:path w="386079" h="307975">
                  <a:moveTo>
                    <a:pt x="193548" y="307845"/>
                  </a:moveTo>
                  <a:lnTo>
                    <a:pt x="385570" y="307845"/>
                  </a:lnTo>
                  <a:lnTo>
                    <a:pt x="385570" y="0"/>
                  </a:lnTo>
                  <a:lnTo>
                    <a:pt x="193548" y="0"/>
                  </a:lnTo>
                  <a:lnTo>
                    <a:pt x="193548" y="307845"/>
                  </a:lnTo>
                  <a:close/>
                </a:path>
              </a:pathLst>
            </a:custGeom>
            <a:ln w="9525">
              <a:solidFill>
                <a:srgbClr val="000000"/>
              </a:solidFill>
            </a:ln>
          </p:spPr>
          <p:txBody>
            <a:bodyPr wrap="square" lIns="0" tIns="0" rIns="0" bIns="0" rtlCol="0"/>
            <a:lstStyle/>
            <a:p>
              <a:endParaRPr sz="2000"/>
            </a:p>
          </p:txBody>
        </p:sp>
      </p:grpSp>
      <p:sp>
        <p:nvSpPr>
          <p:cNvPr id="51" name="object 21">
            <a:extLst>
              <a:ext uri="{FF2B5EF4-FFF2-40B4-BE49-F238E27FC236}">
                <a16:creationId xmlns:a16="http://schemas.microsoft.com/office/drawing/2014/main" id="{4FF6BC39-D046-4B91-8F69-393517579FA3}"/>
              </a:ext>
            </a:extLst>
          </p:cNvPr>
          <p:cNvSpPr/>
          <p:nvPr/>
        </p:nvSpPr>
        <p:spPr>
          <a:xfrm>
            <a:off x="5625535" y="3254869"/>
            <a:ext cx="167076" cy="177236"/>
          </a:xfrm>
          <a:prstGeom prst="rect">
            <a:avLst/>
          </a:prstGeom>
          <a:blipFill>
            <a:blip r:embed="rId5" cstate="print"/>
            <a:stretch>
              <a:fillRect/>
            </a:stretch>
          </a:blipFill>
        </p:spPr>
        <p:txBody>
          <a:bodyPr wrap="square" lIns="0" tIns="0" rIns="0" bIns="0" rtlCol="0"/>
          <a:lstStyle/>
          <a:p>
            <a:endParaRPr sz="2000"/>
          </a:p>
        </p:txBody>
      </p:sp>
      <p:grpSp>
        <p:nvGrpSpPr>
          <p:cNvPr id="52" name="object 22">
            <a:extLst>
              <a:ext uri="{FF2B5EF4-FFF2-40B4-BE49-F238E27FC236}">
                <a16:creationId xmlns:a16="http://schemas.microsoft.com/office/drawing/2014/main" id="{E913A01B-66C6-4498-8E4E-0E363CD652B7}"/>
              </a:ext>
            </a:extLst>
          </p:cNvPr>
          <p:cNvGrpSpPr/>
          <p:nvPr/>
        </p:nvGrpSpPr>
        <p:grpSpPr>
          <a:xfrm>
            <a:off x="375709" y="1855681"/>
            <a:ext cx="837494" cy="1428044"/>
            <a:chOff x="338137" y="1670113"/>
            <a:chExt cx="753745" cy="1285240"/>
          </a:xfrm>
        </p:grpSpPr>
        <p:sp>
          <p:nvSpPr>
            <p:cNvPr id="53" name="object 23">
              <a:extLst>
                <a:ext uri="{FF2B5EF4-FFF2-40B4-BE49-F238E27FC236}">
                  <a16:creationId xmlns:a16="http://schemas.microsoft.com/office/drawing/2014/main" id="{9E8E0641-B4E0-4C4D-8D78-E5069F8595C2}"/>
                </a:ext>
              </a:extLst>
            </p:cNvPr>
            <p:cNvSpPr/>
            <p:nvPr/>
          </p:nvSpPr>
          <p:spPr>
            <a:xfrm>
              <a:off x="342900" y="16748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54" name="object 24">
              <a:extLst>
                <a:ext uri="{FF2B5EF4-FFF2-40B4-BE49-F238E27FC236}">
                  <a16:creationId xmlns:a16="http://schemas.microsoft.com/office/drawing/2014/main" id="{EC179321-C70B-41C1-B07B-17D6DEB14FD2}"/>
                </a:ext>
              </a:extLst>
            </p:cNvPr>
            <p:cNvSpPr/>
            <p:nvPr/>
          </p:nvSpPr>
          <p:spPr>
            <a:xfrm>
              <a:off x="342900" y="16748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55" name="object 25">
              <a:extLst>
                <a:ext uri="{FF2B5EF4-FFF2-40B4-BE49-F238E27FC236}">
                  <a16:creationId xmlns:a16="http://schemas.microsoft.com/office/drawing/2014/main" id="{5262773B-3608-4B55-B986-54C91EBACC66}"/>
                </a:ext>
              </a:extLst>
            </p:cNvPr>
            <p:cNvSpPr/>
            <p:nvPr/>
          </p:nvSpPr>
          <p:spPr>
            <a:xfrm>
              <a:off x="625092" y="1826005"/>
              <a:ext cx="161037" cy="121412"/>
            </a:xfrm>
            <a:prstGeom prst="rect">
              <a:avLst/>
            </a:prstGeom>
            <a:blipFill>
              <a:blip r:embed="rId6" cstate="print"/>
              <a:stretch>
                <a:fillRect/>
              </a:stretch>
            </a:blipFill>
          </p:spPr>
          <p:txBody>
            <a:bodyPr wrap="square" lIns="0" tIns="0" rIns="0" bIns="0" rtlCol="0"/>
            <a:lstStyle/>
            <a:p>
              <a:endParaRPr sz="2000"/>
            </a:p>
          </p:txBody>
        </p:sp>
        <p:sp>
          <p:nvSpPr>
            <p:cNvPr id="56" name="object 26">
              <a:extLst>
                <a:ext uri="{FF2B5EF4-FFF2-40B4-BE49-F238E27FC236}">
                  <a16:creationId xmlns:a16="http://schemas.microsoft.com/office/drawing/2014/main" id="{0D1C40A5-E2EB-4D1A-BDB9-7C0F8F154FEA}"/>
                </a:ext>
              </a:extLst>
            </p:cNvPr>
            <p:cNvSpPr/>
            <p:nvPr/>
          </p:nvSpPr>
          <p:spPr>
            <a:xfrm>
              <a:off x="342900" y="19507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57" name="object 27">
              <a:extLst>
                <a:ext uri="{FF2B5EF4-FFF2-40B4-BE49-F238E27FC236}">
                  <a16:creationId xmlns:a16="http://schemas.microsoft.com/office/drawing/2014/main" id="{5142324B-F677-4A9B-B981-8ABC57E2943C}"/>
                </a:ext>
              </a:extLst>
            </p:cNvPr>
            <p:cNvSpPr/>
            <p:nvPr/>
          </p:nvSpPr>
          <p:spPr>
            <a:xfrm>
              <a:off x="342900" y="19507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58" name="object 28">
              <a:extLst>
                <a:ext uri="{FF2B5EF4-FFF2-40B4-BE49-F238E27FC236}">
                  <a16:creationId xmlns:a16="http://schemas.microsoft.com/office/drawing/2014/main" id="{10207F21-75F6-4972-8655-118965235964}"/>
                </a:ext>
              </a:extLst>
            </p:cNvPr>
            <p:cNvSpPr/>
            <p:nvPr/>
          </p:nvSpPr>
          <p:spPr>
            <a:xfrm>
              <a:off x="625092" y="2101849"/>
              <a:ext cx="161037" cy="121412"/>
            </a:xfrm>
            <a:prstGeom prst="rect">
              <a:avLst/>
            </a:prstGeom>
            <a:blipFill>
              <a:blip r:embed="rId6" cstate="print"/>
              <a:stretch>
                <a:fillRect/>
              </a:stretch>
            </a:blipFill>
          </p:spPr>
          <p:txBody>
            <a:bodyPr wrap="square" lIns="0" tIns="0" rIns="0" bIns="0" rtlCol="0"/>
            <a:lstStyle/>
            <a:p>
              <a:endParaRPr sz="2000"/>
            </a:p>
          </p:txBody>
        </p:sp>
        <p:sp>
          <p:nvSpPr>
            <p:cNvPr id="59" name="object 29">
              <a:extLst>
                <a:ext uri="{FF2B5EF4-FFF2-40B4-BE49-F238E27FC236}">
                  <a16:creationId xmlns:a16="http://schemas.microsoft.com/office/drawing/2014/main" id="{D4387C0F-2416-43DC-9560-F57E3120DCD1}"/>
                </a:ext>
              </a:extLst>
            </p:cNvPr>
            <p:cNvSpPr/>
            <p:nvPr/>
          </p:nvSpPr>
          <p:spPr>
            <a:xfrm>
              <a:off x="342900" y="2232659"/>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60" name="object 30">
              <a:extLst>
                <a:ext uri="{FF2B5EF4-FFF2-40B4-BE49-F238E27FC236}">
                  <a16:creationId xmlns:a16="http://schemas.microsoft.com/office/drawing/2014/main" id="{BFE87776-9B59-43F2-997F-4AA903A25F90}"/>
                </a:ext>
              </a:extLst>
            </p:cNvPr>
            <p:cNvSpPr/>
            <p:nvPr/>
          </p:nvSpPr>
          <p:spPr>
            <a:xfrm>
              <a:off x="342900" y="2232659"/>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89" name="object 31">
              <a:extLst>
                <a:ext uri="{FF2B5EF4-FFF2-40B4-BE49-F238E27FC236}">
                  <a16:creationId xmlns:a16="http://schemas.microsoft.com/office/drawing/2014/main" id="{5DB26FB9-00A9-4665-8302-4E617AF9816E}"/>
                </a:ext>
              </a:extLst>
            </p:cNvPr>
            <p:cNvSpPr/>
            <p:nvPr/>
          </p:nvSpPr>
          <p:spPr>
            <a:xfrm>
              <a:off x="625092" y="2385313"/>
              <a:ext cx="161037" cy="121412"/>
            </a:xfrm>
            <a:prstGeom prst="rect">
              <a:avLst/>
            </a:prstGeom>
            <a:blipFill>
              <a:blip r:embed="rId7" cstate="print"/>
              <a:stretch>
                <a:fillRect/>
              </a:stretch>
            </a:blipFill>
          </p:spPr>
          <p:txBody>
            <a:bodyPr wrap="square" lIns="0" tIns="0" rIns="0" bIns="0" rtlCol="0"/>
            <a:lstStyle/>
            <a:p>
              <a:endParaRPr sz="2000"/>
            </a:p>
          </p:txBody>
        </p:sp>
        <p:sp>
          <p:nvSpPr>
            <p:cNvPr id="90" name="object 32">
              <a:extLst>
                <a:ext uri="{FF2B5EF4-FFF2-40B4-BE49-F238E27FC236}">
                  <a16:creationId xmlns:a16="http://schemas.microsoft.com/office/drawing/2014/main" id="{027F8A3F-D26E-4EE2-9531-FAA1C569A956}"/>
                </a:ext>
              </a:extLst>
            </p:cNvPr>
            <p:cNvSpPr/>
            <p:nvPr/>
          </p:nvSpPr>
          <p:spPr>
            <a:xfrm>
              <a:off x="342900" y="2510027"/>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91" name="object 33">
              <a:extLst>
                <a:ext uri="{FF2B5EF4-FFF2-40B4-BE49-F238E27FC236}">
                  <a16:creationId xmlns:a16="http://schemas.microsoft.com/office/drawing/2014/main" id="{486DEE0E-9368-4997-AA5A-6552E03F474D}"/>
                </a:ext>
              </a:extLst>
            </p:cNvPr>
            <p:cNvSpPr/>
            <p:nvPr/>
          </p:nvSpPr>
          <p:spPr>
            <a:xfrm>
              <a:off x="342900" y="2510027"/>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92" name="object 34">
              <a:extLst>
                <a:ext uri="{FF2B5EF4-FFF2-40B4-BE49-F238E27FC236}">
                  <a16:creationId xmlns:a16="http://schemas.microsoft.com/office/drawing/2014/main" id="{B70F2872-DC95-4332-BDAC-0A94A81842B0}"/>
                </a:ext>
              </a:extLst>
            </p:cNvPr>
            <p:cNvSpPr/>
            <p:nvPr/>
          </p:nvSpPr>
          <p:spPr>
            <a:xfrm>
              <a:off x="625092" y="2661157"/>
              <a:ext cx="161037" cy="121412"/>
            </a:xfrm>
            <a:prstGeom prst="rect">
              <a:avLst/>
            </a:prstGeom>
            <a:blipFill>
              <a:blip r:embed="rId7" cstate="print"/>
              <a:stretch>
                <a:fillRect/>
              </a:stretch>
            </a:blipFill>
          </p:spPr>
          <p:txBody>
            <a:bodyPr wrap="square" lIns="0" tIns="0" rIns="0" bIns="0" rtlCol="0"/>
            <a:lstStyle/>
            <a:p>
              <a:endParaRPr sz="2000"/>
            </a:p>
          </p:txBody>
        </p:sp>
        <p:sp>
          <p:nvSpPr>
            <p:cNvPr id="93" name="object 35">
              <a:extLst>
                <a:ext uri="{FF2B5EF4-FFF2-40B4-BE49-F238E27FC236}">
                  <a16:creationId xmlns:a16="http://schemas.microsoft.com/office/drawing/2014/main" id="{0852A83C-068B-4DE9-876A-A8BAC93D88E7}"/>
                </a:ext>
              </a:extLst>
            </p:cNvPr>
            <p:cNvSpPr/>
            <p:nvPr/>
          </p:nvSpPr>
          <p:spPr>
            <a:xfrm>
              <a:off x="342900" y="2802635"/>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94" name="object 36">
              <a:extLst>
                <a:ext uri="{FF2B5EF4-FFF2-40B4-BE49-F238E27FC236}">
                  <a16:creationId xmlns:a16="http://schemas.microsoft.com/office/drawing/2014/main" id="{5C85B41D-7A90-435B-B65E-320EFCFB003B}"/>
                </a:ext>
              </a:extLst>
            </p:cNvPr>
            <p:cNvSpPr/>
            <p:nvPr/>
          </p:nvSpPr>
          <p:spPr>
            <a:xfrm>
              <a:off x="342900" y="2802635"/>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sp>
        <p:nvSpPr>
          <p:cNvPr id="95" name="object 37">
            <a:extLst>
              <a:ext uri="{FF2B5EF4-FFF2-40B4-BE49-F238E27FC236}">
                <a16:creationId xmlns:a16="http://schemas.microsoft.com/office/drawing/2014/main" id="{D1BFBDE1-10EF-406A-B4BF-FC08CF7CCA75}"/>
              </a:ext>
            </a:extLst>
          </p:cNvPr>
          <p:cNvSpPr/>
          <p:nvPr/>
        </p:nvSpPr>
        <p:spPr>
          <a:xfrm>
            <a:off x="694547" y="3283654"/>
            <a:ext cx="178930" cy="133209"/>
          </a:xfrm>
          <a:prstGeom prst="rect">
            <a:avLst/>
          </a:prstGeom>
          <a:blipFill>
            <a:blip r:embed="rId8" cstate="print"/>
            <a:stretch>
              <a:fillRect/>
            </a:stretch>
          </a:blipFill>
        </p:spPr>
        <p:txBody>
          <a:bodyPr wrap="square" lIns="0" tIns="0" rIns="0" bIns="0" rtlCol="0"/>
          <a:lstStyle/>
          <a:p>
            <a:endParaRPr sz="2000"/>
          </a:p>
        </p:txBody>
      </p:sp>
      <p:sp>
        <p:nvSpPr>
          <p:cNvPr id="96" name="object 38">
            <a:extLst>
              <a:ext uri="{FF2B5EF4-FFF2-40B4-BE49-F238E27FC236}">
                <a16:creationId xmlns:a16="http://schemas.microsoft.com/office/drawing/2014/main" id="{EA1AEE89-7F67-4D94-82D2-0072AE70CAE2}"/>
              </a:ext>
            </a:extLst>
          </p:cNvPr>
          <p:cNvSpPr/>
          <p:nvPr/>
        </p:nvSpPr>
        <p:spPr>
          <a:xfrm>
            <a:off x="2578100" y="3741419"/>
            <a:ext cx="6243461" cy="362656"/>
          </a:xfrm>
          <a:custGeom>
            <a:avLst/>
            <a:gdLst/>
            <a:ahLst/>
            <a:cxnLst/>
            <a:rect l="l" t="t" r="r" b="b"/>
            <a:pathLst>
              <a:path w="5619115" h="326389">
                <a:moveTo>
                  <a:pt x="2673096" y="10668"/>
                </a:moveTo>
                <a:lnTo>
                  <a:pt x="2665792" y="60527"/>
                </a:lnTo>
                <a:lnTo>
                  <a:pt x="2645448" y="103827"/>
                </a:lnTo>
                <a:lnTo>
                  <a:pt x="2614418" y="137970"/>
                </a:lnTo>
                <a:lnTo>
                  <a:pt x="2575056" y="160361"/>
                </a:lnTo>
                <a:lnTo>
                  <a:pt x="2529713" y="168402"/>
                </a:lnTo>
                <a:lnTo>
                  <a:pt x="1479931" y="168402"/>
                </a:lnTo>
                <a:lnTo>
                  <a:pt x="1434587" y="176442"/>
                </a:lnTo>
                <a:lnTo>
                  <a:pt x="1395225" y="198833"/>
                </a:lnTo>
                <a:lnTo>
                  <a:pt x="1364195" y="232976"/>
                </a:lnTo>
                <a:lnTo>
                  <a:pt x="1343852" y="276276"/>
                </a:lnTo>
                <a:lnTo>
                  <a:pt x="1336548" y="326136"/>
                </a:lnTo>
                <a:lnTo>
                  <a:pt x="1329243" y="276276"/>
                </a:lnTo>
                <a:lnTo>
                  <a:pt x="1308900" y="232976"/>
                </a:lnTo>
                <a:lnTo>
                  <a:pt x="1277870" y="198833"/>
                </a:lnTo>
                <a:lnTo>
                  <a:pt x="1238508" y="176442"/>
                </a:lnTo>
                <a:lnTo>
                  <a:pt x="1193165" y="168402"/>
                </a:lnTo>
                <a:lnTo>
                  <a:pt x="143383" y="168402"/>
                </a:lnTo>
                <a:lnTo>
                  <a:pt x="98039" y="160361"/>
                </a:lnTo>
                <a:lnTo>
                  <a:pt x="58677" y="137970"/>
                </a:lnTo>
                <a:lnTo>
                  <a:pt x="27647" y="103827"/>
                </a:lnTo>
                <a:lnTo>
                  <a:pt x="7304" y="60527"/>
                </a:lnTo>
                <a:lnTo>
                  <a:pt x="0" y="10668"/>
                </a:lnTo>
              </a:path>
              <a:path w="5619115" h="326389">
                <a:moveTo>
                  <a:pt x="5618988" y="0"/>
                </a:moveTo>
                <a:lnTo>
                  <a:pt x="5611684" y="49859"/>
                </a:lnTo>
                <a:lnTo>
                  <a:pt x="5591340" y="93159"/>
                </a:lnTo>
                <a:lnTo>
                  <a:pt x="5560311" y="127302"/>
                </a:lnTo>
                <a:lnTo>
                  <a:pt x="5520948" y="149693"/>
                </a:lnTo>
                <a:lnTo>
                  <a:pt x="5475605" y="157734"/>
                </a:lnTo>
                <a:lnTo>
                  <a:pt x="4438777" y="157734"/>
                </a:lnTo>
                <a:lnTo>
                  <a:pt x="4393434" y="165774"/>
                </a:lnTo>
                <a:lnTo>
                  <a:pt x="4354071" y="188165"/>
                </a:lnTo>
                <a:lnTo>
                  <a:pt x="4323041" y="222308"/>
                </a:lnTo>
                <a:lnTo>
                  <a:pt x="4302698" y="265608"/>
                </a:lnTo>
                <a:lnTo>
                  <a:pt x="4295394" y="315468"/>
                </a:lnTo>
                <a:lnTo>
                  <a:pt x="4288090" y="265608"/>
                </a:lnTo>
                <a:lnTo>
                  <a:pt x="4267746" y="222308"/>
                </a:lnTo>
                <a:lnTo>
                  <a:pt x="4236717" y="188165"/>
                </a:lnTo>
                <a:lnTo>
                  <a:pt x="4197354" y="165774"/>
                </a:lnTo>
                <a:lnTo>
                  <a:pt x="4152011" y="157734"/>
                </a:lnTo>
                <a:lnTo>
                  <a:pt x="3115183" y="157734"/>
                </a:lnTo>
                <a:lnTo>
                  <a:pt x="3069839" y="149693"/>
                </a:lnTo>
                <a:lnTo>
                  <a:pt x="3030477" y="127302"/>
                </a:lnTo>
                <a:lnTo>
                  <a:pt x="2999447" y="93159"/>
                </a:lnTo>
                <a:lnTo>
                  <a:pt x="2979104" y="49859"/>
                </a:lnTo>
                <a:lnTo>
                  <a:pt x="2971800" y="0"/>
                </a:lnTo>
              </a:path>
              <a:path w="5619115" h="326389">
                <a:moveTo>
                  <a:pt x="2930652" y="4572"/>
                </a:moveTo>
                <a:lnTo>
                  <a:pt x="2926371" y="65692"/>
                </a:lnTo>
                <a:lnTo>
                  <a:pt x="2914697" y="115585"/>
                </a:lnTo>
                <a:lnTo>
                  <a:pt x="2897380" y="149215"/>
                </a:lnTo>
                <a:lnTo>
                  <a:pt x="2876169" y="161544"/>
                </a:lnTo>
                <a:lnTo>
                  <a:pt x="2854958" y="173872"/>
                </a:lnTo>
                <a:lnTo>
                  <a:pt x="2837640" y="207502"/>
                </a:lnTo>
                <a:lnTo>
                  <a:pt x="2825966" y="257395"/>
                </a:lnTo>
                <a:lnTo>
                  <a:pt x="2821686" y="318516"/>
                </a:lnTo>
                <a:lnTo>
                  <a:pt x="2817405" y="257395"/>
                </a:lnTo>
                <a:lnTo>
                  <a:pt x="2805731" y="207502"/>
                </a:lnTo>
                <a:lnTo>
                  <a:pt x="2788414" y="173872"/>
                </a:lnTo>
                <a:lnTo>
                  <a:pt x="2767203" y="161544"/>
                </a:lnTo>
                <a:lnTo>
                  <a:pt x="2745992" y="149215"/>
                </a:lnTo>
                <a:lnTo>
                  <a:pt x="2728674" y="115585"/>
                </a:lnTo>
                <a:lnTo>
                  <a:pt x="2717000" y="65692"/>
                </a:lnTo>
                <a:lnTo>
                  <a:pt x="2712720" y="4572"/>
                </a:lnTo>
              </a:path>
            </a:pathLst>
          </a:custGeom>
          <a:ln w="28575">
            <a:solidFill>
              <a:srgbClr val="000000"/>
            </a:solidFill>
          </a:ln>
        </p:spPr>
        <p:txBody>
          <a:bodyPr wrap="square" lIns="0" tIns="0" rIns="0" bIns="0" rtlCol="0"/>
          <a:lstStyle/>
          <a:p>
            <a:endParaRPr sz="2000"/>
          </a:p>
        </p:txBody>
      </p:sp>
      <p:sp>
        <p:nvSpPr>
          <p:cNvPr id="97" name="object 39">
            <a:extLst>
              <a:ext uri="{FF2B5EF4-FFF2-40B4-BE49-F238E27FC236}">
                <a16:creationId xmlns:a16="http://schemas.microsoft.com/office/drawing/2014/main" id="{CD275DF7-BD38-4CA7-9151-469799C589C6}"/>
              </a:ext>
            </a:extLst>
          </p:cNvPr>
          <p:cNvSpPr txBox="1"/>
          <p:nvPr/>
        </p:nvSpPr>
        <p:spPr>
          <a:xfrm>
            <a:off x="3712915" y="4157981"/>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98" name="object 40">
            <a:extLst>
              <a:ext uri="{FF2B5EF4-FFF2-40B4-BE49-F238E27FC236}">
                <a16:creationId xmlns:a16="http://schemas.microsoft.com/office/drawing/2014/main" id="{8F0900E7-C64D-4F5D-9DB6-D5D1429CCF45}"/>
              </a:ext>
            </a:extLst>
          </p:cNvPr>
          <p:cNvSpPr txBox="1"/>
          <p:nvPr/>
        </p:nvSpPr>
        <p:spPr>
          <a:xfrm>
            <a:off x="6926863" y="4135261"/>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99" name="object 41">
            <a:extLst>
              <a:ext uri="{FF2B5EF4-FFF2-40B4-BE49-F238E27FC236}">
                <a16:creationId xmlns:a16="http://schemas.microsoft.com/office/drawing/2014/main" id="{5997FA50-E868-49ED-908B-FCAD9F4A5C7A}"/>
              </a:ext>
            </a:extLst>
          </p:cNvPr>
          <p:cNvSpPr txBox="1"/>
          <p:nvPr/>
        </p:nvSpPr>
        <p:spPr>
          <a:xfrm>
            <a:off x="5484425" y="4157981"/>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grpSp>
        <p:nvGrpSpPr>
          <p:cNvPr id="100" name="object 42">
            <a:extLst>
              <a:ext uri="{FF2B5EF4-FFF2-40B4-BE49-F238E27FC236}">
                <a16:creationId xmlns:a16="http://schemas.microsoft.com/office/drawing/2014/main" id="{6E2A69BC-787B-4535-8D5A-121B4B4EF5FA}"/>
              </a:ext>
            </a:extLst>
          </p:cNvPr>
          <p:cNvGrpSpPr/>
          <p:nvPr/>
        </p:nvGrpSpPr>
        <p:grpSpPr>
          <a:xfrm>
            <a:off x="3440642" y="1855683"/>
            <a:ext cx="439561" cy="352778"/>
            <a:chOff x="3096577" y="1670115"/>
            <a:chExt cx="395605" cy="317500"/>
          </a:xfrm>
        </p:grpSpPr>
        <p:sp>
          <p:nvSpPr>
            <p:cNvPr id="101" name="object 43">
              <a:extLst>
                <a:ext uri="{FF2B5EF4-FFF2-40B4-BE49-F238E27FC236}">
                  <a16:creationId xmlns:a16="http://schemas.microsoft.com/office/drawing/2014/main" id="{2BDD0E0F-284F-4D0E-A6F3-1C32AE29C7D1}"/>
                </a:ext>
              </a:extLst>
            </p:cNvPr>
            <p:cNvSpPr/>
            <p:nvPr/>
          </p:nvSpPr>
          <p:spPr>
            <a:xfrm>
              <a:off x="3101339" y="1674878"/>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02" name="object 44">
              <a:extLst>
                <a:ext uri="{FF2B5EF4-FFF2-40B4-BE49-F238E27FC236}">
                  <a16:creationId xmlns:a16="http://schemas.microsoft.com/office/drawing/2014/main" id="{A2619BDB-3B7B-46DB-BB71-4514EE15DEC0}"/>
                </a:ext>
              </a:extLst>
            </p:cNvPr>
            <p:cNvSpPr/>
            <p:nvPr/>
          </p:nvSpPr>
          <p:spPr>
            <a:xfrm>
              <a:off x="3294887" y="1674878"/>
              <a:ext cx="192405" cy="307975"/>
            </a:xfrm>
            <a:custGeom>
              <a:avLst/>
              <a:gdLst/>
              <a:ahLst/>
              <a:cxnLst/>
              <a:rect l="l" t="t" r="r" b="b"/>
              <a:pathLst>
                <a:path w="192404" h="307975">
                  <a:moveTo>
                    <a:pt x="192027" y="0"/>
                  </a:moveTo>
                  <a:lnTo>
                    <a:pt x="0" y="0"/>
                  </a:lnTo>
                  <a:lnTo>
                    <a:pt x="0" y="307845"/>
                  </a:lnTo>
                  <a:lnTo>
                    <a:pt x="192027" y="307845"/>
                  </a:lnTo>
                  <a:lnTo>
                    <a:pt x="192027" y="0"/>
                  </a:lnTo>
                  <a:close/>
                </a:path>
              </a:pathLst>
            </a:custGeom>
            <a:solidFill>
              <a:srgbClr val="C0E4FF"/>
            </a:solidFill>
          </p:spPr>
          <p:txBody>
            <a:bodyPr wrap="square" lIns="0" tIns="0" rIns="0" bIns="0" rtlCol="0"/>
            <a:lstStyle/>
            <a:p>
              <a:endParaRPr sz="2000"/>
            </a:p>
          </p:txBody>
        </p:sp>
        <p:sp>
          <p:nvSpPr>
            <p:cNvPr id="103" name="object 45">
              <a:extLst>
                <a:ext uri="{FF2B5EF4-FFF2-40B4-BE49-F238E27FC236}">
                  <a16:creationId xmlns:a16="http://schemas.microsoft.com/office/drawing/2014/main" id="{6B18B049-1E66-485C-B7AD-AC24013F0986}"/>
                </a:ext>
              </a:extLst>
            </p:cNvPr>
            <p:cNvSpPr/>
            <p:nvPr/>
          </p:nvSpPr>
          <p:spPr>
            <a:xfrm>
              <a:off x="3294887" y="1674878"/>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04" name="object 46">
            <a:extLst>
              <a:ext uri="{FF2B5EF4-FFF2-40B4-BE49-F238E27FC236}">
                <a16:creationId xmlns:a16="http://schemas.microsoft.com/office/drawing/2014/main" id="{EB6E2B6E-947F-452E-B7F7-94AF5CD8A9F1}"/>
              </a:ext>
            </a:extLst>
          </p:cNvPr>
          <p:cNvGrpSpPr/>
          <p:nvPr/>
        </p:nvGrpSpPr>
        <p:grpSpPr>
          <a:xfrm>
            <a:off x="4224655" y="2519464"/>
            <a:ext cx="440972" cy="352778"/>
            <a:chOff x="3802189" y="2267518"/>
            <a:chExt cx="396875" cy="317500"/>
          </a:xfrm>
        </p:grpSpPr>
        <p:sp>
          <p:nvSpPr>
            <p:cNvPr id="105" name="object 47">
              <a:extLst>
                <a:ext uri="{FF2B5EF4-FFF2-40B4-BE49-F238E27FC236}">
                  <a16:creationId xmlns:a16="http://schemas.microsoft.com/office/drawing/2014/main" id="{32B8FE8A-B2A8-424E-B402-BAEF8F905DEF}"/>
                </a:ext>
              </a:extLst>
            </p:cNvPr>
            <p:cNvSpPr/>
            <p:nvPr/>
          </p:nvSpPr>
          <p:spPr>
            <a:xfrm>
              <a:off x="3806952" y="227228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06" name="object 48">
              <a:extLst>
                <a:ext uri="{FF2B5EF4-FFF2-40B4-BE49-F238E27FC236}">
                  <a16:creationId xmlns:a16="http://schemas.microsoft.com/office/drawing/2014/main" id="{D0B08405-3339-4F87-8410-2DE6FCA06378}"/>
                </a:ext>
              </a:extLst>
            </p:cNvPr>
            <p:cNvSpPr/>
            <p:nvPr/>
          </p:nvSpPr>
          <p:spPr>
            <a:xfrm>
              <a:off x="4000500" y="2272281"/>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107" name="object 49">
              <a:extLst>
                <a:ext uri="{FF2B5EF4-FFF2-40B4-BE49-F238E27FC236}">
                  <a16:creationId xmlns:a16="http://schemas.microsoft.com/office/drawing/2014/main" id="{CC96CD24-ABA2-431D-B1E5-D9DAF47DEEE4}"/>
                </a:ext>
              </a:extLst>
            </p:cNvPr>
            <p:cNvSpPr/>
            <p:nvPr/>
          </p:nvSpPr>
          <p:spPr>
            <a:xfrm>
              <a:off x="4000500" y="227228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108" name="object 50">
            <a:extLst>
              <a:ext uri="{FF2B5EF4-FFF2-40B4-BE49-F238E27FC236}">
                <a16:creationId xmlns:a16="http://schemas.microsoft.com/office/drawing/2014/main" id="{EB51879B-51F9-4CCA-A7AC-B706359CDEBE}"/>
              </a:ext>
            </a:extLst>
          </p:cNvPr>
          <p:cNvGrpSpPr/>
          <p:nvPr/>
        </p:nvGrpSpPr>
        <p:grpSpPr>
          <a:xfrm>
            <a:off x="5003588" y="3147691"/>
            <a:ext cx="439561" cy="352778"/>
            <a:chOff x="4503229" y="2832922"/>
            <a:chExt cx="395605" cy="317500"/>
          </a:xfrm>
        </p:grpSpPr>
        <p:sp>
          <p:nvSpPr>
            <p:cNvPr id="109" name="object 51">
              <a:extLst>
                <a:ext uri="{FF2B5EF4-FFF2-40B4-BE49-F238E27FC236}">
                  <a16:creationId xmlns:a16="http://schemas.microsoft.com/office/drawing/2014/main" id="{99000FD4-7EFE-4BE3-8E31-22693EA9A7F8}"/>
                </a:ext>
              </a:extLst>
            </p:cNvPr>
            <p:cNvSpPr/>
            <p:nvPr/>
          </p:nvSpPr>
          <p:spPr>
            <a:xfrm>
              <a:off x="4507991" y="2837685"/>
              <a:ext cx="192405" cy="307975"/>
            </a:xfrm>
            <a:custGeom>
              <a:avLst/>
              <a:gdLst/>
              <a:ahLst/>
              <a:cxnLst/>
              <a:rect l="l" t="t" r="r" b="b"/>
              <a:pathLst>
                <a:path w="192404" h="307975">
                  <a:moveTo>
                    <a:pt x="0" y="307850"/>
                  </a:moveTo>
                  <a:lnTo>
                    <a:pt x="192022" y="307850"/>
                  </a:lnTo>
                  <a:lnTo>
                    <a:pt x="192022"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10" name="object 52">
              <a:extLst>
                <a:ext uri="{FF2B5EF4-FFF2-40B4-BE49-F238E27FC236}">
                  <a16:creationId xmlns:a16="http://schemas.microsoft.com/office/drawing/2014/main" id="{C2E43995-3DE9-445D-A3D8-5F4F0BA6290C}"/>
                </a:ext>
              </a:extLst>
            </p:cNvPr>
            <p:cNvSpPr/>
            <p:nvPr/>
          </p:nvSpPr>
          <p:spPr>
            <a:xfrm>
              <a:off x="4700015" y="283768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111" name="object 53">
              <a:extLst>
                <a:ext uri="{FF2B5EF4-FFF2-40B4-BE49-F238E27FC236}">
                  <a16:creationId xmlns:a16="http://schemas.microsoft.com/office/drawing/2014/main" id="{CA9EDEE1-78A2-491F-A1C3-6BCBD4017C69}"/>
                </a:ext>
              </a:extLst>
            </p:cNvPr>
            <p:cNvSpPr/>
            <p:nvPr/>
          </p:nvSpPr>
          <p:spPr>
            <a:xfrm>
              <a:off x="4700015" y="283768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112" name="object 54">
            <a:extLst>
              <a:ext uri="{FF2B5EF4-FFF2-40B4-BE49-F238E27FC236}">
                <a16:creationId xmlns:a16="http://schemas.microsoft.com/office/drawing/2014/main" id="{85304A28-0A31-4383-BFC4-2923D9711CD5}"/>
              </a:ext>
            </a:extLst>
          </p:cNvPr>
          <p:cNvGrpSpPr/>
          <p:nvPr/>
        </p:nvGrpSpPr>
        <p:grpSpPr>
          <a:xfrm>
            <a:off x="7462308" y="2505923"/>
            <a:ext cx="439561" cy="352778"/>
            <a:chOff x="6716077" y="2255331"/>
            <a:chExt cx="395605" cy="317500"/>
          </a:xfrm>
        </p:grpSpPr>
        <p:sp>
          <p:nvSpPr>
            <p:cNvPr id="113" name="object 55">
              <a:extLst>
                <a:ext uri="{FF2B5EF4-FFF2-40B4-BE49-F238E27FC236}">
                  <a16:creationId xmlns:a16="http://schemas.microsoft.com/office/drawing/2014/main" id="{A68E8FD6-C257-4515-85BC-DDD831C413A4}"/>
                </a:ext>
              </a:extLst>
            </p:cNvPr>
            <p:cNvSpPr/>
            <p:nvPr/>
          </p:nvSpPr>
          <p:spPr>
            <a:xfrm>
              <a:off x="6720840" y="2260094"/>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14" name="object 56">
              <a:extLst>
                <a:ext uri="{FF2B5EF4-FFF2-40B4-BE49-F238E27FC236}">
                  <a16:creationId xmlns:a16="http://schemas.microsoft.com/office/drawing/2014/main" id="{08EE401E-51C2-49C8-9DF8-EBE366D2B2E6}"/>
                </a:ext>
              </a:extLst>
            </p:cNvPr>
            <p:cNvSpPr/>
            <p:nvPr/>
          </p:nvSpPr>
          <p:spPr>
            <a:xfrm>
              <a:off x="6914388" y="2260094"/>
              <a:ext cx="192027" cy="307845"/>
            </a:xfrm>
            <a:prstGeom prst="rect">
              <a:avLst/>
            </a:prstGeom>
            <a:blipFill>
              <a:blip r:embed="rId9" cstate="print"/>
              <a:stretch>
                <a:fillRect/>
              </a:stretch>
            </a:blipFill>
          </p:spPr>
          <p:txBody>
            <a:bodyPr wrap="square" lIns="0" tIns="0" rIns="0" bIns="0" rtlCol="0"/>
            <a:lstStyle/>
            <a:p>
              <a:endParaRPr sz="2000"/>
            </a:p>
          </p:txBody>
        </p:sp>
        <p:sp>
          <p:nvSpPr>
            <p:cNvPr id="115" name="object 57">
              <a:extLst>
                <a:ext uri="{FF2B5EF4-FFF2-40B4-BE49-F238E27FC236}">
                  <a16:creationId xmlns:a16="http://schemas.microsoft.com/office/drawing/2014/main" id="{85E85297-A887-43E3-918C-C4771FA3E590}"/>
                </a:ext>
              </a:extLst>
            </p:cNvPr>
            <p:cNvSpPr/>
            <p:nvPr/>
          </p:nvSpPr>
          <p:spPr>
            <a:xfrm>
              <a:off x="6914388" y="2260094"/>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16" name="object 58">
            <a:extLst>
              <a:ext uri="{FF2B5EF4-FFF2-40B4-BE49-F238E27FC236}">
                <a16:creationId xmlns:a16="http://schemas.microsoft.com/office/drawing/2014/main" id="{8CE057DF-CC59-4798-8661-791E80359C32}"/>
              </a:ext>
            </a:extLst>
          </p:cNvPr>
          <p:cNvGrpSpPr/>
          <p:nvPr/>
        </p:nvGrpSpPr>
        <p:grpSpPr>
          <a:xfrm>
            <a:off x="6725708" y="3144310"/>
            <a:ext cx="439561" cy="352778"/>
            <a:chOff x="6053137" y="2829879"/>
            <a:chExt cx="395605" cy="317500"/>
          </a:xfrm>
        </p:grpSpPr>
        <p:sp>
          <p:nvSpPr>
            <p:cNvPr id="117" name="object 59">
              <a:extLst>
                <a:ext uri="{FF2B5EF4-FFF2-40B4-BE49-F238E27FC236}">
                  <a16:creationId xmlns:a16="http://schemas.microsoft.com/office/drawing/2014/main" id="{67A4F0E8-E4CB-4C90-905E-49F27542BAB7}"/>
                </a:ext>
              </a:extLst>
            </p:cNvPr>
            <p:cNvSpPr/>
            <p:nvPr/>
          </p:nvSpPr>
          <p:spPr>
            <a:xfrm>
              <a:off x="6057900" y="283464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18" name="object 60">
              <a:extLst>
                <a:ext uri="{FF2B5EF4-FFF2-40B4-BE49-F238E27FC236}">
                  <a16:creationId xmlns:a16="http://schemas.microsoft.com/office/drawing/2014/main" id="{6CCEF615-DB65-42FB-A3A8-C47BD30619BC}"/>
                </a:ext>
              </a:extLst>
            </p:cNvPr>
            <p:cNvSpPr/>
            <p:nvPr/>
          </p:nvSpPr>
          <p:spPr>
            <a:xfrm>
              <a:off x="6251447" y="2834642"/>
              <a:ext cx="192027" cy="307845"/>
            </a:xfrm>
            <a:prstGeom prst="rect">
              <a:avLst/>
            </a:prstGeom>
            <a:blipFill>
              <a:blip r:embed="rId10" cstate="print"/>
              <a:stretch>
                <a:fillRect/>
              </a:stretch>
            </a:blipFill>
          </p:spPr>
          <p:txBody>
            <a:bodyPr wrap="square" lIns="0" tIns="0" rIns="0" bIns="0" rtlCol="0"/>
            <a:lstStyle/>
            <a:p>
              <a:endParaRPr sz="2000"/>
            </a:p>
          </p:txBody>
        </p:sp>
        <p:sp>
          <p:nvSpPr>
            <p:cNvPr id="119" name="object 61">
              <a:extLst>
                <a:ext uri="{FF2B5EF4-FFF2-40B4-BE49-F238E27FC236}">
                  <a16:creationId xmlns:a16="http://schemas.microsoft.com/office/drawing/2014/main" id="{C1C98F1E-414D-4735-82FF-29EA37F691BA}"/>
                </a:ext>
              </a:extLst>
            </p:cNvPr>
            <p:cNvSpPr/>
            <p:nvPr/>
          </p:nvSpPr>
          <p:spPr>
            <a:xfrm>
              <a:off x="6251447" y="2834642"/>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20" name="object 62">
            <a:extLst>
              <a:ext uri="{FF2B5EF4-FFF2-40B4-BE49-F238E27FC236}">
                <a16:creationId xmlns:a16="http://schemas.microsoft.com/office/drawing/2014/main" id="{636937BA-3A50-4DE6-BC9D-EC557A26DAA7}"/>
              </a:ext>
            </a:extLst>
          </p:cNvPr>
          <p:cNvGrpSpPr/>
          <p:nvPr/>
        </p:nvGrpSpPr>
        <p:grpSpPr>
          <a:xfrm>
            <a:off x="8192135" y="1859064"/>
            <a:ext cx="440972" cy="352778"/>
            <a:chOff x="7372921" y="1673158"/>
            <a:chExt cx="396875" cy="317500"/>
          </a:xfrm>
        </p:grpSpPr>
        <p:sp>
          <p:nvSpPr>
            <p:cNvPr id="121" name="object 63">
              <a:extLst>
                <a:ext uri="{FF2B5EF4-FFF2-40B4-BE49-F238E27FC236}">
                  <a16:creationId xmlns:a16="http://schemas.microsoft.com/office/drawing/2014/main" id="{BAF65FA8-4AE7-4AAD-8A51-FE9014503AF6}"/>
                </a:ext>
              </a:extLst>
            </p:cNvPr>
            <p:cNvSpPr/>
            <p:nvPr/>
          </p:nvSpPr>
          <p:spPr>
            <a:xfrm>
              <a:off x="7377683" y="1677921"/>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22" name="object 64">
              <a:extLst>
                <a:ext uri="{FF2B5EF4-FFF2-40B4-BE49-F238E27FC236}">
                  <a16:creationId xmlns:a16="http://schemas.microsoft.com/office/drawing/2014/main" id="{CAD50C34-EA59-4095-8038-2E1FC72788AF}"/>
                </a:ext>
              </a:extLst>
            </p:cNvPr>
            <p:cNvSpPr/>
            <p:nvPr/>
          </p:nvSpPr>
          <p:spPr>
            <a:xfrm>
              <a:off x="7571231" y="1677921"/>
              <a:ext cx="193545" cy="307850"/>
            </a:xfrm>
            <a:prstGeom prst="rect">
              <a:avLst/>
            </a:prstGeom>
            <a:blipFill>
              <a:blip r:embed="rId11" cstate="print"/>
              <a:stretch>
                <a:fillRect/>
              </a:stretch>
            </a:blipFill>
          </p:spPr>
          <p:txBody>
            <a:bodyPr wrap="square" lIns="0" tIns="0" rIns="0" bIns="0" rtlCol="0"/>
            <a:lstStyle/>
            <a:p>
              <a:endParaRPr sz="2000"/>
            </a:p>
          </p:txBody>
        </p:sp>
        <p:sp>
          <p:nvSpPr>
            <p:cNvPr id="123" name="object 65">
              <a:extLst>
                <a:ext uri="{FF2B5EF4-FFF2-40B4-BE49-F238E27FC236}">
                  <a16:creationId xmlns:a16="http://schemas.microsoft.com/office/drawing/2014/main" id="{5D7F1E8C-5D26-4DCB-BFF9-31954A45A421}"/>
                </a:ext>
              </a:extLst>
            </p:cNvPr>
            <p:cNvSpPr/>
            <p:nvPr/>
          </p:nvSpPr>
          <p:spPr>
            <a:xfrm>
              <a:off x="7571231" y="167792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aphicFrame>
        <p:nvGraphicFramePr>
          <p:cNvPr id="124" name="object 66">
            <a:extLst>
              <a:ext uri="{FF2B5EF4-FFF2-40B4-BE49-F238E27FC236}">
                <a16:creationId xmlns:a16="http://schemas.microsoft.com/office/drawing/2014/main" id="{E835E142-58EA-45D5-93F4-A9E998370F70}"/>
              </a:ext>
            </a:extLst>
          </p:cNvPr>
          <p:cNvGraphicFramePr>
            <a:graphicFrameLocks noGrp="1"/>
          </p:cNvGraphicFramePr>
          <p:nvPr/>
        </p:nvGraphicFramePr>
        <p:xfrm>
          <a:off x="360682" y="1731433"/>
          <a:ext cx="8633879" cy="1923625"/>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47889">
                  <a:extLst>
                    <a:ext uri="{9D8B030D-6E8A-4147-A177-3AD203B41FA5}">
                      <a16:colId xmlns:a16="http://schemas.microsoft.com/office/drawing/2014/main" val="20005"/>
                    </a:ext>
                  </a:extLst>
                </a:gridCol>
                <a:gridCol w="746477">
                  <a:extLst>
                    <a:ext uri="{9D8B030D-6E8A-4147-A177-3AD203B41FA5}">
                      <a16:colId xmlns:a16="http://schemas.microsoft.com/office/drawing/2014/main" val="20006"/>
                    </a:ext>
                  </a:extLst>
                </a:gridCol>
                <a:gridCol w="258939">
                  <a:extLst>
                    <a:ext uri="{9D8B030D-6E8A-4147-A177-3AD203B41FA5}">
                      <a16:colId xmlns:a16="http://schemas.microsoft.com/office/drawing/2014/main" val="20007"/>
                    </a:ext>
                  </a:extLst>
                </a:gridCol>
                <a:gridCol w="746477">
                  <a:extLst>
                    <a:ext uri="{9D8B030D-6E8A-4147-A177-3AD203B41FA5}">
                      <a16:colId xmlns:a16="http://schemas.microsoft.com/office/drawing/2014/main" val="20008"/>
                    </a:ext>
                  </a:extLst>
                </a:gridCol>
                <a:gridCol w="745067">
                  <a:extLst>
                    <a:ext uri="{9D8B030D-6E8A-4147-A177-3AD203B41FA5}">
                      <a16:colId xmlns:a16="http://schemas.microsoft.com/office/drawing/2014/main" val="20009"/>
                    </a:ext>
                  </a:extLst>
                </a:gridCol>
                <a:gridCol w="728133">
                  <a:extLst>
                    <a:ext uri="{9D8B030D-6E8A-4147-A177-3AD203B41FA5}">
                      <a16:colId xmlns:a16="http://schemas.microsoft.com/office/drawing/2014/main" val="20010"/>
                    </a:ext>
                  </a:extLst>
                </a:gridCol>
                <a:gridCol w="766939">
                  <a:extLst>
                    <a:ext uri="{9D8B030D-6E8A-4147-A177-3AD203B41FA5}">
                      <a16:colId xmlns:a16="http://schemas.microsoft.com/office/drawing/2014/main" val="20011"/>
                    </a:ext>
                  </a:extLst>
                </a:gridCol>
                <a:gridCol w="174977">
                  <a:extLst>
                    <a:ext uri="{9D8B030D-6E8A-4147-A177-3AD203B41FA5}">
                      <a16:colId xmlns:a16="http://schemas.microsoft.com/office/drawing/2014/main" val="20012"/>
                    </a:ext>
                  </a:extLst>
                </a:gridCol>
              </a:tblGrid>
              <a:tr h="675640">
                <a:tc>
                  <a:txBody>
                    <a:bodyPr/>
                    <a:lstStyle/>
                    <a:p>
                      <a:pPr>
                        <a:lnSpc>
                          <a:spcPct val="100000"/>
                        </a:lnSpc>
                        <a:spcBef>
                          <a:spcPts val="15"/>
                        </a:spcBef>
                      </a:pPr>
                      <a:endParaRPr sz="9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2117" marB="0">
                    <a:lnB w="53975">
                      <a:solidFill>
                        <a:srgbClr val="008462"/>
                      </a:solidFill>
                      <a:prstDash val="solid"/>
                    </a:lnB>
                  </a:tcPr>
                </a:tc>
                <a:tc>
                  <a:txBody>
                    <a:bodyPr/>
                    <a:lstStyle/>
                    <a:p>
                      <a:pPr>
                        <a:lnSpc>
                          <a:spcPct val="100000"/>
                        </a:lnSpc>
                        <a:spcBef>
                          <a:spcPts val="2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3528" marB="0">
                    <a:lnB w="53975">
                      <a:solidFill>
                        <a:srgbClr val="008462"/>
                      </a:solidFill>
                      <a:prstDash val="solid"/>
                    </a:lnB>
                  </a:tcPr>
                </a:tc>
                <a:tc>
                  <a:txBody>
                    <a:bodyPr/>
                    <a:lstStyle/>
                    <a:p>
                      <a:pPr>
                        <a:lnSpc>
                          <a:spcPct val="100000"/>
                        </a:lnSpc>
                        <a:spcBef>
                          <a:spcPts val="2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3528" marB="0">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87374">
                <a:tc>
                  <a:txBody>
                    <a:bodyPr/>
                    <a:lstStyle/>
                    <a:p>
                      <a:pPr marL="189865">
                        <a:lnSpc>
                          <a:spcPct val="100000"/>
                        </a:lnSpc>
                        <a:spcBef>
                          <a:spcPts val="545"/>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6906" marB="0">
                    <a:lnT w="53975">
                      <a:solidFill>
                        <a:srgbClr val="008462"/>
                      </a:solidFill>
                      <a:prstDash val="solid"/>
                    </a:lnT>
                    <a:lnB w="53975">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53975">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T w="53975">
                      <a:solidFill>
                        <a:srgbClr val="008462"/>
                      </a:solidFill>
                      <a:prstDash val="solid"/>
                    </a:lnT>
                    <a:lnB w="53975">
                      <a:solidFill>
                        <a:srgbClr val="008462"/>
                      </a:solidFill>
                      <a:prstDash val="solid"/>
                    </a:lnB>
                  </a:tcPr>
                </a:tc>
                <a:extLst>
                  <a:ext uri="{0D108BD9-81ED-4DB2-BD59-A6C34878D82A}">
                    <a16:rowId xmlns:a16="http://schemas.microsoft.com/office/drawing/2014/main" val="10001"/>
                  </a:ext>
                </a:extLst>
              </a:tr>
              <a:tr h="660611">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53975">
                      <a:solidFill>
                        <a:srgbClr val="008462"/>
                      </a:solidFill>
                      <a:prstDash val="solid"/>
                    </a:lnT>
                  </a:tcPr>
                </a:tc>
                <a:tc>
                  <a:txBody>
                    <a:bodyPr/>
                    <a:lstStyle/>
                    <a:p>
                      <a:pPr marR="41275" algn="r">
                        <a:lnSpc>
                          <a:spcPct val="100000"/>
                        </a:lnSpc>
                        <a:spcBef>
                          <a:spcPts val="785"/>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10772" marB="0">
                    <a:lnT w="53975">
                      <a:solidFill>
                        <a:srgbClr val="008462"/>
                      </a:solidFill>
                      <a:prstDash val="solid"/>
                    </a:lnT>
                  </a:tcPr>
                </a:tc>
                <a:tc>
                  <a:txBody>
                    <a:bodyPr/>
                    <a:lstStyle/>
                    <a:p>
                      <a:pPr marL="48260">
                        <a:lnSpc>
                          <a:spcPct val="100000"/>
                        </a:lnSpc>
                        <a:spcBef>
                          <a:spcPts val="785"/>
                        </a:spcBef>
                      </a:pPr>
                      <a:r>
                        <a:rPr sz="1600" b="1" dirty="0">
                          <a:latin typeface="Arial"/>
                          <a:cs typeface="Arial"/>
                        </a:rPr>
                        <a:t>2</a:t>
                      </a:r>
                      <a:endParaRPr sz="1600">
                        <a:latin typeface="Arial"/>
                        <a:cs typeface="Arial"/>
                      </a:endParaRPr>
                    </a:p>
                  </a:txBody>
                  <a:tcPr marL="0" marR="0" marT="110772" marB="0">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2000">
                        <a:latin typeface="Times New Roman"/>
                        <a:cs typeface="Times New Roman"/>
                      </a:endParaRPr>
                    </a:p>
                  </a:txBody>
                  <a:tcPr marL="0" marR="0" marT="0" marB="0">
                    <a:lnL w="38100">
                      <a:solidFill>
                        <a:srgbClr val="AC46E0"/>
                      </a:solidFill>
                      <a:prstDash val="solid"/>
                    </a:lnL>
                    <a:lnT w="53975">
                      <a:solidFill>
                        <a:srgbClr val="008462"/>
                      </a:solidFill>
                      <a:prstDash val="solid"/>
                    </a:lnT>
                  </a:tcPr>
                </a:tc>
                <a:extLst>
                  <a:ext uri="{0D108BD9-81ED-4DB2-BD59-A6C34878D82A}">
                    <a16:rowId xmlns:a16="http://schemas.microsoft.com/office/drawing/2014/main" val="10002"/>
                  </a:ext>
                </a:extLst>
              </a:tr>
            </a:tbl>
          </a:graphicData>
        </a:graphic>
      </p:graphicFrame>
      <p:sp>
        <p:nvSpPr>
          <p:cNvPr id="125" name="object 67">
            <a:extLst>
              <a:ext uri="{FF2B5EF4-FFF2-40B4-BE49-F238E27FC236}">
                <a16:creationId xmlns:a16="http://schemas.microsoft.com/office/drawing/2014/main" id="{22C55BE2-13A2-4767-9043-C0153FB1005F}"/>
              </a:ext>
            </a:extLst>
          </p:cNvPr>
          <p:cNvSpPr txBox="1"/>
          <p:nvPr/>
        </p:nvSpPr>
        <p:spPr>
          <a:xfrm>
            <a:off x="913694" y="4881822"/>
            <a:ext cx="3908763" cy="1183393"/>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000" b="1" dirty="0">
                <a:latin typeface="Trebuchet MS"/>
                <a:cs typeface="Trebuchet MS"/>
              </a:rPr>
              <a:t>2</a:t>
            </a:r>
            <a:r>
              <a:rPr sz="2000" b="1" spc="-61" dirty="0">
                <a:latin typeface="Trebuchet MS"/>
                <a:cs typeface="Trebuchet MS"/>
              </a:rPr>
              <a:t> </a:t>
            </a:r>
            <a:r>
              <a:rPr sz="2000" b="1" spc="-6" dirty="0">
                <a:latin typeface="Trebuchet MS"/>
                <a:cs typeface="Trebuchet MS"/>
              </a:rPr>
              <a:t>subminibatches</a:t>
            </a:r>
            <a:endParaRPr sz="2000" dirty="0">
              <a:latin typeface="Trebuchet MS"/>
              <a:cs typeface="Trebuchet MS"/>
            </a:endParaRPr>
          </a:p>
          <a:p>
            <a:pPr marL="713310" lvl="1" indent="-318908">
              <a:spcBef>
                <a:spcPts val="783"/>
              </a:spcBef>
              <a:buClr>
                <a:srgbClr val="B2B2B2"/>
              </a:buClr>
              <a:buFont typeface="Arial"/>
              <a:buChar char="•"/>
              <a:tabLst>
                <a:tab pos="713310" algn="l"/>
                <a:tab pos="714015" algn="l"/>
              </a:tabLst>
            </a:pPr>
            <a:r>
              <a:rPr sz="1778" spc="-6" dirty="0">
                <a:latin typeface="Trebuchet MS"/>
                <a:cs typeface="Trebuchet MS"/>
              </a:rPr>
              <a:t>2x more</a:t>
            </a:r>
            <a:r>
              <a:rPr sz="1778" spc="6" dirty="0">
                <a:latin typeface="Trebuchet MS"/>
                <a:cs typeface="Trebuchet MS"/>
              </a:rPr>
              <a:t> </a:t>
            </a:r>
            <a:r>
              <a:rPr sz="1778" spc="-6" dirty="0">
                <a:latin typeface="Trebuchet MS"/>
                <a:cs typeface="Trebuchet MS"/>
              </a:rPr>
              <a:t>steps</a:t>
            </a:r>
            <a:endParaRPr sz="1778" dirty="0">
              <a:latin typeface="Trebuchet MS"/>
              <a:cs typeface="Trebuchet MS"/>
            </a:endParaRPr>
          </a:p>
          <a:p>
            <a:pPr marL="713310" marR="277279" lvl="1" indent="-318908">
              <a:lnSpc>
                <a:spcPts val="1922"/>
              </a:lnSpc>
              <a:spcBef>
                <a:spcPts val="1028"/>
              </a:spcBef>
              <a:buClr>
                <a:srgbClr val="B2B2B2"/>
              </a:buClr>
              <a:buFont typeface="Arial"/>
              <a:buChar char="•"/>
              <a:tabLst>
                <a:tab pos="713310" algn="l"/>
                <a:tab pos="714015" algn="l"/>
              </a:tabLst>
            </a:pPr>
            <a:r>
              <a:rPr sz="1778" spc="-6" dirty="0">
                <a:latin typeface="Trebuchet MS"/>
                <a:cs typeface="Trebuchet MS"/>
              </a:rPr>
              <a:t>Each step is</a:t>
            </a:r>
            <a:r>
              <a:rPr sz="1778" spc="-44" dirty="0">
                <a:latin typeface="Trebuchet MS"/>
                <a:cs typeface="Trebuchet MS"/>
              </a:rPr>
              <a:t> </a:t>
            </a:r>
            <a:r>
              <a:rPr sz="1778" spc="-6" dirty="0">
                <a:latin typeface="Trebuchet MS"/>
                <a:cs typeface="Trebuchet MS"/>
              </a:rPr>
              <a:t>½  </a:t>
            </a:r>
            <a:r>
              <a:rPr sz="1778" spc="-11" dirty="0">
                <a:latin typeface="Trebuchet MS"/>
                <a:cs typeface="Trebuchet MS"/>
              </a:rPr>
              <a:t>compute</a:t>
            </a:r>
            <a:endParaRPr sz="1778" dirty="0">
              <a:latin typeface="Trebuchet MS"/>
              <a:cs typeface="Trebuchet MS"/>
            </a:endParaRPr>
          </a:p>
        </p:txBody>
      </p:sp>
      <p:sp>
        <p:nvSpPr>
          <p:cNvPr id="127" name="Rectangle 70">
            <a:extLst>
              <a:ext uri="{FF2B5EF4-FFF2-40B4-BE49-F238E27FC236}">
                <a16:creationId xmlns:a16="http://schemas.microsoft.com/office/drawing/2014/main" id="{0BD574B0-7EBF-4A77-87AF-A707CBF69736}"/>
              </a:ext>
            </a:extLst>
          </p:cNvPr>
          <p:cNvSpPr/>
          <p:nvPr/>
        </p:nvSpPr>
        <p:spPr>
          <a:xfrm>
            <a:off x="2578100" y="988367"/>
            <a:ext cx="4472939" cy="461665"/>
          </a:xfrm>
          <a:prstGeom prst="rect">
            <a:avLst/>
          </a:prstGeom>
        </p:spPr>
        <p:txBody>
          <a:bodyPr wrap="square">
            <a:spAutoFit/>
          </a:bodyPr>
          <a:lstStyle/>
          <a:p>
            <a:pPr marR="29633">
              <a:spcBef>
                <a:spcPts val="733"/>
              </a:spcBef>
              <a:buClr>
                <a:srgbClr val="B2B2B2"/>
              </a:buClr>
              <a:tabLst>
                <a:tab pos="318202" algn="l"/>
                <a:tab pos="333019" algn="l"/>
              </a:tabLst>
            </a:pPr>
            <a:r>
              <a:rPr lang="en-US" sz="2400" b="1" dirty="0">
                <a:latin typeface="Trebuchet MS"/>
                <a:cs typeface="Trebuchet MS"/>
              </a:rPr>
              <a:t>Key Idea</a:t>
            </a:r>
            <a:r>
              <a:rPr lang="en-US" sz="2000" dirty="0">
                <a:latin typeface="Trebuchet MS"/>
                <a:cs typeface="Trebuchet MS"/>
              </a:rPr>
              <a:t>: 	</a:t>
            </a:r>
            <a:r>
              <a:rPr lang="en-US" sz="2400" spc="-11" dirty="0" err="1"/>
              <a:t>Subminibatches</a:t>
            </a:r>
            <a:endParaRPr lang="en-US" sz="2000" dirty="0">
              <a:latin typeface="Trebuchet MS"/>
              <a:cs typeface="Trebuchet MS"/>
            </a:endParaRPr>
          </a:p>
        </p:txBody>
      </p:sp>
      <p:sp>
        <p:nvSpPr>
          <p:cNvPr id="2" name="矩形 1">
            <a:extLst>
              <a:ext uri="{FF2B5EF4-FFF2-40B4-BE49-F238E27FC236}">
                <a16:creationId xmlns:a16="http://schemas.microsoft.com/office/drawing/2014/main" id="{FD064C56-C747-44C5-8A6C-C6FE8536C0D1}"/>
              </a:ext>
            </a:extLst>
          </p:cNvPr>
          <p:cNvSpPr/>
          <p:nvPr/>
        </p:nvSpPr>
        <p:spPr>
          <a:xfrm>
            <a:off x="4952999" y="4965440"/>
            <a:ext cx="3352023" cy="776303"/>
          </a:xfrm>
          <a:prstGeom prst="rect">
            <a:avLst/>
          </a:prstGeom>
        </p:spPr>
        <p:txBody>
          <a:bodyPr wrap="square">
            <a:spAutoFit/>
          </a:bodyPr>
          <a:lstStyle/>
          <a:p>
            <a:pPr marL="318202" marR="29633" indent="-318202" algn="r">
              <a:spcBef>
                <a:spcPts val="733"/>
              </a:spcBef>
              <a:buClr>
                <a:srgbClr val="B2B2B2"/>
              </a:buClr>
              <a:buFont typeface="Arial"/>
              <a:buChar char="•"/>
              <a:tabLst>
                <a:tab pos="318202" algn="l"/>
                <a:tab pos="333019" algn="l"/>
              </a:tabLst>
            </a:pPr>
            <a:r>
              <a:rPr lang="en-US" altLang="zh-CN" sz="2000" b="1" spc="-6" dirty="0">
                <a:solidFill>
                  <a:srgbClr val="0432FF"/>
                </a:solidFill>
                <a:latin typeface="Trebuchet MS"/>
                <a:cs typeface="Trebuchet MS"/>
              </a:rPr>
              <a:t>Idle bubbles:</a:t>
            </a:r>
            <a:r>
              <a:rPr lang="en-US" altLang="zh-CN" sz="2000" b="1" spc="-72" dirty="0">
                <a:solidFill>
                  <a:srgbClr val="0432FF"/>
                </a:solidFill>
                <a:latin typeface="Trebuchet MS"/>
                <a:cs typeface="Trebuchet MS"/>
              </a:rPr>
              <a:t> </a:t>
            </a:r>
            <a:r>
              <a:rPr lang="en-US" altLang="zh-CN" sz="2000" b="1" dirty="0">
                <a:solidFill>
                  <a:srgbClr val="0432FF"/>
                </a:solidFill>
                <a:latin typeface="Trebuchet MS"/>
                <a:cs typeface="Trebuchet MS"/>
              </a:rPr>
              <a:t>50%</a:t>
            </a:r>
          </a:p>
          <a:p>
            <a:pPr marL="318202" marR="5644" lvl="1" indent="-318202" algn="r">
              <a:spcBef>
                <a:spcPts val="783"/>
              </a:spcBef>
              <a:buClr>
                <a:srgbClr val="B2B2B2"/>
              </a:buClr>
              <a:buFont typeface="Arial"/>
              <a:buChar char="•"/>
              <a:tabLst>
                <a:tab pos="318202" algn="l"/>
                <a:tab pos="318908" algn="l"/>
              </a:tabLst>
            </a:pPr>
            <a:r>
              <a:rPr lang="en-US" altLang="zh-CN" sz="1778" b="1" spc="-6" dirty="0">
                <a:solidFill>
                  <a:srgbClr val="0432FF"/>
                </a:solidFill>
                <a:latin typeface="Trebuchet MS"/>
                <a:cs typeface="Trebuchet MS"/>
              </a:rPr>
              <a:t>12/24</a:t>
            </a:r>
            <a:r>
              <a:rPr lang="en-US" altLang="zh-CN" sz="1778" b="1" spc="-89" dirty="0">
                <a:solidFill>
                  <a:srgbClr val="0432FF"/>
                </a:solidFill>
                <a:latin typeface="Trebuchet MS"/>
                <a:cs typeface="Trebuchet MS"/>
              </a:rPr>
              <a:t> </a:t>
            </a:r>
            <a:r>
              <a:rPr lang="en-US" altLang="zh-CN" sz="1778" b="1" spc="-6" dirty="0">
                <a:solidFill>
                  <a:srgbClr val="0432FF"/>
                </a:solidFill>
                <a:latin typeface="Trebuchet MS"/>
                <a:cs typeface="Trebuchet MS"/>
              </a:rPr>
              <a:t>steps-slots</a:t>
            </a:r>
            <a:endParaRPr lang="en-US" altLang="zh-CN" sz="1778" b="1" dirty="0">
              <a:solidFill>
                <a:srgbClr val="0432FF"/>
              </a:solidFill>
              <a:latin typeface="Trebuchet MS"/>
              <a:cs typeface="Trebuchet MS"/>
            </a:endParaRPr>
          </a:p>
        </p:txBody>
      </p:sp>
    </p:spTree>
    <p:extLst>
      <p:ext uri="{BB962C8B-B14F-4D97-AF65-F5344CB8AC3E}">
        <p14:creationId xmlns:p14="http://schemas.microsoft.com/office/powerpoint/2010/main" val="29157295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2"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Parallel Training: </a:t>
            </a:r>
            <a:r>
              <a:rPr lang="en-US" altLang="zh-CN" dirty="0" err="1"/>
              <a:t>GPipe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164</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72" name="object 3">
            <a:extLst>
              <a:ext uri="{FF2B5EF4-FFF2-40B4-BE49-F238E27FC236}">
                <a16:creationId xmlns:a16="http://schemas.microsoft.com/office/drawing/2014/main" id="{D4BABB96-06D7-4B73-B69D-2C99EEE6BEE2}"/>
              </a:ext>
            </a:extLst>
          </p:cNvPr>
          <p:cNvSpPr txBox="1"/>
          <p:nvPr/>
        </p:nvSpPr>
        <p:spPr>
          <a:xfrm>
            <a:off x="340501" y="4547579"/>
            <a:ext cx="3899606" cy="322025"/>
          </a:xfrm>
          <a:prstGeom prst="rect">
            <a:avLst/>
          </a:prstGeom>
        </p:spPr>
        <p:txBody>
          <a:bodyPr vert="horz" wrap="square" lIns="0" tIns="14111" rIns="0" bIns="0" rtlCol="0">
            <a:spAutoFit/>
          </a:bodyPr>
          <a:lstStyle/>
          <a:p>
            <a:pPr marL="332313" indent="-318908">
              <a:spcBef>
                <a:spcPts val="111"/>
              </a:spcBef>
              <a:buClr>
                <a:srgbClr val="B2B2B2"/>
              </a:buClr>
              <a:buFont typeface="Arial"/>
              <a:buChar char="•"/>
              <a:tabLst>
                <a:tab pos="332313" algn="l"/>
                <a:tab pos="333019" algn="l"/>
              </a:tabLst>
            </a:pPr>
            <a:r>
              <a:rPr sz="2000" b="1" i="1" dirty="0">
                <a:latin typeface="Trebuchet MS"/>
                <a:cs typeface="Trebuchet MS"/>
              </a:rPr>
              <a:t>N </a:t>
            </a:r>
            <a:r>
              <a:rPr sz="2000" b="1" spc="-6" dirty="0">
                <a:latin typeface="Trebuchet MS"/>
                <a:cs typeface="Trebuchet MS"/>
              </a:rPr>
              <a:t>workers, </a:t>
            </a:r>
            <a:r>
              <a:rPr sz="2000" b="1" i="1" dirty="0">
                <a:latin typeface="Trebuchet MS"/>
                <a:cs typeface="Trebuchet MS"/>
              </a:rPr>
              <a:t>K</a:t>
            </a:r>
            <a:r>
              <a:rPr sz="2000" b="1" i="1" spc="-39" dirty="0">
                <a:latin typeface="Trebuchet MS"/>
                <a:cs typeface="Trebuchet MS"/>
              </a:rPr>
              <a:t> </a:t>
            </a:r>
            <a:r>
              <a:rPr sz="2000" b="1" spc="-6" dirty="0">
                <a:latin typeface="Trebuchet MS"/>
                <a:cs typeface="Trebuchet MS"/>
              </a:rPr>
              <a:t>subminibatches:</a:t>
            </a:r>
            <a:endParaRPr sz="2000" dirty="0">
              <a:latin typeface="Trebuchet MS"/>
              <a:cs typeface="Trebuchet MS"/>
            </a:endParaRPr>
          </a:p>
        </p:txBody>
      </p:sp>
      <p:sp>
        <p:nvSpPr>
          <p:cNvPr id="73" name="object 4">
            <a:extLst>
              <a:ext uri="{FF2B5EF4-FFF2-40B4-BE49-F238E27FC236}">
                <a16:creationId xmlns:a16="http://schemas.microsoft.com/office/drawing/2014/main" id="{67093D89-918A-4FBD-A791-22E7F6F72A38}"/>
              </a:ext>
            </a:extLst>
          </p:cNvPr>
          <p:cNvSpPr txBox="1"/>
          <p:nvPr/>
        </p:nvSpPr>
        <p:spPr>
          <a:xfrm>
            <a:off x="721501" y="4851755"/>
            <a:ext cx="4392789" cy="1516882"/>
          </a:xfrm>
          <a:prstGeom prst="rect">
            <a:avLst/>
          </a:prstGeom>
        </p:spPr>
        <p:txBody>
          <a:bodyPr vert="horz" wrap="square" lIns="0" tIns="113594" rIns="0" bIns="0" rtlCol="0">
            <a:spAutoFit/>
          </a:bodyPr>
          <a:lstStyle/>
          <a:p>
            <a:pPr marL="332313" indent="-318908">
              <a:spcBef>
                <a:spcPts val="894"/>
              </a:spcBef>
              <a:buClr>
                <a:srgbClr val="B2B2B2"/>
              </a:buClr>
              <a:buFont typeface="Arial"/>
              <a:buChar char="•"/>
              <a:tabLst>
                <a:tab pos="332313" algn="l"/>
                <a:tab pos="333019" algn="l"/>
              </a:tabLst>
            </a:pPr>
            <a:r>
              <a:rPr sz="1778" spc="-6" dirty="0">
                <a:latin typeface="Trebuchet MS"/>
                <a:cs typeface="Trebuchet MS"/>
              </a:rPr>
              <a:t>2(</a:t>
            </a:r>
            <a:r>
              <a:rPr sz="1778" i="1" spc="-6" dirty="0">
                <a:latin typeface="Trebuchet MS"/>
                <a:cs typeface="Trebuchet MS"/>
              </a:rPr>
              <a:t>N </a:t>
            </a:r>
            <a:r>
              <a:rPr sz="1778" spc="-6" dirty="0">
                <a:latin typeface="Trebuchet MS"/>
                <a:cs typeface="Trebuchet MS"/>
              </a:rPr>
              <a:t>+ </a:t>
            </a:r>
            <a:r>
              <a:rPr sz="1778" i="1" spc="-6" dirty="0">
                <a:latin typeface="Trebuchet MS"/>
                <a:cs typeface="Trebuchet MS"/>
              </a:rPr>
              <a:t>K </a:t>
            </a:r>
            <a:r>
              <a:rPr sz="1778" spc="-6" dirty="0">
                <a:latin typeface="Trebuchet MS"/>
                <a:cs typeface="Trebuchet MS"/>
              </a:rPr>
              <a:t>– 1) steps </a:t>
            </a:r>
            <a:r>
              <a:rPr sz="1778" spc="-11" dirty="0">
                <a:latin typeface="Trebuchet MS"/>
                <a:cs typeface="Trebuchet MS"/>
              </a:rPr>
              <a:t>for</a:t>
            </a:r>
            <a:r>
              <a:rPr sz="1778" spc="83" dirty="0">
                <a:latin typeface="Trebuchet MS"/>
                <a:cs typeface="Trebuchet MS"/>
              </a:rPr>
              <a:t> </a:t>
            </a:r>
            <a:r>
              <a:rPr sz="1778" spc="-11" dirty="0">
                <a:latin typeface="Trebuchet MS"/>
                <a:cs typeface="Trebuchet MS"/>
              </a:rPr>
              <a:t>fwd/bwd</a:t>
            </a:r>
            <a:endParaRPr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sz="1778" spc="-6" dirty="0">
                <a:latin typeface="Trebuchet MS"/>
                <a:cs typeface="Trebuchet MS"/>
              </a:rPr>
              <a:t>Total step-slots: 2</a:t>
            </a:r>
            <a:r>
              <a:rPr sz="1778" i="1" spc="-6" dirty="0">
                <a:latin typeface="Trebuchet MS"/>
                <a:cs typeface="Trebuchet MS"/>
              </a:rPr>
              <a:t>N</a:t>
            </a:r>
            <a:r>
              <a:rPr sz="1778" spc="-6" dirty="0">
                <a:latin typeface="Trebuchet MS"/>
                <a:cs typeface="Trebuchet MS"/>
              </a:rPr>
              <a:t>(</a:t>
            </a:r>
            <a:r>
              <a:rPr sz="1778" i="1" spc="-6" dirty="0">
                <a:latin typeface="Trebuchet MS"/>
                <a:cs typeface="Trebuchet MS"/>
              </a:rPr>
              <a:t>N </a:t>
            </a:r>
            <a:r>
              <a:rPr sz="1778" spc="-6" dirty="0">
                <a:latin typeface="Trebuchet MS"/>
                <a:cs typeface="Trebuchet MS"/>
              </a:rPr>
              <a:t>+ </a:t>
            </a:r>
            <a:r>
              <a:rPr sz="1778" i="1" spc="-6" dirty="0">
                <a:latin typeface="Trebuchet MS"/>
                <a:cs typeface="Trebuchet MS"/>
              </a:rPr>
              <a:t>K </a:t>
            </a:r>
            <a:r>
              <a:rPr sz="1778" spc="-6" dirty="0">
                <a:latin typeface="Trebuchet MS"/>
                <a:cs typeface="Trebuchet MS"/>
              </a:rPr>
              <a:t>–</a:t>
            </a:r>
            <a:r>
              <a:rPr sz="1778" spc="94" dirty="0">
                <a:latin typeface="Trebuchet MS"/>
                <a:cs typeface="Trebuchet MS"/>
              </a:rPr>
              <a:t> </a:t>
            </a:r>
            <a:r>
              <a:rPr sz="1778" spc="-6" dirty="0">
                <a:latin typeface="Trebuchet MS"/>
                <a:cs typeface="Trebuchet MS"/>
              </a:rPr>
              <a:t>1)</a:t>
            </a:r>
            <a:endParaRPr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sz="1778" spc="-11" dirty="0">
                <a:latin typeface="Trebuchet MS"/>
                <a:cs typeface="Trebuchet MS"/>
              </a:rPr>
              <a:t>Idle </a:t>
            </a:r>
            <a:r>
              <a:rPr sz="1778" spc="-6" dirty="0">
                <a:latin typeface="Trebuchet MS"/>
                <a:cs typeface="Trebuchet MS"/>
              </a:rPr>
              <a:t>step-slots: 2</a:t>
            </a:r>
            <a:r>
              <a:rPr sz="1778" i="1" spc="-6" dirty="0">
                <a:latin typeface="Trebuchet MS"/>
                <a:cs typeface="Trebuchet MS"/>
              </a:rPr>
              <a:t>N</a:t>
            </a:r>
            <a:r>
              <a:rPr sz="1778" spc="-6" dirty="0">
                <a:latin typeface="Trebuchet MS"/>
                <a:cs typeface="Trebuchet MS"/>
              </a:rPr>
              <a:t>(</a:t>
            </a:r>
            <a:r>
              <a:rPr sz="1778" i="1" spc="-6" dirty="0">
                <a:latin typeface="Trebuchet MS"/>
                <a:cs typeface="Trebuchet MS"/>
              </a:rPr>
              <a:t>N </a:t>
            </a:r>
            <a:r>
              <a:rPr sz="1778" spc="-6" dirty="0">
                <a:latin typeface="Trebuchet MS"/>
                <a:cs typeface="Trebuchet MS"/>
              </a:rPr>
              <a:t>–</a:t>
            </a:r>
            <a:r>
              <a:rPr sz="1778" spc="78" dirty="0">
                <a:latin typeface="Trebuchet MS"/>
                <a:cs typeface="Trebuchet MS"/>
              </a:rPr>
              <a:t> </a:t>
            </a:r>
            <a:r>
              <a:rPr sz="1778" spc="-6" dirty="0">
                <a:latin typeface="Trebuchet MS"/>
                <a:cs typeface="Trebuchet MS"/>
              </a:rPr>
              <a:t>1)</a:t>
            </a:r>
            <a:endParaRPr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sz="1778" spc="-6" dirty="0">
                <a:latin typeface="Trebuchet MS"/>
                <a:cs typeface="Trebuchet MS"/>
              </a:rPr>
              <a:t>Fraction of </a:t>
            </a:r>
            <a:r>
              <a:rPr sz="1778" spc="-11" dirty="0">
                <a:latin typeface="Trebuchet MS"/>
                <a:cs typeface="Trebuchet MS"/>
              </a:rPr>
              <a:t>idle </a:t>
            </a:r>
            <a:r>
              <a:rPr sz="1778" spc="-6" dirty="0">
                <a:latin typeface="Trebuchet MS"/>
                <a:cs typeface="Trebuchet MS"/>
              </a:rPr>
              <a:t>slots: </a:t>
            </a:r>
            <a:r>
              <a:rPr sz="1778" spc="6" dirty="0">
                <a:latin typeface="Trebuchet MS"/>
                <a:cs typeface="Trebuchet MS"/>
              </a:rPr>
              <a:t>(</a:t>
            </a:r>
            <a:r>
              <a:rPr sz="1778" i="1" spc="6" dirty="0">
                <a:latin typeface="Trebuchet MS"/>
                <a:cs typeface="Trebuchet MS"/>
              </a:rPr>
              <a:t>N </a:t>
            </a:r>
            <a:r>
              <a:rPr sz="1778" spc="-6" dirty="0">
                <a:latin typeface="Trebuchet MS"/>
                <a:cs typeface="Trebuchet MS"/>
              </a:rPr>
              <a:t>– 1)/(</a:t>
            </a:r>
            <a:r>
              <a:rPr sz="1778" i="1" spc="-6" dirty="0">
                <a:latin typeface="Trebuchet MS"/>
                <a:cs typeface="Trebuchet MS"/>
              </a:rPr>
              <a:t>N </a:t>
            </a:r>
            <a:r>
              <a:rPr sz="1778" spc="-6" dirty="0">
                <a:latin typeface="Trebuchet MS"/>
                <a:cs typeface="Trebuchet MS"/>
              </a:rPr>
              <a:t>+ </a:t>
            </a:r>
            <a:r>
              <a:rPr sz="1778" i="1" spc="-6" dirty="0">
                <a:latin typeface="Trebuchet MS"/>
                <a:cs typeface="Trebuchet MS"/>
              </a:rPr>
              <a:t>K </a:t>
            </a:r>
            <a:r>
              <a:rPr sz="1778" spc="-6" dirty="0">
                <a:latin typeface="Trebuchet MS"/>
                <a:cs typeface="Trebuchet MS"/>
              </a:rPr>
              <a:t>–</a:t>
            </a:r>
            <a:r>
              <a:rPr sz="1778" spc="127" dirty="0">
                <a:latin typeface="Trebuchet MS"/>
                <a:cs typeface="Trebuchet MS"/>
              </a:rPr>
              <a:t> </a:t>
            </a:r>
            <a:r>
              <a:rPr sz="1778" spc="-6" dirty="0">
                <a:latin typeface="Trebuchet MS"/>
                <a:cs typeface="Trebuchet MS"/>
              </a:rPr>
              <a:t>1)</a:t>
            </a:r>
            <a:endParaRPr sz="1778" dirty="0">
              <a:latin typeface="Trebuchet MS"/>
              <a:cs typeface="Trebuchet MS"/>
            </a:endParaRPr>
          </a:p>
        </p:txBody>
      </p:sp>
      <p:grpSp>
        <p:nvGrpSpPr>
          <p:cNvPr id="74" name="object 5">
            <a:extLst>
              <a:ext uri="{FF2B5EF4-FFF2-40B4-BE49-F238E27FC236}">
                <a16:creationId xmlns:a16="http://schemas.microsoft.com/office/drawing/2014/main" id="{36EFF4BD-4957-4393-A18F-5340CC2E4937}"/>
              </a:ext>
            </a:extLst>
          </p:cNvPr>
          <p:cNvGrpSpPr/>
          <p:nvPr/>
        </p:nvGrpSpPr>
        <p:grpSpPr>
          <a:xfrm>
            <a:off x="2705735" y="1855683"/>
            <a:ext cx="440972" cy="352778"/>
            <a:chOff x="2435161" y="1670115"/>
            <a:chExt cx="396875" cy="317500"/>
          </a:xfrm>
        </p:grpSpPr>
        <p:sp>
          <p:nvSpPr>
            <p:cNvPr id="75" name="object 6">
              <a:extLst>
                <a:ext uri="{FF2B5EF4-FFF2-40B4-BE49-F238E27FC236}">
                  <a16:creationId xmlns:a16="http://schemas.microsoft.com/office/drawing/2014/main" id="{C7EEF2B9-A7B8-4AF7-9656-4287CE47CEE2}"/>
                </a:ext>
              </a:extLst>
            </p:cNvPr>
            <p:cNvSpPr/>
            <p:nvPr/>
          </p:nvSpPr>
          <p:spPr>
            <a:xfrm>
              <a:off x="2439924" y="1674878"/>
              <a:ext cx="193675" cy="307975"/>
            </a:xfrm>
            <a:custGeom>
              <a:avLst/>
              <a:gdLst/>
              <a:ahLst/>
              <a:cxnLst/>
              <a:rect l="l" t="t" r="r" b="b"/>
              <a:pathLst>
                <a:path w="193675" h="307975">
                  <a:moveTo>
                    <a:pt x="193550" y="0"/>
                  </a:moveTo>
                  <a:lnTo>
                    <a:pt x="0" y="0"/>
                  </a:lnTo>
                  <a:lnTo>
                    <a:pt x="0" y="307845"/>
                  </a:lnTo>
                  <a:lnTo>
                    <a:pt x="193550" y="307845"/>
                  </a:lnTo>
                  <a:lnTo>
                    <a:pt x="193550" y="0"/>
                  </a:lnTo>
                  <a:close/>
                </a:path>
              </a:pathLst>
            </a:custGeom>
            <a:solidFill>
              <a:srgbClr val="C0E4FF"/>
            </a:solidFill>
          </p:spPr>
          <p:txBody>
            <a:bodyPr wrap="square" lIns="0" tIns="0" rIns="0" bIns="0" rtlCol="0"/>
            <a:lstStyle/>
            <a:p>
              <a:endParaRPr sz="2000"/>
            </a:p>
          </p:txBody>
        </p:sp>
        <p:sp>
          <p:nvSpPr>
            <p:cNvPr id="76" name="object 7">
              <a:extLst>
                <a:ext uri="{FF2B5EF4-FFF2-40B4-BE49-F238E27FC236}">
                  <a16:creationId xmlns:a16="http://schemas.microsoft.com/office/drawing/2014/main" id="{48F4C1E5-B6E3-4937-9FD0-3000ABE62F95}"/>
                </a:ext>
              </a:extLst>
            </p:cNvPr>
            <p:cNvSpPr/>
            <p:nvPr/>
          </p:nvSpPr>
          <p:spPr>
            <a:xfrm>
              <a:off x="2439924" y="1674878"/>
              <a:ext cx="387350" cy="307975"/>
            </a:xfrm>
            <a:custGeom>
              <a:avLst/>
              <a:gdLst/>
              <a:ahLst/>
              <a:cxnLst/>
              <a:rect l="l" t="t" r="r" b="b"/>
              <a:pathLst>
                <a:path w="387350" h="307975">
                  <a:moveTo>
                    <a:pt x="0" y="307845"/>
                  </a:moveTo>
                  <a:lnTo>
                    <a:pt x="193550" y="307845"/>
                  </a:lnTo>
                  <a:lnTo>
                    <a:pt x="193550" y="0"/>
                  </a:lnTo>
                  <a:lnTo>
                    <a:pt x="0" y="0"/>
                  </a:lnTo>
                  <a:lnTo>
                    <a:pt x="0" y="307845"/>
                  </a:lnTo>
                  <a:close/>
                </a:path>
                <a:path w="387350" h="307975">
                  <a:moveTo>
                    <a:pt x="193548" y="307845"/>
                  </a:moveTo>
                  <a:lnTo>
                    <a:pt x="387093" y="307845"/>
                  </a:lnTo>
                  <a:lnTo>
                    <a:pt x="387093" y="0"/>
                  </a:lnTo>
                  <a:lnTo>
                    <a:pt x="193548" y="0"/>
                  </a:lnTo>
                  <a:lnTo>
                    <a:pt x="193548" y="307845"/>
                  </a:lnTo>
                  <a:close/>
                </a:path>
              </a:pathLst>
            </a:custGeom>
            <a:ln w="9525">
              <a:solidFill>
                <a:srgbClr val="000000"/>
              </a:solidFill>
            </a:ln>
          </p:spPr>
          <p:txBody>
            <a:bodyPr wrap="square" lIns="0" tIns="0" rIns="0" bIns="0" rtlCol="0"/>
            <a:lstStyle/>
            <a:p>
              <a:endParaRPr sz="2000"/>
            </a:p>
          </p:txBody>
        </p:sp>
      </p:grpSp>
      <p:grpSp>
        <p:nvGrpSpPr>
          <p:cNvPr id="77" name="object 8">
            <a:extLst>
              <a:ext uri="{FF2B5EF4-FFF2-40B4-BE49-F238E27FC236}">
                <a16:creationId xmlns:a16="http://schemas.microsoft.com/office/drawing/2014/main" id="{7E1C80DC-9577-42B9-ACD3-E70100E7814F}"/>
              </a:ext>
            </a:extLst>
          </p:cNvPr>
          <p:cNvGrpSpPr/>
          <p:nvPr/>
        </p:nvGrpSpPr>
        <p:grpSpPr>
          <a:xfrm>
            <a:off x="3435562" y="2519464"/>
            <a:ext cx="439561" cy="352778"/>
            <a:chOff x="3092005" y="2267518"/>
            <a:chExt cx="395605" cy="317500"/>
          </a:xfrm>
        </p:grpSpPr>
        <p:sp>
          <p:nvSpPr>
            <p:cNvPr id="78" name="object 9">
              <a:extLst>
                <a:ext uri="{FF2B5EF4-FFF2-40B4-BE49-F238E27FC236}">
                  <a16:creationId xmlns:a16="http://schemas.microsoft.com/office/drawing/2014/main" id="{5738B1D0-2C1F-4737-85EE-1AF61A138E3F}"/>
                </a:ext>
              </a:extLst>
            </p:cNvPr>
            <p:cNvSpPr/>
            <p:nvPr/>
          </p:nvSpPr>
          <p:spPr>
            <a:xfrm>
              <a:off x="3096767" y="2272281"/>
              <a:ext cx="192405" cy="307975"/>
            </a:xfrm>
            <a:custGeom>
              <a:avLst/>
              <a:gdLst/>
              <a:ahLst/>
              <a:cxnLst/>
              <a:rect l="l" t="t" r="r" b="b"/>
              <a:pathLst>
                <a:path w="192404" h="307975">
                  <a:moveTo>
                    <a:pt x="192027" y="0"/>
                  </a:moveTo>
                  <a:lnTo>
                    <a:pt x="0" y="0"/>
                  </a:lnTo>
                  <a:lnTo>
                    <a:pt x="0" y="307850"/>
                  </a:lnTo>
                  <a:lnTo>
                    <a:pt x="192027" y="307850"/>
                  </a:lnTo>
                  <a:lnTo>
                    <a:pt x="192027" y="0"/>
                  </a:lnTo>
                  <a:close/>
                </a:path>
              </a:pathLst>
            </a:custGeom>
            <a:solidFill>
              <a:srgbClr val="C0E4FF"/>
            </a:solidFill>
          </p:spPr>
          <p:txBody>
            <a:bodyPr wrap="square" lIns="0" tIns="0" rIns="0" bIns="0" rtlCol="0"/>
            <a:lstStyle/>
            <a:p>
              <a:endParaRPr sz="2000"/>
            </a:p>
          </p:txBody>
        </p:sp>
        <p:sp>
          <p:nvSpPr>
            <p:cNvPr id="79" name="object 10">
              <a:extLst>
                <a:ext uri="{FF2B5EF4-FFF2-40B4-BE49-F238E27FC236}">
                  <a16:creationId xmlns:a16="http://schemas.microsoft.com/office/drawing/2014/main" id="{EB4D3C37-793B-4BD1-A83A-A811A38FC036}"/>
                </a:ext>
              </a:extLst>
            </p:cNvPr>
            <p:cNvSpPr/>
            <p:nvPr/>
          </p:nvSpPr>
          <p:spPr>
            <a:xfrm>
              <a:off x="3096767" y="2272281"/>
              <a:ext cx="386080" cy="307975"/>
            </a:xfrm>
            <a:custGeom>
              <a:avLst/>
              <a:gdLst/>
              <a:ahLst/>
              <a:cxnLst/>
              <a:rect l="l" t="t" r="r" b="b"/>
              <a:pathLst>
                <a:path w="386079" h="307975">
                  <a:moveTo>
                    <a:pt x="0" y="307850"/>
                  </a:moveTo>
                  <a:lnTo>
                    <a:pt x="192027" y="307850"/>
                  </a:lnTo>
                  <a:lnTo>
                    <a:pt x="192027" y="0"/>
                  </a:lnTo>
                  <a:lnTo>
                    <a:pt x="0" y="0"/>
                  </a:lnTo>
                  <a:lnTo>
                    <a:pt x="0" y="307850"/>
                  </a:lnTo>
                  <a:close/>
                </a:path>
                <a:path w="386079" h="307975">
                  <a:moveTo>
                    <a:pt x="192024" y="307850"/>
                  </a:moveTo>
                  <a:lnTo>
                    <a:pt x="385569" y="307850"/>
                  </a:lnTo>
                  <a:lnTo>
                    <a:pt x="385569" y="0"/>
                  </a:lnTo>
                  <a:lnTo>
                    <a:pt x="192024" y="0"/>
                  </a:lnTo>
                  <a:lnTo>
                    <a:pt x="192024" y="307850"/>
                  </a:lnTo>
                  <a:close/>
                </a:path>
              </a:pathLst>
            </a:custGeom>
            <a:ln w="9525">
              <a:solidFill>
                <a:srgbClr val="000000"/>
              </a:solidFill>
            </a:ln>
          </p:spPr>
          <p:txBody>
            <a:bodyPr wrap="square" lIns="0" tIns="0" rIns="0" bIns="0" rtlCol="0"/>
            <a:lstStyle/>
            <a:p>
              <a:endParaRPr sz="2000"/>
            </a:p>
          </p:txBody>
        </p:sp>
      </p:grpSp>
      <p:grpSp>
        <p:nvGrpSpPr>
          <p:cNvPr id="80" name="object 11">
            <a:extLst>
              <a:ext uri="{FF2B5EF4-FFF2-40B4-BE49-F238E27FC236}">
                <a16:creationId xmlns:a16="http://schemas.microsoft.com/office/drawing/2014/main" id="{5C7B025C-02F3-4674-AE92-F16D60B14A41}"/>
              </a:ext>
            </a:extLst>
          </p:cNvPr>
          <p:cNvGrpSpPr/>
          <p:nvPr/>
        </p:nvGrpSpPr>
        <p:grpSpPr>
          <a:xfrm>
            <a:off x="4234815" y="3147691"/>
            <a:ext cx="439561" cy="352778"/>
            <a:chOff x="3811333" y="2832922"/>
            <a:chExt cx="395605" cy="317500"/>
          </a:xfrm>
        </p:grpSpPr>
        <p:sp>
          <p:nvSpPr>
            <p:cNvPr id="81" name="object 12">
              <a:extLst>
                <a:ext uri="{FF2B5EF4-FFF2-40B4-BE49-F238E27FC236}">
                  <a16:creationId xmlns:a16="http://schemas.microsoft.com/office/drawing/2014/main" id="{FF82D33D-3FFA-4758-8305-C3772F688C5F}"/>
                </a:ext>
              </a:extLst>
            </p:cNvPr>
            <p:cNvSpPr/>
            <p:nvPr/>
          </p:nvSpPr>
          <p:spPr>
            <a:xfrm>
              <a:off x="3816096" y="283768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82" name="object 13">
              <a:extLst>
                <a:ext uri="{FF2B5EF4-FFF2-40B4-BE49-F238E27FC236}">
                  <a16:creationId xmlns:a16="http://schemas.microsoft.com/office/drawing/2014/main" id="{F1483873-B212-4FD6-A2DE-23D1FE656D26}"/>
                </a:ext>
              </a:extLst>
            </p:cNvPr>
            <p:cNvSpPr/>
            <p:nvPr/>
          </p:nvSpPr>
          <p:spPr>
            <a:xfrm>
              <a:off x="3816096" y="2837685"/>
              <a:ext cx="386080" cy="307975"/>
            </a:xfrm>
            <a:custGeom>
              <a:avLst/>
              <a:gdLst/>
              <a:ahLst/>
              <a:cxnLst/>
              <a:rect l="l" t="t" r="r" b="b"/>
              <a:pathLst>
                <a:path w="386079" h="307975">
                  <a:moveTo>
                    <a:pt x="0" y="307850"/>
                  </a:moveTo>
                  <a:lnTo>
                    <a:pt x="193545" y="307850"/>
                  </a:lnTo>
                  <a:lnTo>
                    <a:pt x="193545" y="0"/>
                  </a:lnTo>
                  <a:lnTo>
                    <a:pt x="0" y="0"/>
                  </a:lnTo>
                  <a:lnTo>
                    <a:pt x="0" y="307850"/>
                  </a:lnTo>
                  <a:close/>
                </a:path>
                <a:path w="386079" h="307975">
                  <a:moveTo>
                    <a:pt x="193548" y="307850"/>
                  </a:moveTo>
                  <a:lnTo>
                    <a:pt x="385570" y="307850"/>
                  </a:lnTo>
                  <a:lnTo>
                    <a:pt x="385570" y="0"/>
                  </a:lnTo>
                  <a:lnTo>
                    <a:pt x="193548" y="0"/>
                  </a:lnTo>
                  <a:lnTo>
                    <a:pt x="193548" y="307850"/>
                  </a:lnTo>
                  <a:close/>
                </a:path>
              </a:pathLst>
            </a:custGeom>
            <a:ln w="9525">
              <a:solidFill>
                <a:srgbClr val="000000"/>
              </a:solidFill>
            </a:ln>
          </p:spPr>
          <p:txBody>
            <a:bodyPr wrap="square" lIns="0" tIns="0" rIns="0" bIns="0" rtlCol="0"/>
            <a:lstStyle/>
            <a:p>
              <a:endParaRPr sz="2000"/>
            </a:p>
          </p:txBody>
        </p:sp>
      </p:grpSp>
      <p:grpSp>
        <p:nvGrpSpPr>
          <p:cNvPr id="83" name="object 14">
            <a:extLst>
              <a:ext uri="{FF2B5EF4-FFF2-40B4-BE49-F238E27FC236}">
                <a16:creationId xmlns:a16="http://schemas.microsoft.com/office/drawing/2014/main" id="{8EF86CA2-6D30-4037-A3EB-6ED333EE1EF1}"/>
              </a:ext>
            </a:extLst>
          </p:cNvPr>
          <p:cNvGrpSpPr/>
          <p:nvPr/>
        </p:nvGrpSpPr>
        <p:grpSpPr>
          <a:xfrm>
            <a:off x="5962015" y="3144310"/>
            <a:ext cx="440972" cy="352778"/>
            <a:chOff x="5365813" y="2829879"/>
            <a:chExt cx="396875" cy="317500"/>
          </a:xfrm>
        </p:grpSpPr>
        <p:sp>
          <p:nvSpPr>
            <p:cNvPr id="84" name="object 15">
              <a:extLst>
                <a:ext uri="{FF2B5EF4-FFF2-40B4-BE49-F238E27FC236}">
                  <a16:creationId xmlns:a16="http://schemas.microsoft.com/office/drawing/2014/main" id="{92C11C46-5656-4268-B842-A53D319FC185}"/>
                </a:ext>
              </a:extLst>
            </p:cNvPr>
            <p:cNvSpPr/>
            <p:nvPr/>
          </p:nvSpPr>
          <p:spPr>
            <a:xfrm>
              <a:off x="5370576" y="2834642"/>
              <a:ext cx="193545" cy="307845"/>
            </a:xfrm>
            <a:prstGeom prst="rect">
              <a:avLst/>
            </a:prstGeom>
            <a:blipFill>
              <a:blip r:embed="rId3" cstate="print"/>
              <a:stretch>
                <a:fillRect/>
              </a:stretch>
            </a:blipFill>
          </p:spPr>
          <p:txBody>
            <a:bodyPr wrap="square" lIns="0" tIns="0" rIns="0" bIns="0" rtlCol="0"/>
            <a:lstStyle/>
            <a:p>
              <a:endParaRPr sz="2000"/>
            </a:p>
          </p:txBody>
        </p:sp>
        <p:sp>
          <p:nvSpPr>
            <p:cNvPr id="85" name="object 16">
              <a:extLst>
                <a:ext uri="{FF2B5EF4-FFF2-40B4-BE49-F238E27FC236}">
                  <a16:creationId xmlns:a16="http://schemas.microsoft.com/office/drawing/2014/main" id="{4FE99846-FFB3-4FFB-8D9A-114F34CB5020}"/>
                </a:ext>
              </a:extLst>
            </p:cNvPr>
            <p:cNvSpPr/>
            <p:nvPr/>
          </p:nvSpPr>
          <p:spPr>
            <a:xfrm>
              <a:off x="5370576" y="2834642"/>
              <a:ext cx="387350" cy="307975"/>
            </a:xfrm>
            <a:custGeom>
              <a:avLst/>
              <a:gdLst/>
              <a:ahLst/>
              <a:cxnLst/>
              <a:rect l="l" t="t" r="r" b="b"/>
              <a:pathLst>
                <a:path w="387350" h="307975">
                  <a:moveTo>
                    <a:pt x="0" y="307845"/>
                  </a:moveTo>
                  <a:lnTo>
                    <a:pt x="193545" y="307845"/>
                  </a:lnTo>
                  <a:lnTo>
                    <a:pt x="193545" y="0"/>
                  </a:lnTo>
                  <a:lnTo>
                    <a:pt x="0" y="0"/>
                  </a:lnTo>
                  <a:lnTo>
                    <a:pt x="0" y="307845"/>
                  </a:lnTo>
                  <a:close/>
                </a:path>
                <a:path w="387350" h="307975">
                  <a:moveTo>
                    <a:pt x="193548" y="307845"/>
                  </a:moveTo>
                  <a:lnTo>
                    <a:pt x="387098" y="307845"/>
                  </a:lnTo>
                  <a:lnTo>
                    <a:pt x="387098" y="0"/>
                  </a:lnTo>
                  <a:lnTo>
                    <a:pt x="193548" y="0"/>
                  </a:lnTo>
                  <a:lnTo>
                    <a:pt x="193548" y="307845"/>
                  </a:lnTo>
                  <a:close/>
                </a:path>
              </a:pathLst>
            </a:custGeom>
            <a:ln w="9525">
              <a:solidFill>
                <a:srgbClr val="000000"/>
              </a:solidFill>
            </a:ln>
          </p:spPr>
          <p:txBody>
            <a:bodyPr wrap="square" lIns="0" tIns="0" rIns="0" bIns="0" rtlCol="0"/>
            <a:lstStyle/>
            <a:p>
              <a:endParaRPr sz="2000"/>
            </a:p>
          </p:txBody>
        </p:sp>
      </p:grpSp>
      <p:grpSp>
        <p:nvGrpSpPr>
          <p:cNvPr id="86" name="object 17">
            <a:extLst>
              <a:ext uri="{FF2B5EF4-FFF2-40B4-BE49-F238E27FC236}">
                <a16:creationId xmlns:a16="http://schemas.microsoft.com/office/drawing/2014/main" id="{8F2385B2-319C-43AD-A146-48135668A06C}"/>
              </a:ext>
            </a:extLst>
          </p:cNvPr>
          <p:cNvGrpSpPr/>
          <p:nvPr/>
        </p:nvGrpSpPr>
        <p:grpSpPr>
          <a:xfrm>
            <a:off x="6739255" y="2529624"/>
            <a:ext cx="439561" cy="352778"/>
            <a:chOff x="6065329" y="2276662"/>
            <a:chExt cx="395605" cy="317500"/>
          </a:xfrm>
        </p:grpSpPr>
        <p:sp>
          <p:nvSpPr>
            <p:cNvPr id="87" name="object 18">
              <a:extLst>
                <a:ext uri="{FF2B5EF4-FFF2-40B4-BE49-F238E27FC236}">
                  <a16:creationId xmlns:a16="http://schemas.microsoft.com/office/drawing/2014/main" id="{0FB706C2-23A7-4BE8-BF78-85D127FB4A04}"/>
                </a:ext>
              </a:extLst>
            </p:cNvPr>
            <p:cNvSpPr/>
            <p:nvPr/>
          </p:nvSpPr>
          <p:spPr>
            <a:xfrm>
              <a:off x="6070092" y="2281425"/>
              <a:ext cx="193545" cy="307850"/>
            </a:xfrm>
            <a:prstGeom prst="rect">
              <a:avLst/>
            </a:prstGeom>
            <a:blipFill>
              <a:blip r:embed="rId4" cstate="print"/>
              <a:stretch>
                <a:fillRect/>
              </a:stretch>
            </a:blipFill>
          </p:spPr>
          <p:txBody>
            <a:bodyPr wrap="square" lIns="0" tIns="0" rIns="0" bIns="0" rtlCol="0"/>
            <a:lstStyle/>
            <a:p>
              <a:endParaRPr sz="2000"/>
            </a:p>
          </p:txBody>
        </p:sp>
        <p:sp>
          <p:nvSpPr>
            <p:cNvPr id="88" name="object 19">
              <a:extLst>
                <a:ext uri="{FF2B5EF4-FFF2-40B4-BE49-F238E27FC236}">
                  <a16:creationId xmlns:a16="http://schemas.microsoft.com/office/drawing/2014/main" id="{86C86C60-7D07-44ED-BB2D-CBB51CB6BF64}"/>
                </a:ext>
              </a:extLst>
            </p:cNvPr>
            <p:cNvSpPr/>
            <p:nvPr/>
          </p:nvSpPr>
          <p:spPr>
            <a:xfrm>
              <a:off x="6070092" y="2281425"/>
              <a:ext cx="386080" cy="307975"/>
            </a:xfrm>
            <a:custGeom>
              <a:avLst/>
              <a:gdLst/>
              <a:ahLst/>
              <a:cxnLst/>
              <a:rect l="l" t="t" r="r" b="b"/>
              <a:pathLst>
                <a:path w="386079" h="307975">
                  <a:moveTo>
                    <a:pt x="0" y="307850"/>
                  </a:moveTo>
                  <a:lnTo>
                    <a:pt x="193545" y="307850"/>
                  </a:lnTo>
                  <a:lnTo>
                    <a:pt x="193545" y="0"/>
                  </a:lnTo>
                  <a:lnTo>
                    <a:pt x="0" y="0"/>
                  </a:lnTo>
                  <a:lnTo>
                    <a:pt x="0" y="307850"/>
                  </a:lnTo>
                  <a:close/>
                </a:path>
                <a:path w="386079" h="307975">
                  <a:moveTo>
                    <a:pt x="193548" y="307850"/>
                  </a:moveTo>
                  <a:lnTo>
                    <a:pt x="385570" y="307850"/>
                  </a:lnTo>
                  <a:lnTo>
                    <a:pt x="385570" y="0"/>
                  </a:lnTo>
                  <a:lnTo>
                    <a:pt x="193548" y="0"/>
                  </a:lnTo>
                  <a:lnTo>
                    <a:pt x="193548" y="307850"/>
                  </a:lnTo>
                  <a:close/>
                </a:path>
              </a:pathLst>
            </a:custGeom>
            <a:ln w="9525">
              <a:solidFill>
                <a:srgbClr val="000000"/>
              </a:solidFill>
            </a:ln>
          </p:spPr>
          <p:txBody>
            <a:bodyPr wrap="square" lIns="0" tIns="0" rIns="0" bIns="0" rtlCol="0"/>
            <a:lstStyle/>
            <a:p>
              <a:endParaRPr sz="2000"/>
            </a:p>
          </p:txBody>
        </p:sp>
      </p:grpSp>
      <p:grpSp>
        <p:nvGrpSpPr>
          <p:cNvPr id="128" name="object 20">
            <a:extLst>
              <a:ext uri="{FF2B5EF4-FFF2-40B4-BE49-F238E27FC236}">
                <a16:creationId xmlns:a16="http://schemas.microsoft.com/office/drawing/2014/main" id="{BC330E6C-0A7D-4EC4-B9C0-B8CADE6E318E}"/>
              </a:ext>
            </a:extLst>
          </p:cNvPr>
          <p:cNvGrpSpPr/>
          <p:nvPr/>
        </p:nvGrpSpPr>
        <p:grpSpPr>
          <a:xfrm>
            <a:off x="7460615" y="1855683"/>
            <a:ext cx="439561" cy="352778"/>
            <a:chOff x="6714553" y="1670115"/>
            <a:chExt cx="395605" cy="317500"/>
          </a:xfrm>
        </p:grpSpPr>
        <p:sp>
          <p:nvSpPr>
            <p:cNvPr id="129" name="object 21">
              <a:extLst>
                <a:ext uri="{FF2B5EF4-FFF2-40B4-BE49-F238E27FC236}">
                  <a16:creationId xmlns:a16="http://schemas.microsoft.com/office/drawing/2014/main" id="{6248DDCF-D19D-424F-8CCA-D79EFDD6054B}"/>
                </a:ext>
              </a:extLst>
            </p:cNvPr>
            <p:cNvSpPr/>
            <p:nvPr/>
          </p:nvSpPr>
          <p:spPr>
            <a:xfrm>
              <a:off x="6719316" y="1674878"/>
              <a:ext cx="193545" cy="307845"/>
            </a:xfrm>
            <a:prstGeom prst="rect">
              <a:avLst/>
            </a:prstGeom>
            <a:blipFill>
              <a:blip r:embed="rId5" cstate="print"/>
              <a:stretch>
                <a:fillRect/>
              </a:stretch>
            </a:blipFill>
          </p:spPr>
          <p:txBody>
            <a:bodyPr wrap="square" lIns="0" tIns="0" rIns="0" bIns="0" rtlCol="0"/>
            <a:lstStyle/>
            <a:p>
              <a:endParaRPr sz="2000"/>
            </a:p>
          </p:txBody>
        </p:sp>
        <p:sp>
          <p:nvSpPr>
            <p:cNvPr id="130" name="object 22">
              <a:extLst>
                <a:ext uri="{FF2B5EF4-FFF2-40B4-BE49-F238E27FC236}">
                  <a16:creationId xmlns:a16="http://schemas.microsoft.com/office/drawing/2014/main" id="{9FC81D36-57E3-472D-9FE6-415DED154BBD}"/>
                </a:ext>
              </a:extLst>
            </p:cNvPr>
            <p:cNvSpPr/>
            <p:nvPr/>
          </p:nvSpPr>
          <p:spPr>
            <a:xfrm>
              <a:off x="6719316" y="1674878"/>
              <a:ext cx="386080" cy="307975"/>
            </a:xfrm>
            <a:custGeom>
              <a:avLst/>
              <a:gdLst/>
              <a:ahLst/>
              <a:cxnLst/>
              <a:rect l="l" t="t" r="r" b="b"/>
              <a:pathLst>
                <a:path w="386079" h="307975">
                  <a:moveTo>
                    <a:pt x="0" y="307845"/>
                  </a:moveTo>
                  <a:lnTo>
                    <a:pt x="193545" y="307845"/>
                  </a:lnTo>
                  <a:lnTo>
                    <a:pt x="193545" y="0"/>
                  </a:lnTo>
                  <a:lnTo>
                    <a:pt x="0" y="0"/>
                  </a:lnTo>
                  <a:lnTo>
                    <a:pt x="0" y="307845"/>
                  </a:lnTo>
                  <a:close/>
                </a:path>
                <a:path w="386079" h="307975">
                  <a:moveTo>
                    <a:pt x="193548" y="307845"/>
                  </a:moveTo>
                  <a:lnTo>
                    <a:pt x="385570" y="307845"/>
                  </a:lnTo>
                  <a:lnTo>
                    <a:pt x="385570" y="0"/>
                  </a:lnTo>
                  <a:lnTo>
                    <a:pt x="193548" y="0"/>
                  </a:lnTo>
                  <a:lnTo>
                    <a:pt x="193548" y="307845"/>
                  </a:lnTo>
                  <a:close/>
                </a:path>
              </a:pathLst>
            </a:custGeom>
            <a:ln w="9525">
              <a:solidFill>
                <a:srgbClr val="000000"/>
              </a:solidFill>
            </a:ln>
          </p:spPr>
          <p:txBody>
            <a:bodyPr wrap="square" lIns="0" tIns="0" rIns="0" bIns="0" rtlCol="0"/>
            <a:lstStyle/>
            <a:p>
              <a:endParaRPr sz="2000"/>
            </a:p>
          </p:txBody>
        </p:sp>
      </p:grpSp>
      <p:sp>
        <p:nvSpPr>
          <p:cNvPr id="131" name="object 23">
            <a:extLst>
              <a:ext uri="{FF2B5EF4-FFF2-40B4-BE49-F238E27FC236}">
                <a16:creationId xmlns:a16="http://schemas.microsoft.com/office/drawing/2014/main" id="{D1A1F308-AF18-4C50-825B-04689D4DCE78}"/>
              </a:ext>
            </a:extLst>
          </p:cNvPr>
          <p:cNvSpPr/>
          <p:nvPr/>
        </p:nvSpPr>
        <p:spPr>
          <a:xfrm>
            <a:off x="5625535" y="3254869"/>
            <a:ext cx="167076" cy="177236"/>
          </a:xfrm>
          <a:prstGeom prst="rect">
            <a:avLst/>
          </a:prstGeom>
          <a:blipFill>
            <a:blip r:embed="rId6" cstate="print"/>
            <a:stretch>
              <a:fillRect/>
            </a:stretch>
          </a:blipFill>
        </p:spPr>
        <p:txBody>
          <a:bodyPr wrap="square" lIns="0" tIns="0" rIns="0" bIns="0" rtlCol="0"/>
          <a:lstStyle/>
          <a:p>
            <a:endParaRPr sz="2000"/>
          </a:p>
        </p:txBody>
      </p:sp>
      <p:grpSp>
        <p:nvGrpSpPr>
          <p:cNvPr id="132" name="object 24">
            <a:extLst>
              <a:ext uri="{FF2B5EF4-FFF2-40B4-BE49-F238E27FC236}">
                <a16:creationId xmlns:a16="http://schemas.microsoft.com/office/drawing/2014/main" id="{1557AE81-D355-4C59-B415-4D77CD61895E}"/>
              </a:ext>
            </a:extLst>
          </p:cNvPr>
          <p:cNvGrpSpPr/>
          <p:nvPr/>
        </p:nvGrpSpPr>
        <p:grpSpPr>
          <a:xfrm>
            <a:off x="375709" y="1855681"/>
            <a:ext cx="837494" cy="1428044"/>
            <a:chOff x="338137" y="1670113"/>
            <a:chExt cx="753745" cy="1285240"/>
          </a:xfrm>
        </p:grpSpPr>
        <p:sp>
          <p:nvSpPr>
            <p:cNvPr id="133" name="object 25">
              <a:extLst>
                <a:ext uri="{FF2B5EF4-FFF2-40B4-BE49-F238E27FC236}">
                  <a16:creationId xmlns:a16="http://schemas.microsoft.com/office/drawing/2014/main" id="{F3B5BA0F-DA36-4623-89FA-279188EECD23}"/>
                </a:ext>
              </a:extLst>
            </p:cNvPr>
            <p:cNvSpPr/>
            <p:nvPr/>
          </p:nvSpPr>
          <p:spPr>
            <a:xfrm>
              <a:off x="342900" y="1674875"/>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34" name="object 26">
              <a:extLst>
                <a:ext uri="{FF2B5EF4-FFF2-40B4-BE49-F238E27FC236}">
                  <a16:creationId xmlns:a16="http://schemas.microsoft.com/office/drawing/2014/main" id="{6C76718B-DB79-465D-8427-DF056BB36C9B}"/>
                </a:ext>
              </a:extLst>
            </p:cNvPr>
            <p:cNvSpPr/>
            <p:nvPr/>
          </p:nvSpPr>
          <p:spPr>
            <a:xfrm>
              <a:off x="342900" y="1674875"/>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35" name="object 27">
              <a:extLst>
                <a:ext uri="{FF2B5EF4-FFF2-40B4-BE49-F238E27FC236}">
                  <a16:creationId xmlns:a16="http://schemas.microsoft.com/office/drawing/2014/main" id="{8037A4D4-AEA7-4C3D-B653-880E9CB34E39}"/>
                </a:ext>
              </a:extLst>
            </p:cNvPr>
            <p:cNvSpPr/>
            <p:nvPr/>
          </p:nvSpPr>
          <p:spPr>
            <a:xfrm>
              <a:off x="625092" y="1826005"/>
              <a:ext cx="161037" cy="121412"/>
            </a:xfrm>
            <a:prstGeom prst="rect">
              <a:avLst/>
            </a:prstGeom>
            <a:blipFill>
              <a:blip r:embed="rId7" cstate="print"/>
              <a:stretch>
                <a:fillRect/>
              </a:stretch>
            </a:blipFill>
          </p:spPr>
          <p:txBody>
            <a:bodyPr wrap="square" lIns="0" tIns="0" rIns="0" bIns="0" rtlCol="0"/>
            <a:lstStyle/>
            <a:p>
              <a:endParaRPr sz="2000"/>
            </a:p>
          </p:txBody>
        </p:sp>
        <p:sp>
          <p:nvSpPr>
            <p:cNvPr id="136" name="object 28">
              <a:extLst>
                <a:ext uri="{FF2B5EF4-FFF2-40B4-BE49-F238E27FC236}">
                  <a16:creationId xmlns:a16="http://schemas.microsoft.com/office/drawing/2014/main" id="{7AB83E2C-2024-46FF-B990-EAA3CE81AA7E}"/>
                </a:ext>
              </a:extLst>
            </p:cNvPr>
            <p:cNvSpPr/>
            <p:nvPr/>
          </p:nvSpPr>
          <p:spPr>
            <a:xfrm>
              <a:off x="342900" y="1950719"/>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37" name="object 29">
              <a:extLst>
                <a:ext uri="{FF2B5EF4-FFF2-40B4-BE49-F238E27FC236}">
                  <a16:creationId xmlns:a16="http://schemas.microsoft.com/office/drawing/2014/main" id="{26F3C926-5ECD-4A57-B46A-A66330A94EF0}"/>
                </a:ext>
              </a:extLst>
            </p:cNvPr>
            <p:cNvSpPr/>
            <p:nvPr/>
          </p:nvSpPr>
          <p:spPr>
            <a:xfrm>
              <a:off x="342900" y="1950719"/>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38" name="object 30">
              <a:extLst>
                <a:ext uri="{FF2B5EF4-FFF2-40B4-BE49-F238E27FC236}">
                  <a16:creationId xmlns:a16="http://schemas.microsoft.com/office/drawing/2014/main" id="{EA686C01-4149-448A-844C-343507DBF2F6}"/>
                </a:ext>
              </a:extLst>
            </p:cNvPr>
            <p:cNvSpPr/>
            <p:nvPr/>
          </p:nvSpPr>
          <p:spPr>
            <a:xfrm>
              <a:off x="625092" y="2101849"/>
              <a:ext cx="161037" cy="121412"/>
            </a:xfrm>
            <a:prstGeom prst="rect">
              <a:avLst/>
            </a:prstGeom>
            <a:blipFill>
              <a:blip r:embed="rId7" cstate="print"/>
              <a:stretch>
                <a:fillRect/>
              </a:stretch>
            </a:blipFill>
          </p:spPr>
          <p:txBody>
            <a:bodyPr wrap="square" lIns="0" tIns="0" rIns="0" bIns="0" rtlCol="0"/>
            <a:lstStyle/>
            <a:p>
              <a:endParaRPr sz="2000"/>
            </a:p>
          </p:txBody>
        </p:sp>
        <p:sp>
          <p:nvSpPr>
            <p:cNvPr id="139" name="object 31">
              <a:extLst>
                <a:ext uri="{FF2B5EF4-FFF2-40B4-BE49-F238E27FC236}">
                  <a16:creationId xmlns:a16="http://schemas.microsoft.com/office/drawing/2014/main" id="{A562E968-F704-4D28-B6A1-F9EF56C14739}"/>
                </a:ext>
              </a:extLst>
            </p:cNvPr>
            <p:cNvSpPr/>
            <p:nvPr/>
          </p:nvSpPr>
          <p:spPr>
            <a:xfrm>
              <a:off x="342900" y="2232659"/>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40" name="object 32">
              <a:extLst>
                <a:ext uri="{FF2B5EF4-FFF2-40B4-BE49-F238E27FC236}">
                  <a16:creationId xmlns:a16="http://schemas.microsoft.com/office/drawing/2014/main" id="{B9E44231-75C6-4267-885A-42DFECF701D2}"/>
                </a:ext>
              </a:extLst>
            </p:cNvPr>
            <p:cNvSpPr/>
            <p:nvPr/>
          </p:nvSpPr>
          <p:spPr>
            <a:xfrm>
              <a:off x="342900" y="2232659"/>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sp>
          <p:nvSpPr>
            <p:cNvPr id="141" name="object 33">
              <a:extLst>
                <a:ext uri="{FF2B5EF4-FFF2-40B4-BE49-F238E27FC236}">
                  <a16:creationId xmlns:a16="http://schemas.microsoft.com/office/drawing/2014/main" id="{50C9D465-9EA8-4F52-BDCB-7F0628FEEE6D}"/>
                </a:ext>
              </a:extLst>
            </p:cNvPr>
            <p:cNvSpPr/>
            <p:nvPr/>
          </p:nvSpPr>
          <p:spPr>
            <a:xfrm>
              <a:off x="625092" y="2385313"/>
              <a:ext cx="161037" cy="121412"/>
            </a:xfrm>
            <a:prstGeom prst="rect">
              <a:avLst/>
            </a:prstGeom>
            <a:blipFill>
              <a:blip r:embed="rId8" cstate="print"/>
              <a:stretch>
                <a:fillRect/>
              </a:stretch>
            </a:blipFill>
          </p:spPr>
          <p:txBody>
            <a:bodyPr wrap="square" lIns="0" tIns="0" rIns="0" bIns="0" rtlCol="0"/>
            <a:lstStyle/>
            <a:p>
              <a:endParaRPr sz="2000"/>
            </a:p>
          </p:txBody>
        </p:sp>
        <p:sp>
          <p:nvSpPr>
            <p:cNvPr id="142" name="object 34">
              <a:extLst>
                <a:ext uri="{FF2B5EF4-FFF2-40B4-BE49-F238E27FC236}">
                  <a16:creationId xmlns:a16="http://schemas.microsoft.com/office/drawing/2014/main" id="{8662435E-F7F1-4231-8625-83F97CA4B51C}"/>
                </a:ext>
              </a:extLst>
            </p:cNvPr>
            <p:cNvSpPr/>
            <p:nvPr/>
          </p:nvSpPr>
          <p:spPr>
            <a:xfrm>
              <a:off x="342900" y="2510027"/>
              <a:ext cx="744220" cy="146685"/>
            </a:xfrm>
            <a:custGeom>
              <a:avLst/>
              <a:gdLst/>
              <a:ahLst/>
              <a:cxnLst/>
              <a:rect l="l" t="t" r="r" b="b"/>
              <a:pathLst>
                <a:path w="744219" h="146685">
                  <a:moveTo>
                    <a:pt x="371857" y="0"/>
                  </a:moveTo>
                  <a:lnTo>
                    <a:pt x="296914" y="1486"/>
                  </a:lnTo>
                  <a:lnTo>
                    <a:pt x="227112" y="5750"/>
                  </a:lnTo>
                  <a:lnTo>
                    <a:pt x="163947" y="12497"/>
                  </a:lnTo>
                  <a:lnTo>
                    <a:pt x="108913" y="21431"/>
                  </a:lnTo>
                  <a:lnTo>
                    <a:pt x="63506" y="32258"/>
                  </a:lnTo>
                  <a:lnTo>
                    <a:pt x="7554" y="58413"/>
                  </a:lnTo>
                  <a:lnTo>
                    <a:pt x="0" y="73152"/>
                  </a:lnTo>
                  <a:lnTo>
                    <a:pt x="7554" y="87890"/>
                  </a:lnTo>
                  <a:lnTo>
                    <a:pt x="63506" y="114045"/>
                  </a:lnTo>
                  <a:lnTo>
                    <a:pt x="108913" y="124872"/>
                  </a:lnTo>
                  <a:lnTo>
                    <a:pt x="163947" y="133806"/>
                  </a:lnTo>
                  <a:lnTo>
                    <a:pt x="227112" y="140553"/>
                  </a:lnTo>
                  <a:lnTo>
                    <a:pt x="296914" y="144817"/>
                  </a:lnTo>
                  <a:lnTo>
                    <a:pt x="371857" y="146304"/>
                  </a:lnTo>
                  <a:lnTo>
                    <a:pt x="446800" y="144817"/>
                  </a:lnTo>
                  <a:lnTo>
                    <a:pt x="516601" y="140553"/>
                  </a:lnTo>
                  <a:lnTo>
                    <a:pt x="579767" y="133806"/>
                  </a:lnTo>
                  <a:lnTo>
                    <a:pt x="634800" y="124872"/>
                  </a:lnTo>
                  <a:lnTo>
                    <a:pt x="680207" y="114045"/>
                  </a:lnTo>
                  <a:lnTo>
                    <a:pt x="736159" y="87890"/>
                  </a:lnTo>
                  <a:lnTo>
                    <a:pt x="743714" y="73152"/>
                  </a:lnTo>
                  <a:lnTo>
                    <a:pt x="736159" y="58413"/>
                  </a:lnTo>
                  <a:lnTo>
                    <a:pt x="680207" y="32258"/>
                  </a:lnTo>
                  <a:lnTo>
                    <a:pt x="634800" y="21431"/>
                  </a:lnTo>
                  <a:lnTo>
                    <a:pt x="579767" y="12497"/>
                  </a:lnTo>
                  <a:lnTo>
                    <a:pt x="516601" y="5750"/>
                  </a:lnTo>
                  <a:lnTo>
                    <a:pt x="446800" y="1486"/>
                  </a:lnTo>
                  <a:lnTo>
                    <a:pt x="371857" y="0"/>
                  </a:lnTo>
                  <a:close/>
                </a:path>
              </a:pathLst>
            </a:custGeom>
            <a:solidFill>
              <a:srgbClr val="FFFD96"/>
            </a:solidFill>
          </p:spPr>
          <p:txBody>
            <a:bodyPr wrap="square" lIns="0" tIns="0" rIns="0" bIns="0" rtlCol="0"/>
            <a:lstStyle/>
            <a:p>
              <a:endParaRPr sz="2000"/>
            </a:p>
          </p:txBody>
        </p:sp>
        <p:sp>
          <p:nvSpPr>
            <p:cNvPr id="143" name="object 35">
              <a:extLst>
                <a:ext uri="{FF2B5EF4-FFF2-40B4-BE49-F238E27FC236}">
                  <a16:creationId xmlns:a16="http://schemas.microsoft.com/office/drawing/2014/main" id="{C5DED569-0710-48B0-9311-3340204391B3}"/>
                </a:ext>
              </a:extLst>
            </p:cNvPr>
            <p:cNvSpPr/>
            <p:nvPr/>
          </p:nvSpPr>
          <p:spPr>
            <a:xfrm>
              <a:off x="342900" y="2510027"/>
              <a:ext cx="744220" cy="146685"/>
            </a:xfrm>
            <a:custGeom>
              <a:avLst/>
              <a:gdLst/>
              <a:ahLst/>
              <a:cxnLst/>
              <a:rect l="l" t="t" r="r" b="b"/>
              <a:pathLst>
                <a:path w="744219" h="146685">
                  <a:moveTo>
                    <a:pt x="371857" y="0"/>
                  </a:moveTo>
                  <a:lnTo>
                    <a:pt x="446800" y="1486"/>
                  </a:lnTo>
                  <a:lnTo>
                    <a:pt x="516601" y="5750"/>
                  </a:lnTo>
                  <a:lnTo>
                    <a:pt x="579767" y="12497"/>
                  </a:lnTo>
                  <a:lnTo>
                    <a:pt x="634800" y="21431"/>
                  </a:lnTo>
                  <a:lnTo>
                    <a:pt x="680207" y="32258"/>
                  </a:lnTo>
                  <a:lnTo>
                    <a:pt x="736159" y="58413"/>
                  </a:lnTo>
                  <a:lnTo>
                    <a:pt x="743714" y="73152"/>
                  </a:lnTo>
                  <a:lnTo>
                    <a:pt x="736159" y="87890"/>
                  </a:lnTo>
                  <a:lnTo>
                    <a:pt x="680207" y="114045"/>
                  </a:lnTo>
                  <a:lnTo>
                    <a:pt x="634800" y="124872"/>
                  </a:lnTo>
                  <a:lnTo>
                    <a:pt x="579767" y="133806"/>
                  </a:lnTo>
                  <a:lnTo>
                    <a:pt x="516601" y="140553"/>
                  </a:lnTo>
                  <a:lnTo>
                    <a:pt x="446800" y="144817"/>
                  </a:lnTo>
                  <a:lnTo>
                    <a:pt x="371857" y="146304"/>
                  </a:lnTo>
                  <a:lnTo>
                    <a:pt x="296914" y="144817"/>
                  </a:lnTo>
                  <a:lnTo>
                    <a:pt x="227112" y="140553"/>
                  </a:lnTo>
                  <a:lnTo>
                    <a:pt x="163947" y="133806"/>
                  </a:lnTo>
                  <a:lnTo>
                    <a:pt x="108913" y="124872"/>
                  </a:lnTo>
                  <a:lnTo>
                    <a:pt x="63506" y="114045"/>
                  </a:lnTo>
                  <a:lnTo>
                    <a:pt x="7554" y="87890"/>
                  </a:lnTo>
                  <a:lnTo>
                    <a:pt x="0" y="73152"/>
                  </a:lnTo>
                  <a:lnTo>
                    <a:pt x="7554" y="58413"/>
                  </a:lnTo>
                  <a:lnTo>
                    <a:pt x="63506" y="32258"/>
                  </a:lnTo>
                  <a:lnTo>
                    <a:pt x="108913" y="21431"/>
                  </a:lnTo>
                  <a:lnTo>
                    <a:pt x="163947" y="12497"/>
                  </a:lnTo>
                  <a:lnTo>
                    <a:pt x="227112" y="5750"/>
                  </a:lnTo>
                  <a:lnTo>
                    <a:pt x="296914" y="1486"/>
                  </a:lnTo>
                  <a:lnTo>
                    <a:pt x="371857" y="0"/>
                  </a:lnTo>
                  <a:close/>
                </a:path>
              </a:pathLst>
            </a:custGeom>
            <a:ln w="9525">
              <a:solidFill>
                <a:srgbClr val="000000"/>
              </a:solidFill>
            </a:ln>
          </p:spPr>
          <p:txBody>
            <a:bodyPr wrap="square" lIns="0" tIns="0" rIns="0" bIns="0" rtlCol="0"/>
            <a:lstStyle/>
            <a:p>
              <a:endParaRPr sz="2000"/>
            </a:p>
          </p:txBody>
        </p:sp>
        <p:sp>
          <p:nvSpPr>
            <p:cNvPr id="144" name="object 36">
              <a:extLst>
                <a:ext uri="{FF2B5EF4-FFF2-40B4-BE49-F238E27FC236}">
                  <a16:creationId xmlns:a16="http://schemas.microsoft.com/office/drawing/2014/main" id="{8951BE1F-8870-4CCC-B8B3-7F2B492D36A5}"/>
                </a:ext>
              </a:extLst>
            </p:cNvPr>
            <p:cNvSpPr/>
            <p:nvPr/>
          </p:nvSpPr>
          <p:spPr>
            <a:xfrm>
              <a:off x="625092" y="2661157"/>
              <a:ext cx="161037" cy="121412"/>
            </a:xfrm>
            <a:prstGeom prst="rect">
              <a:avLst/>
            </a:prstGeom>
            <a:blipFill>
              <a:blip r:embed="rId8" cstate="print"/>
              <a:stretch>
                <a:fillRect/>
              </a:stretch>
            </a:blipFill>
          </p:spPr>
          <p:txBody>
            <a:bodyPr wrap="square" lIns="0" tIns="0" rIns="0" bIns="0" rtlCol="0"/>
            <a:lstStyle/>
            <a:p>
              <a:endParaRPr sz="2000"/>
            </a:p>
          </p:txBody>
        </p:sp>
        <p:sp>
          <p:nvSpPr>
            <p:cNvPr id="145" name="object 37">
              <a:extLst>
                <a:ext uri="{FF2B5EF4-FFF2-40B4-BE49-F238E27FC236}">
                  <a16:creationId xmlns:a16="http://schemas.microsoft.com/office/drawing/2014/main" id="{07FDBEDE-72DE-4058-B453-6B2F53E460FA}"/>
                </a:ext>
              </a:extLst>
            </p:cNvPr>
            <p:cNvSpPr/>
            <p:nvPr/>
          </p:nvSpPr>
          <p:spPr>
            <a:xfrm>
              <a:off x="342900" y="2802635"/>
              <a:ext cx="744220" cy="147955"/>
            </a:xfrm>
            <a:custGeom>
              <a:avLst/>
              <a:gdLst/>
              <a:ahLst/>
              <a:cxnLst/>
              <a:rect l="l" t="t" r="r" b="b"/>
              <a:pathLst>
                <a:path w="744219" h="147955">
                  <a:moveTo>
                    <a:pt x="371857" y="0"/>
                  </a:moveTo>
                  <a:lnTo>
                    <a:pt x="296914" y="1503"/>
                  </a:lnTo>
                  <a:lnTo>
                    <a:pt x="227112" y="5816"/>
                  </a:lnTo>
                  <a:lnTo>
                    <a:pt x="163947" y="12637"/>
                  </a:lnTo>
                  <a:lnTo>
                    <a:pt x="108913" y="21669"/>
                  </a:lnTo>
                  <a:lnTo>
                    <a:pt x="63506" y="32611"/>
                  </a:lnTo>
                  <a:lnTo>
                    <a:pt x="7554" y="59033"/>
                  </a:lnTo>
                  <a:lnTo>
                    <a:pt x="0" y="73914"/>
                  </a:lnTo>
                  <a:lnTo>
                    <a:pt x="7554" y="88794"/>
                  </a:lnTo>
                  <a:lnTo>
                    <a:pt x="63506" y="115216"/>
                  </a:lnTo>
                  <a:lnTo>
                    <a:pt x="108913" y="126158"/>
                  </a:lnTo>
                  <a:lnTo>
                    <a:pt x="163947" y="135190"/>
                  </a:lnTo>
                  <a:lnTo>
                    <a:pt x="227112" y="142011"/>
                  </a:lnTo>
                  <a:lnTo>
                    <a:pt x="296914" y="146324"/>
                  </a:lnTo>
                  <a:lnTo>
                    <a:pt x="371857" y="147828"/>
                  </a:lnTo>
                  <a:lnTo>
                    <a:pt x="446800" y="146324"/>
                  </a:lnTo>
                  <a:lnTo>
                    <a:pt x="516601" y="142011"/>
                  </a:lnTo>
                  <a:lnTo>
                    <a:pt x="579767" y="135190"/>
                  </a:lnTo>
                  <a:lnTo>
                    <a:pt x="634800" y="126158"/>
                  </a:lnTo>
                  <a:lnTo>
                    <a:pt x="680207" y="115216"/>
                  </a:lnTo>
                  <a:lnTo>
                    <a:pt x="736159" y="88794"/>
                  </a:lnTo>
                  <a:lnTo>
                    <a:pt x="743714" y="73914"/>
                  </a:lnTo>
                  <a:lnTo>
                    <a:pt x="736159" y="59033"/>
                  </a:lnTo>
                  <a:lnTo>
                    <a:pt x="680207" y="32611"/>
                  </a:lnTo>
                  <a:lnTo>
                    <a:pt x="634800" y="21669"/>
                  </a:lnTo>
                  <a:lnTo>
                    <a:pt x="579767" y="12637"/>
                  </a:lnTo>
                  <a:lnTo>
                    <a:pt x="516601" y="5816"/>
                  </a:lnTo>
                  <a:lnTo>
                    <a:pt x="446800" y="1503"/>
                  </a:lnTo>
                  <a:lnTo>
                    <a:pt x="371857" y="0"/>
                  </a:lnTo>
                  <a:close/>
                </a:path>
              </a:pathLst>
            </a:custGeom>
            <a:solidFill>
              <a:srgbClr val="FFFD96"/>
            </a:solidFill>
          </p:spPr>
          <p:txBody>
            <a:bodyPr wrap="square" lIns="0" tIns="0" rIns="0" bIns="0" rtlCol="0"/>
            <a:lstStyle/>
            <a:p>
              <a:endParaRPr sz="2000"/>
            </a:p>
          </p:txBody>
        </p:sp>
        <p:sp>
          <p:nvSpPr>
            <p:cNvPr id="146" name="object 38">
              <a:extLst>
                <a:ext uri="{FF2B5EF4-FFF2-40B4-BE49-F238E27FC236}">
                  <a16:creationId xmlns:a16="http://schemas.microsoft.com/office/drawing/2014/main" id="{F74AE27A-2BC0-4E02-AB10-A9D38470E72F}"/>
                </a:ext>
              </a:extLst>
            </p:cNvPr>
            <p:cNvSpPr/>
            <p:nvPr/>
          </p:nvSpPr>
          <p:spPr>
            <a:xfrm>
              <a:off x="342900" y="2802635"/>
              <a:ext cx="744220" cy="147955"/>
            </a:xfrm>
            <a:custGeom>
              <a:avLst/>
              <a:gdLst/>
              <a:ahLst/>
              <a:cxnLst/>
              <a:rect l="l" t="t" r="r" b="b"/>
              <a:pathLst>
                <a:path w="744219" h="147955">
                  <a:moveTo>
                    <a:pt x="371857" y="0"/>
                  </a:moveTo>
                  <a:lnTo>
                    <a:pt x="446800" y="1503"/>
                  </a:lnTo>
                  <a:lnTo>
                    <a:pt x="516601" y="5816"/>
                  </a:lnTo>
                  <a:lnTo>
                    <a:pt x="579767" y="12637"/>
                  </a:lnTo>
                  <a:lnTo>
                    <a:pt x="634800" y="21669"/>
                  </a:lnTo>
                  <a:lnTo>
                    <a:pt x="680207" y="32611"/>
                  </a:lnTo>
                  <a:lnTo>
                    <a:pt x="736159" y="59033"/>
                  </a:lnTo>
                  <a:lnTo>
                    <a:pt x="743714" y="73914"/>
                  </a:lnTo>
                  <a:lnTo>
                    <a:pt x="736159" y="88794"/>
                  </a:lnTo>
                  <a:lnTo>
                    <a:pt x="680207" y="115216"/>
                  </a:lnTo>
                  <a:lnTo>
                    <a:pt x="634800" y="126158"/>
                  </a:lnTo>
                  <a:lnTo>
                    <a:pt x="579767" y="135190"/>
                  </a:lnTo>
                  <a:lnTo>
                    <a:pt x="516601" y="142011"/>
                  </a:lnTo>
                  <a:lnTo>
                    <a:pt x="446800" y="146324"/>
                  </a:lnTo>
                  <a:lnTo>
                    <a:pt x="371857" y="147828"/>
                  </a:lnTo>
                  <a:lnTo>
                    <a:pt x="296914" y="146324"/>
                  </a:lnTo>
                  <a:lnTo>
                    <a:pt x="227112" y="142011"/>
                  </a:lnTo>
                  <a:lnTo>
                    <a:pt x="163947" y="135190"/>
                  </a:lnTo>
                  <a:lnTo>
                    <a:pt x="108913" y="126158"/>
                  </a:lnTo>
                  <a:lnTo>
                    <a:pt x="63506" y="115216"/>
                  </a:lnTo>
                  <a:lnTo>
                    <a:pt x="7554" y="88794"/>
                  </a:lnTo>
                  <a:lnTo>
                    <a:pt x="0" y="73914"/>
                  </a:lnTo>
                  <a:lnTo>
                    <a:pt x="7554" y="59033"/>
                  </a:lnTo>
                  <a:lnTo>
                    <a:pt x="63506" y="32611"/>
                  </a:lnTo>
                  <a:lnTo>
                    <a:pt x="108913" y="21669"/>
                  </a:lnTo>
                  <a:lnTo>
                    <a:pt x="163947" y="12637"/>
                  </a:lnTo>
                  <a:lnTo>
                    <a:pt x="227112" y="5816"/>
                  </a:lnTo>
                  <a:lnTo>
                    <a:pt x="296914" y="1503"/>
                  </a:lnTo>
                  <a:lnTo>
                    <a:pt x="371857" y="0"/>
                  </a:lnTo>
                  <a:close/>
                </a:path>
              </a:pathLst>
            </a:custGeom>
            <a:ln w="9525">
              <a:solidFill>
                <a:srgbClr val="000000"/>
              </a:solidFill>
            </a:ln>
          </p:spPr>
          <p:txBody>
            <a:bodyPr wrap="square" lIns="0" tIns="0" rIns="0" bIns="0" rtlCol="0"/>
            <a:lstStyle/>
            <a:p>
              <a:endParaRPr sz="2000"/>
            </a:p>
          </p:txBody>
        </p:sp>
      </p:grpSp>
      <p:sp>
        <p:nvSpPr>
          <p:cNvPr id="147" name="object 39">
            <a:extLst>
              <a:ext uri="{FF2B5EF4-FFF2-40B4-BE49-F238E27FC236}">
                <a16:creationId xmlns:a16="http://schemas.microsoft.com/office/drawing/2014/main" id="{0AB2D629-84A3-4242-8EA3-108D6D391769}"/>
              </a:ext>
            </a:extLst>
          </p:cNvPr>
          <p:cNvSpPr/>
          <p:nvPr/>
        </p:nvSpPr>
        <p:spPr>
          <a:xfrm>
            <a:off x="694547" y="3283654"/>
            <a:ext cx="178930" cy="133209"/>
          </a:xfrm>
          <a:prstGeom prst="rect">
            <a:avLst/>
          </a:prstGeom>
          <a:blipFill>
            <a:blip r:embed="rId9" cstate="print"/>
            <a:stretch>
              <a:fillRect/>
            </a:stretch>
          </a:blipFill>
        </p:spPr>
        <p:txBody>
          <a:bodyPr wrap="square" lIns="0" tIns="0" rIns="0" bIns="0" rtlCol="0"/>
          <a:lstStyle/>
          <a:p>
            <a:endParaRPr sz="2000"/>
          </a:p>
        </p:txBody>
      </p:sp>
      <p:sp>
        <p:nvSpPr>
          <p:cNvPr id="148" name="object 40">
            <a:extLst>
              <a:ext uri="{FF2B5EF4-FFF2-40B4-BE49-F238E27FC236}">
                <a16:creationId xmlns:a16="http://schemas.microsoft.com/office/drawing/2014/main" id="{67394D93-FEE6-4556-98A5-FF2A9F3C27AA}"/>
              </a:ext>
            </a:extLst>
          </p:cNvPr>
          <p:cNvSpPr/>
          <p:nvPr/>
        </p:nvSpPr>
        <p:spPr>
          <a:xfrm>
            <a:off x="2578100" y="3741419"/>
            <a:ext cx="6243461" cy="362656"/>
          </a:xfrm>
          <a:custGeom>
            <a:avLst/>
            <a:gdLst/>
            <a:ahLst/>
            <a:cxnLst/>
            <a:rect l="l" t="t" r="r" b="b"/>
            <a:pathLst>
              <a:path w="5619115" h="326389">
                <a:moveTo>
                  <a:pt x="2673096" y="10668"/>
                </a:moveTo>
                <a:lnTo>
                  <a:pt x="2665792" y="60527"/>
                </a:lnTo>
                <a:lnTo>
                  <a:pt x="2645448" y="103827"/>
                </a:lnTo>
                <a:lnTo>
                  <a:pt x="2614418" y="137970"/>
                </a:lnTo>
                <a:lnTo>
                  <a:pt x="2575056" y="160361"/>
                </a:lnTo>
                <a:lnTo>
                  <a:pt x="2529713" y="168402"/>
                </a:lnTo>
                <a:lnTo>
                  <a:pt x="1479931" y="168402"/>
                </a:lnTo>
                <a:lnTo>
                  <a:pt x="1434587" y="176442"/>
                </a:lnTo>
                <a:lnTo>
                  <a:pt x="1395225" y="198833"/>
                </a:lnTo>
                <a:lnTo>
                  <a:pt x="1364195" y="232976"/>
                </a:lnTo>
                <a:lnTo>
                  <a:pt x="1343852" y="276276"/>
                </a:lnTo>
                <a:lnTo>
                  <a:pt x="1336548" y="326136"/>
                </a:lnTo>
                <a:lnTo>
                  <a:pt x="1329243" y="276276"/>
                </a:lnTo>
                <a:lnTo>
                  <a:pt x="1308900" y="232976"/>
                </a:lnTo>
                <a:lnTo>
                  <a:pt x="1277870" y="198833"/>
                </a:lnTo>
                <a:lnTo>
                  <a:pt x="1238508" y="176442"/>
                </a:lnTo>
                <a:lnTo>
                  <a:pt x="1193165" y="168402"/>
                </a:lnTo>
                <a:lnTo>
                  <a:pt x="143383" y="168402"/>
                </a:lnTo>
                <a:lnTo>
                  <a:pt x="98039" y="160361"/>
                </a:lnTo>
                <a:lnTo>
                  <a:pt x="58677" y="137970"/>
                </a:lnTo>
                <a:lnTo>
                  <a:pt x="27647" y="103827"/>
                </a:lnTo>
                <a:lnTo>
                  <a:pt x="7304" y="60527"/>
                </a:lnTo>
                <a:lnTo>
                  <a:pt x="0" y="10668"/>
                </a:lnTo>
              </a:path>
              <a:path w="5619115" h="326389">
                <a:moveTo>
                  <a:pt x="5618988" y="0"/>
                </a:moveTo>
                <a:lnTo>
                  <a:pt x="5611684" y="49859"/>
                </a:lnTo>
                <a:lnTo>
                  <a:pt x="5591340" y="93159"/>
                </a:lnTo>
                <a:lnTo>
                  <a:pt x="5560311" y="127302"/>
                </a:lnTo>
                <a:lnTo>
                  <a:pt x="5520948" y="149693"/>
                </a:lnTo>
                <a:lnTo>
                  <a:pt x="5475605" y="157734"/>
                </a:lnTo>
                <a:lnTo>
                  <a:pt x="4438777" y="157734"/>
                </a:lnTo>
                <a:lnTo>
                  <a:pt x="4393434" y="165774"/>
                </a:lnTo>
                <a:lnTo>
                  <a:pt x="4354071" y="188165"/>
                </a:lnTo>
                <a:lnTo>
                  <a:pt x="4323041" y="222308"/>
                </a:lnTo>
                <a:lnTo>
                  <a:pt x="4302698" y="265608"/>
                </a:lnTo>
                <a:lnTo>
                  <a:pt x="4295394" y="315468"/>
                </a:lnTo>
                <a:lnTo>
                  <a:pt x="4288090" y="265608"/>
                </a:lnTo>
                <a:lnTo>
                  <a:pt x="4267746" y="222308"/>
                </a:lnTo>
                <a:lnTo>
                  <a:pt x="4236717" y="188165"/>
                </a:lnTo>
                <a:lnTo>
                  <a:pt x="4197354" y="165774"/>
                </a:lnTo>
                <a:lnTo>
                  <a:pt x="4152011" y="157734"/>
                </a:lnTo>
                <a:lnTo>
                  <a:pt x="3115183" y="157734"/>
                </a:lnTo>
                <a:lnTo>
                  <a:pt x="3069839" y="149693"/>
                </a:lnTo>
                <a:lnTo>
                  <a:pt x="3030477" y="127302"/>
                </a:lnTo>
                <a:lnTo>
                  <a:pt x="2999447" y="93159"/>
                </a:lnTo>
                <a:lnTo>
                  <a:pt x="2979104" y="49859"/>
                </a:lnTo>
                <a:lnTo>
                  <a:pt x="2971800" y="0"/>
                </a:lnTo>
              </a:path>
              <a:path w="5619115" h="326389">
                <a:moveTo>
                  <a:pt x="2930652" y="4572"/>
                </a:moveTo>
                <a:lnTo>
                  <a:pt x="2926371" y="65692"/>
                </a:lnTo>
                <a:lnTo>
                  <a:pt x="2914697" y="115585"/>
                </a:lnTo>
                <a:lnTo>
                  <a:pt x="2897380" y="149215"/>
                </a:lnTo>
                <a:lnTo>
                  <a:pt x="2876169" y="161544"/>
                </a:lnTo>
                <a:lnTo>
                  <a:pt x="2854958" y="173872"/>
                </a:lnTo>
                <a:lnTo>
                  <a:pt x="2837640" y="207502"/>
                </a:lnTo>
                <a:lnTo>
                  <a:pt x="2825966" y="257395"/>
                </a:lnTo>
                <a:lnTo>
                  <a:pt x="2821686" y="318516"/>
                </a:lnTo>
                <a:lnTo>
                  <a:pt x="2817405" y="257395"/>
                </a:lnTo>
                <a:lnTo>
                  <a:pt x="2805731" y="207502"/>
                </a:lnTo>
                <a:lnTo>
                  <a:pt x="2788414" y="173872"/>
                </a:lnTo>
                <a:lnTo>
                  <a:pt x="2767203" y="161544"/>
                </a:lnTo>
                <a:lnTo>
                  <a:pt x="2745992" y="149215"/>
                </a:lnTo>
                <a:lnTo>
                  <a:pt x="2728674" y="115585"/>
                </a:lnTo>
                <a:lnTo>
                  <a:pt x="2717000" y="65692"/>
                </a:lnTo>
                <a:lnTo>
                  <a:pt x="2712720" y="4572"/>
                </a:lnTo>
              </a:path>
            </a:pathLst>
          </a:custGeom>
          <a:ln w="28575">
            <a:solidFill>
              <a:srgbClr val="000000"/>
            </a:solidFill>
          </a:ln>
        </p:spPr>
        <p:txBody>
          <a:bodyPr wrap="square" lIns="0" tIns="0" rIns="0" bIns="0" rtlCol="0"/>
          <a:lstStyle/>
          <a:p>
            <a:endParaRPr sz="2000"/>
          </a:p>
        </p:txBody>
      </p:sp>
      <p:sp>
        <p:nvSpPr>
          <p:cNvPr id="149" name="object 41">
            <a:extLst>
              <a:ext uri="{FF2B5EF4-FFF2-40B4-BE49-F238E27FC236}">
                <a16:creationId xmlns:a16="http://schemas.microsoft.com/office/drawing/2014/main" id="{4239C868-C0B4-4721-AE1B-B83EEAABA2A0}"/>
              </a:ext>
            </a:extLst>
          </p:cNvPr>
          <p:cNvSpPr txBox="1"/>
          <p:nvPr/>
        </p:nvSpPr>
        <p:spPr>
          <a:xfrm>
            <a:off x="3712915" y="4157981"/>
            <a:ext cx="751417" cy="253673"/>
          </a:xfrm>
          <a:prstGeom prst="rect">
            <a:avLst/>
          </a:prstGeom>
        </p:spPr>
        <p:txBody>
          <a:bodyPr vert="horz" wrap="square" lIns="0" tIns="14111" rIns="0" bIns="0" rtlCol="0">
            <a:spAutoFit/>
          </a:bodyPr>
          <a:lstStyle/>
          <a:p>
            <a:pPr marL="14111">
              <a:spcBef>
                <a:spcPts val="111"/>
              </a:spcBef>
            </a:pPr>
            <a:r>
              <a:rPr sz="1556" spc="-11" dirty="0">
                <a:latin typeface="Arial"/>
                <a:cs typeface="Arial"/>
              </a:rPr>
              <a:t>F</a:t>
            </a:r>
            <a:r>
              <a:rPr sz="1556" dirty="0">
                <a:latin typeface="Arial"/>
                <a:cs typeface="Arial"/>
              </a:rPr>
              <a:t>or</a:t>
            </a:r>
            <a:r>
              <a:rPr sz="1556" spc="-22" dirty="0">
                <a:latin typeface="Arial"/>
                <a:cs typeface="Arial"/>
              </a:rPr>
              <a:t>w</a:t>
            </a:r>
            <a:r>
              <a:rPr sz="1556" dirty="0">
                <a:latin typeface="Arial"/>
                <a:cs typeface="Arial"/>
              </a:rPr>
              <a:t>ard</a:t>
            </a:r>
            <a:endParaRPr sz="1556">
              <a:latin typeface="Arial"/>
              <a:cs typeface="Arial"/>
            </a:endParaRPr>
          </a:p>
        </p:txBody>
      </p:sp>
      <p:sp>
        <p:nvSpPr>
          <p:cNvPr id="150" name="object 42">
            <a:extLst>
              <a:ext uri="{FF2B5EF4-FFF2-40B4-BE49-F238E27FC236}">
                <a16:creationId xmlns:a16="http://schemas.microsoft.com/office/drawing/2014/main" id="{5A763378-BBE5-476F-B0AD-8F6B20393C82}"/>
              </a:ext>
            </a:extLst>
          </p:cNvPr>
          <p:cNvSpPr txBox="1"/>
          <p:nvPr/>
        </p:nvSpPr>
        <p:spPr>
          <a:xfrm>
            <a:off x="6926863" y="4135261"/>
            <a:ext cx="896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Backward</a:t>
            </a:r>
            <a:endParaRPr sz="1556">
              <a:latin typeface="Arial"/>
              <a:cs typeface="Arial"/>
            </a:endParaRPr>
          </a:p>
        </p:txBody>
      </p:sp>
      <p:sp>
        <p:nvSpPr>
          <p:cNvPr id="151" name="object 43">
            <a:extLst>
              <a:ext uri="{FF2B5EF4-FFF2-40B4-BE49-F238E27FC236}">
                <a16:creationId xmlns:a16="http://schemas.microsoft.com/office/drawing/2014/main" id="{13A002FC-B857-41CF-8665-22E2C7F703C2}"/>
              </a:ext>
            </a:extLst>
          </p:cNvPr>
          <p:cNvSpPr txBox="1"/>
          <p:nvPr/>
        </p:nvSpPr>
        <p:spPr>
          <a:xfrm>
            <a:off x="5484425" y="4157981"/>
            <a:ext cx="447322" cy="253673"/>
          </a:xfrm>
          <a:prstGeom prst="rect">
            <a:avLst/>
          </a:prstGeom>
        </p:spPr>
        <p:txBody>
          <a:bodyPr vert="horz" wrap="square" lIns="0" tIns="14111" rIns="0" bIns="0" rtlCol="0">
            <a:spAutoFit/>
          </a:bodyPr>
          <a:lstStyle/>
          <a:p>
            <a:pPr marL="14111">
              <a:spcBef>
                <a:spcPts val="111"/>
              </a:spcBef>
            </a:pPr>
            <a:r>
              <a:rPr sz="1556" dirty="0">
                <a:latin typeface="Arial"/>
                <a:cs typeface="Arial"/>
              </a:rPr>
              <a:t>Loss</a:t>
            </a:r>
            <a:endParaRPr sz="1556">
              <a:latin typeface="Arial"/>
              <a:cs typeface="Arial"/>
            </a:endParaRPr>
          </a:p>
        </p:txBody>
      </p:sp>
      <p:grpSp>
        <p:nvGrpSpPr>
          <p:cNvPr id="152" name="object 44">
            <a:extLst>
              <a:ext uri="{FF2B5EF4-FFF2-40B4-BE49-F238E27FC236}">
                <a16:creationId xmlns:a16="http://schemas.microsoft.com/office/drawing/2014/main" id="{EBA69238-86F2-417C-B8BD-4726387893D6}"/>
              </a:ext>
            </a:extLst>
          </p:cNvPr>
          <p:cNvGrpSpPr/>
          <p:nvPr/>
        </p:nvGrpSpPr>
        <p:grpSpPr>
          <a:xfrm>
            <a:off x="3440642" y="1855683"/>
            <a:ext cx="439561" cy="352778"/>
            <a:chOff x="3096577" y="1670115"/>
            <a:chExt cx="395605" cy="317500"/>
          </a:xfrm>
        </p:grpSpPr>
        <p:sp>
          <p:nvSpPr>
            <p:cNvPr id="153" name="object 45">
              <a:extLst>
                <a:ext uri="{FF2B5EF4-FFF2-40B4-BE49-F238E27FC236}">
                  <a16:creationId xmlns:a16="http://schemas.microsoft.com/office/drawing/2014/main" id="{0F42CD0C-935E-4CF4-82F3-BB1EE5D16527}"/>
                </a:ext>
              </a:extLst>
            </p:cNvPr>
            <p:cNvSpPr/>
            <p:nvPr/>
          </p:nvSpPr>
          <p:spPr>
            <a:xfrm>
              <a:off x="3101339" y="1674878"/>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54" name="object 46">
              <a:extLst>
                <a:ext uri="{FF2B5EF4-FFF2-40B4-BE49-F238E27FC236}">
                  <a16:creationId xmlns:a16="http://schemas.microsoft.com/office/drawing/2014/main" id="{F8F167D5-2A8D-4F37-9474-4C226B68218E}"/>
                </a:ext>
              </a:extLst>
            </p:cNvPr>
            <p:cNvSpPr/>
            <p:nvPr/>
          </p:nvSpPr>
          <p:spPr>
            <a:xfrm>
              <a:off x="3294887" y="1674878"/>
              <a:ext cx="192405" cy="307975"/>
            </a:xfrm>
            <a:custGeom>
              <a:avLst/>
              <a:gdLst/>
              <a:ahLst/>
              <a:cxnLst/>
              <a:rect l="l" t="t" r="r" b="b"/>
              <a:pathLst>
                <a:path w="192404" h="307975">
                  <a:moveTo>
                    <a:pt x="192027" y="0"/>
                  </a:moveTo>
                  <a:lnTo>
                    <a:pt x="0" y="0"/>
                  </a:lnTo>
                  <a:lnTo>
                    <a:pt x="0" y="307845"/>
                  </a:lnTo>
                  <a:lnTo>
                    <a:pt x="192027" y="307845"/>
                  </a:lnTo>
                  <a:lnTo>
                    <a:pt x="192027" y="0"/>
                  </a:lnTo>
                  <a:close/>
                </a:path>
              </a:pathLst>
            </a:custGeom>
            <a:solidFill>
              <a:srgbClr val="C0E4FF"/>
            </a:solidFill>
          </p:spPr>
          <p:txBody>
            <a:bodyPr wrap="square" lIns="0" tIns="0" rIns="0" bIns="0" rtlCol="0"/>
            <a:lstStyle/>
            <a:p>
              <a:endParaRPr sz="2000"/>
            </a:p>
          </p:txBody>
        </p:sp>
        <p:sp>
          <p:nvSpPr>
            <p:cNvPr id="155" name="object 47">
              <a:extLst>
                <a:ext uri="{FF2B5EF4-FFF2-40B4-BE49-F238E27FC236}">
                  <a16:creationId xmlns:a16="http://schemas.microsoft.com/office/drawing/2014/main" id="{CB5C46C5-1FEA-452F-BE60-8D3BEEE65582}"/>
                </a:ext>
              </a:extLst>
            </p:cNvPr>
            <p:cNvSpPr/>
            <p:nvPr/>
          </p:nvSpPr>
          <p:spPr>
            <a:xfrm>
              <a:off x="3294887" y="1674878"/>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56" name="object 48">
            <a:extLst>
              <a:ext uri="{FF2B5EF4-FFF2-40B4-BE49-F238E27FC236}">
                <a16:creationId xmlns:a16="http://schemas.microsoft.com/office/drawing/2014/main" id="{4C5EFE79-3E63-4504-B964-E221ABEDA09F}"/>
              </a:ext>
            </a:extLst>
          </p:cNvPr>
          <p:cNvGrpSpPr/>
          <p:nvPr/>
        </p:nvGrpSpPr>
        <p:grpSpPr>
          <a:xfrm>
            <a:off x="4224655" y="2519464"/>
            <a:ext cx="440972" cy="352778"/>
            <a:chOff x="3802189" y="2267518"/>
            <a:chExt cx="396875" cy="317500"/>
          </a:xfrm>
        </p:grpSpPr>
        <p:sp>
          <p:nvSpPr>
            <p:cNvPr id="157" name="object 49">
              <a:extLst>
                <a:ext uri="{FF2B5EF4-FFF2-40B4-BE49-F238E27FC236}">
                  <a16:creationId xmlns:a16="http://schemas.microsoft.com/office/drawing/2014/main" id="{74E5FB8F-9862-4955-A664-C341B58CC880}"/>
                </a:ext>
              </a:extLst>
            </p:cNvPr>
            <p:cNvSpPr/>
            <p:nvPr/>
          </p:nvSpPr>
          <p:spPr>
            <a:xfrm>
              <a:off x="3806952" y="227228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58" name="object 50">
              <a:extLst>
                <a:ext uri="{FF2B5EF4-FFF2-40B4-BE49-F238E27FC236}">
                  <a16:creationId xmlns:a16="http://schemas.microsoft.com/office/drawing/2014/main" id="{8EF2B896-8EF1-4C2B-8665-485F013FD716}"/>
                </a:ext>
              </a:extLst>
            </p:cNvPr>
            <p:cNvSpPr/>
            <p:nvPr/>
          </p:nvSpPr>
          <p:spPr>
            <a:xfrm>
              <a:off x="4000500" y="2272281"/>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159" name="object 51">
              <a:extLst>
                <a:ext uri="{FF2B5EF4-FFF2-40B4-BE49-F238E27FC236}">
                  <a16:creationId xmlns:a16="http://schemas.microsoft.com/office/drawing/2014/main" id="{D81FA559-DC16-4EF2-8851-341DBC1A152D}"/>
                </a:ext>
              </a:extLst>
            </p:cNvPr>
            <p:cNvSpPr/>
            <p:nvPr/>
          </p:nvSpPr>
          <p:spPr>
            <a:xfrm>
              <a:off x="4000500" y="227228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160" name="object 52">
            <a:extLst>
              <a:ext uri="{FF2B5EF4-FFF2-40B4-BE49-F238E27FC236}">
                <a16:creationId xmlns:a16="http://schemas.microsoft.com/office/drawing/2014/main" id="{8CDBA6F1-2D7B-450C-86D5-C1498DD82D2B}"/>
              </a:ext>
            </a:extLst>
          </p:cNvPr>
          <p:cNvGrpSpPr/>
          <p:nvPr/>
        </p:nvGrpSpPr>
        <p:grpSpPr>
          <a:xfrm>
            <a:off x="5003588" y="3147691"/>
            <a:ext cx="439561" cy="352778"/>
            <a:chOff x="4503229" y="2832922"/>
            <a:chExt cx="395605" cy="317500"/>
          </a:xfrm>
        </p:grpSpPr>
        <p:sp>
          <p:nvSpPr>
            <p:cNvPr id="161" name="object 53">
              <a:extLst>
                <a:ext uri="{FF2B5EF4-FFF2-40B4-BE49-F238E27FC236}">
                  <a16:creationId xmlns:a16="http://schemas.microsoft.com/office/drawing/2014/main" id="{ADFE8762-35D8-477E-A6E9-03238AB6149C}"/>
                </a:ext>
              </a:extLst>
            </p:cNvPr>
            <p:cNvSpPr/>
            <p:nvPr/>
          </p:nvSpPr>
          <p:spPr>
            <a:xfrm>
              <a:off x="4507991" y="2837685"/>
              <a:ext cx="192405" cy="307975"/>
            </a:xfrm>
            <a:custGeom>
              <a:avLst/>
              <a:gdLst/>
              <a:ahLst/>
              <a:cxnLst/>
              <a:rect l="l" t="t" r="r" b="b"/>
              <a:pathLst>
                <a:path w="192404" h="307975">
                  <a:moveTo>
                    <a:pt x="0" y="307850"/>
                  </a:moveTo>
                  <a:lnTo>
                    <a:pt x="192022" y="307850"/>
                  </a:lnTo>
                  <a:lnTo>
                    <a:pt x="192022"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62" name="object 54">
              <a:extLst>
                <a:ext uri="{FF2B5EF4-FFF2-40B4-BE49-F238E27FC236}">
                  <a16:creationId xmlns:a16="http://schemas.microsoft.com/office/drawing/2014/main" id="{CCACF0C9-18E3-41BD-91B1-667E7A310E74}"/>
                </a:ext>
              </a:extLst>
            </p:cNvPr>
            <p:cNvSpPr/>
            <p:nvPr/>
          </p:nvSpPr>
          <p:spPr>
            <a:xfrm>
              <a:off x="4700015" y="2837685"/>
              <a:ext cx="193675" cy="307975"/>
            </a:xfrm>
            <a:custGeom>
              <a:avLst/>
              <a:gdLst/>
              <a:ahLst/>
              <a:cxnLst/>
              <a:rect l="l" t="t" r="r" b="b"/>
              <a:pathLst>
                <a:path w="193675" h="307975">
                  <a:moveTo>
                    <a:pt x="193545" y="0"/>
                  </a:moveTo>
                  <a:lnTo>
                    <a:pt x="0" y="0"/>
                  </a:lnTo>
                  <a:lnTo>
                    <a:pt x="0" y="307850"/>
                  </a:lnTo>
                  <a:lnTo>
                    <a:pt x="193545" y="307850"/>
                  </a:lnTo>
                  <a:lnTo>
                    <a:pt x="193545" y="0"/>
                  </a:lnTo>
                  <a:close/>
                </a:path>
              </a:pathLst>
            </a:custGeom>
            <a:solidFill>
              <a:srgbClr val="C0E4FF"/>
            </a:solidFill>
          </p:spPr>
          <p:txBody>
            <a:bodyPr wrap="square" lIns="0" tIns="0" rIns="0" bIns="0" rtlCol="0"/>
            <a:lstStyle/>
            <a:p>
              <a:endParaRPr sz="2000"/>
            </a:p>
          </p:txBody>
        </p:sp>
        <p:sp>
          <p:nvSpPr>
            <p:cNvPr id="163" name="object 55">
              <a:extLst>
                <a:ext uri="{FF2B5EF4-FFF2-40B4-BE49-F238E27FC236}">
                  <a16:creationId xmlns:a16="http://schemas.microsoft.com/office/drawing/2014/main" id="{45C27FC4-B21C-47B1-ADEC-08D40ED83465}"/>
                </a:ext>
              </a:extLst>
            </p:cNvPr>
            <p:cNvSpPr/>
            <p:nvPr/>
          </p:nvSpPr>
          <p:spPr>
            <a:xfrm>
              <a:off x="4700015" y="2837685"/>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pSp>
        <p:nvGrpSpPr>
          <p:cNvPr id="164" name="object 56">
            <a:extLst>
              <a:ext uri="{FF2B5EF4-FFF2-40B4-BE49-F238E27FC236}">
                <a16:creationId xmlns:a16="http://schemas.microsoft.com/office/drawing/2014/main" id="{C5E7A22C-20B4-4A37-B3CF-4D7CD93ED85F}"/>
              </a:ext>
            </a:extLst>
          </p:cNvPr>
          <p:cNvGrpSpPr/>
          <p:nvPr/>
        </p:nvGrpSpPr>
        <p:grpSpPr>
          <a:xfrm>
            <a:off x="7462308" y="2505923"/>
            <a:ext cx="439561" cy="352778"/>
            <a:chOff x="6716077" y="2255331"/>
            <a:chExt cx="395605" cy="317500"/>
          </a:xfrm>
        </p:grpSpPr>
        <p:sp>
          <p:nvSpPr>
            <p:cNvPr id="165" name="object 57">
              <a:extLst>
                <a:ext uri="{FF2B5EF4-FFF2-40B4-BE49-F238E27FC236}">
                  <a16:creationId xmlns:a16="http://schemas.microsoft.com/office/drawing/2014/main" id="{A89D3B96-9AC3-41A4-A467-474949AD8C17}"/>
                </a:ext>
              </a:extLst>
            </p:cNvPr>
            <p:cNvSpPr/>
            <p:nvPr/>
          </p:nvSpPr>
          <p:spPr>
            <a:xfrm>
              <a:off x="6720840" y="2260094"/>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66" name="object 58">
              <a:extLst>
                <a:ext uri="{FF2B5EF4-FFF2-40B4-BE49-F238E27FC236}">
                  <a16:creationId xmlns:a16="http://schemas.microsoft.com/office/drawing/2014/main" id="{FE26EC93-7BC6-48C5-8FA4-E3585342E930}"/>
                </a:ext>
              </a:extLst>
            </p:cNvPr>
            <p:cNvSpPr/>
            <p:nvPr/>
          </p:nvSpPr>
          <p:spPr>
            <a:xfrm>
              <a:off x="6914388" y="2260094"/>
              <a:ext cx="192027" cy="307845"/>
            </a:xfrm>
            <a:prstGeom prst="rect">
              <a:avLst/>
            </a:prstGeom>
            <a:blipFill>
              <a:blip r:embed="rId10" cstate="print"/>
              <a:stretch>
                <a:fillRect/>
              </a:stretch>
            </a:blipFill>
          </p:spPr>
          <p:txBody>
            <a:bodyPr wrap="square" lIns="0" tIns="0" rIns="0" bIns="0" rtlCol="0"/>
            <a:lstStyle/>
            <a:p>
              <a:endParaRPr sz="2000"/>
            </a:p>
          </p:txBody>
        </p:sp>
        <p:sp>
          <p:nvSpPr>
            <p:cNvPr id="167" name="object 59">
              <a:extLst>
                <a:ext uri="{FF2B5EF4-FFF2-40B4-BE49-F238E27FC236}">
                  <a16:creationId xmlns:a16="http://schemas.microsoft.com/office/drawing/2014/main" id="{4F8E6D2D-2E11-44C3-BE90-494B6777C15C}"/>
                </a:ext>
              </a:extLst>
            </p:cNvPr>
            <p:cNvSpPr/>
            <p:nvPr/>
          </p:nvSpPr>
          <p:spPr>
            <a:xfrm>
              <a:off x="6914388" y="2260094"/>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68" name="object 60">
            <a:extLst>
              <a:ext uri="{FF2B5EF4-FFF2-40B4-BE49-F238E27FC236}">
                <a16:creationId xmlns:a16="http://schemas.microsoft.com/office/drawing/2014/main" id="{5C08E172-54BE-4B12-8615-EA6AAEE9C66F}"/>
              </a:ext>
            </a:extLst>
          </p:cNvPr>
          <p:cNvGrpSpPr/>
          <p:nvPr/>
        </p:nvGrpSpPr>
        <p:grpSpPr>
          <a:xfrm>
            <a:off x="6725708" y="3144310"/>
            <a:ext cx="439561" cy="352778"/>
            <a:chOff x="6053137" y="2829879"/>
            <a:chExt cx="395605" cy="317500"/>
          </a:xfrm>
        </p:grpSpPr>
        <p:sp>
          <p:nvSpPr>
            <p:cNvPr id="169" name="object 61">
              <a:extLst>
                <a:ext uri="{FF2B5EF4-FFF2-40B4-BE49-F238E27FC236}">
                  <a16:creationId xmlns:a16="http://schemas.microsoft.com/office/drawing/2014/main" id="{F07E39DA-C061-4454-B942-A52CFB6D9D73}"/>
                </a:ext>
              </a:extLst>
            </p:cNvPr>
            <p:cNvSpPr/>
            <p:nvPr/>
          </p:nvSpPr>
          <p:spPr>
            <a:xfrm>
              <a:off x="6057900" y="2834642"/>
              <a:ext cx="193675" cy="307975"/>
            </a:xfrm>
            <a:custGeom>
              <a:avLst/>
              <a:gdLst/>
              <a:ahLst/>
              <a:cxnLst/>
              <a:rect l="l" t="t" r="r" b="b"/>
              <a:pathLst>
                <a:path w="193675" h="307975">
                  <a:moveTo>
                    <a:pt x="0" y="307845"/>
                  </a:moveTo>
                  <a:lnTo>
                    <a:pt x="193545" y="307845"/>
                  </a:lnTo>
                  <a:lnTo>
                    <a:pt x="193545" y="0"/>
                  </a:lnTo>
                  <a:lnTo>
                    <a:pt x="0" y="0"/>
                  </a:lnTo>
                  <a:lnTo>
                    <a:pt x="0" y="307845"/>
                  </a:lnTo>
                  <a:close/>
                </a:path>
              </a:pathLst>
            </a:custGeom>
            <a:ln w="9525">
              <a:solidFill>
                <a:srgbClr val="000000"/>
              </a:solidFill>
            </a:ln>
          </p:spPr>
          <p:txBody>
            <a:bodyPr wrap="square" lIns="0" tIns="0" rIns="0" bIns="0" rtlCol="0"/>
            <a:lstStyle/>
            <a:p>
              <a:endParaRPr sz="2000"/>
            </a:p>
          </p:txBody>
        </p:sp>
        <p:sp>
          <p:nvSpPr>
            <p:cNvPr id="170" name="object 62">
              <a:extLst>
                <a:ext uri="{FF2B5EF4-FFF2-40B4-BE49-F238E27FC236}">
                  <a16:creationId xmlns:a16="http://schemas.microsoft.com/office/drawing/2014/main" id="{93BE86C5-268A-4BBF-B8D0-F600031114E3}"/>
                </a:ext>
              </a:extLst>
            </p:cNvPr>
            <p:cNvSpPr/>
            <p:nvPr/>
          </p:nvSpPr>
          <p:spPr>
            <a:xfrm>
              <a:off x="6251447" y="2834642"/>
              <a:ext cx="192027" cy="307845"/>
            </a:xfrm>
            <a:prstGeom prst="rect">
              <a:avLst/>
            </a:prstGeom>
            <a:blipFill>
              <a:blip r:embed="rId11" cstate="print"/>
              <a:stretch>
                <a:fillRect/>
              </a:stretch>
            </a:blipFill>
          </p:spPr>
          <p:txBody>
            <a:bodyPr wrap="square" lIns="0" tIns="0" rIns="0" bIns="0" rtlCol="0"/>
            <a:lstStyle/>
            <a:p>
              <a:endParaRPr sz="2000"/>
            </a:p>
          </p:txBody>
        </p:sp>
        <p:sp>
          <p:nvSpPr>
            <p:cNvPr id="171" name="object 63">
              <a:extLst>
                <a:ext uri="{FF2B5EF4-FFF2-40B4-BE49-F238E27FC236}">
                  <a16:creationId xmlns:a16="http://schemas.microsoft.com/office/drawing/2014/main" id="{2C60FB36-6874-4896-87E6-012B03F729B4}"/>
                </a:ext>
              </a:extLst>
            </p:cNvPr>
            <p:cNvSpPr/>
            <p:nvPr/>
          </p:nvSpPr>
          <p:spPr>
            <a:xfrm>
              <a:off x="6251447" y="2834642"/>
              <a:ext cx="192405" cy="307975"/>
            </a:xfrm>
            <a:custGeom>
              <a:avLst/>
              <a:gdLst/>
              <a:ahLst/>
              <a:cxnLst/>
              <a:rect l="l" t="t" r="r" b="b"/>
              <a:pathLst>
                <a:path w="192404" h="307975">
                  <a:moveTo>
                    <a:pt x="0" y="307845"/>
                  </a:moveTo>
                  <a:lnTo>
                    <a:pt x="192027" y="307845"/>
                  </a:lnTo>
                  <a:lnTo>
                    <a:pt x="192027" y="0"/>
                  </a:lnTo>
                  <a:lnTo>
                    <a:pt x="0" y="0"/>
                  </a:lnTo>
                  <a:lnTo>
                    <a:pt x="0" y="307845"/>
                  </a:lnTo>
                  <a:close/>
                </a:path>
              </a:pathLst>
            </a:custGeom>
            <a:ln w="9525">
              <a:solidFill>
                <a:srgbClr val="000000"/>
              </a:solidFill>
            </a:ln>
          </p:spPr>
          <p:txBody>
            <a:bodyPr wrap="square" lIns="0" tIns="0" rIns="0" bIns="0" rtlCol="0"/>
            <a:lstStyle/>
            <a:p>
              <a:endParaRPr sz="2000"/>
            </a:p>
          </p:txBody>
        </p:sp>
      </p:grpSp>
      <p:grpSp>
        <p:nvGrpSpPr>
          <p:cNvPr id="172" name="object 64">
            <a:extLst>
              <a:ext uri="{FF2B5EF4-FFF2-40B4-BE49-F238E27FC236}">
                <a16:creationId xmlns:a16="http://schemas.microsoft.com/office/drawing/2014/main" id="{347FFCBB-019B-447B-9F4E-6F82C109F21B}"/>
              </a:ext>
            </a:extLst>
          </p:cNvPr>
          <p:cNvGrpSpPr/>
          <p:nvPr/>
        </p:nvGrpSpPr>
        <p:grpSpPr>
          <a:xfrm>
            <a:off x="8192135" y="1859064"/>
            <a:ext cx="440972" cy="352778"/>
            <a:chOff x="7372921" y="1673158"/>
            <a:chExt cx="396875" cy="317500"/>
          </a:xfrm>
        </p:grpSpPr>
        <p:sp>
          <p:nvSpPr>
            <p:cNvPr id="173" name="object 65">
              <a:extLst>
                <a:ext uri="{FF2B5EF4-FFF2-40B4-BE49-F238E27FC236}">
                  <a16:creationId xmlns:a16="http://schemas.microsoft.com/office/drawing/2014/main" id="{A54E0116-66C3-4798-97E9-106FBA6C8EFD}"/>
                </a:ext>
              </a:extLst>
            </p:cNvPr>
            <p:cNvSpPr/>
            <p:nvPr/>
          </p:nvSpPr>
          <p:spPr>
            <a:xfrm>
              <a:off x="7377683" y="1677921"/>
              <a:ext cx="193675" cy="307975"/>
            </a:xfrm>
            <a:custGeom>
              <a:avLst/>
              <a:gdLst/>
              <a:ahLst/>
              <a:cxnLst/>
              <a:rect l="l" t="t" r="r" b="b"/>
              <a:pathLst>
                <a:path w="193675" h="307975">
                  <a:moveTo>
                    <a:pt x="0" y="307850"/>
                  </a:moveTo>
                  <a:lnTo>
                    <a:pt x="193550" y="307850"/>
                  </a:lnTo>
                  <a:lnTo>
                    <a:pt x="193550" y="0"/>
                  </a:lnTo>
                  <a:lnTo>
                    <a:pt x="0" y="0"/>
                  </a:lnTo>
                  <a:lnTo>
                    <a:pt x="0" y="307850"/>
                  </a:lnTo>
                  <a:close/>
                </a:path>
              </a:pathLst>
            </a:custGeom>
            <a:ln w="9525">
              <a:solidFill>
                <a:srgbClr val="000000"/>
              </a:solidFill>
            </a:ln>
          </p:spPr>
          <p:txBody>
            <a:bodyPr wrap="square" lIns="0" tIns="0" rIns="0" bIns="0" rtlCol="0"/>
            <a:lstStyle/>
            <a:p>
              <a:endParaRPr sz="2000"/>
            </a:p>
          </p:txBody>
        </p:sp>
        <p:sp>
          <p:nvSpPr>
            <p:cNvPr id="174" name="object 66">
              <a:extLst>
                <a:ext uri="{FF2B5EF4-FFF2-40B4-BE49-F238E27FC236}">
                  <a16:creationId xmlns:a16="http://schemas.microsoft.com/office/drawing/2014/main" id="{83F25A3E-9613-41E5-8258-CD44C70D2FE7}"/>
                </a:ext>
              </a:extLst>
            </p:cNvPr>
            <p:cNvSpPr/>
            <p:nvPr/>
          </p:nvSpPr>
          <p:spPr>
            <a:xfrm>
              <a:off x="7571231" y="1677921"/>
              <a:ext cx="193545" cy="307850"/>
            </a:xfrm>
            <a:prstGeom prst="rect">
              <a:avLst/>
            </a:prstGeom>
            <a:blipFill>
              <a:blip r:embed="rId12" cstate="print"/>
              <a:stretch>
                <a:fillRect/>
              </a:stretch>
            </a:blipFill>
          </p:spPr>
          <p:txBody>
            <a:bodyPr wrap="square" lIns="0" tIns="0" rIns="0" bIns="0" rtlCol="0"/>
            <a:lstStyle/>
            <a:p>
              <a:endParaRPr sz="2000"/>
            </a:p>
          </p:txBody>
        </p:sp>
        <p:sp>
          <p:nvSpPr>
            <p:cNvPr id="175" name="object 67">
              <a:extLst>
                <a:ext uri="{FF2B5EF4-FFF2-40B4-BE49-F238E27FC236}">
                  <a16:creationId xmlns:a16="http://schemas.microsoft.com/office/drawing/2014/main" id="{0BE4C898-1F29-45A8-8A5C-A18259BCA85C}"/>
                </a:ext>
              </a:extLst>
            </p:cNvPr>
            <p:cNvSpPr/>
            <p:nvPr/>
          </p:nvSpPr>
          <p:spPr>
            <a:xfrm>
              <a:off x="7571231" y="1677921"/>
              <a:ext cx="193675" cy="307975"/>
            </a:xfrm>
            <a:custGeom>
              <a:avLst/>
              <a:gdLst/>
              <a:ahLst/>
              <a:cxnLst/>
              <a:rect l="l" t="t" r="r" b="b"/>
              <a:pathLst>
                <a:path w="193675" h="307975">
                  <a:moveTo>
                    <a:pt x="0" y="307850"/>
                  </a:moveTo>
                  <a:lnTo>
                    <a:pt x="193545" y="307850"/>
                  </a:lnTo>
                  <a:lnTo>
                    <a:pt x="193545" y="0"/>
                  </a:lnTo>
                  <a:lnTo>
                    <a:pt x="0" y="0"/>
                  </a:lnTo>
                  <a:lnTo>
                    <a:pt x="0" y="307850"/>
                  </a:lnTo>
                  <a:close/>
                </a:path>
              </a:pathLst>
            </a:custGeom>
            <a:ln w="9525">
              <a:solidFill>
                <a:srgbClr val="000000"/>
              </a:solidFill>
            </a:ln>
          </p:spPr>
          <p:txBody>
            <a:bodyPr wrap="square" lIns="0" tIns="0" rIns="0" bIns="0" rtlCol="0"/>
            <a:lstStyle/>
            <a:p>
              <a:endParaRPr sz="2000"/>
            </a:p>
          </p:txBody>
        </p:sp>
      </p:grpSp>
      <p:graphicFrame>
        <p:nvGraphicFramePr>
          <p:cNvPr id="176" name="object 68">
            <a:extLst>
              <a:ext uri="{FF2B5EF4-FFF2-40B4-BE49-F238E27FC236}">
                <a16:creationId xmlns:a16="http://schemas.microsoft.com/office/drawing/2014/main" id="{A783B7CE-5359-4A7B-872E-6D85BAF0BB94}"/>
              </a:ext>
            </a:extLst>
          </p:cNvPr>
          <p:cNvGraphicFramePr>
            <a:graphicFrameLocks noGrp="1"/>
          </p:cNvGraphicFramePr>
          <p:nvPr/>
        </p:nvGraphicFramePr>
        <p:xfrm>
          <a:off x="360682" y="1731433"/>
          <a:ext cx="8633879" cy="1923625"/>
        </p:xfrm>
        <a:graphic>
          <a:graphicData uri="http://schemas.openxmlformats.org/drawingml/2006/table">
            <a:tbl>
              <a:tblPr firstRow="1" bandRow="1">
                <a:tableStyleId>{2D5ABB26-0587-4C30-8999-92F81FD0307C}</a:tableStyleId>
              </a:tblPr>
              <a:tblGrid>
                <a:gridCol w="894644">
                  <a:extLst>
                    <a:ext uri="{9D8B030D-6E8A-4147-A177-3AD203B41FA5}">
                      <a16:colId xmlns:a16="http://schemas.microsoft.com/office/drawing/2014/main" val="20000"/>
                    </a:ext>
                  </a:extLst>
                </a:gridCol>
                <a:gridCol w="975077">
                  <a:extLst>
                    <a:ext uri="{9D8B030D-6E8A-4147-A177-3AD203B41FA5}">
                      <a16:colId xmlns:a16="http://schemas.microsoft.com/office/drawing/2014/main" val="20001"/>
                    </a:ext>
                  </a:extLst>
                </a:gridCol>
                <a:gridCol w="340783">
                  <a:extLst>
                    <a:ext uri="{9D8B030D-6E8A-4147-A177-3AD203B41FA5}">
                      <a16:colId xmlns:a16="http://schemas.microsoft.com/office/drawing/2014/main" val="20002"/>
                    </a:ext>
                  </a:extLst>
                </a:gridCol>
                <a:gridCol w="745066">
                  <a:extLst>
                    <a:ext uri="{9D8B030D-6E8A-4147-A177-3AD203B41FA5}">
                      <a16:colId xmlns:a16="http://schemas.microsoft.com/office/drawing/2014/main" val="20003"/>
                    </a:ext>
                  </a:extLst>
                </a:gridCol>
                <a:gridCol w="763411">
                  <a:extLst>
                    <a:ext uri="{9D8B030D-6E8A-4147-A177-3AD203B41FA5}">
                      <a16:colId xmlns:a16="http://schemas.microsoft.com/office/drawing/2014/main" val="20004"/>
                    </a:ext>
                  </a:extLst>
                </a:gridCol>
                <a:gridCol w="747889">
                  <a:extLst>
                    <a:ext uri="{9D8B030D-6E8A-4147-A177-3AD203B41FA5}">
                      <a16:colId xmlns:a16="http://schemas.microsoft.com/office/drawing/2014/main" val="20005"/>
                    </a:ext>
                  </a:extLst>
                </a:gridCol>
                <a:gridCol w="746477">
                  <a:extLst>
                    <a:ext uri="{9D8B030D-6E8A-4147-A177-3AD203B41FA5}">
                      <a16:colId xmlns:a16="http://schemas.microsoft.com/office/drawing/2014/main" val="20006"/>
                    </a:ext>
                  </a:extLst>
                </a:gridCol>
                <a:gridCol w="258939">
                  <a:extLst>
                    <a:ext uri="{9D8B030D-6E8A-4147-A177-3AD203B41FA5}">
                      <a16:colId xmlns:a16="http://schemas.microsoft.com/office/drawing/2014/main" val="20007"/>
                    </a:ext>
                  </a:extLst>
                </a:gridCol>
                <a:gridCol w="746477">
                  <a:extLst>
                    <a:ext uri="{9D8B030D-6E8A-4147-A177-3AD203B41FA5}">
                      <a16:colId xmlns:a16="http://schemas.microsoft.com/office/drawing/2014/main" val="20008"/>
                    </a:ext>
                  </a:extLst>
                </a:gridCol>
                <a:gridCol w="745067">
                  <a:extLst>
                    <a:ext uri="{9D8B030D-6E8A-4147-A177-3AD203B41FA5}">
                      <a16:colId xmlns:a16="http://schemas.microsoft.com/office/drawing/2014/main" val="20009"/>
                    </a:ext>
                  </a:extLst>
                </a:gridCol>
                <a:gridCol w="728133">
                  <a:extLst>
                    <a:ext uri="{9D8B030D-6E8A-4147-A177-3AD203B41FA5}">
                      <a16:colId xmlns:a16="http://schemas.microsoft.com/office/drawing/2014/main" val="20010"/>
                    </a:ext>
                  </a:extLst>
                </a:gridCol>
                <a:gridCol w="766939">
                  <a:extLst>
                    <a:ext uri="{9D8B030D-6E8A-4147-A177-3AD203B41FA5}">
                      <a16:colId xmlns:a16="http://schemas.microsoft.com/office/drawing/2014/main" val="20011"/>
                    </a:ext>
                  </a:extLst>
                </a:gridCol>
                <a:gridCol w="174977">
                  <a:extLst>
                    <a:ext uri="{9D8B030D-6E8A-4147-A177-3AD203B41FA5}">
                      <a16:colId xmlns:a16="http://schemas.microsoft.com/office/drawing/2014/main" val="20012"/>
                    </a:ext>
                  </a:extLst>
                </a:gridCol>
              </a:tblGrid>
              <a:tr h="675640">
                <a:tc>
                  <a:txBody>
                    <a:bodyPr/>
                    <a:lstStyle/>
                    <a:p>
                      <a:pPr>
                        <a:lnSpc>
                          <a:spcPct val="100000"/>
                        </a:lnSpc>
                        <a:spcBef>
                          <a:spcPts val="15"/>
                        </a:spcBef>
                      </a:pPr>
                      <a:endParaRPr sz="9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1</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2</a:t>
                      </a:r>
                      <a:endParaRPr sz="1000">
                        <a:latin typeface="Arial"/>
                        <a:cs typeface="Arial"/>
                      </a:endParaRPr>
                    </a:p>
                  </a:txBody>
                  <a:tcPr marL="0" marR="0" marT="2117" marB="0">
                    <a:lnB w="53975">
                      <a:solidFill>
                        <a:srgbClr val="008462"/>
                      </a:solidFill>
                      <a:prstDash val="solid"/>
                    </a:lnB>
                  </a:tcPr>
                </a:tc>
                <a:tc>
                  <a:txBody>
                    <a:bodyPr/>
                    <a:lstStyle/>
                    <a:p>
                      <a:pPr>
                        <a:lnSpc>
                          <a:spcPct val="100000"/>
                        </a:lnSpc>
                        <a:spcBef>
                          <a:spcPts val="25"/>
                        </a:spcBef>
                      </a:pPr>
                      <a:endParaRPr sz="1900">
                        <a:latin typeface="Times New Roman"/>
                        <a:cs typeface="Times New Roman"/>
                      </a:endParaRPr>
                    </a:p>
                    <a:p>
                      <a:pPr marR="41275" algn="r">
                        <a:lnSpc>
                          <a:spcPct val="100000"/>
                        </a:lnSpc>
                      </a:pPr>
                      <a:r>
                        <a:rPr sz="1600" b="1" spc="-10" dirty="0">
                          <a:latin typeface="Arial"/>
                          <a:cs typeface="Arial"/>
                        </a:rPr>
                        <a:t>Wo</a:t>
                      </a:r>
                      <a:r>
                        <a:rPr sz="1600" b="1" dirty="0">
                          <a:latin typeface="Arial"/>
                          <a:cs typeface="Arial"/>
                        </a:rPr>
                        <a:t>rker</a:t>
                      </a:r>
                      <a:endParaRPr sz="1600">
                        <a:latin typeface="Arial"/>
                        <a:cs typeface="Arial"/>
                      </a:endParaRPr>
                    </a:p>
                  </a:txBody>
                  <a:tcPr marL="0" marR="0" marT="3528" marB="0">
                    <a:lnB w="53975">
                      <a:solidFill>
                        <a:srgbClr val="008462"/>
                      </a:solidFill>
                      <a:prstDash val="solid"/>
                    </a:lnB>
                  </a:tcPr>
                </a:tc>
                <a:tc>
                  <a:txBody>
                    <a:bodyPr/>
                    <a:lstStyle/>
                    <a:p>
                      <a:pPr>
                        <a:lnSpc>
                          <a:spcPct val="100000"/>
                        </a:lnSpc>
                        <a:spcBef>
                          <a:spcPts val="25"/>
                        </a:spcBef>
                      </a:pPr>
                      <a:endParaRPr sz="1900">
                        <a:latin typeface="Times New Roman"/>
                        <a:cs typeface="Times New Roman"/>
                      </a:endParaRPr>
                    </a:p>
                    <a:p>
                      <a:pPr marL="48260">
                        <a:lnSpc>
                          <a:spcPct val="100000"/>
                        </a:lnSpc>
                      </a:pPr>
                      <a:r>
                        <a:rPr sz="1600" b="1" dirty="0">
                          <a:latin typeface="Arial"/>
                          <a:cs typeface="Arial"/>
                        </a:rPr>
                        <a:t>0</a:t>
                      </a:r>
                      <a:endParaRPr sz="1600">
                        <a:latin typeface="Arial"/>
                        <a:cs typeface="Arial"/>
                      </a:endParaRPr>
                    </a:p>
                  </a:txBody>
                  <a:tcPr marL="0" marR="0" marT="3528" marB="0">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B w="53975">
                      <a:solidFill>
                        <a:srgbClr val="008462"/>
                      </a:solidFill>
                      <a:prstDash val="solid"/>
                    </a:lnB>
                  </a:tcPr>
                </a:tc>
                <a:extLst>
                  <a:ext uri="{0D108BD9-81ED-4DB2-BD59-A6C34878D82A}">
                    <a16:rowId xmlns:a16="http://schemas.microsoft.com/office/drawing/2014/main" val="10000"/>
                  </a:ext>
                </a:extLst>
              </a:tr>
              <a:tr h="587374">
                <a:tc>
                  <a:txBody>
                    <a:bodyPr/>
                    <a:lstStyle/>
                    <a:p>
                      <a:pPr marL="189865">
                        <a:lnSpc>
                          <a:spcPct val="100000"/>
                        </a:lnSpc>
                        <a:spcBef>
                          <a:spcPts val="545"/>
                        </a:spcBef>
                      </a:pPr>
                      <a:r>
                        <a:rPr sz="1000" b="1" spc="-10" dirty="0">
                          <a:latin typeface="Arial"/>
                          <a:cs typeface="Arial"/>
                        </a:rPr>
                        <a:t>Layer</a:t>
                      </a:r>
                      <a:r>
                        <a:rPr sz="1000" b="1" spc="-60" dirty="0">
                          <a:latin typeface="Arial"/>
                          <a:cs typeface="Arial"/>
                        </a:rPr>
                        <a:t> </a:t>
                      </a:r>
                      <a:r>
                        <a:rPr sz="1000" b="1" spc="-5" dirty="0">
                          <a:latin typeface="Arial"/>
                          <a:cs typeface="Arial"/>
                        </a:rPr>
                        <a:t>3</a:t>
                      </a:r>
                      <a:endParaRPr sz="1000">
                        <a:latin typeface="Arial"/>
                        <a:cs typeface="Arial"/>
                      </a:endParaRPr>
                    </a:p>
                    <a:p>
                      <a:pPr>
                        <a:lnSpc>
                          <a:spcPct val="100000"/>
                        </a:lnSpc>
                      </a:pPr>
                      <a:endParaRPr sz="1100">
                        <a:latin typeface="Times New Roman"/>
                        <a:cs typeface="Times New Roman"/>
                      </a:endParaRPr>
                    </a:p>
                    <a:p>
                      <a:pPr marL="189865">
                        <a:lnSpc>
                          <a:spcPct val="100000"/>
                        </a:lnSpc>
                      </a:pPr>
                      <a:r>
                        <a:rPr sz="1000" b="1" spc="-10" dirty="0">
                          <a:latin typeface="Arial"/>
                          <a:cs typeface="Arial"/>
                        </a:rPr>
                        <a:t>Layer</a:t>
                      </a:r>
                      <a:r>
                        <a:rPr sz="1000" b="1" spc="-60" dirty="0">
                          <a:latin typeface="Arial"/>
                          <a:cs typeface="Arial"/>
                        </a:rPr>
                        <a:t> </a:t>
                      </a:r>
                      <a:r>
                        <a:rPr sz="1000" b="1" spc="-5" dirty="0">
                          <a:latin typeface="Arial"/>
                          <a:cs typeface="Arial"/>
                        </a:rPr>
                        <a:t>4</a:t>
                      </a:r>
                      <a:endParaRPr sz="1000">
                        <a:latin typeface="Arial"/>
                        <a:cs typeface="Arial"/>
                      </a:endParaRPr>
                    </a:p>
                  </a:txBody>
                  <a:tcPr marL="0" marR="0" marT="76906" marB="0">
                    <a:lnT w="53975">
                      <a:solidFill>
                        <a:srgbClr val="008462"/>
                      </a:solidFill>
                      <a:prstDash val="solid"/>
                    </a:lnT>
                    <a:lnB w="53975">
                      <a:solidFill>
                        <a:srgbClr val="008462"/>
                      </a:solidFill>
                      <a:prstDash val="solid"/>
                    </a:lnB>
                  </a:tcPr>
                </a:tc>
                <a:tc>
                  <a:txBody>
                    <a:bodyPr/>
                    <a:lstStyle/>
                    <a:p>
                      <a:pPr marR="40640" algn="r">
                        <a:lnSpc>
                          <a:spcPct val="100000"/>
                        </a:lnSpc>
                        <a:spcBef>
                          <a:spcPts val="1100"/>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55222" marB="0">
                    <a:lnT w="53975">
                      <a:solidFill>
                        <a:srgbClr val="008462"/>
                      </a:solidFill>
                      <a:prstDash val="solid"/>
                    </a:lnT>
                    <a:lnB w="53975">
                      <a:solidFill>
                        <a:srgbClr val="008462"/>
                      </a:solidFill>
                      <a:prstDash val="solid"/>
                    </a:lnB>
                  </a:tcPr>
                </a:tc>
                <a:tc>
                  <a:txBody>
                    <a:bodyPr/>
                    <a:lstStyle/>
                    <a:p>
                      <a:pPr marL="48895">
                        <a:lnSpc>
                          <a:spcPct val="100000"/>
                        </a:lnSpc>
                        <a:spcBef>
                          <a:spcPts val="1100"/>
                        </a:spcBef>
                      </a:pPr>
                      <a:r>
                        <a:rPr sz="1600" b="1" dirty="0">
                          <a:latin typeface="Arial"/>
                          <a:cs typeface="Arial"/>
                        </a:rPr>
                        <a:t>1</a:t>
                      </a:r>
                      <a:endParaRPr sz="1600">
                        <a:latin typeface="Arial"/>
                        <a:cs typeface="Arial"/>
                      </a:endParaRPr>
                    </a:p>
                  </a:txBody>
                  <a:tcPr marL="0" marR="0" marT="155222" marB="0">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lnB w="53975">
                      <a:solidFill>
                        <a:srgbClr val="008462"/>
                      </a:solidFill>
                      <a:prstDash val="solid"/>
                    </a:lnB>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T w="53975">
                      <a:solidFill>
                        <a:srgbClr val="008462"/>
                      </a:solidFill>
                      <a:prstDash val="solid"/>
                    </a:lnT>
                    <a:lnB w="53975">
                      <a:solidFill>
                        <a:srgbClr val="008462"/>
                      </a:solidFill>
                      <a:prstDash val="solid"/>
                    </a:lnB>
                  </a:tcPr>
                </a:tc>
                <a:extLst>
                  <a:ext uri="{0D108BD9-81ED-4DB2-BD59-A6C34878D82A}">
                    <a16:rowId xmlns:a16="http://schemas.microsoft.com/office/drawing/2014/main" val="10001"/>
                  </a:ext>
                </a:extLst>
              </a:tr>
              <a:tr h="660611">
                <a:tc>
                  <a:txBody>
                    <a:bodyPr/>
                    <a:lstStyle/>
                    <a:p>
                      <a:pPr>
                        <a:lnSpc>
                          <a:spcPct val="100000"/>
                        </a:lnSpc>
                        <a:spcBef>
                          <a:spcPts val="5"/>
                        </a:spcBef>
                      </a:pPr>
                      <a:endParaRPr sz="800">
                        <a:latin typeface="Times New Roman"/>
                        <a:cs typeface="Times New Roman"/>
                      </a:endParaRPr>
                    </a:p>
                    <a:p>
                      <a:pPr marL="189865">
                        <a:lnSpc>
                          <a:spcPct val="100000"/>
                        </a:lnSpc>
                      </a:pPr>
                      <a:r>
                        <a:rPr sz="1000" b="1" spc="-10" dirty="0">
                          <a:latin typeface="Arial"/>
                          <a:cs typeface="Arial"/>
                        </a:rPr>
                        <a:t>Layer</a:t>
                      </a:r>
                      <a:r>
                        <a:rPr sz="1000" b="1" spc="20" dirty="0">
                          <a:latin typeface="Arial"/>
                          <a:cs typeface="Arial"/>
                        </a:rPr>
                        <a:t> </a:t>
                      </a:r>
                      <a:r>
                        <a:rPr sz="1000" b="1" spc="-5" dirty="0">
                          <a:latin typeface="Arial"/>
                          <a:cs typeface="Arial"/>
                        </a:rPr>
                        <a:t>5</a:t>
                      </a:r>
                      <a:endParaRPr sz="1000">
                        <a:latin typeface="Arial"/>
                        <a:cs typeface="Arial"/>
                      </a:endParaRPr>
                    </a:p>
                  </a:txBody>
                  <a:tcPr marL="0" marR="0" marT="706" marB="0">
                    <a:lnT w="53975">
                      <a:solidFill>
                        <a:srgbClr val="008462"/>
                      </a:solidFill>
                      <a:prstDash val="solid"/>
                    </a:lnT>
                  </a:tcPr>
                </a:tc>
                <a:tc>
                  <a:txBody>
                    <a:bodyPr/>
                    <a:lstStyle/>
                    <a:p>
                      <a:pPr marR="41275" algn="r">
                        <a:lnSpc>
                          <a:spcPct val="100000"/>
                        </a:lnSpc>
                        <a:spcBef>
                          <a:spcPts val="785"/>
                        </a:spcBef>
                      </a:pPr>
                      <a:r>
                        <a:rPr sz="1600" b="1" spc="-10" dirty="0">
                          <a:latin typeface="Arial"/>
                          <a:cs typeface="Arial"/>
                        </a:rPr>
                        <a:t>Wo</a:t>
                      </a:r>
                      <a:r>
                        <a:rPr sz="1600" b="1" dirty="0">
                          <a:latin typeface="Arial"/>
                          <a:cs typeface="Arial"/>
                        </a:rPr>
                        <a:t>rker</a:t>
                      </a:r>
                      <a:endParaRPr sz="1600">
                        <a:latin typeface="Arial"/>
                        <a:cs typeface="Arial"/>
                      </a:endParaRPr>
                    </a:p>
                  </a:txBody>
                  <a:tcPr marL="0" marR="0" marT="110772" marB="0">
                    <a:lnT w="53975">
                      <a:solidFill>
                        <a:srgbClr val="008462"/>
                      </a:solidFill>
                      <a:prstDash val="solid"/>
                    </a:lnT>
                  </a:tcPr>
                </a:tc>
                <a:tc>
                  <a:txBody>
                    <a:bodyPr/>
                    <a:lstStyle/>
                    <a:p>
                      <a:pPr marL="48260">
                        <a:lnSpc>
                          <a:spcPct val="100000"/>
                        </a:lnSpc>
                        <a:spcBef>
                          <a:spcPts val="785"/>
                        </a:spcBef>
                      </a:pPr>
                      <a:r>
                        <a:rPr sz="1600" b="1" dirty="0">
                          <a:latin typeface="Arial"/>
                          <a:cs typeface="Arial"/>
                        </a:rPr>
                        <a:t>2</a:t>
                      </a:r>
                      <a:endParaRPr sz="1600">
                        <a:latin typeface="Arial"/>
                        <a:cs typeface="Arial"/>
                      </a:endParaRPr>
                    </a:p>
                  </a:txBody>
                  <a:tcPr marL="0" marR="0" marT="110772" marB="0">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R w="38100">
                      <a:solidFill>
                        <a:srgbClr val="AC46E0"/>
                      </a:solidFill>
                      <a:prstDash val="solid"/>
                    </a:lnR>
                    <a:lnT w="53975">
                      <a:solidFill>
                        <a:srgbClr val="008462"/>
                      </a:solidFill>
                      <a:prstDash val="solid"/>
                    </a:lnT>
                  </a:tcPr>
                </a:tc>
                <a:tc>
                  <a:txBody>
                    <a:bodyPr/>
                    <a:lstStyle/>
                    <a:p>
                      <a:pPr>
                        <a:lnSpc>
                          <a:spcPct val="100000"/>
                        </a:lnSpc>
                      </a:pPr>
                      <a:endParaRPr sz="1900">
                        <a:latin typeface="Times New Roman"/>
                        <a:cs typeface="Times New Roman"/>
                      </a:endParaRPr>
                    </a:p>
                  </a:txBody>
                  <a:tcPr marL="0" marR="0" marT="0" marB="0">
                    <a:lnL w="38100">
                      <a:solidFill>
                        <a:srgbClr val="AC46E0"/>
                      </a:solidFill>
                      <a:prstDash val="solid"/>
                    </a:lnL>
                    <a:lnT w="53975">
                      <a:solidFill>
                        <a:srgbClr val="008462"/>
                      </a:solidFill>
                      <a:prstDash val="solid"/>
                    </a:lnT>
                  </a:tcPr>
                </a:tc>
                <a:extLst>
                  <a:ext uri="{0D108BD9-81ED-4DB2-BD59-A6C34878D82A}">
                    <a16:rowId xmlns:a16="http://schemas.microsoft.com/office/drawing/2014/main" val="10002"/>
                  </a:ext>
                </a:extLst>
              </a:tr>
            </a:tbl>
          </a:graphicData>
        </a:graphic>
      </p:graphicFrame>
      <p:sp>
        <p:nvSpPr>
          <p:cNvPr id="177" name="object 69">
            <a:extLst>
              <a:ext uri="{FF2B5EF4-FFF2-40B4-BE49-F238E27FC236}">
                <a16:creationId xmlns:a16="http://schemas.microsoft.com/office/drawing/2014/main" id="{C49A031E-4A6D-4619-885E-F4EE0402D542}"/>
              </a:ext>
            </a:extLst>
          </p:cNvPr>
          <p:cNvSpPr txBox="1"/>
          <p:nvPr/>
        </p:nvSpPr>
        <p:spPr>
          <a:xfrm>
            <a:off x="5659402" y="4598304"/>
            <a:ext cx="2101708" cy="322025"/>
          </a:xfrm>
          <a:prstGeom prst="rect">
            <a:avLst/>
          </a:prstGeom>
        </p:spPr>
        <p:txBody>
          <a:bodyPr vert="horz" wrap="square" lIns="0" tIns="14111" rIns="0" bIns="0" rtlCol="0">
            <a:spAutoFit/>
          </a:bodyPr>
          <a:lstStyle/>
          <a:p>
            <a:pPr marL="332313" indent="-318908">
              <a:spcBef>
                <a:spcPts val="111"/>
              </a:spcBef>
              <a:buClr>
                <a:srgbClr val="B2B2B2"/>
              </a:buClr>
              <a:buFont typeface="Arial"/>
              <a:buChar char="•"/>
              <a:tabLst>
                <a:tab pos="332313" algn="l"/>
                <a:tab pos="333019" algn="l"/>
              </a:tabLst>
            </a:pPr>
            <a:r>
              <a:rPr sz="2000" b="1" spc="-6" dirty="0">
                <a:latin typeface="Trebuchet MS"/>
                <a:cs typeface="Trebuchet MS"/>
              </a:rPr>
              <a:t>As </a:t>
            </a:r>
            <a:r>
              <a:rPr sz="2000" b="1" i="1" dirty="0">
                <a:latin typeface="Trebuchet MS"/>
                <a:cs typeface="Trebuchet MS"/>
              </a:rPr>
              <a:t>N</a:t>
            </a:r>
            <a:r>
              <a:rPr sz="2000" b="1" i="1" spc="-117" dirty="0">
                <a:latin typeface="Trebuchet MS"/>
                <a:cs typeface="Trebuchet MS"/>
              </a:rPr>
              <a:t> </a:t>
            </a:r>
            <a:r>
              <a:rPr lang="en-US" sz="2000" b="1" i="1" spc="-117" dirty="0">
                <a:latin typeface="Trebuchet MS"/>
                <a:cs typeface="Trebuchet MS"/>
              </a:rPr>
              <a:t> </a:t>
            </a:r>
            <a:r>
              <a:rPr sz="2000" b="1" dirty="0">
                <a:latin typeface="Trebuchet MS"/>
                <a:cs typeface="Trebuchet MS"/>
              </a:rPr>
              <a:t>grows:</a:t>
            </a:r>
            <a:endParaRPr sz="2000" dirty="0">
              <a:latin typeface="Trebuchet MS"/>
              <a:cs typeface="Trebuchet MS"/>
            </a:endParaRPr>
          </a:p>
        </p:txBody>
      </p:sp>
      <p:sp>
        <p:nvSpPr>
          <p:cNvPr id="178" name="object 70">
            <a:extLst>
              <a:ext uri="{FF2B5EF4-FFF2-40B4-BE49-F238E27FC236}">
                <a16:creationId xmlns:a16="http://schemas.microsoft.com/office/drawing/2014/main" id="{B1309E61-F7C4-4FDB-B6A6-C3B211316452}"/>
              </a:ext>
            </a:extLst>
          </p:cNvPr>
          <p:cNvSpPr txBox="1"/>
          <p:nvPr/>
        </p:nvSpPr>
        <p:spPr>
          <a:xfrm>
            <a:off x="6213017" y="4907917"/>
            <a:ext cx="2686050" cy="764497"/>
          </a:xfrm>
          <a:prstGeom prst="rect">
            <a:avLst/>
          </a:prstGeom>
        </p:spPr>
        <p:txBody>
          <a:bodyPr vert="horz" wrap="square" lIns="0" tIns="113594" rIns="0" bIns="0" rtlCol="0">
            <a:spAutoFit/>
          </a:bodyPr>
          <a:lstStyle/>
          <a:p>
            <a:pPr marL="332313" indent="-318908">
              <a:spcBef>
                <a:spcPts val="894"/>
              </a:spcBef>
              <a:buClr>
                <a:srgbClr val="B2B2B2"/>
              </a:buClr>
              <a:buFont typeface="Arial"/>
              <a:buChar char="•"/>
              <a:tabLst>
                <a:tab pos="332313" algn="l"/>
                <a:tab pos="333019" algn="l"/>
              </a:tabLst>
            </a:pPr>
            <a:r>
              <a:rPr sz="1778" i="1" spc="-6" dirty="0">
                <a:latin typeface="Trebuchet MS"/>
                <a:cs typeface="Trebuchet MS"/>
              </a:rPr>
              <a:t>K </a:t>
            </a:r>
            <a:r>
              <a:rPr sz="1778" spc="-6" dirty="0">
                <a:latin typeface="Trebuchet MS"/>
                <a:cs typeface="Trebuchet MS"/>
              </a:rPr>
              <a:t>= </a:t>
            </a:r>
            <a:r>
              <a:rPr sz="1778" i="1" spc="-6" dirty="0">
                <a:latin typeface="Trebuchet MS"/>
                <a:cs typeface="Trebuchet MS"/>
              </a:rPr>
              <a:t>N </a:t>
            </a:r>
            <a:r>
              <a:rPr sz="1778" spc="-178" dirty="0">
                <a:latin typeface="Arial"/>
                <a:cs typeface="Arial"/>
              </a:rPr>
              <a:t>→  </a:t>
            </a:r>
            <a:r>
              <a:rPr sz="1778" spc="-6" dirty="0">
                <a:latin typeface="Trebuchet MS"/>
                <a:cs typeface="Trebuchet MS"/>
              </a:rPr>
              <a:t>50% </a:t>
            </a:r>
            <a:r>
              <a:rPr sz="1778" spc="-11" dirty="0">
                <a:latin typeface="Trebuchet MS"/>
                <a:cs typeface="Trebuchet MS"/>
              </a:rPr>
              <a:t>idle</a:t>
            </a:r>
            <a:r>
              <a:rPr sz="1778" spc="-56" dirty="0">
                <a:latin typeface="Trebuchet MS"/>
                <a:cs typeface="Trebuchet MS"/>
              </a:rPr>
              <a:t> </a:t>
            </a:r>
            <a:r>
              <a:rPr sz="1778" spc="-11" dirty="0">
                <a:latin typeface="Trebuchet MS"/>
                <a:cs typeface="Trebuchet MS"/>
              </a:rPr>
              <a:t>slots</a:t>
            </a:r>
            <a:endParaRPr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sz="1778" i="1" spc="-6" dirty="0">
                <a:latin typeface="Trebuchet MS"/>
                <a:cs typeface="Trebuchet MS"/>
              </a:rPr>
              <a:t>K = </a:t>
            </a:r>
            <a:r>
              <a:rPr sz="1778" spc="-6" dirty="0">
                <a:latin typeface="Trebuchet MS"/>
                <a:cs typeface="Trebuchet MS"/>
              </a:rPr>
              <a:t>4</a:t>
            </a:r>
            <a:r>
              <a:rPr sz="1778" i="1" spc="-6" dirty="0">
                <a:latin typeface="Trebuchet MS"/>
                <a:cs typeface="Trebuchet MS"/>
              </a:rPr>
              <a:t>N </a:t>
            </a:r>
            <a:r>
              <a:rPr sz="1778" spc="-178" dirty="0">
                <a:latin typeface="Arial"/>
                <a:cs typeface="Arial"/>
              </a:rPr>
              <a:t>→  </a:t>
            </a:r>
            <a:r>
              <a:rPr sz="1778" spc="-6" dirty="0">
                <a:latin typeface="Trebuchet MS"/>
                <a:cs typeface="Trebuchet MS"/>
              </a:rPr>
              <a:t>20% </a:t>
            </a:r>
            <a:r>
              <a:rPr sz="1778" spc="-11" dirty="0">
                <a:latin typeface="Trebuchet MS"/>
                <a:cs typeface="Trebuchet MS"/>
              </a:rPr>
              <a:t>idle</a:t>
            </a:r>
            <a:r>
              <a:rPr sz="1778" spc="-72" dirty="0">
                <a:latin typeface="Trebuchet MS"/>
                <a:cs typeface="Trebuchet MS"/>
              </a:rPr>
              <a:t> </a:t>
            </a:r>
            <a:r>
              <a:rPr sz="1778" spc="-11" dirty="0">
                <a:latin typeface="Trebuchet MS"/>
                <a:cs typeface="Trebuchet MS"/>
              </a:rPr>
              <a:t>slots</a:t>
            </a:r>
            <a:endParaRPr sz="1778" dirty="0">
              <a:latin typeface="Trebuchet MS"/>
              <a:cs typeface="Trebuchet MS"/>
            </a:endParaRPr>
          </a:p>
        </p:txBody>
      </p:sp>
    </p:spTree>
    <p:extLst>
      <p:ext uri="{BB962C8B-B14F-4D97-AF65-F5344CB8AC3E}">
        <p14:creationId xmlns:p14="http://schemas.microsoft.com/office/powerpoint/2010/main" val="3303573083"/>
      </p:ext>
    </p:extLst>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a:t>
            </a:r>
            <a:r>
              <a:rPr lang="en-US" altLang="zh-CN" spc="-6" dirty="0"/>
              <a:t>Parallel:</a:t>
            </a:r>
            <a:r>
              <a:rPr lang="en-US" altLang="zh-CN" spc="17" dirty="0"/>
              <a:t> </a:t>
            </a:r>
            <a:r>
              <a:rPr lang="en-US" altLang="zh-CN" spc="-6" dirty="0"/>
              <a:t>Communication</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165</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72" name="object 3">
            <a:extLst>
              <a:ext uri="{FF2B5EF4-FFF2-40B4-BE49-F238E27FC236}">
                <a16:creationId xmlns:a16="http://schemas.microsoft.com/office/drawing/2014/main" id="{20966654-4224-40BB-9953-4B18D36F70E6}"/>
              </a:ext>
            </a:extLst>
          </p:cNvPr>
          <p:cNvSpPr txBox="1"/>
          <p:nvPr/>
        </p:nvSpPr>
        <p:spPr>
          <a:xfrm>
            <a:off x="556413" y="1477540"/>
            <a:ext cx="8354225" cy="3902919"/>
          </a:xfrm>
          <a:prstGeom prst="rect">
            <a:avLst/>
          </a:prstGeom>
        </p:spPr>
        <p:txBody>
          <a:bodyPr vert="horz" wrap="square" lIns="0" tIns="126293" rIns="0" bIns="0" rtlCol="0">
            <a:spAutoFit/>
          </a:bodyPr>
          <a:lstStyle/>
          <a:p>
            <a:pPr marL="332313" indent="-318908">
              <a:spcBef>
                <a:spcPts val="993"/>
              </a:spcBef>
              <a:buClr>
                <a:srgbClr val="B2B2B2"/>
              </a:buClr>
              <a:buFont typeface="Arial"/>
              <a:buChar char="•"/>
              <a:tabLst>
                <a:tab pos="332313" algn="l"/>
                <a:tab pos="333019" algn="l"/>
              </a:tabLst>
            </a:pPr>
            <a:r>
              <a:rPr sz="2400" b="1" dirty="0">
                <a:latin typeface="Trebuchet MS"/>
                <a:cs typeface="Trebuchet MS"/>
              </a:rPr>
              <a:t>A worker </a:t>
            </a:r>
            <a:r>
              <a:rPr sz="2400" b="1" spc="-6" dirty="0">
                <a:latin typeface="Trebuchet MS"/>
                <a:cs typeface="Trebuchet MS"/>
              </a:rPr>
              <a:t>communicates with its </a:t>
            </a:r>
            <a:r>
              <a:rPr sz="2400" b="1" dirty="0">
                <a:latin typeface="Trebuchet MS"/>
                <a:cs typeface="Trebuchet MS"/>
              </a:rPr>
              <a:t>2</a:t>
            </a:r>
            <a:r>
              <a:rPr sz="2400" b="1" spc="-33" dirty="0">
                <a:latin typeface="Trebuchet MS"/>
                <a:cs typeface="Trebuchet MS"/>
              </a:rPr>
              <a:t> </a:t>
            </a:r>
            <a:r>
              <a:rPr sz="2400" b="1" spc="-6" dirty="0">
                <a:latin typeface="Trebuchet MS"/>
                <a:cs typeface="Trebuchet MS"/>
              </a:rPr>
              <a:t>neighbors</a:t>
            </a:r>
            <a:endParaRPr sz="24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z="2000" spc="-6" dirty="0">
                <a:latin typeface="Trebuchet MS"/>
                <a:cs typeface="Trebuchet MS"/>
              </a:rPr>
              <a:t>1D </a:t>
            </a:r>
            <a:r>
              <a:rPr sz="2000" spc="-11" dirty="0">
                <a:latin typeface="Trebuchet MS"/>
                <a:cs typeface="Trebuchet MS"/>
              </a:rPr>
              <a:t>mesh</a:t>
            </a:r>
            <a:r>
              <a:rPr sz="2000" spc="28" dirty="0">
                <a:latin typeface="Trebuchet MS"/>
                <a:cs typeface="Trebuchet MS"/>
              </a:rPr>
              <a:t> </a:t>
            </a:r>
            <a:r>
              <a:rPr sz="2000" spc="-11" dirty="0">
                <a:latin typeface="Trebuchet MS"/>
                <a:cs typeface="Trebuchet MS"/>
              </a:rPr>
              <a:t>topology</a:t>
            </a:r>
            <a:endParaRPr sz="2000" dirty="0">
              <a:latin typeface="Trebuchet MS"/>
              <a:cs typeface="Trebuchet MS"/>
            </a:endParaRPr>
          </a:p>
          <a:p>
            <a:pPr marL="713310" lvl="1" indent="-319613">
              <a:spcBef>
                <a:spcPts val="789"/>
              </a:spcBef>
              <a:buClr>
                <a:srgbClr val="B2B2B2"/>
              </a:buClr>
              <a:buFont typeface="Arial"/>
              <a:buChar char="•"/>
              <a:tabLst>
                <a:tab pos="713310" algn="l"/>
                <a:tab pos="714015" algn="l"/>
              </a:tabLst>
            </a:pPr>
            <a:r>
              <a:rPr sz="2000" spc="-6" dirty="0">
                <a:latin typeface="Trebuchet MS"/>
                <a:cs typeface="Trebuchet MS"/>
              </a:rPr>
              <a:t>1D torus when interleaving</a:t>
            </a:r>
            <a:r>
              <a:rPr sz="2000" spc="67" dirty="0">
                <a:latin typeface="Trebuchet MS"/>
                <a:cs typeface="Trebuchet MS"/>
              </a:rPr>
              <a:t> </a:t>
            </a:r>
            <a:r>
              <a:rPr sz="2000" spc="-6" dirty="0">
                <a:latin typeface="Trebuchet MS"/>
                <a:cs typeface="Trebuchet MS"/>
              </a:rPr>
              <a:t>layers</a:t>
            </a:r>
            <a:endParaRPr lang="en-US" sz="2000" spc="-6" dirty="0">
              <a:latin typeface="Trebuchet MS"/>
              <a:cs typeface="Trebuchet MS"/>
            </a:endParaRPr>
          </a:p>
          <a:p>
            <a:pPr marL="713310" lvl="1" indent="-319613">
              <a:spcBef>
                <a:spcPts val="789"/>
              </a:spcBef>
              <a:buClr>
                <a:srgbClr val="B2B2B2"/>
              </a:buClr>
              <a:buFont typeface="Arial"/>
              <a:buChar char="•"/>
              <a:tabLst>
                <a:tab pos="713310" algn="l"/>
                <a:tab pos="714015" algn="l"/>
              </a:tabLst>
            </a:pPr>
            <a:endParaRPr sz="2000" dirty="0">
              <a:latin typeface="Trebuchet MS"/>
              <a:cs typeface="Trebuchet MS"/>
            </a:endParaRPr>
          </a:p>
          <a:p>
            <a:pPr marL="332313" indent="-318908">
              <a:spcBef>
                <a:spcPts val="761"/>
              </a:spcBef>
              <a:buClr>
                <a:srgbClr val="B2B2B2"/>
              </a:buClr>
              <a:buFont typeface="Arial"/>
              <a:buChar char="•"/>
              <a:tabLst>
                <a:tab pos="332313" algn="l"/>
                <a:tab pos="333019" algn="l"/>
              </a:tabLst>
            </a:pPr>
            <a:r>
              <a:rPr sz="2400" b="1" spc="-6" dirty="0">
                <a:latin typeface="Trebuchet MS"/>
                <a:cs typeface="Trebuchet MS"/>
              </a:rPr>
              <a:t>Communication in each step </a:t>
            </a:r>
            <a:r>
              <a:rPr sz="2400" b="1" dirty="0">
                <a:latin typeface="Trebuchet MS"/>
                <a:cs typeface="Trebuchet MS"/>
              </a:rPr>
              <a:t>of </a:t>
            </a:r>
            <a:r>
              <a:rPr sz="2400" b="1" spc="-6" dirty="0">
                <a:latin typeface="Trebuchet MS"/>
                <a:cs typeface="Trebuchet MS"/>
              </a:rPr>
              <a:t>the fwd </a:t>
            </a:r>
            <a:r>
              <a:rPr sz="2400" b="1" dirty="0">
                <a:latin typeface="Trebuchet MS"/>
                <a:cs typeface="Trebuchet MS"/>
              </a:rPr>
              <a:t>and bwd </a:t>
            </a:r>
            <a:r>
              <a:rPr sz="2400" b="1" spc="-6" dirty="0">
                <a:latin typeface="Trebuchet MS"/>
                <a:cs typeface="Trebuchet MS"/>
              </a:rPr>
              <a:t>pass</a:t>
            </a:r>
            <a:endParaRPr sz="2400" dirty="0">
              <a:latin typeface="Trebuchet MS"/>
              <a:cs typeface="Trebuchet MS"/>
            </a:endParaRPr>
          </a:p>
          <a:p>
            <a:pPr marL="713310" lvl="1" indent="-319613">
              <a:spcBef>
                <a:spcPts val="789"/>
              </a:spcBef>
              <a:buClr>
                <a:srgbClr val="B2B2B2"/>
              </a:buClr>
              <a:buFont typeface="Arial"/>
              <a:buChar char="•"/>
              <a:tabLst>
                <a:tab pos="713310" algn="l"/>
                <a:tab pos="714015" algn="l"/>
              </a:tabLst>
            </a:pPr>
            <a:r>
              <a:rPr sz="2000" spc="-11" dirty="0">
                <a:latin typeface="Trebuchet MS"/>
                <a:cs typeface="Trebuchet MS"/>
              </a:rPr>
              <a:t>Activations </a:t>
            </a:r>
            <a:r>
              <a:rPr sz="2000" spc="-6" dirty="0">
                <a:latin typeface="Trebuchet MS"/>
                <a:cs typeface="Trebuchet MS"/>
              </a:rPr>
              <a:t>in fwd, activation gradients in</a:t>
            </a:r>
            <a:r>
              <a:rPr sz="2000" spc="167" dirty="0">
                <a:latin typeface="Trebuchet MS"/>
                <a:cs typeface="Trebuchet MS"/>
              </a:rPr>
              <a:t> </a:t>
            </a:r>
            <a:r>
              <a:rPr sz="2000" spc="-11" dirty="0" err="1">
                <a:latin typeface="Trebuchet MS"/>
                <a:cs typeface="Trebuchet MS"/>
              </a:rPr>
              <a:t>bwd</a:t>
            </a:r>
            <a:endParaRPr lang="en-US" sz="2000" spc="-11" dirty="0">
              <a:latin typeface="Trebuchet MS"/>
              <a:cs typeface="Trebuchet MS"/>
            </a:endParaRPr>
          </a:p>
          <a:p>
            <a:pPr marL="713310" lvl="1" indent="-319613">
              <a:spcBef>
                <a:spcPts val="789"/>
              </a:spcBef>
              <a:buClr>
                <a:srgbClr val="B2B2B2"/>
              </a:buClr>
              <a:buFont typeface="Arial"/>
              <a:buChar char="•"/>
              <a:tabLst>
                <a:tab pos="713310" algn="l"/>
                <a:tab pos="714015" algn="l"/>
              </a:tabLst>
            </a:pPr>
            <a:endParaRPr sz="2000" dirty="0">
              <a:latin typeface="Trebuchet MS"/>
              <a:cs typeface="Trebuchet MS"/>
            </a:endParaRPr>
          </a:p>
          <a:p>
            <a:pPr marL="332313" indent="-318908">
              <a:spcBef>
                <a:spcPts val="761"/>
              </a:spcBef>
              <a:buClr>
                <a:srgbClr val="B2B2B2"/>
              </a:buClr>
              <a:buFont typeface="Arial"/>
              <a:buChar char="•"/>
              <a:tabLst>
                <a:tab pos="332313" algn="l"/>
                <a:tab pos="333019" algn="l"/>
              </a:tabLst>
            </a:pPr>
            <a:r>
              <a:rPr lang="en-US" sz="2400" b="1" spc="-6" dirty="0">
                <a:solidFill>
                  <a:srgbClr val="C00000"/>
                </a:solidFill>
                <a:latin typeface="Trebuchet MS"/>
                <a:cs typeface="Trebuchet MS"/>
              </a:rPr>
              <a:t>O</a:t>
            </a:r>
            <a:r>
              <a:rPr sz="2400" b="1" spc="-6" dirty="0">
                <a:solidFill>
                  <a:srgbClr val="C00000"/>
                </a:solidFill>
                <a:latin typeface="Trebuchet MS"/>
                <a:cs typeface="Trebuchet MS"/>
              </a:rPr>
              <a:t>verlap</a:t>
            </a:r>
            <a:r>
              <a:rPr lang="en-US" sz="2400" b="1" spc="-6" dirty="0">
                <a:solidFill>
                  <a:srgbClr val="C00000"/>
                </a:solidFill>
                <a:latin typeface="Trebuchet MS"/>
                <a:cs typeface="Trebuchet MS"/>
              </a:rPr>
              <a:t> communication</a:t>
            </a:r>
            <a:r>
              <a:rPr sz="2400" b="1" spc="-6" dirty="0">
                <a:solidFill>
                  <a:srgbClr val="C00000"/>
                </a:solidFill>
                <a:latin typeface="Trebuchet MS"/>
                <a:cs typeface="Trebuchet MS"/>
              </a:rPr>
              <a:t> </a:t>
            </a:r>
            <a:r>
              <a:rPr sz="2400" b="1" dirty="0">
                <a:solidFill>
                  <a:srgbClr val="C00000"/>
                </a:solidFill>
                <a:latin typeface="Trebuchet MS"/>
                <a:cs typeface="Trebuchet MS"/>
              </a:rPr>
              <a:t>with</a:t>
            </a:r>
            <a:r>
              <a:rPr sz="2400" b="1" spc="-50" dirty="0">
                <a:solidFill>
                  <a:srgbClr val="C00000"/>
                </a:solidFill>
                <a:latin typeface="Trebuchet MS"/>
                <a:cs typeface="Trebuchet MS"/>
              </a:rPr>
              <a:t> </a:t>
            </a:r>
            <a:r>
              <a:rPr sz="2400" b="1" dirty="0">
                <a:solidFill>
                  <a:srgbClr val="C00000"/>
                </a:solidFill>
                <a:latin typeface="Trebuchet MS"/>
                <a:cs typeface="Trebuchet MS"/>
              </a:rPr>
              <a:t>computation</a:t>
            </a:r>
            <a:endParaRPr lang="en-US" sz="2400" b="1" dirty="0">
              <a:solidFill>
                <a:srgbClr val="C00000"/>
              </a:solidFill>
              <a:latin typeface="Trebuchet MS"/>
              <a:cs typeface="Trebuchet MS"/>
            </a:endParaRPr>
          </a:p>
          <a:p>
            <a:pPr marL="789513" lvl="1" indent="-318908">
              <a:spcBef>
                <a:spcPts val="761"/>
              </a:spcBef>
              <a:buClr>
                <a:srgbClr val="B2B2B2"/>
              </a:buClr>
              <a:buFont typeface="Arial"/>
              <a:buChar char="•"/>
              <a:tabLst>
                <a:tab pos="332313" algn="l"/>
                <a:tab pos="333019" algn="l"/>
              </a:tabLst>
            </a:pPr>
            <a:r>
              <a:rPr lang="en-US" sz="2000" spc="-6" dirty="0">
                <a:solidFill>
                  <a:srgbClr val="C00000"/>
                </a:solidFill>
                <a:latin typeface="Trebuchet MS"/>
                <a:cs typeface="Trebuchet MS"/>
              </a:rPr>
              <a:t>Very </a:t>
            </a:r>
            <a:r>
              <a:rPr lang="en-US" sz="2000" dirty="0">
                <a:solidFill>
                  <a:srgbClr val="C00000"/>
                </a:solidFill>
                <a:latin typeface="Trebuchet MS"/>
                <a:cs typeface="Trebuchet MS"/>
              </a:rPr>
              <a:t>hard</a:t>
            </a:r>
            <a:endParaRPr sz="2000" dirty="0">
              <a:solidFill>
                <a:srgbClr val="C00000"/>
              </a:solidFill>
              <a:latin typeface="Trebuchet MS"/>
              <a:cs typeface="Trebuchet MS"/>
            </a:endParaRPr>
          </a:p>
        </p:txBody>
      </p:sp>
    </p:spTree>
    <p:extLst>
      <p:ext uri="{BB962C8B-B14F-4D97-AF65-F5344CB8AC3E}">
        <p14:creationId xmlns:p14="http://schemas.microsoft.com/office/powerpoint/2010/main" val="1536963881"/>
      </p:ext>
    </p:extLst>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dirty="0"/>
              <a:t>Pipeline </a:t>
            </a:r>
            <a:r>
              <a:rPr lang="en-US" altLang="zh-CN" spc="-6" dirty="0"/>
              <a:t>Parallel:</a:t>
            </a:r>
            <a:r>
              <a:rPr lang="en-US" altLang="zh-CN" spc="17" dirty="0"/>
              <a:t> </a:t>
            </a:r>
            <a:r>
              <a:rPr lang="en-US" altLang="zh-CN" spc="-6" dirty="0"/>
              <a:t>Challenges</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166</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6" name="object 3">
            <a:extLst>
              <a:ext uri="{FF2B5EF4-FFF2-40B4-BE49-F238E27FC236}">
                <a16:creationId xmlns:a16="http://schemas.microsoft.com/office/drawing/2014/main" id="{CE89EE56-2D72-4658-AFD7-E8B96158417B}"/>
              </a:ext>
            </a:extLst>
          </p:cNvPr>
          <p:cNvSpPr txBox="1"/>
          <p:nvPr/>
        </p:nvSpPr>
        <p:spPr>
          <a:xfrm>
            <a:off x="304800" y="1066800"/>
            <a:ext cx="8605838" cy="4179634"/>
          </a:xfrm>
          <a:prstGeom prst="rect">
            <a:avLst/>
          </a:prstGeom>
        </p:spPr>
        <p:txBody>
          <a:bodyPr vert="horz" wrap="square" lIns="0" tIns="110772" rIns="0" bIns="0" rtlCol="0">
            <a:spAutoFit/>
          </a:bodyPr>
          <a:lstStyle/>
          <a:p>
            <a:pPr marL="332313" indent="-318908">
              <a:spcBef>
                <a:spcPts val="739"/>
              </a:spcBef>
              <a:buClr>
                <a:srgbClr val="B2B2B2"/>
              </a:buClr>
              <a:buFont typeface="Arial"/>
              <a:buChar char="•"/>
              <a:tabLst>
                <a:tab pos="332313" algn="l"/>
                <a:tab pos="333019" algn="l"/>
              </a:tabLst>
            </a:pPr>
            <a:r>
              <a:rPr sz="2400" b="1" dirty="0">
                <a:solidFill>
                  <a:srgbClr val="FF0000"/>
                </a:solidFill>
                <a:latin typeface="Trebuchet MS"/>
                <a:cs typeface="Trebuchet MS"/>
              </a:rPr>
              <a:t>Load </a:t>
            </a:r>
            <a:r>
              <a:rPr sz="2400" b="1" spc="-6" dirty="0">
                <a:solidFill>
                  <a:srgbClr val="FF0000"/>
                </a:solidFill>
                <a:latin typeface="Trebuchet MS"/>
                <a:cs typeface="Trebuchet MS"/>
              </a:rPr>
              <a:t>balancing </a:t>
            </a:r>
            <a:r>
              <a:rPr sz="2400" b="1" dirty="0">
                <a:solidFill>
                  <a:srgbClr val="FF0000"/>
                </a:solidFill>
                <a:latin typeface="Trebuchet MS"/>
                <a:cs typeface="Trebuchet MS"/>
              </a:rPr>
              <a:t>workload across </a:t>
            </a:r>
            <a:r>
              <a:rPr sz="2400" b="1" spc="-6" dirty="0">
                <a:solidFill>
                  <a:srgbClr val="FF0000"/>
                </a:solidFill>
                <a:latin typeface="Trebuchet MS"/>
                <a:cs typeface="Trebuchet MS"/>
              </a:rPr>
              <a:t>workers is</a:t>
            </a:r>
            <a:r>
              <a:rPr sz="2400" b="1" spc="-39" dirty="0">
                <a:solidFill>
                  <a:srgbClr val="FF0000"/>
                </a:solidFill>
                <a:latin typeface="Trebuchet MS"/>
                <a:cs typeface="Trebuchet MS"/>
              </a:rPr>
              <a:t> </a:t>
            </a:r>
            <a:r>
              <a:rPr sz="2400" b="1" spc="-6" dirty="0">
                <a:solidFill>
                  <a:srgbClr val="FF0000"/>
                </a:solidFill>
                <a:latin typeface="Trebuchet MS"/>
                <a:cs typeface="Trebuchet MS"/>
              </a:rPr>
              <a:t>difficult</a:t>
            </a:r>
            <a:endParaRPr sz="2400" dirty="0">
              <a:solidFill>
                <a:srgbClr val="FF0000"/>
              </a:solidFill>
              <a:latin typeface="Trebuchet MS"/>
              <a:cs typeface="Trebuchet MS"/>
            </a:endParaRPr>
          </a:p>
          <a:p>
            <a:pPr marL="713310" lvl="1" indent="-319613">
              <a:spcBef>
                <a:spcPts val="778"/>
              </a:spcBef>
              <a:buClr>
                <a:srgbClr val="B2B2B2"/>
              </a:buClr>
              <a:buFont typeface="Arial"/>
              <a:buChar char="•"/>
              <a:tabLst>
                <a:tab pos="713310" algn="l"/>
                <a:tab pos="714015" algn="l"/>
              </a:tabLst>
            </a:pPr>
            <a:r>
              <a:rPr sz="2000" spc="-6" dirty="0">
                <a:latin typeface="Trebuchet MS"/>
                <a:cs typeface="Trebuchet MS"/>
              </a:rPr>
              <a:t>Different layers of a network </a:t>
            </a:r>
            <a:r>
              <a:rPr sz="2000" spc="-11" dirty="0">
                <a:latin typeface="Trebuchet MS"/>
                <a:cs typeface="Trebuchet MS"/>
              </a:rPr>
              <a:t>can </a:t>
            </a:r>
            <a:r>
              <a:rPr sz="2000" spc="-6" dirty="0">
                <a:latin typeface="Trebuchet MS"/>
                <a:cs typeface="Trebuchet MS"/>
              </a:rPr>
              <a:t>take different </a:t>
            </a:r>
            <a:r>
              <a:rPr sz="2000" spc="-11" dirty="0">
                <a:latin typeface="Trebuchet MS"/>
                <a:cs typeface="Trebuchet MS"/>
              </a:rPr>
              <a:t>amounts </a:t>
            </a:r>
            <a:r>
              <a:rPr sz="2000" spc="-6" dirty="0">
                <a:latin typeface="Trebuchet MS"/>
                <a:cs typeface="Trebuchet MS"/>
              </a:rPr>
              <a:t>of</a:t>
            </a:r>
            <a:r>
              <a:rPr sz="2000" spc="194" dirty="0">
                <a:latin typeface="Trebuchet MS"/>
                <a:cs typeface="Trebuchet MS"/>
              </a:rPr>
              <a:t> </a:t>
            </a:r>
            <a:r>
              <a:rPr sz="2000" spc="-11" dirty="0">
                <a:latin typeface="Trebuchet MS"/>
                <a:cs typeface="Trebuchet MS"/>
              </a:rPr>
              <a:t>time</a:t>
            </a:r>
            <a:endParaRPr sz="2000" dirty="0">
              <a:latin typeface="Trebuchet MS"/>
              <a:cs typeface="Trebuchet MS"/>
            </a:endParaRPr>
          </a:p>
          <a:p>
            <a:pPr marL="713310" lvl="1" indent="-319613">
              <a:spcBef>
                <a:spcPts val="789"/>
              </a:spcBef>
              <a:buClr>
                <a:srgbClr val="B2B2B2"/>
              </a:buClr>
              <a:buFont typeface="Arial"/>
              <a:buChar char="•"/>
              <a:tabLst>
                <a:tab pos="713310" algn="l"/>
                <a:tab pos="714015" algn="l"/>
              </a:tabLst>
            </a:pPr>
            <a:r>
              <a:rPr sz="2000" spc="-11" dirty="0">
                <a:latin typeface="Trebuchet MS"/>
                <a:cs typeface="Trebuchet MS"/>
              </a:rPr>
              <a:t>Leads </a:t>
            </a:r>
            <a:r>
              <a:rPr sz="2000" spc="-6" dirty="0">
                <a:latin typeface="Trebuchet MS"/>
                <a:cs typeface="Trebuchet MS"/>
              </a:rPr>
              <a:t>to even busy slots </a:t>
            </a:r>
            <a:r>
              <a:rPr sz="2000" spc="-11" dirty="0">
                <a:latin typeface="Trebuchet MS"/>
                <a:cs typeface="Trebuchet MS"/>
              </a:rPr>
              <a:t>for </a:t>
            </a:r>
            <a:r>
              <a:rPr sz="2000" spc="-6" dirty="0">
                <a:latin typeface="Trebuchet MS"/>
                <a:cs typeface="Trebuchet MS"/>
              </a:rPr>
              <a:t>other workers </a:t>
            </a:r>
            <a:r>
              <a:rPr sz="2000" spc="-11" dirty="0">
                <a:latin typeface="Trebuchet MS"/>
                <a:cs typeface="Trebuchet MS"/>
              </a:rPr>
              <a:t>idling for </a:t>
            </a:r>
            <a:r>
              <a:rPr sz="2000" spc="-6" dirty="0">
                <a:latin typeface="Trebuchet MS"/>
                <a:cs typeface="Trebuchet MS"/>
              </a:rPr>
              <a:t>portions of</a:t>
            </a:r>
            <a:r>
              <a:rPr sz="2000" spc="311" dirty="0">
                <a:latin typeface="Trebuchet MS"/>
                <a:cs typeface="Trebuchet MS"/>
              </a:rPr>
              <a:t> </a:t>
            </a:r>
            <a:r>
              <a:rPr sz="2000" spc="-11" dirty="0">
                <a:latin typeface="Trebuchet MS"/>
                <a:cs typeface="Trebuchet MS"/>
              </a:rPr>
              <a:t>time</a:t>
            </a:r>
            <a:endParaRPr lang="en-US" sz="2000" spc="-11" dirty="0">
              <a:latin typeface="Trebuchet MS"/>
              <a:cs typeface="Trebuchet MS"/>
            </a:endParaRPr>
          </a:p>
          <a:p>
            <a:pPr marL="713310" lvl="1" indent="-319613">
              <a:spcBef>
                <a:spcPts val="789"/>
              </a:spcBef>
              <a:buClr>
                <a:srgbClr val="B2B2B2"/>
              </a:buClr>
              <a:buFont typeface="Arial"/>
              <a:buChar char="•"/>
              <a:tabLst>
                <a:tab pos="713310" algn="l"/>
                <a:tab pos="714015" algn="l"/>
              </a:tabLst>
            </a:pPr>
            <a:endParaRPr lang="en-CN" sz="2000" spc="-11" dirty="0">
              <a:latin typeface="Trebuchet MS"/>
              <a:cs typeface="Trebuchet MS"/>
            </a:endParaRPr>
          </a:p>
          <a:p>
            <a:pPr marL="332313" indent="-318908">
              <a:spcBef>
                <a:spcPts val="872"/>
              </a:spcBef>
              <a:buClr>
                <a:srgbClr val="B2B2B2"/>
              </a:buClr>
              <a:buFont typeface="Arial"/>
              <a:buChar char="•"/>
              <a:tabLst>
                <a:tab pos="332313" algn="l"/>
                <a:tab pos="333019" algn="l"/>
              </a:tabLst>
            </a:pPr>
            <a:r>
              <a:rPr lang="en-US" sz="2400" b="1" dirty="0">
                <a:solidFill>
                  <a:srgbClr val="FF0000"/>
                </a:solidFill>
                <a:latin typeface="Trebuchet MS"/>
                <a:cs typeface="Trebuchet MS"/>
              </a:rPr>
              <a:t>Lots of computation </a:t>
            </a:r>
            <a:r>
              <a:rPr lang="en-US" sz="2400" b="1" spc="-6" dirty="0">
                <a:solidFill>
                  <a:srgbClr val="FF0000"/>
                </a:solidFill>
                <a:latin typeface="Trebuchet MS"/>
                <a:cs typeface="Trebuchet MS"/>
              </a:rPr>
              <a:t>to </a:t>
            </a:r>
            <a:r>
              <a:rPr lang="en-US" sz="2400" b="1" dirty="0">
                <a:solidFill>
                  <a:srgbClr val="FF0000"/>
                </a:solidFill>
                <a:latin typeface="Trebuchet MS"/>
                <a:cs typeface="Trebuchet MS"/>
              </a:rPr>
              <a:t>hide</a:t>
            </a:r>
            <a:r>
              <a:rPr lang="en-US" sz="2400" b="1" spc="-50" dirty="0">
                <a:solidFill>
                  <a:srgbClr val="FF0000"/>
                </a:solidFill>
                <a:latin typeface="Trebuchet MS"/>
                <a:cs typeface="Trebuchet MS"/>
              </a:rPr>
              <a:t> </a:t>
            </a:r>
            <a:r>
              <a:rPr lang="en-US" sz="2400" b="1" dirty="0">
                <a:solidFill>
                  <a:srgbClr val="FF0000"/>
                </a:solidFill>
                <a:latin typeface="Trebuchet MS"/>
                <a:cs typeface="Trebuchet MS"/>
              </a:rPr>
              <a:t>communication</a:t>
            </a:r>
          </a:p>
          <a:p>
            <a:pPr marL="332313" indent="-318908">
              <a:spcBef>
                <a:spcPts val="872"/>
              </a:spcBef>
              <a:buClr>
                <a:srgbClr val="B2B2B2"/>
              </a:buClr>
              <a:buFont typeface="Arial"/>
              <a:buChar char="•"/>
              <a:tabLst>
                <a:tab pos="332313" algn="l"/>
                <a:tab pos="333019" algn="l"/>
              </a:tabLst>
            </a:pPr>
            <a:endParaRPr lang="en-US" sz="2400" dirty="0">
              <a:latin typeface="Trebuchet MS"/>
              <a:cs typeface="Trebuchet MS"/>
            </a:endParaRPr>
          </a:p>
          <a:p>
            <a:pPr marL="332313" indent="-318908">
              <a:spcBef>
                <a:spcPts val="756"/>
              </a:spcBef>
              <a:buClr>
                <a:srgbClr val="B2B2B2"/>
              </a:buClr>
              <a:buFont typeface="Arial"/>
              <a:buChar char="•"/>
              <a:tabLst>
                <a:tab pos="332313" algn="l"/>
                <a:tab pos="333019" algn="l"/>
              </a:tabLst>
            </a:pPr>
            <a:r>
              <a:rPr lang="en-US" sz="2400" b="1" spc="-6" dirty="0">
                <a:solidFill>
                  <a:srgbClr val="FF0000"/>
                </a:solidFill>
                <a:latin typeface="Trebuchet MS"/>
                <a:cs typeface="Trebuchet MS"/>
              </a:rPr>
              <a:t>Idle </a:t>
            </a:r>
            <a:r>
              <a:rPr lang="en-US" sz="2400" b="1" dirty="0">
                <a:solidFill>
                  <a:srgbClr val="FF0000"/>
                </a:solidFill>
                <a:latin typeface="Trebuchet MS"/>
                <a:cs typeface="Trebuchet MS"/>
              </a:rPr>
              <a:t>slots </a:t>
            </a:r>
            <a:r>
              <a:rPr lang="en-US" sz="2400" b="1" spc="-6" dirty="0">
                <a:solidFill>
                  <a:srgbClr val="FF0000"/>
                </a:solidFill>
                <a:latin typeface="Trebuchet MS"/>
                <a:cs typeface="Trebuchet MS"/>
              </a:rPr>
              <a:t>reduce </a:t>
            </a:r>
            <a:r>
              <a:rPr lang="en-US" sz="2400" b="1" dirty="0">
                <a:solidFill>
                  <a:srgbClr val="FF0000"/>
                </a:solidFill>
                <a:latin typeface="Trebuchet MS"/>
                <a:cs typeface="Trebuchet MS"/>
              </a:rPr>
              <a:t>scaling</a:t>
            </a:r>
            <a:r>
              <a:rPr lang="en-US" sz="2400" b="1" spc="-39" dirty="0">
                <a:solidFill>
                  <a:srgbClr val="FF0000"/>
                </a:solidFill>
                <a:latin typeface="Trebuchet MS"/>
                <a:cs typeface="Trebuchet MS"/>
              </a:rPr>
              <a:t> </a:t>
            </a:r>
            <a:r>
              <a:rPr lang="en-US" sz="2400" b="1" spc="-6" dirty="0">
                <a:solidFill>
                  <a:srgbClr val="FF0000"/>
                </a:solidFill>
                <a:latin typeface="Trebuchet MS"/>
                <a:cs typeface="Trebuchet MS"/>
              </a:rPr>
              <a:t>efficiency</a:t>
            </a:r>
            <a:endParaRPr lang="en-US" sz="2400" dirty="0">
              <a:solidFill>
                <a:srgbClr val="FF0000"/>
              </a:solidFill>
              <a:latin typeface="Trebuchet MS"/>
              <a:cs typeface="Trebuchet MS"/>
            </a:endParaRPr>
          </a:p>
          <a:p>
            <a:pPr marL="713310" marR="5644" lvl="1" indent="-318908">
              <a:lnSpc>
                <a:spcPts val="1922"/>
              </a:lnSpc>
              <a:spcBef>
                <a:spcPts val="1021"/>
              </a:spcBef>
              <a:buClr>
                <a:srgbClr val="B2B2B2"/>
              </a:buClr>
              <a:buFont typeface="Arial"/>
              <a:buChar char="•"/>
              <a:tabLst>
                <a:tab pos="713310" algn="l"/>
                <a:tab pos="714015" algn="l"/>
              </a:tabLst>
            </a:pPr>
            <a:r>
              <a:rPr lang="en-US" sz="2000" spc="-11" dirty="0">
                <a:latin typeface="Trebuchet MS"/>
                <a:cs typeface="Trebuchet MS"/>
              </a:rPr>
              <a:t>Many </a:t>
            </a:r>
            <a:r>
              <a:rPr lang="en-US" sz="2000" spc="-6" dirty="0" err="1">
                <a:latin typeface="Trebuchet MS"/>
                <a:cs typeface="Trebuchet MS"/>
              </a:rPr>
              <a:t>subminibatches</a:t>
            </a:r>
            <a:r>
              <a:rPr lang="en-US" sz="2000" spc="-6" dirty="0">
                <a:latin typeface="Trebuchet MS"/>
                <a:cs typeface="Trebuchet MS"/>
              </a:rPr>
              <a:t> help with this, </a:t>
            </a:r>
            <a:r>
              <a:rPr lang="en-US" sz="2000" spc="-11" dirty="0">
                <a:latin typeface="Trebuchet MS"/>
                <a:cs typeface="Trebuchet MS"/>
              </a:rPr>
              <a:t>but </a:t>
            </a:r>
            <a:r>
              <a:rPr lang="en-US" sz="2000" spc="-6" dirty="0">
                <a:latin typeface="Trebuchet MS"/>
                <a:cs typeface="Trebuchet MS"/>
              </a:rPr>
              <a:t>run into the same </a:t>
            </a:r>
            <a:r>
              <a:rPr lang="en-US" sz="2000" spc="-11" dirty="0">
                <a:latin typeface="Trebuchet MS"/>
                <a:cs typeface="Trebuchet MS"/>
              </a:rPr>
              <a:t>problems </a:t>
            </a:r>
            <a:r>
              <a:rPr lang="en-US" sz="2000" spc="-6" dirty="0">
                <a:latin typeface="Trebuchet MS"/>
                <a:cs typeface="Trebuchet MS"/>
              </a:rPr>
              <a:t>as </a:t>
            </a:r>
            <a:r>
              <a:rPr lang="en-US" sz="2000" dirty="0">
                <a:latin typeface="Trebuchet MS"/>
                <a:cs typeface="Trebuchet MS"/>
              </a:rPr>
              <a:t>strong-scaling </a:t>
            </a:r>
            <a:r>
              <a:rPr lang="en-US" sz="2000" spc="-6" dirty="0">
                <a:latin typeface="Trebuchet MS"/>
                <a:cs typeface="Trebuchet MS"/>
              </a:rPr>
              <a:t>of data-parallel.</a:t>
            </a:r>
          </a:p>
          <a:p>
            <a:pPr marL="713310" lvl="1" indent="-319613">
              <a:spcBef>
                <a:spcPts val="789"/>
              </a:spcBef>
              <a:buClr>
                <a:srgbClr val="B2B2B2"/>
              </a:buClr>
              <a:buFont typeface="Arial"/>
              <a:buChar char="•"/>
              <a:tabLst>
                <a:tab pos="713310" algn="l"/>
                <a:tab pos="714015" algn="l"/>
              </a:tabLst>
            </a:pPr>
            <a:endParaRPr sz="2000" dirty="0">
              <a:latin typeface="Trebuchet MS"/>
              <a:cs typeface="Trebuchet MS"/>
            </a:endParaRPr>
          </a:p>
        </p:txBody>
      </p:sp>
    </p:spTree>
    <p:extLst>
      <p:ext uri="{BB962C8B-B14F-4D97-AF65-F5344CB8AC3E}">
        <p14:creationId xmlns:p14="http://schemas.microsoft.com/office/powerpoint/2010/main" val="3541886213"/>
      </p:ext>
    </p:extLst>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spc="-6" dirty="0"/>
              <a:t>Outline</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167</a:t>
            </a:fld>
            <a:endParaRPr lang="en-US" altLang="en-US" sz="1600">
              <a:solidFill>
                <a:srgbClr val="000000"/>
              </a:solidFill>
              <a:latin typeface="Garamond" panose="02020404030301010803" pitchFamily="18" charset="0"/>
            </a:endParaRPr>
          </a:p>
        </p:txBody>
      </p:sp>
      <p:sp>
        <p:nvSpPr>
          <p:cNvPr id="1043" name="Rectangle 4">
            <a:extLst>
              <a:ext uri="{FF2B5EF4-FFF2-40B4-BE49-F238E27FC236}">
                <a16:creationId xmlns:a16="http://schemas.microsoft.com/office/drawing/2014/main" id="{56556AFD-81E5-4C91-ACD1-3EDE2EE2191D}"/>
              </a:ext>
            </a:extLst>
          </p:cNvPr>
          <p:cNvSpPr/>
          <p:nvPr/>
        </p:nvSpPr>
        <p:spPr>
          <a:xfrm>
            <a:off x="521428" y="1410212"/>
            <a:ext cx="7772116" cy="4681025"/>
          </a:xfrm>
          <a:prstGeom prst="rect">
            <a:avLst/>
          </a:prstGeom>
        </p:spPr>
        <p:txBody>
          <a:bodyPr wrap="square">
            <a:spAutoFit/>
          </a:bodyPr>
          <a:lstStyle/>
          <a:p>
            <a:pPr marL="457200" indent="-457200">
              <a:lnSpc>
                <a:spcPct val="150000"/>
              </a:lnSpc>
              <a:spcBef>
                <a:spcPts val="600"/>
              </a:spcBef>
              <a:buClr>
                <a:schemeClr val="tx1"/>
              </a:buClr>
              <a:buFont typeface="Arial" panose="020B0604020202020204" pitchFamily="34" charset="0"/>
              <a:buChar char="•"/>
            </a:pPr>
            <a:r>
              <a:rPr lang="en-US" altLang="zh-CN" sz="2600" b="1" dirty="0">
                <a:solidFill>
                  <a:schemeClr val="bg1">
                    <a:lumMod val="50000"/>
                  </a:schemeClr>
                </a:solidFill>
              </a:rPr>
              <a:t>Why Distributed Training</a:t>
            </a:r>
            <a:r>
              <a:rPr lang="zh-CN" altLang="en-US" sz="2600" b="1" dirty="0">
                <a:solidFill>
                  <a:schemeClr val="bg1">
                    <a:lumMod val="50000"/>
                  </a:schemeClr>
                </a:solidFill>
              </a:rPr>
              <a:t>？</a:t>
            </a:r>
            <a:endParaRPr lang="en-US" altLang="zh-CN" sz="2600" b="1" dirty="0">
              <a:solidFill>
                <a:schemeClr val="bg1">
                  <a:lumMod val="50000"/>
                </a:schemeClr>
              </a:solidFill>
            </a:endParaRP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chemeClr val="bg1">
                    <a:lumMod val="50000"/>
                  </a:schemeClr>
                </a:solidFill>
              </a:rPr>
              <a:t>Data Parallelism</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t>Model Parallelism</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Pipeline</a:t>
            </a:r>
          </a:p>
          <a:p>
            <a:pPr marL="914400" lvl="1" indent="-457200">
              <a:lnSpc>
                <a:spcPct val="150000"/>
              </a:lnSpc>
              <a:spcBef>
                <a:spcPts val="600"/>
              </a:spcBef>
              <a:buClr>
                <a:schemeClr val="bg1">
                  <a:lumMod val="50000"/>
                </a:schemeClr>
              </a:buClr>
              <a:buFont typeface="Arial" panose="020B0604020202020204" pitchFamily="34" charset="0"/>
              <a:buChar char="•"/>
            </a:pPr>
            <a:r>
              <a:rPr lang="en-US" altLang="zh-CN" sz="2600" b="1" dirty="0"/>
              <a:t>Intra-layer</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Communication Pattern Review</a:t>
            </a:r>
          </a:p>
          <a:p>
            <a:pPr marL="457200" indent="-457200">
              <a:lnSpc>
                <a:spcPct val="150000"/>
              </a:lnSpc>
              <a:spcBef>
                <a:spcPts val="600"/>
              </a:spcBef>
              <a:buClr>
                <a:schemeClr val="bg1">
                  <a:lumMod val="50000"/>
                </a:schemeClr>
              </a:buClr>
              <a:buFont typeface="Arial" panose="020B0604020202020204" pitchFamily="34" charset="0"/>
              <a:buChar char="•"/>
            </a:pPr>
            <a:r>
              <a:rPr lang="en-US" altLang="zh-CN" sz="2600" b="1" dirty="0">
                <a:solidFill>
                  <a:srgbClr val="878787"/>
                </a:solidFill>
              </a:rPr>
              <a:t>Summary</a:t>
            </a:r>
          </a:p>
        </p:txBody>
      </p:sp>
    </p:spTree>
    <p:extLst>
      <p:ext uri="{BB962C8B-B14F-4D97-AF65-F5344CB8AC3E}">
        <p14:creationId xmlns:p14="http://schemas.microsoft.com/office/powerpoint/2010/main" val="2112522641"/>
      </p:ext>
    </p:extLst>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p:txBody>
          <a:bodyPr/>
          <a:lstStyle/>
          <a:p>
            <a:r>
              <a:rPr lang="en-US" altLang="zh-CN"/>
              <a:t>Intra-layer Parallel</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168</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8" name="object 3">
            <a:extLst>
              <a:ext uri="{FF2B5EF4-FFF2-40B4-BE49-F238E27FC236}">
                <a16:creationId xmlns:a16="http://schemas.microsoft.com/office/drawing/2014/main" id="{F1AA9E13-69FA-45EC-8CF2-DC07CFC76075}"/>
              </a:ext>
            </a:extLst>
          </p:cNvPr>
          <p:cNvSpPr txBox="1"/>
          <p:nvPr/>
        </p:nvSpPr>
        <p:spPr>
          <a:xfrm>
            <a:off x="381000" y="2883329"/>
            <a:ext cx="7908966" cy="1773847"/>
          </a:xfrm>
          <a:prstGeom prst="rect">
            <a:avLst/>
          </a:prstGeom>
        </p:spPr>
        <p:txBody>
          <a:bodyPr vert="horz" wrap="square" lIns="0" tIns="110772" rIns="0" bIns="0" rtlCol="0">
            <a:spAutoFit/>
          </a:bodyPr>
          <a:lstStyle/>
          <a:p>
            <a:pPr marL="332313" indent="-318908">
              <a:spcBef>
                <a:spcPts val="872"/>
              </a:spcBef>
              <a:buClr>
                <a:srgbClr val="B2B2B2"/>
              </a:buClr>
              <a:buFont typeface="Arial"/>
              <a:buChar char="•"/>
              <a:tabLst>
                <a:tab pos="332313" algn="l"/>
                <a:tab pos="333019" algn="l"/>
              </a:tabLst>
            </a:pPr>
            <a:r>
              <a:rPr sz="2400" b="1" spc="-6" dirty="0">
                <a:latin typeface="Trebuchet MS"/>
                <a:cs typeface="Trebuchet MS"/>
              </a:rPr>
              <a:t>Partition </a:t>
            </a:r>
            <a:r>
              <a:rPr sz="2400" b="1" dirty="0">
                <a:latin typeface="Trebuchet MS"/>
                <a:cs typeface="Trebuchet MS"/>
              </a:rPr>
              <a:t>a </a:t>
            </a:r>
            <a:r>
              <a:rPr sz="2400" b="1" spc="-6" dirty="0">
                <a:latin typeface="Trebuchet MS"/>
                <a:cs typeface="Trebuchet MS"/>
              </a:rPr>
              <a:t>given layer’s weights </a:t>
            </a:r>
            <a:r>
              <a:rPr sz="2400" b="1" dirty="0">
                <a:latin typeface="Trebuchet MS"/>
                <a:cs typeface="Trebuchet MS"/>
              </a:rPr>
              <a:t>among </a:t>
            </a:r>
            <a:r>
              <a:rPr sz="2400" b="1" spc="-6" dirty="0">
                <a:latin typeface="Trebuchet MS"/>
                <a:cs typeface="Trebuchet MS"/>
              </a:rPr>
              <a:t>the</a:t>
            </a:r>
            <a:r>
              <a:rPr sz="2400" b="1" spc="-50" dirty="0">
                <a:latin typeface="Trebuchet MS"/>
                <a:cs typeface="Trebuchet MS"/>
              </a:rPr>
              <a:t> </a:t>
            </a:r>
            <a:r>
              <a:rPr sz="2400" b="1" dirty="0">
                <a:latin typeface="Trebuchet MS"/>
                <a:cs typeface="Trebuchet MS"/>
              </a:rPr>
              <a:t>workers</a:t>
            </a:r>
            <a:endParaRPr sz="2400" dirty="0">
              <a:latin typeface="Trebuchet MS"/>
              <a:cs typeface="Trebuchet MS"/>
            </a:endParaRPr>
          </a:p>
          <a:p>
            <a:pPr marL="332313" indent="-318908">
              <a:spcBef>
                <a:spcPts val="756"/>
              </a:spcBef>
              <a:buClr>
                <a:srgbClr val="B2B2B2"/>
              </a:buClr>
              <a:buFont typeface="Arial"/>
              <a:buChar char="•"/>
              <a:tabLst>
                <a:tab pos="332313" algn="l"/>
                <a:tab pos="333019" algn="l"/>
              </a:tabLst>
            </a:pPr>
            <a:r>
              <a:rPr sz="2400" b="1" spc="-6" dirty="0">
                <a:latin typeface="Trebuchet MS"/>
                <a:cs typeface="Trebuchet MS"/>
              </a:rPr>
              <a:t>Addresses some </a:t>
            </a:r>
            <a:r>
              <a:rPr sz="2400" b="1" dirty="0">
                <a:latin typeface="Trebuchet MS"/>
                <a:cs typeface="Trebuchet MS"/>
              </a:rPr>
              <a:t>of </a:t>
            </a:r>
            <a:r>
              <a:rPr sz="2400" b="1" spc="-6" dirty="0">
                <a:latin typeface="Trebuchet MS"/>
                <a:cs typeface="Trebuchet MS"/>
              </a:rPr>
              <a:t>the Pipeline Parallel</a:t>
            </a:r>
            <a:r>
              <a:rPr sz="2400" b="1" spc="11" dirty="0">
                <a:latin typeface="Trebuchet MS"/>
                <a:cs typeface="Trebuchet MS"/>
              </a:rPr>
              <a:t> </a:t>
            </a:r>
            <a:r>
              <a:rPr sz="2400" b="1" spc="-6" dirty="0">
                <a:latin typeface="Trebuchet MS"/>
                <a:cs typeface="Trebuchet MS"/>
              </a:rPr>
              <a:t>challenges</a:t>
            </a:r>
            <a:endParaRPr sz="2400" dirty="0">
              <a:latin typeface="Trebuchet MS"/>
              <a:cs typeface="Trebuchet MS"/>
            </a:endParaRPr>
          </a:p>
          <a:p>
            <a:pPr marL="713310" lvl="1" indent="-319613">
              <a:spcBef>
                <a:spcPts val="783"/>
              </a:spcBef>
              <a:buClr>
                <a:srgbClr val="B2B2B2"/>
              </a:buClr>
              <a:buFont typeface="Arial"/>
              <a:buChar char="•"/>
              <a:tabLst>
                <a:tab pos="713310" algn="l"/>
                <a:tab pos="714015" algn="l"/>
              </a:tabLst>
            </a:pPr>
            <a:r>
              <a:rPr sz="2000" spc="-11" dirty="0">
                <a:latin typeface="Trebuchet MS"/>
                <a:cs typeface="Trebuchet MS"/>
              </a:rPr>
              <a:t>Idle </a:t>
            </a:r>
            <a:r>
              <a:rPr sz="2000" spc="-6" dirty="0">
                <a:latin typeface="Trebuchet MS"/>
                <a:cs typeface="Trebuchet MS"/>
              </a:rPr>
              <a:t>slots, </a:t>
            </a:r>
            <a:r>
              <a:rPr sz="2000" spc="-11" dirty="0">
                <a:latin typeface="Trebuchet MS"/>
                <a:cs typeface="Trebuchet MS"/>
              </a:rPr>
              <a:t>load</a:t>
            </a:r>
            <a:r>
              <a:rPr sz="2000" spc="72" dirty="0">
                <a:latin typeface="Trebuchet MS"/>
                <a:cs typeface="Trebuchet MS"/>
              </a:rPr>
              <a:t> </a:t>
            </a:r>
            <a:r>
              <a:rPr sz="2000" spc="-11" dirty="0">
                <a:latin typeface="Trebuchet MS"/>
                <a:cs typeface="Trebuchet MS"/>
              </a:rPr>
              <a:t>imbalance</a:t>
            </a:r>
            <a:endParaRPr lang="en-US" sz="2000" spc="-11" dirty="0">
              <a:latin typeface="Trebuchet MS"/>
              <a:cs typeface="Trebuchet MS"/>
            </a:endParaRPr>
          </a:p>
          <a:p>
            <a:pPr marL="713310" lvl="1" indent="-319613">
              <a:spcBef>
                <a:spcPts val="783"/>
              </a:spcBef>
              <a:buClr>
                <a:srgbClr val="B2B2B2"/>
              </a:buClr>
              <a:buFont typeface="Arial"/>
              <a:buChar char="•"/>
              <a:tabLst>
                <a:tab pos="713310" algn="l"/>
                <a:tab pos="714015" algn="l"/>
              </a:tabLst>
            </a:pPr>
            <a:endParaRPr sz="2000" dirty="0">
              <a:latin typeface="Trebuchet MS"/>
              <a:cs typeface="Trebuchet MS"/>
            </a:endParaRPr>
          </a:p>
        </p:txBody>
      </p:sp>
      <p:grpSp>
        <p:nvGrpSpPr>
          <p:cNvPr id="9" name="object 5">
            <a:extLst>
              <a:ext uri="{FF2B5EF4-FFF2-40B4-BE49-F238E27FC236}">
                <a16:creationId xmlns:a16="http://schemas.microsoft.com/office/drawing/2014/main" id="{9F87F1BF-1225-4102-8AF6-0B7F57344577}"/>
              </a:ext>
            </a:extLst>
          </p:cNvPr>
          <p:cNvGrpSpPr/>
          <p:nvPr/>
        </p:nvGrpSpPr>
        <p:grpSpPr>
          <a:xfrm>
            <a:off x="2586777" y="1265107"/>
            <a:ext cx="520700" cy="1432983"/>
            <a:chOff x="3736657" y="1379029"/>
            <a:chExt cx="468630" cy="1289685"/>
          </a:xfrm>
        </p:grpSpPr>
        <p:sp>
          <p:nvSpPr>
            <p:cNvPr id="10" name="object 6">
              <a:extLst>
                <a:ext uri="{FF2B5EF4-FFF2-40B4-BE49-F238E27FC236}">
                  <a16:creationId xmlns:a16="http://schemas.microsoft.com/office/drawing/2014/main" id="{BE3C568A-1A19-44DD-903B-FB7E1EFC2CA0}"/>
                </a:ext>
              </a:extLst>
            </p:cNvPr>
            <p:cNvSpPr/>
            <p:nvPr/>
          </p:nvSpPr>
          <p:spPr>
            <a:xfrm>
              <a:off x="3741420" y="1383791"/>
              <a:ext cx="459105" cy="1280160"/>
            </a:xfrm>
            <a:custGeom>
              <a:avLst/>
              <a:gdLst/>
              <a:ahLst/>
              <a:cxnLst/>
              <a:rect l="l" t="t" r="r" b="b"/>
              <a:pathLst>
                <a:path w="459104"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11" name="object 7">
              <a:extLst>
                <a:ext uri="{FF2B5EF4-FFF2-40B4-BE49-F238E27FC236}">
                  <a16:creationId xmlns:a16="http://schemas.microsoft.com/office/drawing/2014/main" id="{98D9E84A-DBE6-490F-A36C-7F617CBAD26C}"/>
                </a:ext>
              </a:extLst>
            </p:cNvPr>
            <p:cNvSpPr/>
            <p:nvPr/>
          </p:nvSpPr>
          <p:spPr>
            <a:xfrm>
              <a:off x="3741420" y="1383791"/>
              <a:ext cx="459105" cy="1280160"/>
            </a:xfrm>
            <a:custGeom>
              <a:avLst/>
              <a:gdLst/>
              <a:ahLst/>
              <a:cxnLst/>
              <a:rect l="l" t="t" r="r" b="b"/>
              <a:pathLst>
                <a:path w="459104"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12" name="object 8">
            <a:extLst>
              <a:ext uri="{FF2B5EF4-FFF2-40B4-BE49-F238E27FC236}">
                <a16:creationId xmlns:a16="http://schemas.microsoft.com/office/drawing/2014/main" id="{5E6D95E9-272F-4ABD-9820-675C4C58D391}"/>
              </a:ext>
            </a:extLst>
          </p:cNvPr>
          <p:cNvSpPr txBox="1"/>
          <p:nvPr/>
        </p:nvSpPr>
        <p:spPr>
          <a:xfrm>
            <a:off x="2666718"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1</a:t>
            </a:r>
            <a:endParaRPr sz="1000">
              <a:latin typeface="Arial"/>
              <a:cs typeface="Arial"/>
            </a:endParaRPr>
          </a:p>
        </p:txBody>
      </p:sp>
      <p:grpSp>
        <p:nvGrpSpPr>
          <p:cNvPr id="13" name="object 9">
            <a:extLst>
              <a:ext uri="{FF2B5EF4-FFF2-40B4-BE49-F238E27FC236}">
                <a16:creationId xmlns:a16="http://schemas.microsoft.com/office/drawing/2014/main" id="{83AEA7C9-9746-4FA3-847F-72A499CED663}"/>
              </a:ext>
            </a:extLst>
          </p:cNvPr>
          <p:cNvGrpSpPr/>
          <p:nvPr/>
        </p:nvGrpSpPr>
        <p:grpSpPr>
          <a:xfrm>
            <a:off x="3146072" y="1265107"/>
            <a:ext cx="914400" cy="1432983"/>
            <a:chOff x="4240022" y="1379029"/>
            <a:chExt cx="822960" cy="1289685"/>
          </a:xfrm>
        </p:grpSpPr>
        <p:sp>
          <p:nvSpPr>
            <p:cNvPr id="14" name="object 10">
              <a:extLst>
                <a:ext uri="{FF2B5EF4-FFF2-40B4-BE49-F238E27FC236}">
                  <a16:creationId xmlns:a16="http://schemas.microsoft.com/office/drawing/2014/main" id="{639892F7-026D-476D-9F36-1EC70D99D8D9}"/>
                </a:ext>
              </a:extLst>
            </p:cNvPr>
            <p:cNvSpPr/>
            <p:nvPr/>
          </p:nvSpPr>
          <p:spPr>
            <a:xfrm>
              <a:off x="4252722" y="1925573"/>
              <a:ext cx="297180" cy="234950"/>
            </a:xfrm>
            <a:custGeom>
              <a:avLst/>
              <a:gdLst/>
              <a:ahLst/>
              <a:cxnLst/>
              <a:rect l="l" t="t" r="r" b="b"/>
              <a:pathLst>
                <a:path w="297179" h="234950">
                  <a:moveTo>
                    <a:pt x="179832" y="0"/>
                  </a:moveTo>
                  <a:lnTo>
                    <a:pt x="179832" y="58674"/>
                  </a:lnTo>
                  <a:lnTo>
                    <a:pt x="0" y="58674"/>
                  </a:lnTo>
                  <a:lnTo>
                    <a:pt x="0" y="176022"/>
                  </a:lnTo>
                  <a:lnTo>
                    <a:pt x="179832" y="176022"/>
                  </a:lnTo>
                  <a:lnTo>
                    <a:pt x="179832" y="234696"/>
                  </a:lnTo>
                  <a:lnTo>
                    <a:pt x="297180" y="117348"/>
                  </a:lnTo>
                  <a:lnTo>
                    <a:pt x="179832" y="0"/>
                  </a:lnTo>
                  <a:close/>
                </a:path>
              </a:pathLst>
            </a:custGeom>
            <a:solidFill>
              <a:srgbClr val="B2B2B2"/>
            </a:solidFill>
          </p:spPr>
          <p:txBody>
            <a:bodyPr wrap="square" lIns="0" tIns="0" rIns="0" bIns="0" rtlCol="0"/>
            <a:lstStyle/>
            <a:p>
              <a:endParaRPr sz="2000"/>
            </a:p>
          </p:txBody>
        </p:sp>
        <p:sp>
          <p:nvSpPr>
            <p:cNvPr id="15" name="object 11">
              <a:extLst>
                <a:ext uri="{FF2B5EF4-FFF2-40B4-BE49-F238E27FC236}">
                  <a16:creationId xmlns:a16="http://schemas.microsoft.com/office/drawing/2014/main" id="{87B3F856-0DE7-4A98-9872-B84D1BF939FB}"/>
                </a:ext>
              </a:extLst>
            </p:cNvPr>
            <p:cNvSpPr/>
            <p:nvPr/>
          </p:nvSpPr>
          <p:spPr>
            <a:xfrm>
              <a:off x="4252722" y="1925573"/>
              <a:ext cx="297180" cy="234950"/>
            </a:xfrm>
            <a:custGeom>
              <a:avLst/>
              <a:gdLst/>
              <a:ahLst/>
              <a:cxnLst/>
              <a:rect l="l" t="t" r="r" b="b"/>
              <a:pathLst>
                <a:path w="297179" h="234950">
                  <a:moveTo>
                    <a:pt x="0" y="58674"/>
                  </a:moveTo>
                  <a:lnTo>
                    <a:pt x="179832" y="58674"/>
                  </a:lnTo>
                  <a:lnTo>
                    <a:pt x="179832" y="0"/>
                  </a:lnTo>
                  <a:lnTo>
                    <a:pt x="297180" y="117348"/>
                  </a:lnTo>
                  <a:lnTo>
                    <a:pt x="179832" y="234696"/>
                  </a:lnTo>
                  <a:lnTo>
                    <a:pt x="179832"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16" name="object 12">
              <a:extLst>
                <a:ext uri="{FF2B5EF4-FFF2-40B4-BE49-F238E27FC236}">
                  <a16:creationId xmlns:a16="http://schemas.microsoft.com/office/drawing/2014/main" id="{59E132D7-0D0D-414E-A483-94EE02E03AAF}"/>
                </a:ext>
              </a:extLst>
            </p:cNvPr>
            <p:cNvSpPr/>
            <p:nvPr/>
          </p:nvSpPr>
          <p:spPr>
            <a:xfrm>
              <a:off x="4600956" y="1383791"/>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17" name="object 13">
              <a:extLst>
                <a:ext uri="{FF2B5EF4-FFF2-40B4-BE49-F238E27FC236}">
                  <a16:creationId xmlns:a16="http://schemas.microsoft.com/office/drawing/2014/main" id="{89E2F2E0-95A4-4350-9CDB-A320A4A1320A}"/>
                </a:ext>
              </a:extLst>
            </p:cNvPr>
            <p:cNvSpPr/>
            <p:nvPr/>
          </p:nvSpPr>
          <p:spPr>
            <a:xfrm>
              <a:off x="4600956" y="1383791"/>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18" name="object 14">
            <a:extLst>
              <a:ext uri="{FF2B5EF4-FFF2-40B4-BE49-F238E27FC236}">
                <a16:creationId xmlns:a16="http://schemas.microsoft.com/office/drawing/2014/main" id="{15BC25DB-4D58-4908-9A22-72E4C48200DD}"/>
              </a:ext>
            </a:extLst>
          </p:cNvPr>
          <p:cNvSpPr txBox="1"/>
          <p:nvPr/>
        </p:nvSpPr>
        <p:spPr>
          <a:xfrm>
            <a:off x="3621051"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2</a:t>
            </a:r>
            <a:endParaRPr sz="1000">
              <a:latin typeface="Arial"/>
              <a:cs typeface="Arial"/>
            </a:endParaRPr>
          </a:p>
        </p:txBody>
      </p:sp>
      <p:grpSp>
        <p:nvGrpSpPr>
          <p:cNvPr id="19" name="object 15">
            <a:extLst>
              <a:ext uri="{FF2B5EF4-FFF2-40B4-BE49-F238E27FC236}">
                <a16:creationId xmlns:a16="http://schemas.microsoft.com/office/drawing/2014/main" id="{07C94369-2543-41C7-BD4C-AF23C1861EDB}"/>
              </a:ext>
            </a:extLst>
          </p:cNvPr>
          <p:cNvGrpSpPr/>
          <p:nvPr/>
        </p:nvGrpSpPr>
        <p:grpSpPr>
          <a:xfrm>
            <a:off x="4101112" y="1265107"/>
            <a:ext cx="938389" cy="1432983"/>
            <a:chOff x="5099558" y="1379029"/>
            <a:chExt cx="844550" cy="1289685"/>
          </a:xfrm>
        </p:grpSpPr>
        <p:sp>
          <p:nvSpPr>
            <p:cNvPr id="20" name="object 16">
              <a:extLst>
                <a:ext uri="{FF2B5EF4-FFF2-40B4-BE49-F238E27FC236}">
                  <a16:creationId xmlns:a16="http://schemas.microsoft.com/office/drawing/2014/main" id="{98927DE3-79BC-46A7-A92C-551C1DA5F2C7}"/>
                </a:ext>
              </a:extLst>
            </p:cNvPr>
            <p:cNvSpPr/>
            <p:nvPr/>
          </p:nvSpPr>
          <p:spPr>
            <a:xfrm>
              <a:off x="5112258" y="1925573"/>
              <a:ext cx="295910" cy="234950"/>
            </a:xfrm>
            <a:custGeom>
              <a:avLst/>
              <a:gdLst/>
              <a:ahLst/>
              <a:cxnLst/>
              <a:rect l="l" t="t" r="r" b="b"/>
              <a:pathLst>
                <a:path w="295910" h="234950">
                  <a:moveTo>
                    <a:pt x="178308" y="0"/>
                  </a:moveTo>
                  <a:lnTo>
                    <a:pt x="178308" y="58674"/>
                  </a:lnTo>
                  <a:lnTo>
                    <a:pt x="0" y="58674"/>
                  </a:lnTo>
                  <a:lnTo>
                    <a:pt x="0" y="176022"/>
                  </a:lnTo>
                  <a:lnTo>
                    <a:pt x="178308" y="176022"/>
                  </a:lnTo>
                  <a:lnTo>
                    <a:pt x="178308" y="234696"/>
                  </a:lnTo>
                  <a:lnTo>
                    <a:pt x="295656" y="117348"/>
                  </a:lnTo>
                  <a:lnTo>
                    <a:pt x="178308" y="0"/>
                  </a:lnTo>
                  <a:close/>
                </a:path>
              </a:pathLst>
            </a:custGeom>
            <a:solidFill>
              <a:srgbClr val="B2B2B2"/>
            </a:solidFill>
          </p:spPr>
          <p:txBody>
            <a:bodyPr wrap="square" lIns="0" tIns="0" rIns="0" bIns="0" rtlCol="0"/>
            <a:lstStyle/>
            <a:p>
              <a:endParaRPr sz="2000"/>
            </a:p>
          </p:txBody>
        </p:sp>
        <p:sp>
          <p:nvSpPr>
            <p:cNvPr id="21" name="object 17">
              <a:extLst>
                <a:ext uri="{FF2B5EF4-FFF2-40B4-BE49-F238E27FC236}">
                  <a16:creationId xmlns:a16="http://schemas.microsoft.com/office/drawing/2014/main" id="{029499DD-A725-440A-B28A-1F069E800E77}"/>
                </a:ext>
              </a:extLst>
            </p:cNvPr>
            <p:cNvSpPr/>
            <p:nvPr/>
          </p:nvSpPr>
          <p:spPr>
            <a:xfrm>
              <a:off x="5112258" y="1925573"/>
              <a:ext cx="295910" cy="234950"/>
            </a:xfrm>
            <a:custGeom>
              <a:avLst/>
              <a:gdLst/>
              <a:ahLst/>
              <a:cxnLst/>
              <a:rect l="l" t="t" r="r" b="b"/>
              <a:pathLst>
                <a:path w="295910" h="234950">
                  <a:moveTo>
                    <a:pt x="0" y="58674"/>
                  </a:moveTo>
                  <a:lnTo>
                    <a:pt x="178308" y="58674"/>
                  </a:lnTo>
                  <a:lnTo>
                    <a:pt x="178308" y="0"/>
                  </a:lnTo>
                  <a:lnTo>
                    <a:pt x="295656" y="117348"/>
                  </a:lnTo>
                  <a:lnTo>
                    <a:pt x="178308" y="234696"/>
                  </a:lnTo>
                  <a:lnTo>
                    <a:pt x="178308"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22" name="object 18">
              <a:extLst>
                <a:ext uri="{FF2B5EF4-FFF2-40B4-BE49-F238E27FC236}">
                  <a16:creationId xmlns:a16="http://schemas.microsoft.com/office/drawing/2014/main" id="{D0051F60-8E06-4AB2-8430-4538C80D137C}"/>
                </a:ext>
              </a:extLst>
            </p:cNvPr>
            <p:cNvSpPr/>
            <p:nvPr/>
          </p:nvSpPr>
          <p:spPr>
            <a:xfrm>
              <a:off x="5480304" y="1383791"/>
              <a:ext cx="459105" cy="1280160"/>
            </a:xfrm>
            <a:custGeom>
              <a:avLst/>
              <a:gdLst/>
              <a:ahLst/>
              <a:cxnLst/>
              <a:rect l="l" t="t" r="r" b="b"/>
              <a:pathLst>
                <a:path w="459104" h="1280160">
                  <a:moveTo>
                    <a:pt x="229362" y="0"/>
                  </a:moveTo>
                  <a:lnTo>
                    <a:pt x="180174" y="14760"/>
                  </a:lnTo>
                  <a:lnTo>
                    <a:pt x="134655" y="56961"/>
                  </a:lnTo>
                  <a:lnTo>
                    <a:pt x="93927" y="123480"/>
                  </a:lnTo>
                  <a:lnTo>
                    <a:pt x="75709" y="164884"/>
                  </a:lnTo>
                  <a:lnTo>
                    <a:pt x="59110" y="211197"/>
                  </a:lnTo>
                  <a:lnTo>
                    <a:pt x="44269" y="262030"/>
                  </a:lnTo>
                  <a:lnTo>
                    <a:pt x="31326" y="316992"/>
                  </a:lnTo>
                  <a:lnTo>
                    <a:pt x="20422" y="375692"/>
                  </a:lnTo>
                  <a:lnTo>
                    <a:pt x="11698" y="437741"/>
                  </a:lnTo>
                  <a:lnTo>
                    <a:pt x="5292" y="502749"/>
                  </a:lnTo>
                  <a:lnTo>
                    <a:pt x="1346" y="570325"/>
                  </a:lnTo>
                  <a:lnTo>
                    <a:pt x="0" y="640080"/>
                  </a:lnTo>
                  <a:lnTo>
                    <a:pt x="1346" y="709834"/>
                  </a:lnTo>
                  <a:lnTo>
                    <a:pt x="5292" y="777410"/>
                  </a:lnTo>
                  <a:lnTo>
                    <a:pt x="11698" y="842418"/>
                  </a:lnTo>
                  <a:lnTo>
                    <a:pt x="20422" y="904467"/>
                  </a:lnTo>
                  <a:lnTo>
                    <a:pt x="31326" y="963168"/>
                  </a:lnTo>
                  <a:lnTo>
                    <a:pt x="44269" y="1018129"/>
                  </a:lnTo>
                  <a:lnTo>
                    <a:pt x="59110" y="1068962"/>
                  </a:lnTo>
                  <a:lnTo>
                    <a:pt x="75709" y="1115275"/>
                  </a:lnTo>
                  <a:lnTo>
                    <a:pt x="93927" y="1156679"/>
                  </a:lnTo>
                  <a:lnTo>
                    <a:pt x="113622" y="1192784"/>
                  </a:lnTo>
                  <a:lnTo>
                    <a:pt x="156886" y="1247534"/>
                  </a:lnTo>
                  <a:lnTo>
                    <a:pt x="204379" y="1276404"/>
                  </a:lnTo>
                  <a:lnTo>
                    <a:pt x="229362" y="1280160"/>
                  </a:lnTo>
                  <a:lnTo>
                    <a:pt x="254344" y="1276404"/>
                  </a:lnTo>
                  <a:lnTo>
                    <a:pt x="301837" y="1247534"/>
                  </a:lnTo>
                  <a:lnTo>
                    <a:pt x="345101" y="1192784"/>
                  </a:lnTo>
                  <a:lnTo>
                    <a:pt x="364796" y="1156679"/>
                  </a:lnTo>
                  <a:lnTo>
                    <a:pt x="383014" y="1115275"/>
                  </a:lnTo>
                  <a:lnTo>
                    <a:pt x="399613" y="1068962"/>
                  </a:lnTo>
                  <a:lnTo>
                    <a:pt x="414454" y="1018129"/>
                  </a:lnTo>
                  <a:lnTo>
                    <a:pt x="427397" y="963168"/>
                  </a:lnTo>
                  <a:lnTo>
                    <a:pt x="438301" y="904467"/>
                  </a:lnTo>
                  <a:lnTo>
                    <a:pt x="447025" y="842418"/>
                  </a:lnTo>
                  <a:lnTo>
                    <a:pt x="453431" y="777410"/>
                  </a:lnTo>
                  <a:lnTo>
                    <a:pt x="457377" y="709834"/>
                  </a:lnTo>
                  <a:lnTo>
                    <a:pt x="458724" y="640080"/>
                  </a:lnTo>
                  <a:lnTo>
                    <a:pt x="457377" y="570325"/>
                  </a:lnTo>
                  <a:lnTo>
                    <a:pt x="453431" y="502749"/>
                  </a:lnTo>
                  <a:lnTo>
                    <a:pt x="447025" y="437741"/>
                  </a:lnTo>
                  <a:lnTo>
                    <a:pt x="438301" y="375692"/>
                  </a:lnTo>
                  <a:lnTo>
                    <a:pt x="427397" y="316992"/>
                  </a:lnTo>
                  <a:lnTo>
                    <a:pt x="414454" y="262030"/>
                  </a:lnTo>
                  <a:lnTo>
                    <a:pt x="399613" y="211197"/>
                  </a:lnTo>
                  <a:lnTo>
                    <a:pt x="383014" y="164884"/>
                  </a:lnTo>
                  <a:lnTo>
                    <a:pt x="364796" y="123480"/>
                  </a:lnTo>
                  <a:lnTo>
                    <a:pt x="345101" y="87376"/>
                  </a:lnTo>
                  <a:lnTo>
                    <a:pt x="301837" y="32625"/>
                  </a:lnTo>
                  <a:lnTo>
                    <a:pt x="254344" y="3755"/>
                  </a:lnTo>
                  <a:lnTo>
                    <a:pt x="229362" y="0"/>
                  </a:lnTo>
                  <a:close/>
                </a:path>
              </a:pathLst>
            </a:custGeom>
            <a:solidFill>
              <a:srgbClr val="FFFD96"/>
            </a:solidFill>
          </p:spPr>
          <p:txBody>
            <a:bodyPr wrap="square" lIns="0" tIns="0" rIns="0" bIns="0" rtlCol="0"/>
            <a:lstStyle/>
            <a:p>
              <a:endParaRPr sz="2000"/>
            </a:p>
          </p:txBody>
        </p:sp>
        <p:sp>
          <p:nvSpPr>
            <p:cNvPr id="23" name="object 19">
              <a:extLst>
                <a:ext uri="{FF2B5EF4-FFF2-40B4-BE49-F238E27FC236}">
                  <a16:creationId xmlns:a16="http://schemas.microsoft.com/office/drawing/2014/main" id="{6CEEA5BD-B563-48B0-8368-D3D44EAF1261}"/>
                </a:ext>
              </a:extLst>
            </p:cNvPr>
            <p:cNvSpPr/>
            <p:nvPr/>
          </p:nvSpPr>
          <p:spPr>
            <a:xfrm>
              <a:off x="5480304" y="1383791"/>
              <a:ext cx="459105" cy="1280160"/>
            </a:xfrm>
            <a:custGeom>
              <a:avLst/>
              <a:gdLst/>
              <a:ahLst/>
              <a:cxnLst/>
              <a:rect l="l" t="t" r="r" b="b"/>
              <a:pathLst>
                <a:path w="459104" h="1280160">
                  <a:moveTo>
                    <a:pt x="0" y="640080"/>
                  </a:moveTo>
                  <a:lnTo>
                    <a:pt x="1346" y="570325"/>
                  </a:lnTo>
                  <a:lnTo>
                    <a:pt x="5292" y="502749"/>
                  </a:lnTo>
                  <a:lnTo>
                    <a:pt x="11698" y="437741"/>
                  </a:lnTo>
                  <a:lnTo>
                    <a:pt x="20422" y="375692"/>
                  </a:lnTo>
                  <a:lnTo>
                    <a:pt x="31326" y="316992"/>
                  </a:lnTo>
                  <a:lnTo>
                    <a:pt x="44269" y="262030"/>
                  </a:lnTo>
                  <a:lnTo>
                    <a:pt x="59110" y="211197"/>
                  </a:lnTo>
                  <a:lnTo>
                    <a:pt x="75709" y="164884"/>
                  </a:lnTo>
                  <a:lnTo>
                    <a:pt x="93927" y="123480"/>
                  </a:lnTo>
                  <a:lnTo>
                    <a:pt x="113622" y="87376"/>
                  </a:lnTo>
                  <a:lnTo>
                    <a:pt x="156886" y="32625"/>
                  </a:lnTo>
                  <a:lnTo>
                    <a:pt x="204379" y="3755"/>
                  </a:lnTo>
                  <a:lnTo>
                    <a:pt x="229362" y="0"/>
                  </a:lnTo>
                  <a:lnTo>
                    <a:pt x="254344" y="3755"/>
                  </a:lnTo>
                  <a:lnTo>
                    <a:pt x="301837" y="32625"/>
                  </a:lnTo>
                  <a:lnTo>
                    <a:pt x="345101" y="87376"/>
                  </a:lnTo>
                  <a:lnTo>
                    <a:pt x="364796" y="123480"/>
                  </a:lnTo>
                  <a:lnTo>
                    <a:pt x="383014" y="164884"/>
                  </a:lnTo>
                  <a:lnTo>
                    <a:pt x="399613" y="211197"/>
                  </a:lnTo>
                  <a:lnTo>
                    <a:pt x="414454" y="262030"/>
                  </a:lnTo>
                  <a:lnTo>
                    <a:pt x="427397" y="316992"/>
                  </a:lnTo>
                  <a:lnTo>
                    <a:pt x="438301" y="375692"/>
                  </a:lnTo>
                  <a:lnTo>
                    <a:pt x="447025" y="437741"/>
                  </a:lnTo>
                  <a:lnTo>
                    <a:pt x="453431" y="502749"/>
                  </a:lnTo>
                  <a:lnTo>
                    <a:pt x="457377" y="570325"/>
                  </a:lnTo>
                  <a:lnTo>
                    <a:pt x="458724" y="640080"/>
                  </a:lnTo>
                  <a:lnTo>
                    <a:pt x="457377" y="709834"/>
                  </a:lnTo>
                  <a:lnTo>
                    <a:pt x="453431" y="777410"/>
                  </a:lnTo>
                  <a:lnTo>
                    <a:pt x="447025" y="842418"/>
                  </a:lnTo>
                  <a:lnTo>
                    <a:pt x="438301" y="904467"/>
                  </a:lnTo>
                  <a:lnTo>
                    <a:pt x="427397" y="963168"/>
                  </a:lnTo>
                  <a:lnTo>
                    <a:pt x="414454" y="1018129"/>
                  </a:lnTo>
                  <a:lnTo>
                    <a:pt x="399613" y="1068962"/>
                  </a:lnTo>
                  <a:lnTo>
                    <a:pt x="383014" y="1115275"/>
                  </a:lnTo>
                  <a:lnTo>
                    <a:pt x="364796" y="1156679"/>
                  </a:lnTo>
                  <a:lnTo>
                    <a:pt x="345101" y="1192784"/>
                  </a:lnTo>
                  <a:lnTo>
                    <a:pt x="301837" y="1247534"/>
                  </a:lnTo>
                  <a:lnTo>
                    <a:pt x="254344" y="1276404"/>
                  </a:lnTo>
                  <a:lnTo>
                    <a:pt x="229362" y="1280160"/>
                  </a:lnTo>
                  <a:lnTo>
                    <a:pt x="204379" y="1276404"/>
                  </a:lnTo>
                  <a:lnTo>
                    <a:pt x="156886" y="1247534"/>
                  </a:lnTo>
                  <a:lnTo>
                    <a:pt x="113622" y="1192784"/>
                  </a:lnTo>
                  <a:lnTo>
                    <a:pt x="93927" y="1156679"/>
                  </a:lnTo>
                  <a:lnTo>
                    <a:pt x="75709" y="1115275"/>
                  </a:lnTo>
                  <a:lnTo>
                    <a:pt x="59110" y="1068962"/>
                  </a:lnTo>
                  <a:lnTo>
                    <a:pt x="44269" y="1018129"/>
                  </a:lnTo>
                  <a:lnTo>
                    <a:pt x="31326" y="963168"/>
                  </a:lnTo>
                  <a:lnTo>
                    <a:pt x="20422" y="904467"/>
                  </a:lnTo>
                  <a:lnTo>
                    <a:pt x="11698" y="842418"/>
                  </a:lnTo>
                  <a:lnTo>
                    <a:pt x="5292" y="777410"/>
                  </a:lnTo>
                  <a:lnTo>
                    <a:pt x="1346" y="709834"/>
                  </a:lnTo>
                  <a:lnTo>
                    <a:pt x="0" y="640080"/>
                  </a:lnTo>
                  <a:close/>
                </a:path>
              </a:pathLst>
            </a:custGeom>
            <a:ln w="9525">
              <a:solidFill>
                <a:srgbClr val="000000"/>
              </a:solidFill>
            </a:ln>
          </p:spPr>
          <p:txBody>
            <a:bodyPr wrap="square" lIns="0" tIns="0" rIns="0" bIns="0" rtlCol="0"/>
            <a:lstStyle/>
            <a:p>
              <a:endParaRPr sz="2000"/>
            </a:p>
          </p:txBody>
        </p:sp>
      </p:grpSp>
      <p:sp>
        <p:nvSpPr>
          <p:cNvPr id="24" name="object 20">
            <a:extLst>
              <a:ext uri="{FF2B5EF4-FFF2-40B4-BE49-F238E27FC236}">
                <a16:creationId xmlns:a16="http://schemas.microsoft.com/office/drawing/2014/main" id="{F34809C3-7B49-40A0-B2EF-8ABB12F945EA}"/>
              </a:ext>
            </a:extLst>
          </p:cNvPr>
          <p:cNvSpPr txBox="1"/>
          <p:nvPr/>
        </p:nvSpPr>
        <p:spPr>
          <a:xfrm>
            <a:off x="4598387"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3</a:t>
            </a:r>
            <a:endParaRPr sz="1000">
              <a:latin typeface="Arial"/>
              <a:cs typeface="Arial"/>
            </a:endParaRPr>
          </a:p>
        </p:txBody>
      </p:sp>
      <p:grpSp>
        <p:nvGrpSpPr>
          <p:cNvPr id="25" name="object 21">
            <a:extLst>
              <a:ext uri="{FF2B5EF4-FFF2-40B4-BE49-F238E27FC236}">
                <a16:creationId xmlns:a16="http://schemas.microsoft.com/office/drawing/2014/main" id="{E9A74725-6535-4D68-9F30-624564FC192C}"/>
              </a:ext>
            </a:extLst>
          </p:cNvPr>
          <p:cNvGrpSpPr/>
          <p:nvPr/>
        </p:nvGrpSpPr>
        <p:grpSpPr>
          <a:xfrm>
            <a:off x="5078164" y="1265107"/>
            <a:ext cx="914400" cy="1432983"/>
            <a:chOff x="5978905" y="1379029"/>
            <a:chExt cx="822960" cy="1289685"/>
          </a:xfrm>
        </p:grpSpPr>
        <p:sp>
          <p:nvSpPr>
            <p:cNvPr id="26" name="object 22">
              <a:extLst>
                <a:ext uri="{FF2B5EF4-FFF2-40B4-BE49-F238E27FC236}">
                  <a16:creationId xmlns:a16="http://schemas.microsoft.com/office/drawing/2014/main" id="{7B80B2FF-EEDE-40FE-9861-796219FDF896}"/>
                </a:ext>
              </a:extLst>
            </p:cNvPr>
            <p:cNvSpPr/>
            <p:nvPr/>
          </p:nvSpPr>
          <p:spPr>
            <a:xfrm>
              <a:off x="5991605" y="1925573"/>
              <a:ext cx="297180" cy="234950"/>
            </a:xfrm>
            <a:custGeom>
              <a:avLst/>
              <a:gdLst/>
              <a:ahLst/>
              <a:cxnLst/>
              <a:rect l="l" t="t" r="r" b="b"/>
              <a:pathLst>
                <a:path w="297179" h="234950">
                  <a:moveTo>
                    <a:pt x="179832" y="0"/>
                  </a:moveTo>
                  <a:lnTo>
                    <a:pt x="179832" y="58674"/>
                  </a:lnTo>
                  <a:lnTo>
                    <a:pt x="0" y="58674"/>
                  </a:lnTo>
                  <a:lnTo>
                    <a:pt x="0" y="176022"/>
                  </a:lnTo>
                  <a:lnTo>
                    <a:pt x="179832" y="176022"/>
                  </a:lnTo>
                  <a:lnTo>
                    <a:pt x="179832" y="234696"/>
                  </a:lnTo>
                  <a:lnTo>
                    <a:pt x="297180" y="117348"/>
                  </a:lnTo>
                  <a:lnTo>
                    <a:pt x="179832" y="0"/>
                  </a:lnTo>
                  <a:close/>
                </a:path>
              </a:pathLst>
            </a:custGeom>
            <a:solidFill>
              <a:srgbClr val="B2B2B2"/>
            </a:solidFill>
          </p:spPr>
          <p:txBody>
            <a:bodyPr wrap="square" lIns="0" tIns="0" rIns="0" bIns="0" rtlCol="0"/>
            <a:lstStyle/>
            <a:p>
              <a:endParaRPr sz="2000"/>
            </a:p>
          </p:txBody>
        </p:sp>
        <p:sp>
          <p:nvSpPr>
            <p:cNvPr id="27" name="object 23">
              <a:extLst>
                <a:ext uri="{FF2B5EF4-FFF2-40B4-BE49-F238E27FC236}">
                  <a16:creationId xmlns:a16="http://schemas.microsoft.com/office/drawing/2014/main" id="{5D726A92-5DB3-4EEE-A5FE-FD9D117004C5}"/>
                </a:ext>
              </a:extLst>
            </p:cNvPr>
            <p:cNvSpPr/>
            <p:nvPr/>
          </p:nvSpPr>
          <p:spPr>
            <a:xfrm>
              <a:off x="5991605" y="1925573"/>
              <a:ext cx="297180" cy="234950"/>
            </a:xfrm>
            <a:custGeom>
              <a:avLst/>
              <a:gdLst/>
              <a:ahLst/>
              <a:cxnLst/>
              <a:rect l="l" t="t" r="r" b="b"/>
              <a:pathLst>
                <a:path w="297179" h="234950">
                  <a:moveTo>
                    <a:pt x="0" y="58674"/>
                  </a:moveTo>
                  <a:lnTo>
                    <a:pt x="179832" y="58674"/>
                  </a:lnTo>
                  <a:lnTo>
                    <a:pt x="179832" y="0"/>
                  </a:lnTo>
                  <a:lnTo>
                    <a:pt x="297180" y="117348"/>
                  </a:lnTo>
                  <a:lnTo>
                    <a:pt x="179832" y="234696"/>
                  </a:lnTo>
                  <a:lnTo>
                    <a:pt x="179832"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28" name="object 24">
              <a:extLst>
                <a:ext uri="{FF2B5EF4-FFF2-40B4-BE49-F238E27FC236}">
                  <a16:creationId xmlns:a16="http://schemas.microsoft.com/office/drawing/2014/main" id="{ACA7D1FC-C4F7-46F1-ADB5-10799FDC5456}"/>
                </a:ext>
              </a:extLst>
            </p:cNvPr>
            <p:cNvSpPr/>
            <p:nvPr/>
          </p:nvSpPr>
          <p:spPr>
            <a:xfrm>
              <a:off x="6339839" y="1383791"/>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29" name="object 25">
              <a:extLst>
                <a:ext uri="{FF2B5EF4-FFF2-40B4-BE49-F238E27FC236}">
                  <a16:creationId xmlns:a16="http://schemas.microsoft.com/office/drawing/2014/main" id="{97BA462C-8E59-4830-A928-E8700792FD81}"/>
                </a:ext>
              </a:extLst>
            </p:cNvPr>
            <p:cNvSpPr/>
            <p:nvPr/>
          </p:nvSpPr>
          <p:spPr>
            <a:xfrm>
              <a:off x="6339839" y="1383791"/>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30" name="object 26">
            <a:extLst>
              <a:ext uri="{FF2B5EF4-FFF2-40B4-BE49-F238E27FC236}">
                <a16:creationId xmlns:a16="http://schemas.microsoft.com/office/drawing/2014/main" id="{12A0E6CD-EE6B-49DF-B08C-F50BD0036B24}"/>
              </a:ext>
            </a:extLst>
          </p:cNvPr>
          <p:cNvSpPr txBox="1"/>
          <p:nvPr/>
        </p:nvSpPr>
        <p:spPr>
          <a:xfrm>
            <a:off x="5552863"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4</a:t>
            </a:r>
            <a:endParaRPr sz="1000">
              <a:latin typeface="Arial"/>
              <a:cs typeface="Arial"/>
            </a:endParaRPr>
          </a:p>
        </p:txBody>
      </p:sp>
      <p:grpSp>
        <p:nvGrpSpPr>
          <p:cNvPr id="31" name="object 27">
            <a:extLst>
              <a:ext uri="{FF2B5EF4-FFF2-40B4-BE49-F238E27FC236}">
                <a16:creationId xmlns:a16="http://schemas.microsoft.com/office/drawing/2014/main" id="{0878CADB-7E21-4D04-AEC5-0FBB6EADCC9A}"/>
              </a:ext>
            </a:extLst>
          </p:cNvPr>
          <p:cNvGrpSpPr/>
          <p:nvPr/>
        </p:nvGrpSpPr>
        <p:grpSpPr>
          <a:xfrm>
            <a:off x="6031512" y="1265107"/>
            <a:ext cx="975783" cy="1432983"/>
            <a:chOff x="6836918" y="1379029"/>
            <a:chExt cx="878205" cy="1289685"/>
          </a:xfrm>
        </p:grpSpPr>
        <p:sp>
          <p:nvSpPr>
            <p:cNvPr id="32" name="object 28">
              <a:extLst>
                <a:ext uri="{FF2B5EF4-FFF2-40B4-BE49-F238E27FC236}">
                  <a16:creationId xmlns:a16="http://schemas.microsoft.com/office/drawing/2014/main" id="{783F0135-64EE-4204-829B-7F469D8E681D}"/>
                </a:ext>
              </a:extLst>
            </p:cNvPr>
            <p:cNvSpPr/>
            <p:nvPr/>
          </p:nvSpPr>
          <p:spPr>
            <a:xfrm>
              <a:off x="6849618" y="1925573"/>
              <a:ext cx="297180" cy="234950"/>
            </a:xfrm>
            <a:custGeom>
              <a:avLst/>
              <a:gdLst/>
              <a:ahLst/>
              <a:cxnLst/>
              <a:rect l="l" t="t" r="r" b="b"/>
              <a:pathLst>
                <a:path w="297179" h="234950">
                  <a:moveTo>
                    <a:pt x="179832" y="0"/>
                  </a:moveTo>
                  <a:lnTo>
                    <a:pt x="179832" y="58674"/>
                  </a:lnTo>
                  <a:lnTo>
                    <a:pt x="0" y="58674"/>
                  </a:lnTo>
                  <a:lnTo>
                    <a:pt x="0" y="176022"/>
                  </a:lnTo>
                  <a:lnTo>
                    <a:pt x="179832" y="176022"/>
                  </a:lnTo>
                  <a:lnTo>
                    <a:pt x="179832" y="234696"/>
                  </a:lnTo>
                  <a:lnTo>
                    <a:pt x="297180" y="117348"/>
                  </a:lnTo>
                  <a:lnTo>
                    <a:pt x="179832" y="0"/>
                  </a:lnTo>
                  <a:close/>
                </a:path>
              </a:pathLst>
            </a:custGeom>
            <a:solidFill>
              <a:srgbClr val="B2B2B2"/>
            </a:solidFill>
          </p:spPr>
          <p:txBody>
            <a:bodyPr wrap="square" lIns="0" tIns="0" rIns="0" bIns="0" rtlCol="0"/>
            <a:lstStyle/>
            <a:p>
              <a:endParaRPr sz="2000"/>
            </a:p>
          </p:txBody>
        </p:sp>
        <p:sp>
          <p:nvSpPr>
            <p:cNvPr id="33" name="object 29">
              <a:extLst>
                <a:ext uri="{FF2B5EF4-FFF2-40B4-BE49-F238E27FC236}">
                  <a16:creationId xmlns:a16="http://schemas.microsoft.com/office/drawing/2014/main" id="{69413669-87B4-44BC-AF8F-E9489B7DD222}"/>
                </a:ext>
              </a:extLst>
            </p:cNvPr>
            <p:cNvSpPr/>
            <p:nvPr/>
          </p:nvSpPr>
          <p:spPr>
            <a:xfrm>
              <a:off x="6849618" y="1925573"/>
              <a:ext cx="297180" cy="234950"/>
            </a:xfrm>
            <a:custGeom>
              <a:avLst/>
              <a:gdLst/>
              <a:ahLst/>
              <a:cxnLst/>
              <a:rect l="l" t="t" r="r" b="b"/>
              <a:pathLst>
                <a:path w="297179" h="234950">
                  <a:moveTo>
                    <a:pt x="0" y="58674"/>
                  </a:moveTo>
                  <a:lnTo>
                    <a:pt x="179832" y="58674"/>
                  </a:lnTo>
                  <a:lnTo>
                    <a:pt x="179832" y="0"/>
                  </a:lnTo>
                  <a:lnTo>
                    <a:pt x="297180" y="117348"/>
                  </a:lnTo>
                  <a:lnTo>
                    <a:pt x="179832" y="234696"/>
                  </a:lnTo>
                  <a:lnTo>
                    <a:pt x="179832"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34" name="object 30">
              <a:extLst>
                <a:ext uri="{FF2B5EF4-FFF2-40B4-BE49-F238E27FC236}">
                  <a16:creationId xmlns:a16="http://schemas.microsoft.com/office/drawing/2014/main" id="{358EAB6F-6C4B-4274-A4D7-5674770FDE45}"/>
                </a:ext>
              </a:extLst>
            </p:cNvPr>
            <p:cNvSpPr/>
            <p:nvPr/>
          </p:nvSpPr>
          <p:spPr>
            <a:xfrm>
              <a:off x="7252716" y="1383791"/>
              <a:ext cx="457200" cy="1280160"/>
            </a:xfrm>
            <a:custGeom>
              <a:avLst/>
              <a:gdLst/>
              <a:ahLst/>
              <a:cxnLst/>
              <a:rect l="l" t="t" r="r" b="b"/>
              <a:pathLst>
                <a:path w="457200" h="1280160">
                  <a:moveTo>
                    <a:pt x="228600" y="0"/>
                  </a:moveTo>
                  <a:lnTo>
                    <a:pt x="179564" y="14760"/>
                  </a:lnTo>
                  <a:lnTo>
                    <a:pt x="134191" y="56961"/>
                  </a:lnTo>
                  <a:lnTo>
                    <a:pt x="93597" y="123480"/>
                  </a:lnTo>
                  <a:lnTo>
                    <a:pt x="75442" y="164884"/>
                  </a:lnTo>
                  <a:lnTo>
                    <a:pt x="58900" y="211197"/>
                  </a:lnTo>
                  <a:lnTo>
                    <a:pt x="44110" y="262030"/>
                  </a:lnTo>
                  <a:lnTo>
                    <a:pt x="31213" y="316992"/>
                  </a:lnTo>
                  <a:lnTo>
                    <a:pt x="20348" y="375692"/>
                  </a:lnTo>
                  <a:lnTo>
                    <a:pt x="11655" y="437741"/>
                  </a:lnTo>
                  <a:lnTo>
                    <a:pt x="5273" y="502749"/>
                  </a:lnTo>
                  <a:lnTo>
                    <a:pt x="1341" y="570325"/>
                  </a:lnTo>
                  <a:lnTo>
                    <a:pt x="0" y="640080"/>
                  </a:lnTo>
                  <a:lnTo>
                    <a:pt x="1341" y="709834"/>
                  </a:lnTo>
                  <a:lnTo>
                    <a:pt x="5273" y="777410"/>
                  </a:lnTo>
                  <a:lnTo>
                    <a:pt x="11655" y="842418"/>
                  </a:lnTo>
                  <a:lnTo>
                    <a:pt x="20348" y="904467"/>
                  </a:lnTo>
                  <a:lnTo>
                    <a:pt x="31213" y="963168"/>
                  </a:lnTo>
                  <a:lnTo>
                    <a:pt x="44110" y="1018129"/>
                  </a:lnTo>
                  <a:lnTo>
                    <a:pt x="58900" y="1068962"/>
                  </a:lnTo>
                  <a:lnTo>
                    <a:pt x="75442" y="1115275"/>
                  </a:lnTo>
                  <a:lnTo>
                    <a:pt x="93597" y="1156679"/>
                  </a:lnTo>
                  <a:lnTo>
                    <a:pt x="113227" y="1192784"/>
                  </a:lnTo>
                  <a:lnTo>
                    <a:pt x="156350" y="1247534"/>
                  </a:lnTo>
                  <a:lnTo>
                    <a:pt x="203694" y="1276404"/>
                  </a:lnTo>
                  <a:lnTo>
                    <a:pt x="228600" y="1280160"/>
                  </a:lnTo>
                  <a:lnTo>
                    <a:pt x="253506" y="1276404"/>
                  </a:lnTo>
                  <a:lnTo>
                    <a:pt x="300849" y="1247534"/>
                  </a:lnTo>
                  <a:lnTo>
                    <a:pt x="343972" y="1192784"/>
                  </a:lnTo>
                  <a:lnTo>
                    <a:pt x="363602" y="1156679"/>
                  </a:lnTo>
                  <a:lnTo>
                    <a:pt x="381757" y="1115275"/>
                  </a:lnTo>
                  <a:lnTo>
                    <a:pt x="398300" y="1068962"/>
                  </a:lnTo>
                  <a:lnTo>
                    <a:pt x="413089" y="1018129"/>
                  </a:lnTo>
                  <a:lnTo>
                    <a:pt x="425986" y="963168"/>
                  </a:lnTo>
                  <a:lnTo>
                    <a:pt x="436851" y="904467"/>
                  </a:lnTo>
                  <a:lnTo>
                    <a:pt x="445544" y="842418"/>
                  </a:lnTo>
                  <a:lnTo>
                    <a:pt x="451926" y="777410"/>
                  </a:lnTo>
                  <a:lnTo>
                    <a:pt x="455858" y="709834"/>
                  </a:lnTo>
                  <a:lnTo>
                    <a:pt x="457200" y="640080"/>
                  </a:lnTo>
                  <a:lnTo>
                    <a:pt x="455858" y="570325"/>
                  </a:lnTo>
                  <a:lnTo>
                    <a:pt x="451926" y="502749"/>
                  </a:lnTo>
                  <a:lnTo>
                    <a:pt x="445544" y="437741"/>
                  </a:lnTo>
                  <a:lnTo>
                    <a:pt x="436851" y="375692"/>
                  </a:lnTo>
                  <a:lnTo>
                    <a:pt x="425986" y="316992"/>
                  </a:lnTo>
                  <a:lnTo>
                    <a:pt x="413089" y="262030"/>
                  </a:lnTo>
                  <a:lnTo>
                    <a:pt x="398300" y="211197"/>
                  </a:lnTo>
                  <a:lnTo>
                    <a:pt x="381757" y="164884"/>
                  </a:lnTo>
                  <a:lnTo>
                    <a:pt x="363602" y="123480"/>
                  </a:lnTo>
                  <a:lnTo>
                    <a:pt x="343972" y="87376"/>
                  </a:lnTo>
                  <a:lnTo>
                    <a:pt x="300849" y="32625"/>
                  </a:lnTo>
                  <a:lnTo>
                    <a:pt x="253506" y="3755"/>
                  </a:lnTo>
                  <a:lnTo>
                    <a:pt x="228600" y="0"/>
                  </a:lnTo>
                  <a:close/>
                </a:path>
              </a:pathLst>
            </a:custGeom>
            <a:solidFill>
              <a:srgbClr val="FFFD96"/>
            </a:solidFill>
          </p:spPr>
          <p:txBody>
            <a:bodyPr wrap="square" lIns="0" tIns="0" rIns="0" bIns="0" rtlCol="0"/>
            <a:lstStyle/>
            <a:p>
              <a:endParaRPr sz="2000"/>
            </a:p>
          </p:txBody>
        </p:sp>
        <p:sp>
          <p:nvSpPr>
            <p:cNvPr id="35" name="object 31">
              <a:extLst>
                <a:ext uri="{FF2B5EF4-FFF2-40B4-BE49-F238E27FC236}">
                  <a16:creationId xmlns:a16="http://schemas.microsoft.com/office/drawing/2014/main" id="{E8AFBCF0-DF21-4F40-BE9C-CF3924E7D13A}"/>
                </a:ext>
              </a:extLst>
            </p:cNvPr>
            <p:cNvSpPr/>
            <p:nvPr/>
          </p:nvSpPr>
          <p:spPr>
            <a:xfrm>
              <a:off x="7252716" y="1383791"/>
              <a:ext cx="457200" cy="1280160"/>
            </a:xfrm>
            <a:custGeom>
              <a:avLst/>
              <a:gdLst/>
              <a:ahLst/>
              <a:cxnLst/>
              <a:rect l="l" t="t" r="r" b="b"/>
              <a:pathLst>
                <a:path w="457200" h="1280160">
                  <a:moveTo>
                    <a:pt x="0" y="640080"/>
                  </a:moveTo>
                  <a:lnTo>
                    <a:pt x="1341" y="570325"/>
                  </a:lnTo>
                  <a:lnTo>
                    <a:pt x="5273" y="502749"/>
                  </a:lnTo>
                  <a:lnTo>
                    <a:pt x="11655" y="437741"/>
                  </a:lnTo>
                  <a:lnTo>
                    <a:pt x="20348" y="375692"/>
                  </a:lnTo>
                  <a:lnTo>
                    <a:pt x="31213" y="316992"/>
                  </a:lnTo>
                  <a:lnTo>
                    <a:pt x="44110" y="262030"/>
                  </a:lnTo>
                  <a:lnTo>
                    <a:pt x="58900" y="211197"/>
                  </a:lnTo>
                  <a:lnTo>
                    <a:pt x="75442" y="164884"/>
                  </a:lnTo>
                  <a:lnTo>
                    <a:pt x="93597" y="123480"/>
                  </a:lnTo>
                  <a:lnTo>
                    <a:pt x="113227" y="87376"/>
                  </a:lnTo>
                  <a:lnTo>
                    <a:pt x="156350" y="32625"/>
                  </a:lnTo>
                  <a:lnTo>
                    <a:pt x="203694" y="3755"/>
                  </a:lnTo>
                  <a:lnTo>
                    <a:pt x="228600" y="0"/>
                  </a:lnTo>
                  <a:lnTo>
                    <a:pt x="253506" y="3755"/>
                  </a:lnTo>
                  <a:lnTo>
                    <a:pt x="300849" y="32625"/>
                  </a:lnTo>
                  <a:lnTo>
                    <a:pt x="343972" y="87376"/>
                  </a:lnTo>
                  <a:lnTo>
                    <a:pt x="363602" y="123480"/>
                  </a:lnTo>
                  <a:lnTo>
                    <a:pt x="381757" y="164884"/>
                  </a:lnTo>
                  <a:lnTo>
                    <a:pt x="398300" y="211197"/>
                  </a:lnTo>
                  <a:lnTo>
                    <a:pt x="413089" y="262030"/>
                  </a:lnTo>
                  <a:lnTo>
                    <a:pt x="425986" y="316992"/>
                  </a:lnTo>
                  <a:lnTo>
                    <a:pt x="436851" y="375692"/>
                  </a:lnTo>
                  <a:lnTo>
                    <a:pt x="445544" y="437741"/>
                  </a:lnTo>
                  <a:lnTo>
                    <a:pt x="451926" y="502749"/>
                  </a:lnTo>
                  <a:lnTo>
                    <a:pt x="455858" y="570325"/>
                  </a:lnTo>
                  <a:lnTo>
                    <a:pt x="457200" y="640080"/>
                  </a:lnTo>
                  <a:lnTo>
                    <a:pt x="455858" y="709834"/>
                  </a:lnTo>
                  <a:lnTo>
                    <a:pt x="451926" y="777410"/>
                  </a:lnTo>
                  <a:lnTo>
                    <a:pt x="445544" y="842418"/>
                  </a:lnTo>
                  <a:lnTo>
                    <a:pt x="436851" y="904467"/>
                  </a:lnTo>
                  <a:lnTo>
                    <a:pt x="425986" y="963168"/>
                  </a:lnTo>
                  <a:lnTo>
                    <a:pt x="413089" y="1018129"/>
                  </a:lnTo>
                  <a:lnTo>
                    <a:pt x="398300" y="1068962"/>
                  </a:lnTo>
                  <a:lnTo>
                    <a:pt x="381757" y="1115275"/>
                  </a:lnTo>
                  <a:lnTo>
                    <a:pt x="363602" y="1156679"/>
                  </a:lnTo>
                  <a:lnTo>
                    <a:pt x="343972" y="1192784"/>
                  </a:lnTo>
                  <a:lnTo>
                    <a:pt x="300849" y="1247534"/>
                  </a:lnTo>
                  <a:lnTo>
                    <a:pt x="253506" y="1276404"/>
                  </a:lnTo>
                  <a:lnTo>
                    <a:pt x="228600" y="1280160"/>
                  </a:lnTo>
                  <a:lnTo>
                    <a:pt x="203694" y="1276404"/>
                  </a:lnTo>
                  <a:lnTo>
                    <a:pt x="156350" y="1247534"/>
                  </a:lnTo>
                  <a:lnTo>
                    <a:pt x="113227" y="1192784"/>
                  </a:lnTo>
                  <a:lnTo>
                    <a:pt x="93597" y="1156679"/>
                  </a:lnTo>
                  <a:lnTo>
                    <a:pt x="75442" y="1115275"/>
                  </a:lnTo>
                  <a:lnTo>
                    <a:pt x="58900" y="1068962"/>
                  </a:lnTo>
                  <a:lnTo>
                    <a:pt x="44110" y="1018129"/>
                  </a:lnTo>
                  <a:lnTo>
                    <a:pt x="31213" y="963168"/>
                  </a:lnTo>
                  <a:lnTo>
                    <a:pt x="20348" y="904467"/>
                  </a:lnTo>
                  <a:lnTo>
                    <a:pt x="11655" y="842418"/>
                  </a:lnTo>
                  <a:lnTo>
                    <a:pt x="5273" y="777410"/>
                  </a:lnTo>
                  <a:lnTo>
                    <a:pt x="1341" y="709834"/>
                  </a:lnTo>
                  <a:lnTo>
                    <a:pt x="0" y="640080"/>
                  </a:lnTo>
                  <a:close/>
                </a:path>
              </a:pathLst>
            </a:custGeom>
            <a:ln w="9525">
              <a:solidFill>
                <a:srgbClr val="000000"/>
              </a:solidFill>
            </a:ln>
          </p:spPr>
          <p:txBody>
            <a:bodyPr wrap="square" lIns="0" tIns="0" rIns="0" bIns="0" rtlCol="0"/>
            <a:lstStyle/>
            <a:p>
              <a:endParaRPr sz="2000"/>
            </a:p>
          </p:txBody>
        </p:sp>
      </p:grpSp>
      <p:sp>
        <p:nvSpPr>
          <p:cNvPr id="36" name="object 32">
            <a:extLst>
              <a:ext uri="{FF2B5EF4-FFF2-40B4-BE49-F238E27FC236}">
                <a16:creationId xmlns:a16="http://schemas.microsoft.com/office/drawing/2014/main" id="{1AC376E6-ACA5-4787-BFB2-25E478222A0A}"/>
              </a:ext>
            </a:extLst>
          </p:cNvPr>
          <p:cNvSpPr txBox="1"/>
          <p:nvPr/>
        </p:nvSpPr>
        <p:spPr>
          <a:xfrm>
            <a:off x="6567452" y="1811983"/>
            <a:ext cx="361950" cy="322025"/>
          </a:xfrm>
          <a:prstGeom prst="rect">
            <a:avLst/>
          </a:prstGeom>
        </p:spPr>
        <p:txBody>
          <a:bodyPr vert="horz" wrap="square" lIns="0" tIns="14111" rIns="0" bIns="0" rtlCol="0">
            <a:spAutoFit/>
          </a:bodyPr>
          <a:lstStyle/>
          <a:p>
            <a:pPr marL="143931" marR="5644" indent="-130526">
              <a:spcBef>
                <a:spcPts val="111"/>
              </a:spcBef>
            </a:pPr>
            <a:r>
              <a:rPr sz="1000" b="1" dirty="0">
                <a:latin typeface="Arial"/>
                <a:cs typeface="Arial"/>
              </a:rPr>
              <a:t>La</a:t>
            </a:r>
            <a:r>
              <a:rPr sz="1000" b="1" spc="-56" dirty="0">
                <a:latin typeface="Arial"/>
                <a:cs typeface="Arial"/>
              </a:rPr>
              <a:t>y</a:t>
            </a:r>
            <a:r>
              <a:rPr sz="1000" b="1" spc="-6" dirty="0">
                <a:latin typeface="Arial"/>
                <a:cs typeface="Arial"/>
              </a:rPr>
              <a:t>er  5</a:t>
            </a:r>
            <a:endParaRPr sz="1000">
              <a:latin typeface="Arial"/>
              <a:cs typeface="Arial"/>
            </a:endParaRPr>
          </a:p>
        </p:txBody>
      </p:sp>
      <p:grpSp>
        <p:nvGrpSpPr>
          <p:cNvPr id="37" name="object 33">
            <a:extLst>
              <a:ext uri="{FF2B5EF4-FFF2-40B4-BE49-F238E27FC236}">
                <a16:creationId xmlns:a16="http://schemas.microsoft.com/office/drawing/2014/main" id="{3EE90ACA-879C-4999-8179-9C3BBDC1B5D3}"/>
              </a:ext>
            </a:extLst>
          </p:cNvPr>
          <p:cNvGrpSpPr/>
          <p:nvPr/>
        </p:nvGrpSpPr>
        <p:grpSpPr>
          <a:xfrm>
            <a:off x="1256028" y="1676798"/>
            <a:ext cx="6155267" cy="652639"/>
            <a:chOff x="2538983" y="1749551"/>
            <a:chExt cx="5539740" cy="587375"/>
          </a:xfrm>
        </p:grpSpPr>
        <p:sp>
          <p:nvSpPr>
            <p:cNvPr id="38" name="object 34">
              <a:extLst>
                <a:ext uri="{FF2B5EF4-FFF2-40B4-BE49-F238E27FC236}">
                  <a16:creationId xmlns:a16="http://schemas.microsoft.com/office/drawing/2014/main" id="{55040B88-45CC-4D5D-A167-A42FD9BCB8AB}"/>
                </a:ext>
              </a:extLst>
            </p:cNvPr>
            <p:cNvSpPr/>
            <p:nvPr/>
          </p:nvSpPr>
          <p:spPr>
            <a:xfrm>
              <a:off x="7762494" y="1925573"/>
              <a:ext cx="297180" cy="234950"/>
            </a:xfrm>
            <a:custGeom>
              <a:avLst/>
              <a:gdLst/>
              <a:ahLst/>
              <a:cxnLst/>
              <a:rect l="l" t="t" r="r" b="b"/>
              <a:pathLst>
                <a:path w="297179" h="234950">
                  <a:moveTo>
                    <a:pt x="179832" y="0"/>
                  </a:moveTo>
                  <a:lnTo>
                    <a:pt x="179832" y="58674"/>
                  </a:lnTo>
                  <a:lnTo>
                    <a:pt x="0" y="58674"/>
                  </a:lnTo>
                  <a:lnTo>
                    <a:pt x="0" y="176022"/>
                  </a:lnTo>
                  <a:lnTo>
                    <a:pt x="179832" y="176022"/>
                  </a:lnTo>
                  <a:lnTo>
                    <a:pt x="179832" y="234696"/>
                  </a:lnTo>
                  <a:lnTo>
                    <a:pt x="297180" y="117348"/>
                  </a:lnTo>
                  <a:lnTo>
                    <a:pt x="179832" y="0"/>
                  </a:lnTo>
                  <a:close/>
                </a:path>
              </a:pathLst>
            </a:custGeom>
            <a:solidFill>
              <a:srgbClr val="B2B2B2"/>
            </a:solidFill>
          </p:spPr>
          <p:txBody>
            <a:bodyPr wrap="square" lIns="0" tIns="0" rIns="0" bIns="0" rtlCol="0"/>
            <a:lstStyle/>
            <a:p>
              <a:endParaRPr sz="2000"/>
            </a:p>
          </p:txBody>
        </p:sp>
        <p:sp>
          <p:nvSpPr>
            <p:cNvPr id="39" name="object 35">
              <a:extLst>
                <a:ext uri="{FF2B5EF4-FFF2-40B4-BE49-F238E27FC236}">
                  <a16:creationId xmlns:a16="http://schemas.microsoft.com/office/drawing/2014/main" id="{C19AE7B5-EB58-4C90-8AC1-303333BFAA33}"/>
                </a:ext>
              </a:extLst>
            </p:cNvPr>
            <p:cNvSpPr/>
            <p:nvPr/>
          </p:nvSpPr>
          <p:spPr>
            <a:xfrm>
              <a:off x="7762494" y="1925573"/>
              <a:ext cx="297180" cy="234950"/>
            </a:xfrm>
            <a:custGeom>
              <a:avLst/>
              <a:gdLst/>
              <a:ahLst/>
              <a:cxnLst/>
              <a:rect l="l" t="t" r="r" b="b"/>
              <a:pathLst>
                <a:path w="297179" h="234950">
                  <a:moveTo>
                    <a:pt x="0" y="58674"/>
                  </a:moveTo>
                  <a:lnTo>
                    <a:pt x="179832" y="58674"/>
                  </a:lnTo>
                  <a:lnTo>
                    <a:pt x="179832" y="0"/>
                  </a:lnTo>
                  <a:lnTo>
                    <a:pt x="297180" y="117348"/>
                  </a:lnTo>
                  <a:lnTo>
                    <a:pt x="179832" y="234696"/>
                  </a:lnTo>
                  <a:lnTo>
                    <a:pt x="179832" y="176022"/>
                  </a:lnTo>
                  <a:lnTo>
                    <a:pt x="0" y="176022"/>
                  </a:lnTo>
                  <a:lnTo>
                    <a:pt x="0" y="58674"/>
                  </a:lnTo>
                  <a:close/>
                </a:path>
              </a:pathLst>
            </a:custGeom>
            <a:ln w="25400">
              <a:solidFill>
                <a:srgbClr val="B2B2B2"/>
              </a:solidFill>
            </a:ln>
          </p:spPr>
          <p:txBody>
            <a:bodyPr wrap="square" lIns="0" tIns="0" rIns="0" bIns="0" rtlCol="0"/>
            <a:lstStyle/>
            <a:p>
              <a:endParaRPr sz="2000"/>
            </a:p>
          </p:txBody>
        </p:sp>
        <p:sp>
          <p:nvSpPr>
            <p:cNvPr id="40" name="object 36">
              <a:extLst>
                <a:ext uri="{FF2B5EF4-FFF2-40B4-BE49-F238E27FC236}">
                  <a16:creationId xmlns:a16="http://schemas.microsoft.com/office/drawing/2014/main" id="{A3D988B7-06F2-46B2-ABB0-7A0697D2708E}"/>
                </a:ext>
              </a:extLst>
            </p:cNvPr>
            <p:cNvSpPr/>
            <p:nvPr/>
          </p:nvSpPr>
          <p:spPr>
            <a:xfrm>
              <a:off x="2558033" y="1768601"/>
              <a:ext cx="5501640" cy="549275"/>
            </a:xfrm>
            <a:custGeom>
              <a:avLst/>
              <a:gdLst/>
              <a:ahLst/>
              <a:cxnLst/>
              <a:rect l="l" t="t" r="r" b="b"/>
              <a:pathLst>
                <a:path w="5501640" h="549275">
                  <a:moveTo>
                    <a:pt x="0" y="0"/>
                  </a:moveTo>
                  <a:lnTo>
                    <a:pt x="5501640" y="0"/>
                  </a:lnTo>
                </a:path>
                <a:path w="5501640" h="549275">
                  <a:moveTo>
                    <a:pt x="0" y="544068"/>
                  </a:moveTo>
                  <a:lnTo>
                    <a:pt x="5501640" y="549148"/>
                  </a:lnTo>
                </a:path>
              </a:pathLst>
            </a:custGeom>
            <a:ln w="38100">
              <a:solidFill>
                <a:srgbClr val="008462"/>
              </a:solidFill>
              <a:prstDash val="lgDash"/>
            </a:ln>
          </p:spPr>
          <p:txBody>
            <a:bodyPr wrap="square" lIns="0" tIns="0" rIns="0" bIns="0" rtlCol="0"/>
            <a:lstStyle/>
            <a:p>
              <a:endParaRPr sz="2000"/>
            </a:p>
          </p:txBody>
        </p:sp>
      </p:grpSp>
      <p:sp>
        <p:nvSpPr>
          <p:cNvPr id="41" name="object 37">
            <a:extLst>
              <a:ext uri="{FF2B5EF4-FFF2-40B4-BE49-F238E27FC236}">
                <a16:creationId xmlns:a16="http://schemas.microsoft.com/office/drawing/2014/main" id="{07AF65D1-DD91-4F42-9FDE-950F7800DE7E}"/>
              </a:ext>
            </a:extLst>
          </p:cNvPr>
          <p:cNvSpPr txBox="1"/>
          <p:nvPr/>
        </p:nvSpPr>
        <p:spPr>
          <a:xfrm>
            <a:off x="1235145" y="1294951"/>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42" name="object 38">
            <a:extLst>
              <a:ext uri="{FF2B5EF4-FFF2-40B4-BE49-F238E27FC236}">
                <a16:creationId xmlns:a16="http://schemas.microsoft.com/office/drawing/2014/main" id="{486E0369-C762-4155-AAA9-07D24CE36DEE}"/>
              </a:ext>
            </a:extLst>
          </p:cNvPr>
          <p:cNvSpPr txBox="1"/>
          <p:nvPr/>
        </p:nvSpPr>
        <p:spPr>
          <a:xfrm>
            <a:off x="1235145" y="1838091"/>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43" name="object 39">
            <a:extLst>
              <a:ext uri="{FF2B5EF4-FFF2-40B4-BE49-F238E27FC236}">
                <a16:creationId xmlns:a16="http://schemas.microsoft.com/office/drawing/2014/main" id="{4BA145E9-7E08-439C-A75F-9BE7D1A6D169}"/>
              </a:ext>
            </a:extLst>
          </p:cNvPr>
          <p:cNvSpPr txBox="1"/>
          <p:nvPr/>
        </p:nvSpPr>
        <p:spPr>
          <a:xfrm>
            <a:off x="1235145" y="2380944"/>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grpSp>
        <p:nvGrpSpPr>
          <p:cNvPr id="44" name="object 40">
            <a:extLst>
              <a:ext uri="{FF2B5EF4-FFF2-40B4-BE49-F238E27FC236}">
                <a16:creationId xmlns:a16="http://schemas.microsoft.com/office/drawing/2014/main" id="{BF6FEB14-20E2-47E3-A37B-A538037194BA}"/>
              </a:ext>
            </a:extLst>
          </p:cNvPr>
          <p:cNvGrpSpPr/>
          <p:nvPr/>
        </p:nvGrpSpPr>
        <p:grpSpPr>
          <a:xfrm>
            <a:off x="4065759" y="5045602"/>
            <a:ext cx="826911" cy="393700"/>
            <a:chOff x="7863585" y="3471414"/>
            <a:chExt cx="744220" cy="354330"/>
          </a:xfrm>
        </p:grpSpPr>
        <p:sp>
          <p:nvSpPr>
            <p:cNvPr id="45" name="object 41">
              <a:extLst>
                <a:ext uri="{FF2B5EF4-FFF2-40B4-BE49-F238E27FC236}">
                  <a16:creationId xmlns:a16="http://schemas.microsoft.com/office/drawing/2014/main" id="{4DAB371E-98E9-4111-9717-44911D02F8CC}"/>
                </a:ext>
              </a:extLst>
            </p:cNvPr>
            <p:cNvSpPr/>
            <p:nvPr/>
          </p:nvSpPr>
          <p:spPr>
            <a:xfrm>
              <a:off x="8235695" y="347776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46" name="object 42">
              <a:extLst>
                <a:ext uri="{FF2B5EF4-FFF2-40B4-BE49-F238E27FC236}">
                  <a16:creationId xmlns:a16="http://schemas.microsoft.com/office/drawing/2014/main" id="{9C628BA3-3029-4B94-9051-12912818B00D}"/>
                </a:ext>
              </a:extLst>
            </p:cNvPr>
            <p:cNvSpPr/>
            <p:nvPr/>
          </p:nvSpPr>
          <p:spPr>
            <a:xfrm>
              <a:off x="8235695" y="347776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47" name="object 43">
              <a:extLst>
                <a:ext uri="{FF2B5EF4-FFF2-40B4-BE49-F238E27FC236}">
                  <a16:creationId xmlns:a16="http://schemas.microsoft.com/office/drawing/2014/main" id="{AD2AF758-DB78-4E95-AC21-12D504E40853}"/>
                </a:ext>
              </a:extLst>
            </p:cNvPr>
            <p:cNvSpPr/>
            <p:nvPr/>
          </p:nvSpPr>
          <p:spPr>
            <a:xfrm>
              <a:off x="8235695" y="3563113"/>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48" name="object 44">
              <a:extLst>
                <a:ext uri="{FF2B5EF4-FFF2-40B4-BE49-F238E27FC236}">
                  <a16:creationId xmlns:a16="http://schemas.microsoft.com/office/drawing/2014/main" id="{66DFE7FC-B539-4DAA-BAF7-CA8666FBEBE2}"/>
                </a:ext>
              </a:extLst>
            </p:cNvPr>
            <p:cNvSpPr/>
            <p:nvPr/>
          </p:nvSpPr>
          <p:spPr>
            <a:xfrm>
              <a:off x="8235695" y="3563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49" name="object 45">
              <a:extLst>
                <a:ext uri="{FF2B5EF4-FFF2-40B4-BE49-F238E27FC236}">
                  <a16:creationId xmlns:a16="http://schemas.microsoft.com/office/drawing/2014/main" id="{1770F08F-792D-40BC-A03F-97CF146E10BC}"/>
                </a:ext>
              </a:extLst>
            </p:cNvPr>
            <p:cNvSpPr/>
            <p:nvPr/>
          </p:nvSpPr>
          <p:spPr>
            <a:xfrm>
              <a:off x="8235695" y="364845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50" name="object 46">
              <a:extLst>
                <a:ext uri="{FF2B5EF4-FFF2-40B4-BE49-F238E27FC236}">
                  <a16:creationId xmlns:a16="http://schemas.microsoft.com/office/drawing/2014/main" id="{6EE6F4E0-6B4A-4E54-B866-534594980E9C}"/>
                </a:ext>
              </a:extLst>
            </p:cNvPr>
            <p:cNvSpPr/>
            <p:nvPr/>
          </p:nvSpPr>
          <p:spPr>
            <a:xfrm>
              <a:off x="8235695" y="36484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1" name="object 47">
              <a:extLst>
                <a:ext uri="{FF2B5EF4-FFF2-40B4-BE49-F238E27FC236}">
                  <a16:creationId xmlns:a16="http://schemas.microsoft.com/office/drawing/2014/main" id="{1B879CA2-5B62-4B32-B903-FC4681A85C14}"/>
                </a:ext>
              </a:extLst>
            </p:cNvPr>
            <p:cNvSpPr/>
            <p:nvPr/>
          </p:nvSpPr>
          <p:spPr>
            <a:xfrm>
              <a:off x="8235695" y="373380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52" name="object 48">
              <a:extLst>
                <a:ext uri="{FF2B5EF4-FFF2-40B4-BE49-F238E27FC236}">
                  <a16:creationId xmlns:a16="http://schemas.microsoft.com/office/drawing/2014/main" id="{E1D01658-3095-468B-B648-23F5EE59514E}"/>
                </a:ext>
              </a:extLst>
            </p:cNvPr>
            <p:cNvSpPr/>
            <p:nvPr/>
          </p:nvSpPr>
          <p:spPr>
            <a:xfrm>
              <a:off x="8235695" y="37338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53" name="object 49">
              <a:extLst>
                <a:ext uri="{FF2B5EF4-FFF2-40B4-BE49-F238E27FC236}">
                  <a16:creationId xmlns:a16="http://schemas.microsoft.com/office/drawing/2014/main" id="{13C921B5-C0D8-4F7C-B261-A4971793999B}"/>
                </a:ext>
              </a:extLst>
            </p:cNvPr>
            <p:cNvSpPr/>
            <p:nvPr/>
          </p:nvSpPr>
          <p:spPr>
            <a:xfrm>
              <a:off x="7869935" y="347776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54" name="object 50">
              <a:extLst>
                <a:ext uri="{FF2B5EF4-FFF2-40B4-BE49-F238E27FC236}">
                  <a16:creationId xmlns:a16="http://schemas.microsoft.com/office/drawing/2014/main" id="{2D0FCB36-71EF-48FB-906A-C6054747F748}"/>
                </a:ext>
              </a:extLst>
            </p:cNvPr>
            <p:cNvSpPr/>
            <p:nvPr/>
          </p:nvSpPr>
          <p:spPr>
            <a:xfrm>
              <a:off x="7869935" y="347776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5" name="object 51">
              <a:extLst>
                <a:ext uri="{FF2B5EF4-FFF2-40B4-BE49-F238E27FC236}">
                  <a16:creationId xmlns:a16="http://schemas.microsoft.com/office/drawing/2014/main" id="{E9A85A39-1959-4EEC-AE91-6A8287C7B058}"/>
                </a:ext>
              </a:extLst>
            </p:cNvPr>
            <p:cNvSpPr/>
            <p:nvPr/>
          </p:nvSpPr>
          <p:spPr>
            <a:xfrm>
              <a:off x="7962899"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56" name="object 52">
              <a:extLst>
                <a:ext uri="{FF2B5EF4-FFF2-40B4-BE49-F238E27FC236}">
                  <a16:creationId xmlns:a16="http://schemas.microsoft.com/office/drawing/2014/main" id="{89231FC9-9A82-4E12-B14D-DCAC3FD07F16}"/>
                </a:ext>
              </a:extLst>
            </p:cNvPr>
            <p:cNvSpPr/>
            <p:nvPr/>
          </p:nvSpPr>
          <p:spPr>
            <a:xfrm>
              <a:off x="7962899"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7" name="object 53">
              <a:extLst>
                <a:ext uri="{FF2B5EF4-FFF2-40B4-BE49-F238E27FC236}">
                  <a16:creationId xmlns:a16="http://schemas.microsoft.com/office/drawing/2014/main" id="{E6620ED2-B8DF-4475-93CD-6FABFF470FCF}"/>
                </a:ext>
              </a:extLst>
            </p:cNvPr>
            <p:cNvSpPr/>
            <p:nvPr/>
          </p:nvSpPr>
          <p:spPr>
            <a:xfrm>
              <a:off x="8054339"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58" name="object 54">
              <a:extLst>
                <a:ext uri="{FF2B5EF4-FFF2-40B4-BE49-F238E27FC236}">
                  <a16:creationId xmlns:a16="http://schemas.microsoft.com/office/drawing/2014/main" id="{82120530-CD13-44CF-804B-CB6F6C330F17}"/>
                </a:ext>
              </a:extLst>
            </p:cNvPr>
            <p:cNvSpPr/>
            <p:nvPr/>
          </p:nvSpPr>
          <p:spPr>
            <a:xfrm>
              <a:off x="8054339"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59" name="object 55">
              <a:extLst>
                <a:ext uri="{FF2B5EF4-FFF2-40B4-BE49-F238E27FC236}">
                  <a16:creationId xmlns:a16="http://schemas.microsoft.com/office/drawing/2014/main" id="{52EFCD56-0972-4F03-88F3-7BC24CDA1457}"/>
                </a:ext>
              </a:extLst>
            </p:cNvPr>
            <p:cNvSpPr/>
            <p:nvPr/>
          </p:nvSpPr>
          <p:spPr>
            <a:xfrm>
              <a:off x="7869935" y="3563113"/>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60" name="object 56">
              <a:extLst>
                <a:ext uri="{FF2B5EF4-FFF2-40B4-BE49-F238E27FC236}">
                  <a16:creationId xmlns:a16="http://schemas.microsoft.com/office/drawing/2014/main" id="{9FBCB669-5B17-445D-92AD-DADE91BDFE9C}"/>
                </a:ext>
              </a:extLst>
            </p:cNvPr>
            <p:cNvSpPr/>
            <p:nvPr/>
          </p:nvSpPr>
          <p:spPr>
            <a:xfrm>
              <a:off x="7869935" y="3563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1" name="object 57">
              <a:extLst>
                <a:ext uri="{FF2B5EF4-FFF2-40B4-BE49-F238E27FC236}">
                  <a16:creationId xmlns:a16="http://schemas.microsoft.com/office/drawing/2014/main" id="{1817BAF3-9143-4621-AB98-D22D824ED171}"/>
                </a:ext>
              </a:extLst>
            </p:cNvPr>
            <p:cNvSpPr/>
            <p:nvPr/>
          </p:nvSpPr>
          <p:spPr>
            <a:xfrm>
              <a:off x="7962899"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2" name="object 58">
              <a:extLst>
                <a:ext uri="{FF2B5EF4-FFF2-40B4-BE49-F238E27FC236}">
                  <a16:creationId xmlns:a16="http://schemas.microsoft.com/office/drawing/2014/main" id="{0A381573-74F0-41E8-B237-A1046C20877B}"/>
                </a:ext>
              </a:extLst>
            </p:cNvPr>
            <p:cNvSpPr/>
            <p:nvPr/>
          </p:nvSpPr>
          <p:spPr>
            <a:xfrm>
              <a:off x="7962899"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3" name="object 59">
              <a:extLst>
                <a:ext uri="{FF2B5EF4-FFF2-40B4-BE49-F238E27FC236}">
                  <a16:creationId xmlns:a16="http://schemas.microsoft.com/office/drawing/2014/main" id="{D81E0A56-FA41-41C7-9125-C83DBD57D14D}"/>
                </a:ext>
              </a:extLst>
            </p:cNvPr>
            <p:cNvSpPr/>
            <p:nvPr/>
          </p:nvSpPr>
          <p:spPr>
            <a:xfrm>
              <a:off x="8054339"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4" name="object 60">
              <a:extLst>
                <a:ext uri="{FF2B5EF4-FFF2-40B4-BE49-F238E27FC236}">
                  <a16:creationId xmlns:a16="http://schemas.microsoft.com/office/drawing/2014/main" id="{5AAD2993-05CD-4D46-A690-F38F5C6BB3BF}"/>
                </a:ext>
              </a:extLst>
            </p:cNvPr>
            <p:cNvSpPr/>
            <p:nvPr/>
          </p:nvSpPr>
          <p:spPr>
            <a:xfrm>
              <a:off x="8054339"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5" name="object 61">
              <a:extLst>
                <a:ext uri="{FF2B5EF4-FFF2-40B4-BE49-F238E27FC236}">
                  <a16:creationId xmlns:a16="http://schemas.microsoft.com/office/drawing/2014/main" id="{46C26584-0A91-4E8D-8AF6-F53C37BF4A4A}"/>
                </a:ext>
              </a:extLst>
            </p:cNvPr>
            <p:cNvSpPr/>
            <p:nvPr/>
          </p:nvSpPr>
          <p:spPr>
            <a:xfrm>
              <a:off x="7869935" y="364845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66" name="object 62">
              <a:extLst>
                <a:ext uri="{FF2B5EF4-FFF2-40B4-BE49-F238E27FC236}">
                  <a16:creationId xmlns:a16="http://schemas.microsoft.com/office/drawing/2014/main" id="{B4262E06-4FAA-426E-A6F4-DAEA0A8B69C4}"/>
                </a:ext>
              </a:extLst>
            </p:cNvPr>
            <p:cNvSpPr/>
            <p:nvPr/>
          </p:nvSpPr>
          <p:spPr>
            <a:xfrm>
              <a:off x="7869935" y="36484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7" name="object 63">
              <a:extLst>
                <a:ext uri="{FF2B5EF4-FFF2-40B4-BE49-F238E27FC236}">
                  <a16:creationId xmlns:a16="http://schemas.microsoft.com/office/drawing/2014/main" id="{D9B90727-51D8-4AB1-BAB6-CBC692E29B3A}"/>
                </a:ext>
              </a:extLst>
            </p:cNvPr>
            <p:cNvSpPr/>
            <p:nvPr/>
          </p:nvSpPr>
          <p:spPr>
            <a:xfrm>
              <a:off x="7962899"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68" name="object 64">
              <a:extLst>
                <a:ext uri="{FF2B5EF4-FFF2-40B4-BE49-F238E27FC236}">
                  <a16:creationId xmlns:a16="http://schemas.microsoft.com/office/drawing/2014/main" id="{FA5CC9E1-0DE8-466B-B30B-840BAB3FC0DE}"/>
                </a:ext>
              </a:extLst>
            </p:cNvPr>
            <p:cNvSpPr/>
            <p:nvPr/>
          </p:nvSpPr>
          <p:spPr>
            <a:xfrm>
              <a:off x="7962899"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69" name="object 65">
              <a:extLst>
                <a:ext uri="{FF2B5EF4-FFF2-40B4-BE49-F238E27FC236}">
                  <a16:creationId xmlns:a16="http://schemas.microsoft.com/office/drawing/2014/main" id="{8A969574-4D49-4550-85CA-EC8E4D77C245}"/>
                </a:ext>
              </a:extLst>
            </p:cNvPr>
            <p:cNvSpPr/>
            <p:nvPr/>
          </p:nvSpPr>
          <p:spPr>
            <a:xfrm>
              <a:off x="8054339"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70" name="object 66">
              <a:extLst>
                <a:ext uri="{FF2B5EF4-FFF2-40B4-BE49-F238E27FC236}">
                  <a16:creationId xmlns:a16="http://schemas.microsoft.com/office/drawing/2014/main" id="{01E0C1D3-3EEF-42ED-A19D-80C9C7CDA9ED}"/>
                </a:ext>
              </a:extLst>
            </p:cNvPr>
            <p:cNvSpPr/>
            <p:nvPr/>
          </p:nvSpPr>
          <p:spPr>
            <a:xfrm>
              <a:off x="8054339"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1" name="object 67">
              <a:extLst>
                <a:ext uri="{FF2B5EF4-FFF2-40B4-BE49-F238E27FC236}">
                  <a16:creationId xmlns:a16="http://schemas.microsoft.com/office/drawing/2014/main" id="{ACD449BF-2D5D-42B6-91D0-70CCF5DC7626}"/>
                </a:ext>
              </a:extLst>
            </p:cNvPr>
            <p:cNvSpPr/>
            <p:nvPr/>
          </p:nvSpPr>
          <p:spPr>
            <a:xfrm>
              <a:off x="7869935" y="373380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72" name="object 68">
              <a:extLst>
                <a:ext uri="{FF2B5EF4-FFF2-40B4-BE49-F238E27FC236}">
                  <a16:creationId xmlns:a16="http://schemas.microsoft.com/office/drawing/2014/main" id="{E644479C-2770-4B9F-9EF6-19E6D9668256}"/>
                </a:ext>
              </a:extLst>
            </p:cNvPr>
            <p:cNvSpPr/>
            <p:nvPr/>
          </p:nvSpPr>
          <p:spPr>
            <a:xfrm>
              <a:off x="7869935" y="37338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3" name="object 69">
              <a:extLst>
                <a:ext uri="{FF2B5EF4-FFF2-40B4-BE49-F238E27FC236}">
                  <a16:creationId xmlns:a16="http://schemas.microsoft.com/office/drawing/2014/main" id="{C95D3E4A-A482-44F1-9ECF-1B1164897D3D}"/>
                </a:ext>
              </a:extLst>
            </p:cNvPr>
            <p:cNvSpPr/>
            <p:nvPr/>
          </p:nvSpPr>
          <p:spPr>
            <a:xfrm>
              <a:off x="7962899"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74" name="object 70">
              <a:extLst>
                <a:ext uri="{FF2B5EF4-FFF2-40B4-BE49-F238E27FC236}">
                  <a16:creationId xmlns:a16="http://schemas.microsoft.com/office/drawing/2014/main" id="{A1E82057-7BC0-4393-A547-5FF870A9E090}"/>
                </a:ext>
              </a:extLst>
            </p:cNvPr>
            <p:cNvSpPr/>
            <p:nvPr/>
          </p:nvSpPr>
          <p:spPr>
            <a:xfrm>
              <a:off x="7962899"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5" name="object 71">
              <a:extLst>
                <a:ext uri="{FF2B5EF4-FFF2-40B4-BE49-F238E27FC236}">
                  <a16:creationId xmlns:a16="http://schemas.microsoft.com/office/drawing/2014/main" id="{7600D9A6-CBA5-4A04-A17B-B5C62256661A}"/>
                </a:ext>
              </a:extLst>
            </p:cNvPr>
            <p:cNvSpPr/>
            <p:nvPr/>
          </p:nvSpPr>
          <p:spPr>
            <a:xfrm>
              <a:off x="8054339"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76" name="object 72">
              <a:extLst>
                <a:ext uri="{FF2B5EF4-FFF2-40B4-BE49-F238E27FC236}">
                  <a16:creationId xmlns:a16="http://schemas.microsoft.com/office/drawing/2014/main" id="{4D1327E6-43EB-4589-92FF-C1B3B5CD9243}"/>
                </a:ext>
              </a:extLst>
            </p:cNvPr>
            <p:cNvSpPr/>
            <p:nvPr/>
          </p:nvSpPr>
          <p:spPr>
            <a:xfrm>
              <a:off x="8054339"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77" name="object 73">
              <a:extLst>
                <a:ext uri="{FF2B5EF4-FFF2-40B4-BE49-F238E27FC236}">
                  <a16:creationId xmlns:a16="http://schemas.microsoft.com/office/drawing/2014/main" id="{E07145BA-6155-48A2-A50A-B06F42463225}"/>
                </a:ext>
              </a:extLst>
            </p:cNvPr>
            <p:cNvSpPr/>
            <p:nvPr/>
          </p:nvSpPr>
          <p:spPr>
            <a:xfrm>
              <a:off x="8145779" y="347776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78" name="object 74">
              <a:extLst>
                <a:ext uri="{FF2B5EF4-FFF2-40B4-BE49-F238E27FC236}">
                  <a16:creationId xmlns:a16="http://schemas.microsoft.com/office/drawing/2014/main" id="{319AB683-7AB6-402F-A9BC-9FBECE692019}"/>
                </a:ext>
              </a:extLst>
            </p:cNvPr>
            <p:cNvSpPr/>
            <p:nvPr/>
          </p:nvSpPr>
          <p:spPr>
            <a:xfrm>
              <a:off x="8145779" y="347776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79" name="object 75">
              <a:extLst>
                <a:ext uri="{FF2B5EF4-FFF2-40B4-BE49-F238E27FC236}">
                  <a16:creationId xmlns:a16="http://schemas.microsoft.com/office/drawing/2014/main" id="{1D62B8F1-44D8-4DAB-B1D7-B6AD99E00E0B}"/>
                </a:ext>
              </a:extLst>
            </p:cNvPr>
            <p:cNvSpPr/>
            <p:nvPr/>
          </p:nvSpPr>
          <p:spPr>
            <a:xfrm>
              <a:off x="8145779" y="3563113"/>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80" name="object 76">
              <a:extLst>
                <a:ext uri="{FF2B5EF4-FFF2-40B4-BE49-F238E27FC236}">
                  <a16:creationId xmlns:a16="http://schemas.microsoft.com/office/drawing/2014/main" id="{3741C933-51B4-47EB-8024-B10ECE87C041}"/>
                </a:ext>
              </a:extLst>
            </p:cNvPr>
            <p:cNvSpPr/>
            <p:nvPr/>
          </p:nvSpPr>
          <p:spPr>
            <a:xfrm>
              <a:off x="8145779" y="3563113"/>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1" name="object 77">
              <a:extLst>
                <a:ext uri="{FF2B5EF4-FFF2-40B4-BE49-F238E27FC236}">
                  <a16:creationId xmlns:a16="http://schemas.microsoft.com/office/drawing/2014/main" id="{7ABBAE82-5FB9-4F99-9B33-FC71CCDC94FF}"/>
                </a:ext>
              </a:extLst>
            </p:cNvPr>
            <p:cNvSpPr/>
            <p:nvPr/>
          </p:nvSpPr>
          <p:spPr>
            <a:xfrm>
              <a:off x="8145779" y="364845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82" name="object 78">
              <a:extLst>
                <a:ext uri="{FF2B5EF4-FFF2-40B4-BE49-F238E27FC236}">
                  <a16:creationId xmlns:a16="http://schemas.microsoft.com/office/drawing/2014/main" id="{2507D3C7-67A0-459E-B400-2E02E1C1D5C1}"/>
                </a:ext>
              </a:extLst>
            </p:cNvPr>
            <p:cNvSpPr/>
            <p:nvPr/>
          </p:nvSpPr>
          <p:spPr>
            <a:xfrm>
              <a:off x="8145779" y="36484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3" name="object 79">
              <a:extLst>
                <a:ext uri="{FF2B5EF4-FFF2-40B4-BE49-F238E27FC236}">
                  <a16:creationId xmlns:a16="http://schemas.microsoft.com/office/drawing/2014/main" id="{24F2AE5D-11AB-4628-9CD1-54354CC2BFC1}"/>
                </a:ext>
              </a:extLst>
            </p:cNvPr>
            <p:cNvSpPr/>
            <p:nvPr/>
          </p:nvSpPr>
          <p:spPr>
            <a:xfrm>
              <a:off x="8145779" y="3733801"/>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84" name="object 80">
              <a:extLst>
                <a:ext uri="{FF2B5EF4-FFF2-40B4-BE49-F238E27FC236}">
                  <a16:creationId xmlns:a16="http://schemas.microsoft.com/office/drawing/2014/main" id="{ADD67B40-8781-4874-8E4D-112B1E1A9ED6}"/>
                </a:ext>
              </a:extLst>
            </p:cNvPr>
            <p:cNvSpPr/>
            <p:nvPr/>
          </p:nvSpPr>
          <p:spPr>
            <a:xfrm>
              <a:off x="8145779" y="3733801"/>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5" name="object 81">
              <a:extLst>
                <a:ext uri="{FF2B5EF4-FFF2-40B4-BE49-F238E27FC236}">
                  <a16:creationId xmlns:a16="http://schemas.microsoft.com/office/drawing/2014/main" id="{77E7A264-A876-4832-87A2-35F3459B57DE}"/>
                </a:ext>
              </a:extLst>
            </p:cNvPr>
            <p:cNvSpPr/>
            <p:nvPr/>
          </p:nvSpPr>
          <p:spPr>
            <a:xfrm>
              <a:off x="8328659"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86" name="object 82">
              <a:extLst>
                <a:ext uri="{FF2B5EF4-FFF2-40B4-BE49-F238E27FC236}">
                  <a16:creationId xmlns:a16="http://schemas.microsoft.com/office/drawing/2014/main" id="{FF645FFB-733C-42F0-B6D2-9B6D9AB9FD7D}"/>
                </a:ext>
              </a:extLst>
            </p:cNvPr>
            <p:cNvSpPr/>
            <p:nvPr/>
          </p:nvSpPr>
          <p:spPr>
            <a:xfrm>
              <a:off x="8328659"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87" name="object 83">
              <a:extLst>
                <a:ext uri="{FF2B5EF4-FFF2-40B4-BE49-F238E27FC236}">
                  <a16:creationId xmlns:a16="http://schemas.microsoft.com/office/drawing/2014/main" id="{874810A9-6851-4886-B867-28B7D264D250}"/>
                </a:ext>
              </a:extLst>
            </p:cNvPr>
            <p:cNvSpPr/>
            <p:nvPr/>
          </p:nvSpPr>
          <p:spPr>
            <a:xfrm>
              <a:off x="8328659"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88" name="object 84">
              <a:extLst>
                <a:ext uri="{FF2B5EF4-FFF2-40B4-BE49-F238E27FC236}">
                  <a16:creationId xmlns:a16="http://schemas.microsoft.com/office/drawing/2014/main" id="{265188F9-8BCC-4449-B29E-69D1F81D579F}"/>
                </a:ext>
              </a:extLst>
            </p:cNvPr>
            <p:cNvSpPr/>
            <p:nvPr/>
          </p:nvSpPr>
          <p:spPr>
            <a:xfrm>
              <a:off x="8328659"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89" name="object 85">
              <a:extLst>
                <a:ext uri="{FF2B5EF4-FFF2-40B4-BE49-F238E27FC236}">
                  <a16:creationId xmlns:a16="http://schemas.microsoft.com/office/drawing/2014/main" id="{6FC5DC77-93A7-4412-A756-F9BC61627F0B}"/>
                </a:ext>
              </a:extLst>
            </p:cNvPr>
            <p:cNvSpPr/>
            <p:nvPr/>
          </p:nvSpPr>
          <p:spPr>
            <a:xfrm>
              <a:off x="8328659"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0" name="object 86">
              <a:extLst>
                <a:ext uri="{FF2B5EF4-FFF2-40B4-BE49-F238E27FC236}">
                  <a16:creationId xmlns:a16="http://schemas.microsoft.com/office/drawing/2014/main" id="{E183607B-933F-489F-B7A3-A0F589A57B6C}"/>
                </a:ext>
              </a:extLst>
            </p:cNvPr>
            <p:cNvSpPr/>
            <p:nvPr/>
          </p:nvSpPr>
          <p:spPr>
            <a:xfrm>
              <a:off x="8328659"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1" name="object 87">
              <a:extLst>
                <a:ext uri="{FF2B5EF4-FFF2-40B4-BE49-F238E27FC236}">
                  <a16:creationId xmlns:a16="http://schemas.microsoft.com/office/drawing/2014/main" id="{57E71461-4E51-4B3A-880B-BF9FFEE650CB}"/>
                </a:ext>
              </a:extLst>
            </p:cNvPr>
            <p:cNvSpPr/>
            <p:nvPr/>
          </p:nvSpPr>
          <p:spPr>
            <a:xfrm>
              <a:off x="8328659"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2" name="object 88">
              <a:extLst>
                <a:ext uri="{FF2B5EF4-FFF2-40B4-BE49-F238E27FC236}">
                  <a16:creationId xmlns:a16="http://schemas.microsoft.com/office/drawing/2014/main" id="{591DF210-70D2-44BF-86BB-87F3DBD2AF5C}"/>
                </a:ext>
              </a:extLst>
            </p:cNvPr>
            <p:cNvSpPr/>
            <p:nvPr/>
          </p:nvSpPr>
          <p:spPr>
            <a:xfrm>
              <a:off x="8328659"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3" name="object 89">
              <a:extLst>
                <a:ext uri="{FF2B5EF4-FFF2-40B4-BE49-F238E27FC236}">
                  <a16:creationId xmlns:a16="http://schemas.microsoft.com/office/drawing/2014/main" id="{2B57C19B-A1C0-4695-A891-2C67AE934AB5}"/>
                </a:ext>
              </a:extLst>
            </p:cNvPr>
            <p:cNvSpPr/>
            <p:nvPr/>
          </p:nvSpPr>
          <p:spPr>
            <a:xfrm>
              <a:off x="8510015"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94" name="object 90">
              <a:extLst>
                <a:ext uri="{FF2B5EF4-FFF2-40B4-BE49-F238E27FC236}">
                  <a16:creationId xmlns:a16="http://schemas.microsoft.com/office/drawing/2014/main" id="{3D99794C-7D91-45CF-91B9-CA6567877168}"/>
                </a:ext>
              </a:extLst>
            </p:cNvPr>
            <p:cNvSpPr/>
            <p:nvPr/>
          </p:nvSpPr>
          <p:spPr>
            <a:xfrm>
              <a:off x="8510015"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95" name="object 91">
              <a:extLst>
                <a:ext uri="{FF2B5EF4-FFF2-40B4-BE49-F238E27FC236}">
                  <a16:creationId xmlns:a16="http://schemas.microsoft.com/office/drawing/2014/main" id="{32655899-241E-480C-904B-B371CCC041BF}"/>
                </a:ext>
              </a:extLst>
            </p:cNvPr>
            <p:cNvSpPr/>
            <p:nvPr/>
          </p:nvSpPr>
          <p:spPr>
            <a:xfrm>
              <a:off x="8510015"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6" name="object 92">
              <a:extLst>
                <a:ext uri="{FF2B5EF4-FFF2-40B4-BE49-F238E27FC236}">
                  <a16:creationId xmlns:a16="http://schemas.microsoft.com/office/drawing/2014/main" id="{5EF20AC6-EA18-43B0-B753-FA74D1157911}"/>
                </a:ext>
              </a:extLst>
            </p:cNvPr>
            <p:cNvSpPr/>
            <p:nvPr/>
          </p:nvSpPr>
          <p:spPr>
            <a:xfrm>
              <a:off x="8510015"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7" name="object 93">
              <a:extLst>
                <a:ext uri="{FF2B5EF4-FFF2-40B4-BE49-F238E27FC236}">
                  <a16:creationId xmlns:a16="http://schemas.microsoft.com/office/drawing/2014/main" id="{098ED1A8-8EE0-40BE-9C43-71C27F0B872A}"/>
                </a:ext>
              </a:extLst>
            </p:cNvPr>
            <p:cNvSpPr/>
            <p:nvPr/>
          </p:nvSpPr>
          <p:spPr>
            <a:xfrm>
              <a:off x="8510015"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98" name="object 94">
              <a:extLst>
                <a:ext uri="{FF2B5EF4-FFF2-40B4-BE49-F238E27FC236}">
                  <a16:creationId xmlns:a16="http://schemas.microsoft.com/office/drawing/2014/main" id="{3FFEA1F5-30B5-4086-BCAA-DA6BB145A5E7}"/>
                </a:ext>
              </a:extLst>
            </p:cNvPr>
            <p:cNvSpPr/>
            <p:nvPr/>
          </p:nvSpPr>
          <p:spPr>
            <a:xfrm>
              <a:off x="8510015"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99" name="object 95">
              <a:extLst>
                <a:ext uri="{FF2B5EF4-FFF2-40B4-BE49-F238E27FC236}">
                  <a16:creationId xmlns:a16="http://schemas.microsoft.com/office/drawing/2014/main" id="{A5E6382F-A22D-4E38-98D2-80D50CB3171D}"/>
                </a:ext>
              </a:extLst>
            </p:cNvPr>
            <p:cNvSpPr/>
            <p:nvPr/>
          </p:nvSpPr>
          <p:spPr>
            <a:xfrm>
              <a:off x="8510015"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0" name="object 96">
              <a:extLst>
                <a:ext uri="{FF2B5EF4-FFF2-40B4-BE49-F238E27FC236}">
                  <a16:creationId xmlns:a16="http://schemas.microsoft.com/office/drawing/2014/main" id="{7F59E661-0052-4A37-B150-25F11C10AA81}"/>
                </a:ext>
              </a:extLst>
            </p:cNvPr>
            <p:cNvSpPr/>
            <p:nvPr/>
          </p:nvSpPr>
          <p:spPr>
            <a:xfrm>
              <a:off x="8510015"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1" name="object 97">
              <a:extLst>
                <a:ext uri="{FF2B5EF4-FFF2-40B4-BE49-F238E27FC236}">
                  <a16:creationId xmlns:a16="http://schemas.microsoft.com/office/drawing/2014/main" id="{1F285CBB-D6D0-4EAB-87C7-FA117FF58AF6}"/>
                </a:ext>
              </a:extLst>
            </p:cNvPr>
            <p:cNvSpPr/>
            <p:nvPr/>
          </p:nvSpPr>
          <p:spPr>
            <a:xfrm>
              <a:off x="8420099" y="347776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02" name="object 98">
              <a:extLst>
                <a:ext uri="{FF2B5EF4-FFF2-40B4-BE49-F238E27FC236}">
                  <a16:creationId xmlns:a16="http://schemas.microsoft.com/office/drawing/2014/main" id="{6B710F16-0D7D-4D73-949A-493B49F9128C}"/>
                </a:ext>
              </a:extLst>
            </p:cNvPr>
            <p:cNvSpPr/>
            <p:nvPr/>
          </p:nvSpPr>
          <p:spPr>
            <a:xfrm>
              <a:off x="8420099" y="347776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03" name="object 99">
              <a:extLst>
                <a:ext uri="{FF2B5EF4-FFF2-40B4-BE49-F238E27FC236}">
                  <a16:creationId xmlns:a16="http://schemas.microsoft.com/office/drawing/2014/main" id="{35603B67-3E71-4208-8518-9C867DA6E679}"/>
                </a:ext>
              </a:extLst>
            </p:cNvPr>
            <p:cNvSpPr/>
            <p:nvPr/>
          </p:nvSpPr>
          <p:spPr>
            <a:xfrm>
              <a:off x="8420099" y="3563113"/>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4" name="object 100">
              <a:extLst>
                <a:ext uri="{FF2B5EF4-FFF2-40B4-BE49-F238E27FC236}">
                  <a16:creationId xmlns:a16="http://schemas.microsoft.com/office/drawing/2014/main" id="{BBC19E9E-B6DC-4E59-8EB7-35E5B77703FB}"/>
                </a:ext>
              </a:extLst>
            </p:cNvPr>
            <p:cNvSpPr/>
            <p:nvPr/>
          </p:nvSpPr>
          <p:spPr>
            <a:xfrm>
              <a:off x="8420099" y="3563113"/>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5" name="object 101">
              <a:extLst>
                <a:ext uri="{FF2B5EF4-FFF2-40B4-BE49-F238E27FC236}">
                  <a16:creationId xmlns:a16="http://schemas.microsoft.com/office/drawing/2014/main" id="{42D17C53-BD39-4B0C-9F2F-38742C0E6BA3}"/>
                </a:ext>
              </a:extLst>
            </p:cNvPr>
            <p:cNvSpPr/>
            <p:nvPr/>
          </p:nvSpPr>
          <p:spPr>
            <a:xfrm>
              <a:off x="8420099" y="36484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6" name="object 102">
              <a:extLst>
                <a:ext uri="{FF2B5EF4-FFF2-40B4-BE49-F238E27FC236}">
                  <a16:creationId xmlns:a16="http://schemas.microsoft.com/office/drawing/2014/main" id="{E15A6552-194F-48EA-96D1-6DD281AED0F3}"/>
                </a:ext>
              </a:extLst>
            </p:cNvPr>
            <p:cNvSpPr/>
            <p:nvPr/>
          </p:nvSpPr>
          <p:spPr>
            <a:xfrm>
              <a:off x="8420099" y="36484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07" name="object 103">
              <a:extLst>
                <a:ext uri="{FF2B5EF4-FFF2-40B4-BE49-F238E27FC236}">
                  <a16:creationId xmlns:a16="http://schemas.microsoft.com/office/drawing/2014/main" id="{F024585B-422B-4AE7-944D-460A3C144B6C}"/>
                </a:ext>
              </a:extLst>
            </p:cNvPr>
            <p:cNvSpPr/>
            <p:nvPr/>
          </p:nvSpPr>
          <p:spPr>
            <a:xfrm>
              <a:off x="8420099" y="3733801"/>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08" name="object 104">
              <a:extLst>
                <a:ext uri="{FF2B5EF4-FFF2-40B4-BE49-F238E27FC236}">
                  <a16:creationId xmlns:a16="http://schemas.microsoft.com/office/drawing/2014/main" id="{E676A06E-728B-4C52-B6C8-963DDDEF0A92}"/>
                </a:ext>
              </a:extLst>
            </p:cNvPr>
            <p:cNvSpPr/>
            <p:nvPr/>
          </p:nvSpPr>
          <p:spPr>
            <a:xfrm>
              <a:off x="8420099" y="3733801"/>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grpSp>
      <p:grpSp>
        <p:nvGrpSpPr>
          <p:cNvPr id="109" name="object 105">
            <a:extLst>
              <a:ext uri="{FF2B5EF4-FFF2-40B4-BE49-F238E27FC236}">
                <a16:creationId xmlns:a16="http://schemas.microsoft.com/office/drawing/2014/main" id="{8F9CBFD8-E549-41C7-8744-586D166F55C9}"/>
              </a:ext>
            </a:extLst>
          </p:cNvPr>
          <p:cNvGrpSpPr/>
          <p:nvPr/>
        </p:nvGrpSpPr>
        <p:grpSpPr>
          <a:xfrm>
            <a:off x="5295119" y="5050686"/>
            <a:ext cx="219428" cy="774700"/>
            <a:chOff x="8970009" y="3475990"/>
            <a:chExt cx="197485" cy="697230"/>
          </a:xfrm>
        </p:grpSpPr>
        <p:sp>
          <p:nvSpPr>
            <p:cNvPr id="110" name="object 106">
              <a:extLst>
                <a:ext uri="{FF2B5EF4-FFF2-40B4-BE49-F238E27FC236}">
                  <a16:creationId xmlns:a16="http://schemas.microsoft.com/office/drawing/2014/main" id="{4B790127-EB8F-4CAD-8301-1465DFBB2EAF}"/>
                </a:ext>
              </a:extLst>
            </p:cNvPr>
            <p:cNvSpPr/>
            <p:nvPr/>
          </p:nvSpPr>
          <p:spPr>
            <a:xfrm>
              <a:off x="8976359" y="3482340"/>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11" name="object 107">
              <a:extLst>
                <a:ext uri="{FF2B5EF4-FFF2-40B4-BE49-F238E27FC236}">
                  <a16:creationId xmlns:a16="http://schemas.microsoft.com/office/drawing/2014/main" id="{568FFEFD-0ACD-47C3-B893-7D0C7008054A}"/>
                </a:ext>
              </a:extLst>
            </p:cNvPr>
            <p:cNvSpPr/>
            <p:nvPr/>
          </p:nvSpPr>
          <p:spPr>
            <a:xfrm>
              <a:off x="8976359" y="348234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2" name="object 108">
              <a:extLst>
                <a:ext uri="{FF2B5EF4-FFF2-40B4-BE49-F238E27FC236}">
                  <a16:creationId xmlns:a16="http://schemas.microsoft.com/office/drawing/2014/main" id="{0FD0C9CD-5484-4428-B273-CE0373AE9B30}"/>
                </a:ext>
              </a:extLst>
            </p:cNvPr>
            <p:cNvSpPr/>
            <p:nvPr/>
          </p:nvSpPr>
          <p:spPr>
            <a:xfrm>
              <a:off x="8976359" y="356768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13" name="object 109">
              <a:extLst>
                <a:ext uri="{FF2B5EF4-FFF2-40B4-BE49-F238E27FC236}">
                  <a16:creationId xmlns:a16="http://schemas.microsoft.com/office/drawing/2014/main" id="{B11D159F-4A75-4119-BF1D-E3DAE4B9F1E6}"/>
                </a:ext>
              </a:extLst>
            </p:cNvPr>
            <p:cNvSpPr/>
            <p:nvPr/>
          </p:nvSpPr>
          <p:spPr>
            <a:xfrm>
              <a:off x="8976359" y="356768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4" name="object 110">
              <a:extLst>
                <a:ext uri="{FF2B5EF4-FFF2-40B4-BE49-F238E27FC236}">
                  <a16:creationId xmlns:a16="http://schemas.microsoft.com/office/drawing/2014/main" id="{0367A9A6-4D6D-4407-8A5E-D5F77929519C}"/>
                </a:ext>
              </a:extLst>
            </p:cNvPr>
            <p:cNvSpPr/>
            <p:nvPr/>
          </p:nvSpPr>
          <p:spPr>
            <a:xfrm>
              <a:off x="8976359" y="3653025"/>
              <a:ext cx="91440" cy="86995"/>
            </a:xfrm>
            <a:custGeom>
              <a:avLst/>
              <a:gdLst/>
              <a:ahLst/>
              <a:cxnLst/>
              <a:rect l="l" t="t" r="r" b="b"/>
              <a:pathLst>
                <a:path w="91440" h="86995">
                  <a:moveTo>
                    <a:pt x="91440" y="0"/>
                  </a:moveTo>
                  <a:lnTo>
                    <a:pt x="0" y="0"/>
                  </a:lnTo>
                  <a:lnTo>
                    <a:pt x="0" y="86870"/>
                  </a:lnTo>
                  <a:lnTo>
                    <a:pt x="91440" y="86870"/>
                  </a:lnTo>
                  <a:lnTo>
                    <a:pt x="91440" y="0"/>
                  </a:lnTo>
                  <a:close/>
                </a:path>
              </a:pathLst>
            </a:custGeom>
            <a:solidFill>
              <a:srgbClr val="E7FFBD"/>
            </a:solidFill>
          </p:spPr>
          <p:txBody>
            <a:bodyPr wrap="square" lIns="0" tIns="0" rIns="0" bIns="0" rtlCol="0"/>
            <a:lstStyle/>
            <a:p>
              <a:endParaRPr sz="2000"/>
            </a:p>
          </p:txBody>
        </p:sp>
        <p:sp>
          <p:nvSpPr>
            <p:cNvPr id="115" name="object 111">
              <a:extLst>
                <a:ext uri="{FF2B5EF4-FFF2-40B4-BE49-F238E27FC236}">
                  <a16:creationId xmlns:a16="http://schemas.microsoft.com/office/drawing/2014/main" id="{CFDC53CB-E454-4471-94A5-1F8C56A1094D}"/>
                </a:ext>
              </a:extLst>
            </p:cNvPr>
            <p:cNvSpPr/>
            <p:nvPr/>
          </p:nvSpPr>
          <p:spPr>
            <a:xfrm>
              <a:off x="8976359" y="3653025"/>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16" name="object 112">
              <a:extLst>
                <a:ext uri="{FF2B5EF4-FFF2-40B4-BE49-F238E27FC236}">
                  <a16:creationId xmlns:a16="http://schemas.microsoft.com/office/drawing/2014/main" id="{E72A58EC-F8B5-4CEE-A1AD-D195FE54AEBB}"/>
                </a:ext>
              </a:extLst>
            </p:cNvPr>
            <p:cNvSpPr/>
            <p:nvPr/>
          </p:nvSpPr>
          <p:spPr>
            <a:xfrm>
              <a:off x="8976359" y="3739896"/>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17" name="object 113">
              <a:extLst>
                <a:ext uri="{FF2B5EF4-FFF2-40B4-BE49-F238E27FC236}">
                  <a16:creationId xmlns:a16="http://schemas.microsoft.com/office/drawing/2014/main" id="{B3BB6902-7BBB-4D28-B896-E1B14E605295}"/>
                </a:ext>
              </a:extLst>
            </p:cNvPr>
            <p:cNvSpPr/>
            <p:nvPr/>
          </p:nvSpPr>
          <p:spPr>
            <a:xfrm>
              <a:off x="8976359" y="3739896"/>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18" name="object 114">
              <a:extLst>
                <a:ext uri="{FF2B5EF4-FFF2-40B4-BE49-F238E27FC236}">
                  <a16:creationId xmlns:a16="http://schemas.microsoft.com/office/drawing/2014/main" id="{661B07FE-9A47-4AB2-AAA7-8A50A200F27E}"/>
                </a:ext>
              </a:extLst>
            </p:cNvPr>
            <p:cNvSpPr/>
            <p:nvPr/>
          </p:nvSpPr>
          <p:spPr>
            <a:xfrm>
              <a:off x="8976359" y="3825240"/>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19" name="object 115">
              <a:extLst>
                <a:ext uri="{FF2B5EF4-FFF2-40B4-BE49-F238E27FC236}">
                  <a16:creationId xmlns:a16="http://schemas.microsoft.com/office/drawing/2014/main" id="{292ADD99-296D-4D67-A39D-44610ACD546E}"/>
                </a:ext>
              </a:extLst>
            </p:cNvPr>
            <p:cNvSpPr/>
            <p:nvPr/>
          </p:nvSpPr>
          <p:spPr>
            <a:xfrm>
              <a:off x="8976359" y="3825240"/>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0" name="object 116">
              <a:extLst>
                <a:ext uri="{FF2B5EF4-FFF2-40B4-BE49-F238E27FC236}">
                  <a16:creationId xmlns:a16="http://schemas.microsoft.com/office/drawing/2014/main" id="{138C5DF7-D608-4472-854C-BAC4DB7E4309}"/>
                </a:ext>
              </a:extLst>
            </p:cNvPr>
            <p:cNvSpPr/>
            <p:nvPr/>
          </p:nvSpPr>
          <p:spPr>
            <a:xfrm>
              <a:off x="8976359" y="391058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21" name="object 117">
              <a:extLst>
                <a:ext uri="{FF2B5EF4-FFF2-40B4-BE49-F238E27FC236}">
                  <a16:creationId xmlns:a16="http://schemas.microsoft.com/office/drawing/2014/main" id="{A4D36D68-FCC5-4DA8-ADB2-0A9B40CD9944}"/>
                </a:ext>
              </a:extLst>
            </p:cNvPr>
            <p:cNvSpPr/>
            <p:nvPr/>
          </p:nvSpPr>
          <p:spPr>
            <a:xfrm>
              <a:off x="8976359" y="391058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2" name="object 118">
              <a:extLst>
                <a:ext uri="{FF2B5EF4-FFF2-40B4-BE49-F238E27FC236}">
                  <a16:creationId xmlns:a16="http://schemas.microsoft.com/office/drawing/2014/main" id="{BCB91CD5-5507-4C2D-9B30-8A5F73CF28E1}"/>
                </a:ext>
              </a:extLst>
            </p:cNvPr>
            <p:cNvSpPr/>
            <p:nvPr/>
          </p:nvSpPr>
          <p:spPr>
            <a:xfrm>
              <a:off x="8976359" y="3995923"/>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E7FFBD"/>
            </a:solidFill>
          </p:spPr>
          <p:txBody>
            <a:bodyPr wrap="square" lIns="0" tIns="0" rIns="0" bIns="0" rtlCol="0"/>
            <a:lstStyle/>
            <a:p>
              <a:endParaRPr sz="2000"/>
            </a:p>
          </p:txBody>
        </p:sp>
        <p:sp>
          <p:nvSpPr>
            <p:cNvPr id="123" name="object 119">
              <a:extLst>
                <a:ext uri="{FF2B5EF4-FFF2-40B4-BE49-F238E27FC236}">
                  <a16:creationId xmlns:a16="http://schemas.microsoft.com/office/drawing/2014/main" id="{4128F79A-A64B-4D94-8D42-D2014B0A36C4}"/>
                </a:ext>
              </a:extLst>
            </p:cNvPr>
            <p:cNvSpPr/>
            <p:nvPr/>
          </p:nvSpPr>
          <p:spPr>
            <a:xfrm>
              <a:off x="8976359" y="3995923"/>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24" name="object 120">
              <a:extLst>
                <a:ext uri="{FF2B5EF4-FFF2-40B4-BE49-F238E27FC236}">
                  <a16:creationId xmlns:a16="http://schemas.microsoft.com/office/drawing/2014/main" id="{CF4CEE2D-76C8-4F41-BCEA-070E5E463208}"/>
                </a:ext>
              </a:extLst>
            </p:cNvPr>
            <p:cNvSpPr/>
            <p:nvPr/>
          </p:nvSpPr>
          <p:spPr>
            <a:xfrm>
              <a:off x="8976359" y="408127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125" name="object 121">
              <a:extLst>
                <a:ext uri="{FF2B5EF4-FFF2-40B4-BE49-F238E27FC236}">
                  <a16:creationId xmlns:a16="http://schemas.microsoft.com/office/drawing/2014/main" id="{7D982088-29B4-40BF-97C0-551906822A17}"/>
                </a:ext>
              </a:extLst>
            </p:cNvPr>
            <p:cNvSpPr/>
            <p:nvPr/>
          </p:nvSpPr>
          <p:spPr>
            <a:xfrm>
              <a:off x="8976359" y="408127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6" name="object 122">
              <a:extLst>
                <a:ext uri="{FF2B5EF4-FFF2-40B4-BE49-F238E27FC236}">
                  <a16:creationId xmlns:a16="http://schemas.microsoft.com/office/drawing/2014/main" id="{F4C2613A-D968-4B45-9625-4837BBA552BA}"/>
                </a:ext>
              </a:extLst>
            </p:cNvPr>
            <p:cNvSpPr/>
            <p:nvPr/>
          </p:nvSpPr>
          <p:spPr>
            <a:xfrm>
              <a:off x="9067799" y="3482340"/>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27" name="object 123">
              <a:extLst>
                <a:ext uri="{FF2B5EF4-FFF2-40B4-BE49-F238E27FC236}">
                  <a16:creationId xmlns:a16="http://schemas.microsoft.com/office/drawing/2014/main" id="{82671636-9462-4DA3-B946-2C83F07274F8}"/>
                </a:ext>
              </a:extLst>
            </p:cNvPr>
            <p:cNvSpPr/>
            <p:nvPr/>
          </p:nvSpPr>
          <p:spPr>
            <a:xfrm>
              <a:off x="9067799" y="348234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28" name="object 124">
              <a:extLst>
                <a:ext uri="{FF2B5EF4-FFF2-40B4-BE49-F238E27FC236}">
                  <a16:creationId xmlns:a16="http://schemas.microsoft.com/office/drawing/2014/main" id="{38DEE8F4-A330-439E-8AC7-7E4A0063A443}"/>
                </a:ext>
              </a:extLst>
            </p:cNvPr>
            <p:cNvSpPr/>
            <p:nvPr/>
          </p:nvSpPr>
          <p:spPr>
            <a:xfrm>
              <a:off x="9067799" y="356768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29" name="object 125">
              <a:extLst>
                <a:ext uri="{FF2B5EF4-FFF2-40B4-BE49-F238E27FC236}">
                  <a16:creationId xmlns:a16="http://schemas.microsoft.com/office/drawing/2014/main" id="{7EA8AC06-1794-4B8A-BF05-C123CFC2E4B7}"/>
                </a:ext>
              </a:extLst>
            </p:cNvPr>
            <p:cNvSpPr/>
            <p:nvPr/>
          </p:nvSpPr>
          <p:spPr>
            <a:xfrm>
              <a:off x="9067799" y="356768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0" name="object 126">
              <a:extLst>
                <a:ext uri="{FF2B5EF4-FFF2-40B4-BE49-F238E27FC236}">
                  <a16:creationId xmlns:a16="http://schemas.microsoft.com/office/drawing/2014/main" id="{C22224E9-5468-44A1-911E-3B6CF03BE42B}"/>
                </a:ext>
              </a:extLst>
            </p:cNvPr>
            <p:cNvSpPr/>
            <p:nvPr/>
          </p:nvSpPr>
          <p:spPr>
            <a:xfrm>
              <a:off x="9067799" y="3653025"/>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B8FF3B"/>
            </a:solidFill>
          </p:spPr>
          <p:txBody>
            <a:bodyPr wrap="square" lIns="0" tIns="0" rIns="0" bIns="0" rtlCol="0"/>
            <a:lstStyle/>
            <a:p>
              <a:endParaRPr sz="2000"/>
            </a:p>
          </p:txBody>
        </p:sp>
        <p:sp>
          <p:nvSpPr>
            <p:cNvPr id="131" name="object 127">
              <a:extLst>
                <a:ext uri="{FF2B5EF4-FFF2-40B4-BE49-F238E27FC236}">
                  <a16:creationId xmlns:a16="http://schemas.microsoft.com/office/drawing/2014/main" id="{5F26D117-EBBF-454F-ABAE-6C364147F7C1}"/>
                </a:ext>
              </a:extLst>
            </p:cNvPr>
            <p:cNvSpPr/>
            <p:nvPr/>
          </p:nvSpPr>
          <p:spPr>
            <a:xfrm>
              <a:off x="9067799" y="3653025"/>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sp>
          <p:nvSpPr>
            <p:cNvPr id="132" name="object 128">
              <a:extLst>
                <a:ext uri="{FF2B5EF4-FFF2-40B4-BE49-F238E27FC236}">
                  <a16:creationId xmlns:a16="http://schemas.microsoft.com/office/drawing/2014/main" id="{0120F8BE-B4EA-480D-83D3-9B970DAF1F86}"/>
                </a:ext>
              </a:extLst>
            </p:cNvPr>
            <p:cNvSpPr/>
            <p:nvPr/>
          </p:nvSpPr>
          <p:spPr>
            <a:xfrm>
              <a:off x="9067799" y="3739896"/>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33" name="object 129">
              <a:extLst>
                <a:ext uri="{FF2B5EF4-FFF2-40B4-BE49-F238E27FC236}">
                  <a16:creationId xmlns:a16="http://schemas.microsoft.com/office/drawing/2014/main" id="{143480E9-2090-4D6C-9D84-DC555D5A9E96}"/>
                </a:ext>
              </a:extLst>
            </p:cNvPr>
            <p:cNvSpPr/>
            <p:nvPr/>
          </p:nvSpPr>
          <p:spPr>
            <a:xfrm>
              <a:off x="9067799" y="3739896"/>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4" name="object 130">
              <a:extLst>
                <a:ext uri="{FF2B5EF4-FFF2-40B4-BE49-F238E27FC236}">
                  <a16:creationId xmlns:a16="http://schemas.microsoft.com/office/drawing/2014/main" id="{5474B9E2-91CD-4D2F-BED3-44744EB439D8}"/>
                </a:ext>
              </a:extLst>
            </p:cNvPr>
            <p:cNvSpPr/>
            <p:nvPr/>
          </p:nvSpPr>
          <p:spPr>
            <a:xfrm>
              <a:off x="9067799" y="3825240"/>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35" name="object 131">
              <a:extLst>
                <a:ext uri="{FF2B5EF4-FFF2-40B4-BE49-F238E27FC236}">
                  <a16:creationId xmlns:a16="http://schemas.microsoft.com/office/drawing/2014/main" id="{2078AB28-2CBC-45B2-A129-FD6931E0608D}"/>
                </a:ext>
              </a:extLst>
            </p:cNvPr>
            <p:cNvSpPr/>
            <p:nvPr/>
          </p:nvSpPr>
          <p:spPr>
            <a:xfrm>
              <a:off x="9067799" y="3825240"/>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6" name="object 132">
              <a:extLst>
                <a:ext uri="{FF2B5EF4-FFF2-40B4-BE49-F238E27FC236}">
                  <a16:creationId xmlns:a16="http://schemas.microsoft.com/office/drawing/2014/main" id="{32886275-07E5-4ABE-872A-2CC9CCDD6624}"/>
                </a:ext>
              </a:extLst>
            </p:cNvPr>
            <p:cNvSpPr/>
            <p:nvPr/>
          </p:nvSpPr>
          <p:spPr>
            <a:xfrm>
              <a:off x="9067799" y="391058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37" name="object 133">
              <a:extLst>
                <a:ext uri="{FF2B5EF4-FFF2-40B4-BE49-F238E27FC236}">
                  <a16:creationId xmlns:a16="http://schemas.microsoft.com/office/drawing/2014/main" id="{6DEB69F9-77B0-4849-841D-7C36CC541364}"/>
                </a:ext>
              </a:extLst>
            </p:cNvPr>
            <p:cNvSpPr/>
            <p:nvPr/>
          </p:nvSpPr>
          <p:spPr>
            <a:xfrm>
              <a:off x="9067799" y="391058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38" name="object 134">
              <a:extLst>
                <a:ext uri="{FF2B5EF4-FFF2-40B4-BE49-F238E27FC236}">
                  <a16:creationId xmlns:a16="http://schemas.microsoft.com/office/drawing/2014/main" id="{2CCFCBBA-15D4-42C7-9722-568A534E0585}"/>
                </a:ext>
              </a:extLst>
            </p:cNvPr>
            <p:cNvSpPr/>
            <p:nvPr/>
          </p:nvSpPr>
          <p:spPr>
            <a:xfrm>
              <a:off x="9067799" y="3995923"/>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B8FF3B"/>
            </a:solidFill>
          </p:spPr>
          <p:txBody>
            <a:bodyPr wrap="square" lIns="0" tIns="0" rIns="0" bIns="0" rtlCol="0"/>
            <a:lstStyle/>
            <a:p>
              <a:endParaRPr sz="2000"/>
            </a:p>
          </p:txBody>
        </p:sp>
        <p:sp>
          <p:nvSpPr>
            <p:cNvPr id="139" name="object 135">
              <a:extLst>
                <a:ext uri="{FF2B5EF4-FFF2-40B4-BE49-F238E27FC236}">
                  <a16:creationId xmlns:a16="http://schemas.microsoft.com/office/drawing/2014/main" id="{ABEB19FD-7C08-485B-AC32-3B08A7668E66}"/>
                </a:ext>
              </a:extLst>
            </p:cNvPr>
            <p:cNvSpPr/>
            <p:nvPr/>
          </p:nvSpPr>
          <p:spPr>
            <a:xfrm>
              <a:off x="9067799" y="3995923"/>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40" name="object 136">
              <a:extLst>
                <a:ext uri="{FF2B5EF4-FFF2-40B4-BE49-F238E27FC236}">
                  <a16:creationId xmlns:a16="http://schemas.microsoft.com/office/drawing/2014/main" id="{C070C721-F6B8-42F0-9FC0-500008376B46}"/>
                </a:ext>
              </a:extLst>
            </p:cNvPr>
            <p:cNvSpPr/>
            <p:nvPr/>
          </p:nvSpPr>
          <p:spPr>
            <a:xfrm>
              <a:off x="9067799" y="408127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141" name="object 137">
              <a:extLst>
                <a:ext uri="{FF2B5EF4-FFF2-40B4-BE49-F238E27FC236}">
                  <a16:creationId xmlns:a16="http://schemas.microsoft.com/office/drawing/2014/main" id="{BF0B9418-0B4F-4904-BC76-D4E34D21198F}"/>
                </a:ext>
              </a:extLst>
            </p:cNvPr>
            <p:cNvSpPr/>
            <p:nvPr/>
          </p:nvSpPr>
          <p:spPr>
            <a:xfrm>
              <a:off x="9067799" y="408127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grpSp>
      <p:sp>
        <p:nvSpPr>
          <p:cNvPr id="142" name="object 138">
            <a:extLst>
              <a:ext uri="{FF2B5EF4-FFF2-40B4-BE49-F238E27FC236}">
                <a16:creationId xmlns:a16="http://schemas.microsoft.com/office/drawing/2014/main" id="{15FBE66D-46B8-41CB-B5A2-819A469EA767}"/>
              </a:ext>
            </a:extLst>
          </p:cNvPr>
          <p:cNvSpPr txBox="1"/>
          <p:nvPr/>
        </p:nvSpPr>
        <p:spPr>
          <a:xfrm>
            <a:off x="5004995" y="5144242"/>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grpSp>
        <p:nvGrpSpPr>
          <p:cNvPr id="143" name="object 139">
            <a:extLst>
              <a:ext uri="{FF2B5EF4-FFF2-40B4-BE49-F238E27FC236}">
                <a16:creationId xmlns:a16="http://schemas.microsoft.com/office/drawing/2014/main" id="{81ECAA40-B18C-492E-8C1D-ABB472B98622}"/>
              </a:ext>
            </a:extLst>
          </p:cNvPr>
          <p:cNvGrpSpPr/>
          <p:nvPr/>
        </p:nvGrpSpPr>
        <p:grpSpPr>
          <a:xfrm>
            <a:off x="3625776" y="5221994"/>
            <a:ext cx="1437217" cy="598311"/>
            <a:chOff x="7467600" y="3630167"/>
            <a:chExt cx="1293495" cy="538480"/>
          </a:xfrm>
        </p:grpSpPr>
        <p:sp>
          <p:nvSpPr>
            <p:cNvPr id="144" name="object 140">
              <a:extLst>
                <a:ext uri="{FF2B5EF4-FFF2-40B4-BE49-F238E27FC236}">
                  <a16:creationId xmlns:a16="http://schemas.microsoft.com/office/drawing/2014/main" id="{01380747-39B6-4B6D-B983-D392F21FB226}"/>
                </a:ext>
              </a:extLst>
            </p:cNvPr>
            <p:cNvSpPr/>
            <p:nvPr/>
          </p:nvSpPr>
          <p:spPr>
            <a:xfrm>
              <a:off x="8235695" y="381914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45" name="object 141">
              <a:extLst>
                <a:ext uri="{FF2B5EF4-FFF2-40B4-BE49-F238E27FC236}">
                  <a16:creationId xmlns:a16="http://schemas.microsoft.com/office/drawing/2014/main" id="{3404D426-46CD-4D9A-8462-E14D184CB43A}"/>
                </a:ext>
              </a:extLst>
            </p:cNvPr>
            <p:cNvSpPr/>
            <p:nvPr/>
          </p:nvSpPr>
          <p:spPr>
            <a:xfrm>
              <a:off x="8235695" y="381914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46" name="object 142">
              <a:extLst>
                <a:ext uri="{FF2B5EF4-FFF2-40B4-BE49-F238E27FC236}">
                  <a16:creationId xmlns:a16="http://schemas.microsoft.com/office/drawing/2014/main" id="{A803468A-A7BC-40EC-9570-15A5806846FD}"/>
                </a:ext>
              </a:extLst>
            </p:cNvPr>
            <p:cNvSpPr/>
            <p:nvPr/>
          </p:nvSpPr>
          <p:spPr>
            <a:xfrm>
              <a:off x="8235695" y="390448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147" name="object 143">
              <a:extLst>
                <a:ext uri="{FF2B5EF4-FFF2-40B4-BE49-F238E27FC236}">
                  <a16:creationId xmlns:a16="http://schemas.microsoft.com/office/drawing/2014/main" id="{48920A60-EABB-4E8D-83C4-16E772E98E3D}"/>
                </a:ext>
              </a:extLst>
            </p:cNvPr>
            <p:cNvSpPr/>
            <p:nvPr/>
          </p:nvSpPr>
          <p:spPr>
            <a:xfrm>
              <a:off x="8235695" y="39044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48" name="object 144">
              <a:extLst>
                <a:ext uri="{FF2B5EF4-FFF2-40B4-BE49-F238E27FC236}">
                  <a16:creationId xmlns:a16="http://schemas.microsoft.com/office/drawing/2014/main" id="{5C4C9806-79B1-4F32-9F9D-32E3A1CD34A8}"/>
                </a:ext>
              </a:extLst>
            </p:cNvPr>
            <p:cNvSpPr/>
            <p:nvPr/>
          </p:nvSpPr>
          <p:spPr>
            <a:xfrm>
              <a:off x="8235695" y="398983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49" name="object 145">
              <a:extLst>
                <a:ext uri="{FF2B5EF4-FFF2-40B4-BE49-F238E27FC236}">
                  <a16:creationId xmlns:a16="http://schemas.microsoft.com/office/drawing/2014/main" id="{2FEFAD2C-5D2E-46D4-809E-AA65E0BB54F0}"/>
                </a:ext>
              </a:extLst>
            </p:cNvPr>
            <p:cNvSpPr/>
            <p:nvPr/>
          </p:nvSpPr>
          <p:spPr>
            <a:xfrm>
              <a:off x="8235695" y="398983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0" name="object 146">
              <a:extLst>
                <a:ext uri="{FF2B5EF4-FFF2-40B4-BE49-F238E27FC236}">
                  <a16:creationId xmlns:a16="http://schemas.microsoft.com/office/drawing/2014/main" id="{0435AE08-B4DE-4A46-BB61-DEF24175FF22}"/>
                </a:ext>
              </a:extLst>
            </p:cNvPr>
            <p:cNvSpPr/>
            <p:nvPr/>
          </p:nvSpPr>
          <p:spPr>
            <a:xfrm>
              <a:off x="8235695" y="4075177"/>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151" name="object 147">
              <a:extLst>
                <a:ext uri="{FF2B5EF4-FFF2-40B4-BE49-F238E27FC236}">
                  <a16:creationId xmlns:a16="http://schemas.microsoft.com/office/drawing/2014/main" id="{EF4E82D9-C2F9-4198-9D85-ED8EAFFBDD09}"/>
                </a:ext>
              </a:extLst>
            </p:cNvPr>
            <p:cNvSpPr/>
            <p:nvPr/>
          </p:nvSpPr>
          <p:spPr>
            <a:xfrm>
              <a:off x="8235695" y="4075177"/>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52" name="object 148">
              <a:extLst>
                <a:ext uri="{FF2B5EF4-FFF2-40B4-BE49-F238E27FC236}">
                  <a16:creationId xmlns:a16="http://schemas.microsoft.com/office/drawing/2014/main" id="{08690A1E-9EA9-4E96-AAC1-5DD62050B18A}"/>
                </a:ext>
              </a:extLst>
            </p:cNvPr>
            <p:cNvSpPr/>
            <p:nvPr/>
          </p:nvSpPr>
          <p:spPr>
            <a:xfrm>
              <a:off x="7869936" y="381914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53" name="object 149">
              <a:extLst>
                <a:ext uri="{FF2B5EF4-FFF2-40B4-BE49-F238E27FC236}">
                  <a16:creationId xmlns:a16="http://schemas.microsoft.com/office/drawing/2014/main" id="{3EADFFD4-F230-4ED5-934F-7E909ED0B4DE}"/>
                </a:ext>
              </a:extLst>
            </p:cNvPr>
            <p:cNvSpPr/>
            <p:nvPr/>
          </p:nvSpPr>
          <p:spPr>
            <a:xfrm>
              <a:off x="7869936" y="381914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4" name="object 150">
              <a:extLst>
                <a:ext uri="{FF2B5EF4-FFF2-40B4-BE49-F238E27FC236}">
                  <a16:creationId xmlns:a16="http://schemas.microsoft.com/office/drawing/2014/main" id="{6FBEAEFD-1C83-4D45-B924-5447344810D7}"/>
                </a:ext>
              </a:extLst>
            </p:cNvPr>
            <p:cNvSpPr/>
            <p:nvPr/>
          </p:nvSpPr>
          <p:spPr>
            <a:xfrm>
              <a:off x="7962900"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55" name="object 151">
              <a:extLst>
                <a:ext uri="{FF2B5EF4-FFF2-40B4-BE49-F238E27FC236}">
                  <a16:creationId xmlns:a16="http://schemas.microsoft.com/office/drawing/2014/main" id="{A59C7206-2745-4EE1-AB3A-4549EBE9C54F}"/>
                </a:ext>
              </a:extLst>
            </p:cNvPr>
            <p:cNvSpPr/>
            <p:nvPr/>
          </p:nvSpPr>
          <p:spPr>
            <a:xfrm>
              <a:off x="7962900"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6" name="object 152">
              <a:extLst>
                <a:ext uri="{FF2B5EF4-FFF2-40B4-BE49-F238E27FC236}">
                  <a16:creationId xmlns:a16="http://schemas.microsoft.com/office/drawing/2014/main" id="{B6862F27-43D3-48FE-925B-C89A53833DFC}"/>
                </a:ext>
              </a:extLst>
            </p:cNvPr>
            <p:cNvSpPr/>
            <p:nvPr/>
          </p:nvSpPr>
          <p:spPr>
            <a:xfrm>
              <a:off x="8054340"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57" name="object 153">
              <a:extLst>
                <a:ext uri="{FF2B5EF4-FFF2-40B4-BE49-F238E27FC236}">
                  <a16:creationId xmlns:a16="http://schemas.microsoft.com/office/drawing/2014/main" id="{93E8D315-1A3B-4631-8A32-821F53A4D5F3}"/>
                </a:ext>
              </a:extLst>
            </p:cNvPr>
            <p:cNvSpPr/>
            <p:nvPr/>
          </p:nvSpPr>
          <p:spPr>
            <a:xfrm>
              <a:off x="8054340"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58" name="object 154">
              <a:extLst>
                <a:ext uri="{FF2B5EF4-FFF2-40B4-BE49-F238E27FC236}">
                  <a16:creationId xmlns:a16="http://schemas.microsoft.com/office/drawing/2014/main" id="{5955C0A4-5D1B-4D7A-8D86-DE17E7DE3C99}"/>
                </a:ext>
              </a:extLst>
            </p:cNvPr>
            <p:cNvSpPr/>
            <p:nvPr/>
          </p:nvSpPr>
          <p:spPr>
            <a:xfrm>
              <a:off x="7869936" y="390448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159" name="object 155">
              <a:extLst>
                <a:ext uri="{FF2B5EF4-FFF2-40B4-BE49-F238E27FC236}">
                  <a16:creationId xmlns:a16="http://schemas.microsoft.com/office/drawing/2014/main" id="{5B58FC00-AE8A-48B9-B7F4-A35C2B7E91F5}"/>
                </a:ext>
              </a:extLst>
            </p:cNvPr>
            <p:cNvSpPr/>
            <p:nvPr/>
          </p:nvSpPr>
          <p:spPr>
            <a:xfrm>
              <a:off x="7869936" y="39044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60" name="object 156">
              <a:extLst>
                <a:ext uri="{FF2B5EF4-FFF2-40B4-BE49-F238E27FC236}">
                  <a16:creationId xmlns:a16="http://schemas.microsoft.com/office/drawing/2014/main" id="{98AE7562-CD73-45C1-8816-9682C1634C4E}"/>
                </a:ext>
              </a:extLst>
            </p:cNvPr>
            <p:cNvSpPr/>
            <p:nvPr/>
          </p:nvSpPr>
          <p:spPr>
            <a:xfrm>
              <a:off x="7962900"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61" name="object 157">
              <a:extLst>
                <a:ext uri="{FF2B5EF4-FFF2-40B4-BE49-F238E27FC236}">
                  <a16:creationId xmlns:a16="http://schemas.microsoft.com/office/drawing/2014/main" id="{F20518B5-C70A-4A19-8214-B0DDDC48391F}"/>
                </a:ext>
              </a:extLst>
            </p:cNvPr>
            <p:cNvSpPr/>
            <p:nvPr/>
          </p:nvSpPr>
          <p:spPr>
            <a:xfrm>
              <a:off x="7962900"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62" name="object 158">
              <a:extLst>
                <a:ext uri="{FF2B5EF4-FFF2-40B4-BE49-F238E27FC236}">
                  <a16:creationId xmlns:a16="http://schemas.microsoft.com/office/drawing/2014/main" id="{7B641AE4-23B1-4995-B2A5-D70E869FFDB0}"/>
                </a:ext>
              </a:extLst>
            </p:cNvPr>
            <p:cNvSpPr/>
            <p:nvPr/>
          </p:nvSpPr>
          <p:spPr>
            <a:xfrm>
              <a:off x="8054340"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63" name="object 159">
              <a:extLst>
                <a:ext uri="{FF2B5EF4-FFF2-40B4-BE49-F238E27FC236}">
                  <a16:creationId xmlns:a16="http://schemas.microsoft.com/office/drawing/2014/main" id="{E9C14C6D-8CEE-405F-8B90-B65F12E603A7}"/>
                </a:ext>
              </a:extLst>
            </p:cNvPr>
            <p:cNvSpPr/>
            <p:nvPr/>
          </p:nvSpPr>
          <p:spPr>
            <a:xfrm>
              <a:off x="8054340"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64" name="object 160">
              <a:extLst>
                <a:ext uri="{FF2B5EF4-FFF2-40B4-BE49-F238E27FC236}">
                  <a16:creationId xmlns:a16="http://schemas.microsoft.com/office/drawing/2014/main" id="{7CD5F47B-B0D3-483B-B8CF-D928D3A418B8}"/>
                </a:ext>
              </a:extLst>
            </p:cNvPr>
            <p:cNvSpPr/>
            <p:nvPr/>
          </p:nvSpPr>
          <p:spPr>
            <a:xfrm>
              <a:off x="7869936" y="398983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65" name="object 161">
              <a:extLst>
                <a:ext uri="{FF2B5EF4-FFF2-40B4-BE49-F238E27FC236}">
                  <a16:creationId xmlns:a16="http://schemas.microsoft.com/office/drawing/2014/main" id="{4AB8EC5C-B1A0-414F-B702-C4E27D7F6FD2}"/>
                </a:ext>
              </a:extLst>
            </p:cNvPr>
            <p:cNvSpPr/>
            <p:nvPr/>
          </p:nvSpPr>
          <p:spPr>
            <a:xfrm>
              <a:off x="7869936" y="398983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6" name="object 162">
              <a:extLst>
                <a:ext uri="{FF2B5EF4-FFF2-40B4-BE49-F238E27FC236}">
                  <a16:creationId xmlns:a16="http://schemas.microsoft.com/office/drawing/2014/main" id="{2AA8DEE7-788D-4438-9E3E-AB8CB8D983B6}"/>
                </a:ext>
              </a:extLst>
            </p:cNvPr>
            <p:cNvSpPr/>
            <p:nvPr/>
          </p:nvSpPr>
          <p:spPr>
            <a:xfrm>
              <a:off x="7962900"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67" name="object 163">
              <a:extLst>
                <a:ext uri="{FF2B5EF4-FFF2-40B4-BE49-F238E27FC236}">
                  <a16:creationId xmlns:a16="http://schemas.microsoft.com/office/drawing/2014/main" id="{944248CF-E8B2-4117-ACAA-348E81AE57DD}"/>
                </a:ext>
              </a:extLst>
            </p:cNvPr>
            <p:cNvSpPr/>
            <p:nvPr/>
          </p:nvSpPr>
          <p:spPr>
            <a:xfrm>
              <a:off x="7962900"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68" name="object 164">
              <a:extLst>
                <a:ext uri="{FF2B5EF4-FFF2-40B4-BE49-F238E27FC236}">
                  <a16:creationId xmlns:a16="http://schemas.microsoft.com/office/drawing/2014/main" id="{D8C70C1C-BEB7-415F-88CF-834B42A0317C}"/>
                </a:ext>
              </a:extLst>
            </p:cNvPr>
            <p:cNvSpPr/>
            <p:nvPr/>
          </p:nvSpPr>
          <p:spPr>
            <a:xfrm>
              <a:off x="8054340"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69" name="object 165">
              <a:extLst>
                <a:ext uri="{FF2B5EF4-FFF2-40B4-BE49-F238E27FC236}">
                  <a16:creationId xmlns:a16="http://schemas.microsoft.com/office/drawing/2014/main" id="{DFC591B0-AADC-4AFA-A714-9C43BCB1C023}"/>
                </a:ext>
              </a:extLst>
            </p:cNvPr>
            <p:cNvSpPr/>
            <p:nvPr/>
          </p:nvSpPr>
          <p:spPr>
            <a:xfrm>
              <a:off x="8054340"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0" name="object 166">
              <a:extLst>
                <a:ext uri="{FF2B5EF4-FFF2-40B4-BE49-F238E27FC236}">
                  <a16:creationId xmlns:a16="http://schemas.microsoft.com/office/drawing/2014/main" id="{1A629248-6182-48CE-A300-3F9C4EAA2805}"/>
                </a:ext>
              </a:extLst>
            </p:cNvPr>
            <p:cNvSpPr/>
            <p:nvPr/>
          </p:nvSpPr>
          <p:spPr>
            <a:xfrm>
              <a:off x="7869936" y="4075177"/>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171" name="object 167">
              <a:extLst>
                <a:ext uri="{FF2B5EF4-FFF2-40B4-BE49-F238E27FC236}">
                  <a16:creationId xmlns:a16="http://schemas.microsoft.com/office/drawing/2014/main" id="{0BAFF8D0-0C75-47AD-B5A3-A12A10D3D8DE}"/>
                </a:ext>
              </a:extLst>
            </p:cNvPr>
            <p:cNvSpPr/>
            <p:nvPr/>
          </p:nvSpPr>
          <p:spPr>
            <a:xfrm>
              <a:off x="7869936" y="4075177"/>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72" name="object 168">
              <a:extLst>
                <a:ext uri="{FF2B5EF4-FFF2-40B4-BE49-F238E27FC236}">
                  <a16:creationId xmlns:a16="http://schemas.microsoft.com/office/drawing/2014/main" id="{66CD549A-F848-4C03-91B2-585B34170E9A}"/>
                </a:ext>
              </a:extLst>
            </p:cNvPr>
            <p:cNvSpPr/>
            <p:nvPr/>
          </p:nvSpPr>
          <p:spPr>
            <a:xfrm>
              <a:off x="7962900"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173" name="object 169">
              <a:extLst>
                <a:ext uri="{FF2B5EF4-FFF2-40B4-BE49-F238E27FC236}">
                  <a16:creationId xmlns:a16="http://schemas.microsoft.com/office/drawing/2014/main" id="{A2A35405-E4E7-4DCF-927C-271A3EA0073E}"/>
                </a:ext>
              </a:extLst>
            </p:cNvPr>
            <p:cNvSpPr/>
            <p:nvPr/>
          </p:nvSpPr>
          <p:spPr>
            <a:xfrm>
              <a:off x="7962900"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74" name="object 170">
              <a:extLst>
                <a:ext uri="{FF2B5EF4-FFF2-40B4-BE49-F238E27FC236}">
                  <a16:creationId xmlns:a16="http://schemas.microsoft.com/office/drawing/2014/main" id="{9489EFA2-A4DC-4409-8548-291560DBDCD6}"/>
                </a:ext>
              </a:extLst>
            </p:cNvPr>
            <p:cNvSpPr/>
            <p:nvPr/>
          </p:nvSpPr>
          <p:spPr>
            <a:xfrm>
              <a:off x="8054340"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175" name="object 171">
              <a:extLst>
                <a:ext uri="{FF2B5EF4-FFF2-40B4-BE49-F238E27FC236}">
                  <a16:creationId xmlns:a16="http://schemas.microsoft.com/office/drawing/2014/main" id="{61DBB777-D617-4D82-B3A5-3FE2C3F0AFC8}"/>
                </a:ext>
              </a:extLst>
            </p:cNvPr>
            <p:cNvSpPr/>
            <p:nvPr/>
          </p:nvSpPr>
          <p:spPr>
            <a:xfrm>
              <a:off x="8054340"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76" name="object 172">
              <a:extLst>
                <a:ext uri="{FF2B5EF4-FFF2-40B4-BE49-F238E27FC236}">
                  <a16:creationId xmlns:a16="http://schemas.microsoft.com/office/drawing/2014/main" id="{E1162E2F-EDA6-41A2-8BAB-4562464576C2}"/>
                </a:ext>
              </a:extLst>
            </p:cNvPr>
            <p:cNvSpPr/>
            <p:nvPr/>
          </p:nvSpPr>
          <p:spPr>
            <a:xfrm>
              <a:off x="8145780" y="381914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77" name="object 173">
              <a:extLst>
                <a:ext uri="{FF2B5EF4-FFF2-40B4-BE49-F238E27FC236}">
                  <a16:creationId xmlns:a16="http://schemas.microsoft.com/office/drawing/2014/main" id="{2EB11EA4-F457-4A8E-9D5A-6D8AB3D2A22D}"/>
                </a:ext>
              </a:extLst>
            </p:cNvPr>
            <p:cNvSpPr/>
            <p:nvPr/>
          </p:nvSpPr>
          <p:spPr>
            <a:xfrm>
              <a:off x="8145780" y="381914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78" name="object 174">
              <a:extLst>
                <a:ext uri="{FF2B5EF4-FFF2-40B4-BE49-F238E27FC236}">
                  <a16:creationId xmlns:a16="http://schemas.microsoft.com/office/drawing/2014/main" id="{D5B9719C-03E2-4DAE-8127-7FEE3343B3D6}"/>
                </a:ext>
              </a:extLst>
            </p:cNvPr>
            <p:cNvSpPr/>
            <p:nvPr/>
          </p:nvSpPr>
          <p:spPr>
            <a:xfrm>
              <a:off x="8145780" y="3904484"/>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179" name="object 175">
              <a:extLst>
                <a:ext uri="{FF2B5EF4-FFF2-40B4-BE49-F238E27FC236}">
                  <a16:creationId xmlns:a16="http://schemas.microsoft.com/office/drawing/2014/main" id="{668E1816-669B-42AA-A2A2-24F94382B123}"/>
                </a:ext>
              </a:extLst>
            </p:cNvPr>
            <p:cNvSpPr/>
            <p:nvPr/>
          </p:nvSpPr>
          <p:spPr>
            <a:xfrm>
              <a:off x="8145780" y="3904484"/>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80" name="object 176">
              <a:extLst>
                <a:ext uri="{FF2B5EF4-FFF2-40B4-BE49-F238E27FC236}">
                  <a16:creationId xmlns:a16="http://schemas.microsoft.com/office/drawing/2014/main" id="{4CF464B0-44AD-4511-AA31-2778C76D3610}"/>
                </a:ext>
              </a:extLst>
            </p:cNvPr>
            <p:cNvSpPr/>
            <p:nvPr/>
          </p:nvSpPr>
          <p:spPr>
            <a:xfrm>
              <a:off x="8145780" y="398983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181" name="object 177">
              <a:extLst>
                <a:ext uri="{FF2B5EF4-FFF2-40B4-BE49-F238E27FC236}">
                  <a16:creationId xmlns:a16="http://schemas.microsoft.com/office/drawing/2014/main" id="{8704A558-2D6E-466E-8AFD-5D5D3FB89D5D}"/>
                </a:ext>
              </a:extLst>
            </p:cNvPr>
            <p:cNvSpPr/>
            <p:nvPr/>
          </p:nvSpPr>
          <p:spPr>
            <a:xfrm>
              <a:off x="8145780" y="398983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2" name="object 178">
              <a:extLst>
                <a:ext uri="{FF2B5EF4-FFF2-40B4-BE49-F238E27FC236}">
                  <a16:creationId xmlns:a16="http://schemas.microsoft.com/office/drawing/2014/main" id="{D85C0E2A-17D0-4C8F-A22F-8566E13C1587}"/>
                </a:ext>
              </a:extLst>
            </p:cNvPr>
            <p:cNvSpPr/>
            <p:nvPr/>
          </p:nvSpPr>
          <p:spPr>
            <a:xfrm>
              <a:off x="8145780" y="4075177"/>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183" name="object 179">
              <a:extLst>
                <a:ext uri="{FF2B5EF4-FFF2-40B4-BE49-F238E27FC236}">
                  <a16:creationId xmlns:a16="http://schemas.microsoft.com/office/drawing/2014/main" id="{F3AC175F-F50E-48B7-8D0D-DA6F8F8E3B2A}"/>
                </a:ext>
              </a:extLst>
            </p:cNvPr>
            <p:cNvSpPr/>
            <p:nvPr/>
          </p:nvSpPr>
          <p:spPr>
            <a:xfrm>
              <a:off x="8145780" y="4075177"/>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84" name="object 180">
              <a:extLst>
                <a:ext uri="{FF2B5EF4-FFF2-40B4-BE49-F238E27FC236}">
                  <a16:creationId xmlns:a16="http://schemas.microsoft.com/office/drawing/2014/main" id="{38E515C1-9801-4E94-95DA-152BA350243D}"/>
                </a:ext>
              </a:extLst>
            </p:cNvPr>
            <p:cNvSpPr/>
            <p:nvPr/>
          </p:nvSpPr>
          <p:spPr>
            <a:xfrm>
              <a:off x="8510016"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85" name="object 181">
              <a:extLst>
                <a:ext uri="{FF2B5EF4-FFF2-40B4-BE49-F238E27FC236}">
                  <a16:creationId xmlns:a16="http://schemas.microsoft.com/office/drawing/2014/main" id="{37C353F4-5E1E-4A46-88F3-6D2BD66BB9A7}"/>
                </a:ext>
              </a:extLst>
            </p:cNvPr>
            <p:cNvSpPr/>
            <p:nvPr/>
          </p:nvSpPr>
          <p:spPr>
            <a:xfrm>
              <a:off x="8510016"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86" name="object 182">
              <a:extLst>
                <a:ext uri="{FF2B5EF4-FFF2-40B4-BE49-F238E27FC236}">
                  <a16:creationId xmlns:a16="http://schemas.microsoft.com/office/drawing/2014/main" id="{A9B9640E-0D70-4A8E-9265-D9505C1731F8}"/>
                </a:ext>
              </a:extLst>
            </p:cNvPr>
            <p:cNvSpPr/>
            <p:nvPr/>
          </p:nvSpPr>
          <p:spPr>
            <a:xfrm>
              <a:off x="8510016"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87" name="object 183">
              <a:extLst>
                <a:ext uri="{FF2B5EF4-FFF2-40B4-BE49-F238E27FC236}">
                  <a16:creationId xmlns:a16="http://schemas.microsoft.com/office/drawing/2014/main" id="{43E45FD9-E8A4-42AD-8753-15E40AC09C9A}"/>
                </a:ext>
              </a:extLst>
            </p:cNvPr>
            <p:cNvSpPr/>
            <p:nvPr/>
          </p:nvSpPr>
          <p:spPr>
            <a:xfrm>
              <a:off x="8510016"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88" name="object 184">
              <a:extLst>
                <a:ext uri="{FF2B5EF4-FFF2-40B4-BE49-F238E27FC236}">
                  <a16:creationId xmlns:a16="http://schemas.microsoft.com/office/drawing/2014/main" id="{9FB0C6D0-2607-43E7-88D8-D27666630C33}"/>
                </a:ext>
              </a:extLst>
            </p:cNvPr>
            <p:cNvSpPr/>
            <p:nvPr/>
          </p:nvSpPr>
          <p:spPr>
            <a:xfrm>
              <a:off x="8510016"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89" name="object 185">
              <a:extLst>
                <a:ext uri="{FF2B5EF4-FFF2-40B4-BE49-F238E27FC236}">
                  <a16:creationId xmlns:a16="http://schemas.microsoft.com/office/drawing/2014/main" id="{F49182C2-A185-4686-B5DD-8A72CE6B0A78}"/>
                </a:ext>
              </a:extLst>
            </p:cNvPr>
            <p:cNvSpPr/>
            <p:nvPr/>
          </p:nvSpPr>
          <p:spPr>
            <a:xfrm>
              <a:off x="8510016"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0" name="object 186">
              <a:extLst>
                <a:ext uri="{FF2B5EF4-FFF2-40B4-BE49-F238E27FC236}">
                  <a16:creationId xmlns:a16="http://schemas.microsoft.com/office/drawing/2014/main" id="{1754CF0B-DBD4-40D5-857A-44CF8C9F00FF}"/>
                </a:ext>
              </a:extLst>
            </p:cNvPr>
            <p:cNvSpPr/>
            <p:nvPr/>
          </p:nvSpPr>
          <p:spPr>
            <a:xfrm>
              <a:off x="8510016"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191" name="object 187">
              <a:extLst>
                <a:ext uri="{FF2B5EF4-FFF2-40B4-BE49-F238E27FC236}">
                  <a16:creationId xmlns:a16="http://schemas.microsoft.com/office/drawing/2014/main" id="{DA609BDF-4722-4A8A-A7D1-E81C448925BD}"/>
                </a:ext>
              </a:extLst>
            </p:cNvPr>
            <p:cNvSpPr/>
            <p:nvPr/>
          </p:nvSpPr>
          <p:spPr>
            <a:xfrm>
              <a:off x="8510016"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192" name="object 188">
              <a:extLst>
                <a:ext uri="{FF2B5EF4-FFF2-40B4-BE49-F238E27FC236}">
                  <a16:creationId xmlns:a16="http://schemas.microsoft.com/office/drawing/2014/main" id="{48A34D34-ABA3-46E5-973B-48EAF343B98C}"/>
                </a:ext>
              </a:extLst>
            </p:cNvPr>
            <p:cNvSpPr/>
            <p:nvPr/>
          </p:nvSpPr>
          <p:spPr>
            <a:xfrm>
              <a:off x="8328660"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93" name="object 189">
              <a:extLst>
                <a:ext uri="{FF2B5EF4-FFF2-40B4-BE49-F238E27FC236}">
                  <a16:creationId xmlns:a16="http://schemas.microsoft.com/office/drawing/2014/main" id="{DB030474-98A1-4D3B-B9A8-071AD74A97FF}"/>
                </a:ext>
              </a:extLst>
            </p:cNvPr>
            <p:cNvSpPr/>
            <p:nvPr/>
          </p:nvSpPr>
          <p:spPr>
            <a:xfrm>
              <a:off x="8328660"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4" name="object 190">
              <a:extLst>
                <a:ext uri="{FF2B5EF4-FFF2-40B4-BE49-F238E27FC236}">
                  <a16:creationId xmlns:a16="http://schemas.microsoft.com/office/drawing/2014/main" id="{7B2F4D75-56A8-4D5E-A0AA-CC96A720FB4C}"/>
                </a:ext>
              </a:extLst>
            </p:cNvPr>
            <p:cNvSpPr/>
            <p:nvPr/>
          </p:nvSpPr>
          <p:spPr>
            <a:xfrm>
              <a:off x="8328660"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195" name="object 191">
              <a:extLst>
                <a:ext uri="{FF2B5EF4-FFF2-40B4-BE49-F238E27FC236}">
                  <a16:creationId xmlns:a16="http://schemas.microsoft.com/office/drawing/2014/main" id="{697ECDC5-0C9D-437E-8660-70454EBE5077}"/>
                </a:ext>
              </a:extLst>
            </p:cNvPr>
            <p:cNvSpPr/>
            <p:nvPr/>
          </p:nvSpPr>
          <p:spPr>
            <a:xfrm>
              <a:off x="8328660"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196" name="object 192">
              <a:extLst>
                <a:ext uri="{FF2B5EF4-FFF2-40B4-BE49-F238E27FC236}">
                  <a16:creationId xmlns:a16="http://schemas.microsoft.com/office/drawing/2014/main" id="{8933E5F9-5148-4D70-BD04-1CBEEC52CD9E}"/>
                </a:ext>
              </a:extLst>
            </p:cNvPr>
            <p:cNvSpPr/>
            <p:nvPr/>
          </p:nvSpPr>
          <p:spPr>
            <a:xfrm>
              <a:off x="8328660"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197" name="object 193">
              <a:extLst>
                <a:ext uri="{FF2B5EF4-FFF2-40B4-BE49-F238E27FC236}">
                  <a16:creationId xmlns:a16="http://schemas.microsoft.com/office/drawing/2014/main" id="{7BFF4E36-5BC0-4C1B-97A9-71E551917696}"/>
                </a:ext>
              </a:extLst>
            </p:cNvPr>
            <p:cNvSpPr/>
            <p:nvPr/>
          </p:nvSpPr>
          <p:spPr>
            <a:xfrm>
              <a:off x="8328660"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198" name="object 194">
              <a:extLst>
                <a:ext uri="{FF2B5EF4-FFF2-40B4-BE49-F238E27FC236}">
                  <a16:creationId xmlns:a16="http://schemas.microsoft.com/office/drawing/2014/main" id="{F45FAD12-10B1-4945-B237-74F66A09B236}"/>
                </a:ext>
              </a:extLst>
            </p:cNvPr>
            <p:cNvSpPr/>
            <p:nvPr/>
          </p:nvSpPr>
          <p:spPr>
            <a:xfrm>
              <a:off x="8328660"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199" name="object 195">
              <a:extLst>
                <a:ext uri="{FF2B5EF4-FFF2-40B4-BE49-F238E27FC236}">
                  <a16:creationId xmlns:a16="http://schemas.microsoft.com/office/drawing/2014/main" id="{F5616F47-CEF2-424A-8CE3-1D583CDD7B9B}"/>
                </a:ext>
              </a:extLst>
            </p:cNvPr>
            <p:cNvSpPr/>
            <p:nvPr/>
          </p:nvSpPr>
          <p:spPr>
            <a:xfrm>
              <a:off x="8328660"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00" name="object 196">
              <a:extLst>
                <a:ext uri="{FF2B5EF4-FFF2-40B4-BE49-F238E27FC236}">
                  <a16:creationId xmlns:a16="http://schemas.microsoft.com/office/drawing/2014/main" id="{6009ED07-4627-48FA-9F2E-64291BBF2253}"/>
                </a:ext>
              </a:extLst>
            </p:cNvPr>
            <p:cNvSpPr/>
            <p:nvPr/>
          </p:nvSpPr>
          <p:spPr>
            <a:xfrm>
              <a:off x="8420100" y="381914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1" name="object 197">
              <a:extLst>
                <a:ext uri="{FF2B5EF4-FFF2-40B4-BE49-F238E27FC236}">
                  <a16:creationId xmlns:a16="http://schemas.microsoft.com/office/drawing/2014/main" id="{B9DC0EBB-1160-482A-ACCB-35FF667CDDA2}"/>
                </a:ext>
              </a:extLst>
            </p:cNvPr>
            <p:cNvSpPr/>
            <p:nvPr/>
          </p:nvSpPr>
          <p:spPr>
            <a:xfrm>
              <a:off x="8420100" y="381914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2" name="object 198">
              <a:extLst>
                <a:ext uri="{FF2B5EF4-FFF2-40B4-BE49-F238E27FC236}">
                  <a16:creationId xmlns:a16="http://schemas.microsoft.com/office/drawing/2014/main" id="{A09A70D8-454F-4976-B045-3AE599B17F2F}"/>
                </a:ext>
              </a:extLst>
            </p:cNvPr>
            <p:cNvSpPr/>
            <p:nvPr/>
          </p:nvSpPr>
          <p:spPr>
            <a:xfrm>
              <a:off x="8420100" y="3904484"/>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03" name="object 199">
              <a:extLst>
                <a:ext uri="{FF2B5EF4-FFF2-40B4-BE49-F238E27FC236}">
                  <a16:creationId xmlns:a16="http://schemas.microsoft.com/office/drawing/2014/main" id="{F4EFD129-08E8-45B6-867B-FDF8DBDA90E6}"/>
                </a:ext>
              </a:extLst>
            </p:cNvPr>
            <p:cNvSpPr/>
            <p:nvPr/>
          </p:nvSpPr>
          <p:spPr>
            <a:xfrm>
              <a:off x="8420100" y="3904484"/>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04" name="object 200">
              <a:extLst>
                <a:ext uri="{FF2B5EF4-FFF2-40B4-BE49-F238E27FC236}">
                  <a16:creationId xmlns:a16="http://schemas.microsoft.com/office/drawing/2014/main" id="{6EBE25A4-96D3-4220-B49B-2FF569B50A9B}"/>
                </a:ext>
              </a:extLst>
            </p:cNvPr>
            <p:cNvSpPr/>
            <p:nvPr/>
          </p:nvSpPr>
          <p:spPr>
            <a:xfrm>
              <a:off x="8420100" y="398983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05" name="object 201">
              <a:extLst>
                <a:ext uri="{FF2B5EF4-FFF2-40B4-BE49-F238E27FC236}">
                  <a16:creationId xmlns:a16="http://schemas.microsoft.com/office/drawing/2014/main" id="{C7C96967-1564-4A22-86D0-AD76DBF09950}"/>
                </a:ext>
              </a:extLst>
            </p:cNvPr>
            <p:cNvSpPr/>
            <p:nvPr/>
          </p:nvSpPr>
          <p:spPr>
            <a:xfrm>
              <a:off x="8420100" y="398983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06" name="object 202">
              <a:extLst>
                <a:ext uri="{FF2B5EF4-FFF2-40B4-BE49-F238E27FC236}">
                  <a16:creationId xmlns:a16="http://schemas.microsoft.com/office/drawing/2014/main" id="{B34E4065-7945-41F8-B25B-038FD017D520}"/>
                </a:ext>
              </a:extLst>
            </p:cNvPr>
            <p:cNvSpPr/>
            <p:nvPr/>
          </p:nvSpPr>
          <p:spPr>
            <a:xfrm>
              <a:off x="8420100" y="4075177"/>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207" name="object 203">
              <a:extLst>
                <a:ext uri="{FF2B5EF4-FFF2-40B4-BE49-F238E27FC236}">
                  <a16:creationId xmlns:a16="http://schemas.microsoft.com/office/drawing/2014/main" id="{F4BE9C9E-21E0-4CF6-BFC6-1E7941F9F4B7}"/>
                </a:ext>
              </a:extLst>
            </p:cNvPr>
            <p:cNvSpPr/>
            <p:nvPr/>
          </p:nvSpPr>
          <p:spPr>
            <a:xfrm>
              <a:off x="8420100" y="4075177"/>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08" name="object 204">
              <a:extLst>
                <a:ext uri="{FF2B5EF4-FFF2-40B4-BE49-F238E27FC236}">
                  <a16:creationId xmlns:a16="http://schemas.microsoft.com/office/drawing/2014/main" id="{1B57BB2E-B2D1-4B77-9DC2-C8579527FBAA}"/>
                </a:ext>
              </a:extLst>
            </p:cNvPr>
            <p:cNvSpPr/>
            <p:nvPr/>
          </p:nvSpPr>
          <p:spPr>
            <a:xfrm>
              <a:off x="7486650" y="3649217"/>
              <a:ext cx="1255395" cy="344805"/>
            </a:xfrm>
            <a:custGeom>
              <a:avLst/>
              <a:gdLst/>
              <a:ahLst/>
              <a:cxnLst/>
              <a:rect l="l" t="t" r="r" b="b"/>
              <a:pathLst>
                <a:path w="1255395" h="344804">
                  <a:moveTo>
                    <a:pt x="0" y="0"/>
                  </a:moveTo>
                  <a:lnTo>
                    <a:pt x="1255141" y="0"/>
                  </a:lnTo>
                </a:path>
                <a:path w="1255395" h="344804">
                  <a:moveTo>
                    <a:pt x="0" y="170688"/>
                  </a:moveTo>
                  <a:lnTo>
                    <a:pt x="1255141" y="170688"/>
                  </a:lnTo>
                </a:path>
                <a:path w="1255395" h="344804">
                  <a:moveTo>
                    <a:pt x="0" y="344678"/>
                  </a:moveTo>
                  <a:lnTo>
                    <a:pt x="1255141" y="341376"/>
                  </a:lnTo>
                </a:path>
              </a:pathLst>
            </a:custGeom>
            <a:ln w="38100">
              <a:solidFill>
                <a:srgbClr val="008462"/>
              </a:solidFill>
              <a:prstDash val="lgDash"/>
            </a:ln>
          </p:spPr>
          <p:txBody>
            <a:bodyPr wrap="square" lIns="0" tIns="0" rIns="0" bIns="0" rtlCol="0"/>
            <a:lstStyle/>
            <a:p>
              <a:endParaRPr sz="2000"/>
            </a:p>
          </p:txBody>
        </p:sp>
      </p:grpSp>
      <p:grpSp>
        <p:nvGrpSpPr>
          <p:cNvPr id="209" name="object 205">
            <a:extLst>
              <a:ext uri="{FF2B5EF4-FFF2-40B4-BE49-F238E27FC236}">
                <a16:creationId xmlns:a16="http://schemas.microsoft.com/office/drawing/2014/main" id="{30F1E7DD-56DF-4246-88B4-5B01CFDF0FFB}"/>
              </a:ext>
            </a:extLst>
          </p:cNvPr>
          <p:cNvGrpSpPr/>
          <p:nvPr/>
        </p:nvGrpSpPr>
        <p:grpSpPr>
          <a:xfrm>
            <a:off x="6893862" y="5033375"/>
            <a:ext cx="826911" cy="1082322"/>
            <a:chOff x="7863585" y="4677155"/>
            <a:chExt cx="744220" cy="974090"/>
          </a:xfrm>
        </p:grpSpPr>
        <p:sp>
          <p:nvSpPr>
            <p:cNvPr id="210" name="object 206">
              <a:extLst>
                <a:ext uri="{FF2B5EF4-FFF2-40B4-BE49-F238E27FC236}">
                  <a16:creationId xmlns:a16="http://schemas.microsoft.com/office/drawing/2014/main" id="{EA94F042-E09A-483C-8C29-FE883A7FC0F1}"/>
                </a:ext>
              </a:extLst>
            </p:cNvPr>
            <p:cNvSpPr/>
            <p:nvPr/>
          </p:nvSpPr>
          <p:spPr>
            <a:xfrm>
              <a:off x="8235695" y="48234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11" name="object 207">
              <a:extLst>
                <a:ext uri="{FF2B5EF4-FFF2-40B4-BE49-F238E27FC236}">
                  <a16:creationId xmlns:a16="http://schemas.microsoft.com/office/drawing/2014/main" id="{C3ACDFC0-ED16-44A0-9C00-03F4A2058B55}"/>
                </a:ext>
              </a:extLst>
            </p:cNvPr>
            <p:cNvSpPr/>
            <p:nvPr/>
          </p:nvSpPr>
          <p:spPr>
            <a:xfrm>
              <a:off x="8235695" y="48234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2" name="object 208">
              <a:extLst>
                <a:ext uri="{FF2B5EF4-FFF2-40B4-BE49-F238E27FC236}">
                  <a16:creationId xmlns:a16="http://schemas.microsoft.com/office/drawing/2014/main" id="{376E7D2C-FFA4-4527-9678-0D1FE0C13FAF}"/>
                </a:ext>
              </a:extLst>
            </p:cNvPr>
            <p:cNvSpPr/>
            <p:nvPr/>
          </p:nvSpPr>
          <p:spPr>
            <a:xfrm>
              <a:off x="8235695" y="49088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13" name="object 209">
              <a:extLst>
                <a:ext uri="{FF2B5EF4-FFF2-40B4-BE49-F238E27FC236}">
                  <a16:creationId xmlns:a16="http://schemas.microsoft.com/office/drawing/2014/main" id="{8B73A87E-19D8-47AC-99CE-9EC8D93F537F}"/>
                </a:ext>
              </a:extLst>
            </p:cNvPr>
            <p:cNvSpPr/>
            <p:nvPr/>
          </p:nvSpPr>
          <p:spPr>
            <a:xfrm>
              <a:off x="8235695" y="49088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14" name="object 210">
              <a:extLst>
                <a:ext uri="{FF2B5EF4-FFF2-40B4-BE49-F238E27FC236}">
                  <a16:creationId xmlns:a16="http://schemas.microsoft.com/office/drawing/2014/main" id="{1DE784EF-DFC0-49BA-A5E1-FAAE2082C607}"/>
                </a:ext>
              </a:extLst>
            </p:cNvPr>
            <p:cNvSpPr/>
            <p:nvPr/>
          </p:nvSpPr>
          <p:spPr>
            <a:xfrm>
              <a:off x="8235695" y="49941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15" name="object 211">
              <a:extLst>
                <a:ext uri="{FF2B5EF4-FFF2-40B4-BE49-F238E27FC236}">
                  <a16:creationId xmlns:a16="http://schemas.microsoft.com/office/drawing/2014/main" id="{44699028-EA38-4B72-9470-C73C5D157ACB}"/>
                </a:ext>
              </a:extLst>
            </p:cNvPr>
            <p:cNvSpPr/>
            <p:nvPr/>
          </p:nvSpPr>
          <p:spPr>
            <a:xfrm>
              <a:off x="8235695" y="49941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16" name="object 212">
              <a:extLst>
                <a:ext uri="{FF2B5EF4-FFF2-40B4-BE49-F238E27FC236}">
                  <a16:creationId xmlns:a16="http://schemas.microsoft.com/office/drawing/2014/main" id="{92D1429B-E396-41B8-84E5-42EA96B1D6B5}"/>
                </a:ext>
              </a:extLst>
            </p:cNvPr>
            <p:cNvSpPr/>
            <p:nvPr/>
          </p:nvSpPr>
          <p:spPr>
            <a:xfrm>
              <a:off x="8235695" y="5079494"/>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217" name="object 213">
              <a:extLst>
                <a:ext uri="{FF2B5EF4-FFF2-40B4-BE49-F238E27FC236}">
                  <a16:creationId xmlns:a16="http://schemas.microsoft.com/office/drawing/2014/main" id="{CF4A123C-C756-4EA6-B586-2F671344EAB6}"/>
                </a:ext>
              </a:extLst>
            </p:cNvPr>
            <p:cNvSpPr/>
            <p:nvPr/>
          </p:nvSpPr>
          <p:spPr>
            <a:xfrm>
              <a:off x="8235695" y="507949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18" name="object 214">
              <a:extLst>
                <a:ext uri="{FF2B5EF4-FFF2-40B4-BE49-F238E27FC236}">
                  <a16:creationId xmlns:a16="http://schemas.microsoft.com/office/drawing/2014/main" id="{D42451F2-A86F-47AF-BEA1-256224A452CB}"/>
                </a:ext>
              </a:extLst>
            </p:cNvPr>
            <p:cNvSpPr/>
            <p:nvPr/>
          </p:nvSpPr>
          <p:spPr>
            <a:xfrm>
              <a:off x="7869935" y="48234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19" name="object 215">
              <a:extLst>
                <a:ext uri="{FF2B5EF4-FFF2-40B4-BE49-F238E27FC236}">
                  <a16:creationId xmlns:a16="http://schemas.microsoft.com/office/drawing/2014/main" id="{F6A5D4FA-BB55-4240-8260-72FE9EEA90CA}"/>
                </a:ext>
              </a:extLst>
            </p:cNvPr>
            <p:cNvSpPr/>
            <p:nvPr/>
          </p:nvSpPr>
          <p:spPr>
            <a:xfrm>
              <a:off x="7869935" y="48234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0" name="object 216">
              <a:extLst>
                <a:ext uri="{FF2B5EF4-FFF2-40B4-BE49-F238E27FC236}">
                  <a16:creationId xmlns:a16="http://schemas.microsoft.com/office/drawing/2014/main" id="{4856D1A1-655D-41C1-863B-7F91FEE71A09}"/>
                </a:ext>
              </a:extLst>
            </p:cNvPr>
            <p:cNvSpPr/>
            <p:nvPr/>
          </p:nvSpPr>
          <p:spPr>
            <a:xfrm>
              <a:off x="7962899" y="48234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21" name="object 217">
              <a:extLst>
                <a:ext uri="{FF2B5EF4-FFF2-40B4-BE49-F238E27FC236}">
                  <a16:creationId xmlns:a16="http://schemas.microsoft.com/office/drawing/2014/main" id="{3AC5FAF9-0C7A-44E6-BDCA-56736D21ECA3}"/>
                </a:ext>
              </a:extLst>
            </p:cNvPr>
            <p:cNvSpPr/>
            <p:nvPr/>
          </p:nvSpPr>
          <p:spPr>
            <a:xfrm>
              <a:off x="7962899"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2" name="object 218">
              <a:extLst>
                <a:ext uri="{FF2B5EF4-FFF2-40B4-BE49-F238E27FC236}">
                  <a16:creationId xmlns:a16="http://schemas.microsoft.com/office/drawing/2014/main" id="{36293B4A-62DE-4CDD-960E-A2E010846FE3}"/>
                </a:ext>
              </a:extLst>
            </p:cNvPr>
            <p:cNvSpPr/>
            <p:nvPr/>
          </p:nvSpPr>
          <p:spPr>
            <a:xfrm>
              <a:off x="8054339" y="48234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23" name="object 219">
              <a:extLst>
                <a:ext uri="{FF2B5EF4-FFF2-40B4-BE49-F238E27FC236}">
                  <a16:creationId xmlns:a16="http://schemas.microsoft.com/office/drawing/2014/main" id="{BA98203C-F14B-4B58-BAC7-2F178D84CB35}"/>
                </a:ext>
              </a:extLst>
            </p:cNvPr>
            <p:cNvSpPr/>
            <p:nvPr/>
          </p:nvSpPr>
          <p:spPr>
            <a:xfrm>
              <a:off x="8054339"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4" name="object 220">
              <a:extLst>
                <a:ext uri="{FF2B5EF4-FFF2-40B4-BE49-F238E27FC236}">
                  <a16:creationId xmlns:a16="http://schemas.microsoft.com/office/drawing/2014/main" id="{C02E9263-3EB9-4F8F-A23C-5A2F7008A252}"/>
                </a:ext>
              </a:extLst>
            </p:cNvPr>
            <p:cNvSpPr/>
            <p:nvPr/>
          </p:nvSpPr>
          <p:spPr>
            <a:xfrm>
              <a:off x="7869935" y="49088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25" name="object 221">
              <a:extLst>
                <a:ext uri="{FF2B5EF4-FFF2-40B4-BE49-F238E27FC236}">
                  <a16:creationId xmlns:a16="http://schemas.microsoft.com/office/drawing/2014/main" id="{F4143581-5E8A-4EE2-A087-2C2E2A3C8EA5}"/>
                </a:ext>
              </a:extLst>
            </p:cNvPr>
            <p:cNvSpPr/>
            <p:nvPr/>
          </p:nvSpPr>
          <p:spPr>
            <a:xfrm>
              <a:off x="7869935" y="49088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6" name="object 222">
              <a:extLst>
                <a:ext uri="{FF2B5EF4-FFF2-40B4-BE49-F238E27FC236}">
                  <a16:creationId xmlns:a16="http://schemas.microsoft.com/office/drawing/2014/main" id="{5567152E-3FAC-4E50-817B-B7EB8C7626BB}"/>
                </a:ext>
              </a:extLst>
            </p:cNvPr>
            <p:cNvSpPr/>
            <p:nvPr/>
          </p:nvSpPr>
          <p:spPr>
            <a:xfrm>
              <a:off x="7962899" y="49088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27" name="object 223">
              <a:extLst>
                <a:ext uri="{FF2B5EF4-FFF2-40B4-BE49-F238E27FC236}">
                  <a16:creationId xmlns:a16="http://schemas.microsoft.com/office/drawing/2014/main" id="{EFEED2F5-19C8-4AE4-9B2A-F962398A2D46}"/>
                </a:ext>
              </a:extLst>
            </p:cNvPr>
            <p:cNvSpPr/>
            <p:nvPr/>
          </p:nvSpPr>
          <p:spPr>
            <a:xfrm>
              <a:off x="7962899"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28" name="object 224">
              <a:extLst>
                <a:ext uri="{FF2B5EF4-FFF2-40B4-BE49-F238E27FC236}">
                  <a16:creationId xmlns:a16="http://schemas.microsoft.com/office/drawing/2014/main" id="{BCA4A89C-24EB-45C8-87B3-F93E5A4BAF75}"/>
                </a:ext>
              </a:extLst>
            </p:cNvPr>
            <p:cNvSpPr/>
            <p:nvPr/>
          </p:nvSpPr>
          <p:spPr>
            <a:xfrm>
              <a:off x="8054339" y="49088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29" name="object 225">
              <a:extLst>
                <a:ext uri="{FF2B5EF4-FFF2-40B4-BE49-F238E27FC236}">
                  <a16:creationId xmlns:a16="http://schemas.microsoft.com/office/drawing/2014/main" id="{55F0D980-14C7-426D-A12F-288050990CDF}"/>
                </a:ext>
              </a:extLst>
            </p:cNvPr>
            <p:cNvSpPr/>
            <p:nvPr/>
          </p:nvSpPr>
          <p:spPr>
            <a:xfrm>
              <a:off x="8054339"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30" name="object 226">
              <a:extLst>
                <a:ext uri="{FF2B5EF4-FFF2-40B4-BE49-F238E27FC236}">
                  <a16:creationId xmlns:a16="http://schemas.microsoft.com/office/drawing/2014/main" id="{D1AF9384-2596-478F-BF00-DF0A65AAA51F}"/>
                </a:ext>
              </a:extLst>
            </p:cNvPr>
            <p:cNvSpPr/>
            <p:nvPr/>
          </p:nvSpPr>
          <p:spPr>
            <a:xfrm>
              <a:off x="7869935" y="49941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31" name="object 227">
              <a:extLst>
                <a:ext uri="{FF2B5EF4-FFF2-40B4-BE49-F238E27FC236}">
                  <a16:creationId xmlns:a16="http://schemas.microsoft.com/office/drawing/2014/main" id="{8C595D54-28A6-44AE-8992-D302886E94A3}"/>
                </a:ext>
              </a:extLst>
            </p:cNvPr>
            <p:cNvSpPr/>
            <p:nvPr/>
          </p:nvSpPr>
          <p:spPr>
            <a:xfrm>
              <a:off x="7869935" y="49941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2" name="object 228">
              <a:extLst>
                <a:ext uri="{FF2B5EF4-FFF2-40B4-BE49-F238E27FC236}">
                  <a16:creationId xmlns:a16="http://schemas.microsoft.com/office/drawing/2014/main" id="{99E36CA0-1FF0-4ECF-9054-39D075B44C10}"/>
                </a:ext>
              </a:extLst>
            </p:cNvPr>
            <p:cNvSpPr/>
            <p:nvPr/>
          </p:nvSpPr>
          <p:spPr>
            <a:xfrm>
              <a:off x="7962899" y="49941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33" name="object 229">
              <a:extLst>
                <a:ext uri="{FF2B5EF4-FFF2-40B4-BE49-F238E27FC236}">
                  <a16:creationId xmlns:a16="http://schemas.microsoft.com/office/drawing/2014/main" id="{141D9B87-4793-451C-BDEE-39B9033474D2}"/>
                </a:ext>
              </a:extLst>
            </p:cNvPr>
            <p:cNvSpPr/>
            <p:nvPr/>
          </p:nvSpPr>
          <p:spPr>
            <a:xfrm>
              <a:off x="7962899"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4" name="object 230">
              <a:extLst>
                <a:ext uri="{FF2B5EF4-FFF2-40B4-BE49-F238E27FC236}">
                  <a16:creationId xmlns:a16="http://schemas.microsoft.com/office/drawing/2014/main" id="{73F04DD5-B6C1-4644-A906-23AE51D12936}"/>
                </a:ext>
              </a:extLst>
            </p:cNvPr>
            <p:cNvSpPr/>
            <p:nvPr/>
          </p:nvSpPr>
          <p:spPr>
            <a:xfrm>
              <a:off x="8054339" y="49941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35" name="object 231">
              <a:extLst>
                <a:ext uri="{FF2B5EF4-FFF2-40B4-BE49-F238E27FC236}">
                  <a16:creationId xmlns:a16="http://schemas.microsoft.com/office/drawing/2014/main" id="{483F13EC-D669-4D05-A703-6685A5E51B79}"/>
                </a:ext>
              </a:extLst>
            </p:cNvPr>
            <p:cNvSpPr/>
            <p:nvPr/>
          </p:nvSpPr>
          <p:spPr>
            <a:xfrm>
              <a:off x="8054339"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36" name="object 232">
              <a:extLst>
                <a:ext uri="{FF2B5EF4-FFF2-40B4-BE49-F238E27FC236}">
                  <a16:creationId xmlns:a16="http://schemas.microsoft.com/office/drawing/2014/main" id="{16DE152B-0059-4F60-BCAA-DFCF09C78584}"/>
                </a:ext>
              </a:extLst>
            </p:cNvPr>
            <p:cNvSpPr/>
            <p:nvPr/>
          </p:nvSpPr>
          <p:spPr>
            <a:xfrm>
              <a:off x="7869935" y="5079494"/>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237" name="object 233">
              <a:extLst>
                <a:ext uri="{FF2B5EF4-FFF2-40B4-BE49-F238E27FC236}">
                  <a16:creationId xmlns:a16="http://schemas.microsoft.com/office/drawing/2014/main" id="{7D7A3D4B-86CC-4379-9490-01C3237B3CE6}"/>
                </a:ext>
              </a:extLst>
            </p:cNvPr>
            <p:cNvSpPr/>
            <p:nvPr/>
          </p:nvSpPr>
          <p:spPr>
            <a:xfrm>
              <a:off x="7869935" y="507949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38" name="object 234">
              <a:extLst>
                <a:ext uri="{FF2B5EF4-FFF2-40B4-BE49-F238E27FC236}">
                  <a16:creationId xmlns:a16="http://schemas.microsoft.com/office/drawing/2014/main" id="{239367B2-4C0D-476E-9308-0A29BB1E05D5}"/>
                </a:ext>
              </a:extLst>
            </p:cNvPr>
            <p:cNvSpPr/>
            <p:nvPr/>
          </p:nvSpPr>
          <p:spPr>
            <a:xfrm>
              <a:off x="7962899" y="5079494"/>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239" name="object 235">
              <a:extLst>
                <a:ext uri="{FF2B5EF4-FFF2-40B4-BE49-F238E27FC236}">
                  <a16:creationId xmlns:a16="http://schemas.microsoft.com/office/drawing/2014/main" id="{79D5F2A5-322B-49B7-B1CA-239A4A6E6F9D}"/>
                </a:ext>
              </a:extLst>
            </p:cNvPr>
            <p:cNvSpPr/>
            <p:nvPr/>
          </p:nvSpPr>
          <p:spPr>
            <a:xfrm>
              <a:off x="7962899"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40" name="object 236">
              <a:extLst>
                <a:ext uri="{FF2B5EF4-FFF2-40B4-BE49-F238E27FC236}">
                  <a16:creationId xmlns:a16="http://schemas.microsoft.com/office/drawing/2014/main" id="{4C15BA8E-B746-448A-8EAD-BA95E2F11A4B}"/>
                </a:ext>
              </a:extLst>
            </p:cNvPr>
            <p:cNvSpPr/>
            <p:nvPr/>
          </p:nvSpPr>
          <p:spPr>
            <a:xfrm>
              <a:off x="8054339" y="5079494"/>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241" name="object 237">
              <a:extLst>
                <a:ext uri="{FF2B5EF4-FFF2-40B4-BE49-F238E27FC236}">
                  <a16:creationId xmlns:a16="http://schemas.microsoft.com/office/drawing/2014/main" id="{71996BC8-AE2E-4830-9CA2-283135C9A413}"/>
                </a:ext>
              </a:extLst>
            </p:cNvPr>
            <p:cNvSpPr/>
            <p:nvPr/>
          </p:nvSpPr>
          <p:spPr>
            <a:xfrm>
              <a:off x="8054339"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42" name="object 238">
              <a:extLst>
                <a:ext uri="{FF2B5EF4-FFF2-40B4-BE49-F238E27FC236}">
                  <a16:creationId xmlns:a16="http://schemas.microsoft.com/office/drawing/2014/main" id="{94F88495-750C-46D3-AFCF-BC7BE4FE450A}"/>
                </a:ext>
              </a:extLst>
            </p:cNvPr>
            <p:cNvSpPr/>
            <p:nvPr/>
          </p:nvSpPr>
          <p:spPr>
            <a:xfrm>
              <a:off x="8145779" y="48234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43" name="object 239">
              <a:extLst>
                <a:ext uri="{FF2B5EF4-FFF2-40B4-BE49-F238E27FC236}">
                  <a16:creationId xmlns:a16="http://schemas.microsoft.com/office/drawing/2014/main" id="{CFDA050B-4144-4898-94DC-D2D0F9807986}"/>
                </a:ext>
              </a:extLst>
            </p:cNvPr>
            <p:cNvSpPr/>
            <p:nvPr/>
          </p:nvSpPr>
          <p:spPr>
            <a:xfrm>
              <a:off x="8145779" y="48234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4" name="object 240">
              <a:extLst>
                <a:ext uri="{FF2B5EF4-FFF2-40B4-BE49-F238E27FC236}">
                  <a16:creationId xmlns:a16="http://schemas.microsoft.com/office/drawing/2014/main" id="{3B7D415E-4063-4136-B5DF-0D9A08707935}"/>
                </a:ext>
              </a:extLst>
            </p:cNvPr>
            <p:cNvSpPr/>
            <p:nvPr/>
          </p:nvSpPr>
          <p:spPr>
            <a:xfrm>
              <a:off x="8145779" y="49088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45" name="object 241">
              <a:extLst>
                <a:ext uri="{FF2B5EF4-FFF2-40B4-BE49-F238E27FC236}">
                  <a16:creationId xmlns:a16="http://schemas.microsoft.com/office/drawing/2014/main" id="{B81C2701-E96C-4155-B665-A3770F310544}"/>
                </a:ext>
              </a:extLst>
            </p:cNvPr>
            <p:cNvSpPr/>
            <p:nvPr/>
          </p:nvSpPr>
          <p:spPr>
            <a:xfrm>
              <a:off x="8145779" y="49088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46" name="object 242">
              <a:extLst>
                <a:ext uri="{FF2B5EF4-FFF2-40B4-BE49-F238E27FC236}">
                  <a16:creationId xmlns:a16="http://schemas.microsoft.com/office/drawing/2014/main" id="{B6039B39-B127-486D-9B1A-90550B95E733}"/>
                </a:ext>
              </a:extLst>
            </p:cNvPr>
            <p:cNvSpPr/>
            <p:nvPr/>
          </p:nvSpPr>
          <p:spPr>
            <a:xfrm>
              <a:off x="8145779" y="49941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47" name="object 243">
              <a:extLst>
                <a:ext uri="{FF2B5EF4-FFF2-40B4-BE49-F238E27FC236}">
                  <a16:creationId xmlns:a16="http://schemas.microsoft.com/office/drawing/2014/main" id="{E81B01DC-479F-4000-9BD2-EE85B33C2044}"/>
                </a:ext>
              </a:extLst>
            </p:cNvPr>
            <p:cNvSpPr/>
            <p:nvPr/>
          </p:nvSpPr>
          <p:spPr>
            <a:xfrm>
              <a:off x="8145779" y="49941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48" name="object 244">
              <a:extLst>
                <a:ext uri="{FF2B5EF4-FFF2-40B4-BE49-F238E27FC236}">
                  <a16:creationId xmlns:a16="http://schemas.microsoft.com/office/drawing/2014/main" id="{D0B0D1E9-0BCC-4BA6-8F2A-9335A8132335}"/>
                </a:ext>
              </a:extLst>
            </p:cNvPr>
            <p:cNvSpPr/>
            <p:nvPr/>
          </p:nvSpPr>
          <p:spPr>
            <a:xfrm>
              <a:off x="8145779" y="5079494"/>
              <a:ext cx="93345" cy="86995"/>
            </a:xfrm>
            <a:custGeom>
              <a:avLst/>
              <a:gdLst/>
              <a:ahLst/>
              <a:cxnLst/>
              <a:rect l="l" t="t" r="r" b="b"/>
              <a:pathLst>
                <a:path w="93345" h="86995">
                  <a:moveTo>
                    <a:pt x="92962" y="0"/>
                  </a:moveTo>
                  <a:lnTo>
                    <a:pt x="0" y="0"/>
                  </a:lnTo>
                  <a:lnTo>
                    <a:pt x="0" y="86865"/>
                  </a:lnTo>
                  <a:lnTo>
                    <a:pt x="92962" y="86865"/>
                  </a:lnTo>
                  <a:lnTo>
                    <a:pt x="92962" y="0"/>
                  </a:lnTo>
                  <a:close/>
                </a:path>
              </a:pathLst>
            </a:custGeom>
            <a:solidFill>
              <a:srgbClr val="FFFD96"/>
            </a:solidFill>
          </p:spPr>
          <p:txBody>
            <a:bodyPr wrap="square" lIns="0" tIns="0" rIns="0" bIns="0" rtlCol="0"/>
            <a:lstStyle/>
            <a:p>
              <a:endParaRPr sz="2000"/>
            </a:p>
          </p:txBody>
        </p:sp>
        <p:sp>
          <p:nvSpPr>
            <p:cNvPr id="249" name="object 245">
              <a:extLst>
                <a:ext uri="{FF2B5EF4-FFF2-40B4-BE49-F238E27FC236}">
                  <a16:creationId xmlns:a16="http://schemas.microsoft.com/office/drawing/2014/main" id="{D632CD13-85F6-40D4-BDEE-E734BBF527A5}"/>
                </a:ext>
              </a:extLst>
            </p:cNvPr>
            <p:cNvSpPr/>
            <p:nvPr/>
          </p:nvSpPr>
          <p:spPr>
            <a:xfrm>
              <a:off x="8145779" y="5079494"/>
              <a:ext cx="93345" cy="86995"/>
            </a:xfrm>
            <a:custGeom>
              <a:avLst/>
              <a:gdLst/>
              <a:ahLst/>
              <a:cxnLst/>
              <a:rect l="l" t="t" r="r" b="b"/>
              <a:pathLst>
                <a:path w="93345" h="86995">
                  <a:moveTo>
                    <a:pt x="0" y="86865"/>
                  </a:moveTo>
                  <a:lnTo>
                    <a:pt x="92962" y="86865"/>
                  </a:lnTo>
                  <a:lnTo>
                    <a:pt x="92962"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50" name="object 246">
              <a:extLst>
                <a:ext uri="{FF2B5EF4-FFF2-40B4-BE49-F238E27FC236}">
                  <a16:creationId xmlns:a16="http://schemas.microsoft.com/office/drawing/2014/main" id="{11F33368-3D74-45A5-A97F-0A4E2212902E}"/>
                </a:ext>
              </a:extLst>
            </p:cNvPr>
            <p:cNvSpPr/>
            <p:nvPr/>
          </p:nvSpPr>
          <p:spPr>
            <a:xfrm>
              <a:off x="8328659" y="4823459"/>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251" name="object 247">
              <a:extLst>
                <a:ext uri="{FF2B5EF4-FFF2-40B4-BE49-F238E27FC236}">
                  <a16:creationId xmlns:a16="http://schemas.microsoft.com/office/drawing/2014/main" id="{F13DCA9D-92F4-4D3E-AFA8-12B0DB241AA6}"/>
                </a:ext>
              </a:extLst>
            </p:cNvPr>
            <p:cNvSpPr/>
            <p:nvPr/>
          </p:nvSpPr>
          <p:spPr>
            <a:xfrm>
              <a:off x="8328659"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2" name="object 248">
              <a:extLst>
                <a:ext uri="{FF2B5EF4-FFF2-40B4-BE49-F238E27FC236}">
                  <a16:creationId xmlns:a16="http://schemas.microsoft.com/office/drawing/2014/main" id="{DDEC8708-4BBC-4E8E-9CE2-D6D059EFD2F6}"/>
                </a:ext>
              </a:extLst>
            </p:cNvPr>
            <p:cNvSpPr/>
            <p:nvPr/>
          </p:nvSpPr>
          <p:spPr>
            <a:xfrm>
              <a:off x="8328659" y="4908802"/>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253" name="object 249">
              <a:extLst>
                <a:ext uri="{FF2B5EF4-FFF2-40B4-BE49-F238E27FC236}">
                  <a16:creationId xmlns:a16="http://schemas.microsoft.com/office/drawing/2014/main" id="{9946ED0D-7508-47A3-9ACB-3B487ED67581}"/>
                </a:ext>
              </a:extLst>
            </p:cNvPr>
            <p:cNvSpPr/>
            <p:nvPr/>
          </p:nvSpPr>
          <p:spPr>
            <a:xfrm>
              <a:off x="8328659"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54" name="object 250">
              <a:extLst>
                <a:ext uri="{FF2B5EF4-FFF2-40B4-BE49-F238E27FC236}">
                  <a16:creationId xmlns:a16="http://schemas.microsoft.com/office/drawing/2014/main" id="{A5797761-849F-4F86-BF68-D50CB9F8A6DF}"/>
                </a:ext>
              </a:extLst>
            </p:cNvPr>
            <p:cNvSpPr/>
            <p:nvPr/>
          </p:nvSpPr>
          <p:spPr>
            <a:xfrm>
              <a:off x="8328659" y="4994146"/>
              <a:ext cx="73660" cy="85725"/>
            </a:xfrm>
            <a:custGeom>
              <a:avLst/>
              <a:gdLst/>
              <a:ahLst/>
              <a:cxnLst/>
              <a:rect l="l" t="t" r="r" b="b"/>
              <a:pathLst>
                <a:path w="73659" h="85725">
                  <a:moveTo>
                    <a:pt x="0" y="85347"/>
                  </a:moveTo>
                  <a:lnTo>
                    <a:pt x="73152" y="85347"/>
                  </a:lnTo>
                  <a:lnTo>
                    <a:pt x="73152" y="0"/>
                  </a:lnTo>
                  <a:lnTo>
                    <a:pt x="0" y="0"/>
                  </a:lnTo>
                  <a:lnTo>
                    <a:pt x="0" y="85347"/>
                  </a:lnTo>
                  <a:close/>
                </a:path>
              </a:pathLst>
            </a:custGeom>
            <a:solidFill>
              <a:srgbClr val="FFFD96"/>
            </a:solidFill>
          </p:spPr>
          <p:txBody>
            <a:bodyPr wrap="square" lIns="0" tIns="0" rIns="0" bIns="0" rtlCol="0"/>
            <a:lstStyle/>
            <a:p>
              <a:endParaRPr sz="2000"/>
            </a:p>
          </p:txBody>
        </p:sp>
        <p:sp>
          <p:nvSpPr>
            <p:cNvPr id="255" name="object 251">
              <a:extLst>
                <a:ext uri="{FF2B5EF4-FFF2-40B4-BE49-F238E27FC236}">
                  <a16:creationId xmlns:a16="http://schemas.microsoft.com/office/drawing/2014/main" id="{10900C53-BBE2-42B7-97D9-6890BF39BF26}"/>
                </a:ext>
              </a:extLst>
            </p:cNvPr>
            <p:cNvSpPr/>
            <p:nvPr/>
          </p:nvSpPr>
          <p:spPr>
            <a:xfrm>
              <a:off x="8328659"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56" name="object 252">
              <a:extLst>
                <a:ext uri="{FF2B5EF4-FFF2-40B4-BE49-F238E27FC236}">
                  <a16:creationId xmlns:a16="http://schemas.microsoft.com/office/drawing/2014/main" id="{B2319475-F4B3-4980-B6AC-A677C22063B7}"/>
                </a:ext>
              </a:extLst>
            </p:cNvPr>
            <p:cNvSpPr/>
            <p:nvPr/>
          </p:nvSpPr>
          <p:spPr>
            <a:xfrm>
              <a:off x="8328659" y="5079494"/>
              <a:ext cx="73660" cy="86995"/>
            </a:xfrm>
            <a:custGeom>
              <a:avLst/>
              <a:gdLst/>
              <a:ahLst/>
              <a:cxnLst/>
              <a:rect l="l" t="t" r="r" b="b"/>
              <a:pathLst>
                <a:path w="73659" h="86995">
                  <a:moveTo>
                    <a:pt x="0" y="86865"/>
                  </a:moveTo>
                  <a:lnTo>
                    <a:pt x="73152" y="86865"/>
                  </a:lnTo>
                  <a:lnTo>
                    <a:pt x="73152" y="0"/>
                  </a:lnTo>
                  <a:lnTo>
                    <a:pt x="0" y="0"/>
                  </a:lnTo>
                  <a:lnTo>
                    <a:pt x="0" y="86865"/>
                  </a:lnTo>
                  <a:close/>
                </a:path>
              </a:pathLst>
            </a:custGeom>
            <a:solidFill>
              <a:srgbClr val="FFFD96"/>
            </a:solidFill>
          </p:spPr>
          <p:txBody>
            <a:bodyPr wrap="square" lIns="0" tIns="0" rIns="0" bIns="0" rtlCol="0"/>
            <a:lstStyle/>
            <a:p>
              <a:endParaRPr sz="2000"/>
            </a:p>
          </p:txBody>
        </p:sp>
        <p:sp>
          <p:nvSpPr>
            <p:cNvPr id="257" name="object 253">
              <a:extLst>
                <a:ext uri="{FF2B5EF4-FFF2-40B4-BE49-F238E27FC236}">
                  <a16:creationId xmlns:a16="http://schemas.microsoft.com/office/drawing/2014/main" id="{5654CACF-6DE3-4488-AB3C-7C73AE7A2838}"/>
                </a:ext>
              </a:extLst>
            </p:cNvPr>
            <p:cNvSpPr/>
            <p:nvPr/>
          </p:nvSpPr>
          <p:spPr>
            <a:xfrm>
              <a:off x="8328659"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58" name="object 254">
              <a:extLst>
                <a:ext uri="{FF2B5EF4-FFF2-40B4-BE49-F238E27FC236}">
                  <a16:creationId xmlns:a16="http://schemas.microsoft.com/office/drawing/2014/main" id="{98D188F1-5308-477E-8E08-B0C7604AC28D}"/>
                </a:ext>
              </a:extLst>
            </p:cNvPr>
            <p:cNvSpPr/>
            <p:nvPr/>
          </p:nvSpPr>
          <p:spPr>
            <a:xfrm>
              <a:off x="8510015" y="48234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59" name="object 255">
              <a:extLst>
                <a:ext uri="{FF2B5EF4-FFF2-40B4-BE49-F238E27FC236}">
                  <a16:creationId xmlns:a16="http://schemas.microsoft.com/office/drawing/2014/main" id="{A26FD6A3-7E0A-463A-AE35-4E4B03D81D57}"/>
                </a:ext>
              </a:extLst>
            </p:cNvPr>
            <p:cNvSpPr/>
            <p:nvPr/>
          </p:nvSpPr>
          <p:spPr>
            <a:xfrm>
              <a:off x="8510015"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0" name="object 256">
              <a:extLst>
                <a:ext uri="{FF2B5EF4-FFF2-40B4-BE49-F238E27FC236}">
                  <a16:creationId xmlns:a16="http://schemas.microsoft.com/office/drawing/2014/main" id="{03EC9ABB-1E91-40B1-841D-9EE8C48CBD16}"/>
                </a:ext>
              </a:extLst>
            </p:cNvPr>
            <p:cNvSpPr/>
            <p:nvPr/>
          </p:nvSpPr>
          <p:spPr>
            <a:xfrm>
              <a:off x="8510015" y="49088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61" name="object 257">
              <a:extLst>
                <a:ext uri="{FF2B5EF4-FFF2-40B4-BE49-F238E27FC236}">
                  <a16:creationId xmlns:a16="http://schemas.microsoft.com/office/drawing/2014/main" id="{2F0F7D87-589E-46C0-B2E2-3B6861FD7BB4}"/>
                </a:ext>
              </a:extLst>
            </p:cNvPr>
            <p:cNvSpPr/>
            <p:nvPr/>
          </p:nvSpPr>
          <p:spPr>
            <a:xfrm>
              <a:off x="8510015"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2" name="object 258">
              <a:extLst>
                <a:ext uri="{FF2B5EF4-FFF2-40B4-BE49-F238E27FC236}">
                  <a16:creationId xmlns:a16="http://schemas.microsoft.com/office/drawing/2014/main" id="{E87B26EF-61AD-43FA-8009-1F7A9ABB075B}"/>
                </a:ext>
              </a:extLst>
            </p:cNvPr>
            <p:cNvSpPr/>
            <p:nvPr/>
          </p:nvSpPr>
          <p:spPr>
            <a:xfrm>
              <a:off x="8510015" y="49941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63" name="object 259">
              <a:extLst>
                <a:ext uri="{FF2B5EF4-FFF2-40B4-BE49-F238E27FC236}">
                  <a16:creationId xmlns:a16="http://schemas.microsoft.com/office/drawing/2014/main" id="{76B6679D-6C94-4F49-AAAC-A36F04394CCE}"/>
                </a:ext>
              </a:extLst>
            </p:cNvPr>
            <p:cNvSpPr/>
            <p:nvPr/>
          </p:nvSpPr>
          <p:spPr>
            <a:xfrm>
              <a:off x="8510015"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64" name="object 260">
              <a:extLst>
                <a:ext uri="{FF2B5EF4-FFF2-40B4-BE49-F238E27FC236}">
                  <a16:creationId xmlns:a16="http://schemas.microsoft.com/office/drawing/2014/main" id="{821EA66F-3066-43AC-984A-7D174AAFBD1A}"/>
                </a:ext>
              </a:extLst>
            </p:cNvPr>
            <p:cNvSpPr/>
            <p:nvPr/>
          </p:nvSpPr>
          <p:spPr>
            <a:xfrm>
              <a:off x="8510015" y="5079494"/>
              <a:ext cx="91440" cy="86995"/>
            </a:xfrm>
            <a:custGeom>
              <a:avLst/>
              <a:gdLst/>
              <a:ahLst/>
              <a:cxnLst/>
              <a:rect l="l" t="t" r="r" b="b"/>
              <a:pathLst>
                <a:path w="91440" h="86995">
                  <a:moveTo>
                    <a:pt x="91440" y="0"/>
                  </a:moveTo>
                  <a:lnTo>
                    <a:pt x="0" y="0"/>
                  </a:lnTo>
                  <a:lnTo>
                    <a:pt x="0" y="86865"/>
                  </a:lnTo>
                  <a:lnTo>
                    <a:pt x="91440" y="86865"/>
                  </a:lnTo>
                  <a:lnTo>
                    <a:pt x="91440" y="0"/>
                  </a:lnTo>
                  <a:close/>
                </a:path>
              </a:pathLst>
            </a:custGeom>
            <a:solidFill>
              <a:srgbClr val="FFFD96"/>
            </a:solidFill>
          </p:spPr>
          <p:txBody>
            <a:bodyPr wrap="square" lIns="0" tIns="0" rIns="0" bIns="0" rtlCol="0"/>
            <a:lstStyle/>
            <a:p>
              <a:endParaRPr sz="2000"/>
            </a:p>
          </p:txBody>
        </p:sp>
        <p:sp>
          <p:nvSpPr>
            <p:cNvPr id="265" name="object 261">
              <a:extLst>
                <a:ext uri="{FF2B5EF4-FFF2-40B4-BE49-F238E27FC236}">
                  <a16:creationId xmlns:a16="http://schemas.microsoft.com/office/drawing/2014/main" id="{5717F1D7-C044-451C-BE16-FE9B03E75D94}"/>
                </a:ext>
              </a:extLst>
            </p:cNvPr>
            <p:cNvSpPr/>
            <p:nvPr/>
          </p:nvSpPr>
          <p:spPr>
            <a:xfrm>
              <a:off x="8510015"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66" name="object 262">
              <a:extLst>
                <a:ext uri="{FF2B5EF4-FFF2-40B4-BE49-F238E27FC236}">
                  <a16:creationId xmlns:a16="http://schemas.microsoft.com/office/drawing/2014/main" id="{47290606-3A93-4B47-A8E8-95B6F95DDA4B}"/>
                </a:ext>
              </a:extLst>
            </p:cNvPr>
            <p:cNvSpPr/>
            <p:nvPr/>
          </p:nvSpPr>
          <p:spPr>
            <a:xfrm>
              <a:off x="8453119" y="4823459"/>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267" name="object 263">
              <a:extLst>
                <a:ext uri="{FF2B5EF4-FFF2-40B4-BE49-F238E27FC236}">
                  <a16:creationId xmlns:a16="http://schemas.microsoft.com/office/drawing/2014/main" id="{D0F04447-5F10-4680-9837-77BB5201F125}"/>
                </a:ext>
              </a:extLst>
            </p:cNvPr>
            <p:cNvSpPr/>
            <p:nvPr/>
          </p:nvSpPr>
          <p:spPr>
            <a:xfrm>
              <a:off x="8420099" y="48234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68" name="object 264">
              <a:extLst>
                <a:ext uri="{FF2B5EF4-FFF2-40B4-BE49-F238E27FC236}">
                  <a16:creationId xmlns:a16="http://schemas.microsoft.com/office/drawing/2014/main" id="{0E50AF1D-D2F5-4080-9128-AA3BB336A93C}"/>
                </a:ext>
              </a:extLst>
            </p:cNvPr>
            <p:cNvSpPr/>
            <p:nvPr/>
          </p:nvSpPr>
          <p:spPr>
            <a:xfrm>
              <a:off x="8453119" y="4908802"/>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269" name="object 265">
              <a:extLst>
                <a:ext uri="{FF2B5EF4-FFF2-40B4-BE49-F238E27FC236}">
                  <a16:creationId xmlns:a16="http://schemas.microsoft.com/office/drawing/2014/main" id="{6C3C540D-1E3E-466A-BA52-59D189B0F0D2}"/>
                </a:ext>
              </a:extLst>
            </p:cNvPr>
            <p:cNvSpPr/>
            <p:nvPr/>
          </p:nvSpPr>
          <p:spPr>
            <a:xfrm>
              <a:off x="8420099" y="49088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0" name="object 266">
              <a:extLst>
                <a:ext uri="{FF2B5EF4-FFF2-40B4-BE49-F238E27FC236}">
                  <a16:creationId xmlns:a16="http://schemas.microsoft.com/office/drawing/2014/main" id="{ACE036B3-242C-43AE-8C92-DD1C95CEFB1D}"/>
                </a:ext>
              </a:extLst>
            </p:cNvPr>
            <p:cNvSpPr/>
            <p:nvPr/>
          </p:nvSpPr>
          <p:spPr>
            <a:xfrm>
              <a:off x="8453119" y="4994146"/>
              <a:ext cx="58419" cy="85725"/>
            </a:xfrm>
            <a:custGeom>
              <a:avLst/>
              <a:gdLst/>
              <a:ahLst/>
              <a:cxnLst/>
              <a:rect l="l" t="t" r="r" b="b"/>
              <a:pathLst>
                <a:path w="58420" h="85725">
                  <a:moveTo>
                    <a:pt x="0" y="85347"/>
                  </a:moveTo>
                  <a:lnTo>
                    <a:pt x="58420" y="85347"/>
                  </a:lnTo>
                  <a:lnTo>
                    <a:pt x="58420" y="0"/>
                  </a:lnTo>
                  <a:lnTo>
                    <a:pt x="0" y="0"/>
                  </a:lnTo>
                  <a:lnTo>
                    <a:pt x="0" y="85347"/>
                  </a:lnTo>
                  <a:close/>
                </a:path>
              </a:pathLst>
            </a:custGeom>
            <a:solidFill>
              <a:srgbClr val="FFFD96"/>
            </a:solidFill>
          </p:spPr>
          <p:txBody>
            <a:bodyPr wrap="square" lIns="0" tIns="0" rIns="0" bIns="0" rtlCol="0"/>
            <a:lstStyle/>
            <a:p>
              <a:endParaRPr sz="2000"/>
            </a:p>
          </p:txBody>
        </p:sp>
        <p:sp>
          <p:nvSpPr>
            <p:cNvPr id="271" name="object 267">
              <a:extLst>
                <a:ext uri="{FF2B5EF4-FFF2-40B4-BE49-F238E27FC236}">
                  <a16:creationId xmlns:a16="http://schemas.microsoft.com/office/drawing/2014/main" id="{0E4DA98E-6500-4007-9719-D0587D6E8330}"/>
                </a:ext>
              </a:extLst>
            </p:cNvPr>
            <p:cNvSpPr/>
            <p:nvPr/>
          </p:nvSpPr>
          <p:spPr>
            <a:xfrm>
              <a:off x="8420099" y="49941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72" name="object 268">
              <a:extLst>
                <a:ext uri="{FF2B5EF4-FFF2-40B4-BE49-F238E27FC236}">
                  <a16:creationId xmlns:a16="http://schemas.microsoft.com/office/drawing/2014/main" id="{DFAEA17A-B2F0-43E1-B6A2-A0EE15437D13}"/>
                </a:ext>
              </a:extLst>
            </p:cNvPr>
            <p:cNvSpPr/>
            <p:nvPr/>
          </p:nvSpPr>
          <p:spPr>
            <a:xfrm>
              <a:off x="8453119" y="5079494"/>
              <a:ext cx="58419" cy="86995"/>
            </a:xfrm>
            <a:custGeom>
              <a:avLst/>
              <a:gdLst/>
              <a:ahLst/>
              <a:cxnLst/>
              <a:rect l="l" t="t" r="r" b="b"/>
              <a:pathLst>
                <a:path w="58420" h="86995">
                  <a:moveTo>
                    <a:pt x="0" y="86865"/>
                  </a:moveTo>
                  <a:lnTo>
                    <a:pt x="58420" y="86865"/>
                  </a:lnTo>
                  <a:lnTo>
                    <a:pt x="58420" y="0"/>
                  </a:lnTo>
                  <a:lnTo>
                    <a:pt x="0" y="0"/>
                  </a:lnTo>
                  <a:lnTo>
                    <a:pt x="0" y="86865"/>
                  </a:lnTo>
                  <a:close/>
                </a:path>
              </a:pathLst>
            </a:custGeom>
            <a:solidFill>
              <a:srgbClr val="FFFD96"/>
            </a:solidFill>
          </p:spPr>
          <p:txBody>
            <a:bodyPr wrap="square" lIns="0" tIns="0" rIns="0" bIns="0" rtlCol="0"/>
            <a:lstStyle/>
            <a:p>
              <a:endParaRPr sz="2000"/>
            </a:p>
          </p:txBody>
        </p:sp>
        <p:sp>
          <p:nvSpPr>
            <p:cNvPr id="273" name="object 269">
              <a:extLst>
                <a:ext uri="{FF2B5EF4-FFF2-40B4-BE49-F238E27FC236}">
                  <a16:creationId xmlns:a16="http://schemas.microsoft.com/office/drawing/2014/main" id="{D202A5F3-327E-45ED-B279-6F449D044CAE}"/>
                </a:ext>
              </a:extLst>
            </p:cNvPr>
            <p:cNvSpPr/>
            <p:nvPr/>
          </p:nvSpPr>
          <p:spPr>
            <a:xfrm>
              <a:off x="8420099" y="5079494"/>
              <a:ext cx="91440" cy="86995"/>
            </a:xfrm>
            <a:custGeom>
              <a:avLst/>
              <a:gdLst/>
              <a:ahLst/>
              <a:cxnLst/>
              <a:rect l="l" t="t" r="r" b="b"/>
              <a:pathLst>
                <a:path w="91440" h="86995">
                  <a:moveTo>
                    <a:pt x="0" y="86865"/>
                  </a:moveTo>
                  <a:lnTo>
                    <a:pt x="91440" y="86865"/>
                  </a:lnTo>
                  <a:lnTo>
                    <a:pt x="91440" y="0"/>
                  </a:lnTo>
                  <a:lnTo>
                    <a:pt x="0" y="0"/>
                  </a:lnTo>
                  <a:lnTo>
                    <a:pt x="0" y="86865"/>
                  </a:lnTo>
                  <a:close/>
                </a:path>
              </a:pathLst>
            </a:custGeom>
            <a:ln w="12700">
              <a:solidFill>
                <a:srgbClr val="000000"/>
              </a:solidFill>
            </a:ln>
          </p:spPr>
          <p:txBody>
            <a:bodyPr wrap="square" lIns="0" tIns="0" rIns="0" bIns="0" rtlCol="0"/>
            <a:lstStyle/>
            <a:p>
              <a:endParaRPr sz="2000"/>
            </a:p>
          </p:txBody>
        </p:sp>
        <p:sp>
          <p:nvSpPr>
            <p:cNvPr id="274" name="object 270">
              <a:extLst>
                <a:ext uri="{FF2B5EF4-FFF2-40B4-BE49-F238E27FC236}">
                  <a16:creationId xmlns:a16="http://schemas.microsoft.com/office/drawing/2014/main" id="{1D20E39E-C3C5-4C82-BDB9-A18D8AF5C513}"/>
                </a:ext>
              </a:extLst>
            </p:cNvPr>
            <p:cNvSpPr/>
            <p:nvPr/>
          </p:nvSpPr>
          <p:spPr>
            <a:xfrm>
              <a:off x="8235695" y="51663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75" name="object 271">
              <a:extLst>
                <a:ext uri="{FF2B5EF4-FFF2-40B4-BE49-F238E27FC236}">
                  <a16:creationId xmlns:a16="http://schemas.microsoft.com/office/drawing/2014/main" id="{480C1F8B-6AC1-4B74-BB2A-9D039B8B0DF8}"/>
                </a:ext>
              </a:extLst>
            </p:cNvPr>
            <p:cNvSpPr/>
            <p:nvPr/>
          </p:nvSpPr>
          <p:spPr>
            <a:xfrm>
              <a:off x="8235695" y="51663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6" name="object 272">
              <a:extLst>
                <a:ext uri="{FF2B5EF4-FFF2-40B4-BE49-F238E27FC236}">
                  <a16:creationId xmlns:a16="http://schemas.microsoft.com/office/drawing/2014/main" id="{E5E2D8D1-C1C5-4F19-A98E-31F25258EF1C}"/>
                </a:ext>
              </a:extLst>
            </p:cNvPr>
            <p:cNvSpPr/>
            <p:nvPr/>
          </p:nvSpPr>
          <p:spPr>
            <a:xfrm>
              <a:off x="8235695" y="52517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77" name="object 273">
              <a:extLst>
                <a:ext uri="{FF2B5EF4-FFF2-40B4-BE49-F238E27FC236}">
                  <a16:creationId xmlns:a16="http://schemas.microsoft.com/office/drawing/2014/main" id="{C0B53973-9942-466E-B946-2A0118E84054}"/>
                </a:ext>
              </a:extLst>
            </p:cNvPr>
            <p:cNvSpPr/>
            <p:nvPr/>
          </p:nvSpPr>
          <p:spPr>
            <a:xfrm>
              <a:off x="8235695" y="52517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78" name="object 274">
              <a:extLst>
                <a:ext uri="{FF2B5EF4-FFF2-40B4-BE49-F238E27FC236}">
                  <a16:creationId xmlns:a16="http://schemas.microsoft.com/office/drawing/2014/main" id="{ADB7A0B8-85FA-4AE0-AE86-03518A2CDFF0}"/>
                </a:ext>
              </a:extLst>
            </p:cNvPr>
            <p:cNvSpPr/>
            <p:nvPr/>
          </p:nvSpPr>
          <p:spPr>
            <a:xfrm>
              <a:off x="8235695" y="53370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79" name="object 275">
              <a:extLst>
                <a:ext uri="{FF2B5EF4-FFF2-40B4-BE49-F238E27FC236}">
                  <a16:creationId xmlns:a16="http://schemas.microsoft.com/office/drawing/2014/main" id="{82E48A80-4B27-4EC4-87A9-03A01E98D7A8}"/>
                </a:ext>
              </a:extLst>
            </p:cNvPr>
            <p:cNvSpPr/>
            <p:nvPr/>
          </p:nvSpPr>
          <p:spPr>
            <a:xfrm>
              <a:off x="8235695" y="53370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80" name="object 276">
              <a:extLst>
                <a:ext uri="{FF2B5EF4-FFF2-40B4-BE49-F238E27FC236}">
                  <a16:creationId xmlns:a16="http://schemas.microsoft.com/office/drawing/2014/main" id="{C10E648D-CB88-4F36-A858-54E32A1AE04C}"/>
                </a:ext>
              </a:extLst>
            </p:cNvPr>
            <p:cNvSpPr/>
            <p:nvPr/>
          </p:nvSpPr>
          <p:spPr>
            <a:xfrm>
              <a:off x="8235695" y="542239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81" name="object 277">
              <a:extLst>
                <a:ext uri="{FF2B5EF4-FFF2-40B4-BE49-F238E27FC236}">
                  <a16:creationId xmlns:a16="http://schemas.microsoft.com/office/drawing/2014/main" id="{7A06C557-CB56-43AF-83B9-9BC4A5519598}"/>
                </a:ext>
              </a:extLst>
            </p:cNvPr>
            <p:cNvSpPr/>
            <p:nvPr/>
          </p:nvSpPr>
          <p:spPr>
            <a:xfrm>
              <a:off x="8235695" y="54223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2" name="object 278">
              <a:extLst>
                <a:ext uri="{FF2B5EF4-FFF2-40B4-BE49-F238E27FC236}">
                  <a16:creationId xmlns:a16="http://schemas.microsoft.com/office/drawing/2014/main" id="{49050A66-5A91-446C-AFC7-1B63BDA5E7BC}"/>
                </a:ext>
              </a:extLst>
            </p:cNvPr>
            <p:cNvSpPr/>
            <p:nvPr/>
          </p:nvSpPr>
          <p:spPr>
            <a:xfrm>
              <a:off x="7869935" y="51663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83" name="object 279">
              <a:extLst>
                <a:ext uri="{FF2B5EF4-FFF2-40B4-BE49-F238E27FC236}">
                  <a16:creationId xmlns:a16="http://schemas.microsoft.com/office/drawing/2014/main" id="{A54A57BF-5A9D-4015-AEE2-9B24B1624182}"/>
                </a:ext>
              </a:extLst>
            </p:cNvPr>
            <p:cNvSpPr/>
            <p:nvPr/>
          </p:nvSpPr>
          <p:spPr>
            <a:xfrm>
              <a:off x="7869935" y="51663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4" name="object 280">
              <a:extLst>
                <a:ext uri="{FF2B5EF4-FFF2-40B4-BE49-F238E27FC236}">
                  <a16:creationId xmlns:a16="http://schemas.microsoft.com/office/drawing/2014/main" id="{DAF075C2-75E2-44E5-83F8-FB64797636F5}"/>
                </a:ext>
              </a:extLst>
            </p:cNvPr>
            <p:cNvSpPr/>
            <p:nvPr/>
          </p:nvSpPr>
          <p:spPr>
            <a:xfrm>
              <a:off x="7962899" y="51663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85" name="object 281">
              <a:extLst>
                <a:ext uri="{FF2B5EF4-FFF2-40B4-BE49-F238E27FC236}">
                  <a16:creationId xmlns:a16="http://schemas.microsoft.com/office/drawing/2014/main" id="{53DDC25B-34DE-4B31-8C1A-52B559CBD0C6}"/>
                </a:ext>
              </a:extLst>
            </p:cNvPr>
            <p:cNvSpPr/>
            <p:nvPr/>
          </p:nvSpPr>
          <p:spPr>
            <a:xfrm>
              <a:off x="7962899"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6" name="object 282">
              <a:extLst>
                <a:ext uri="{FF2B5EF4-FFF2-40B4-BE49-F238E27FC236}">
                  <a16:creationId xmlns:a16="http://schemas.microsoft.com/office/drawing/2014/main" id="{63CB8ADF-CE03-41BC-B355-56E114BE527A}"/>
                </a:ext>
              </a:extLst>
            </p:cNvPr>
            <p:cNvSpPr/>
            <p:nvPr/>
          </p:nvSpPr>
          <p:spPr>
            <a:xfrm>
              <a:off x="8054339" y="51663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87" name="object 283">
              <a:extLst>
                <a:ext uri="{FF2B5EF4-FFF2-40B4-BE49-F238E27FC236}">
                  <a16:creationId xmlns:a16="http://schemas.microsoft.com/office/drawing/2014/main" id="{B508C2B1-BADA-468A-89A3-4C1C5A4F2C6B}"/>
                </a:ext>
              </a:extLst>
            </p:cNvPr>
            <p:cNvSpPr/>
            <p:nvPr/>
          </p:nvSpPr>
          <p:spPr>
            <a:xfrm>
              <a:off x="8054339"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88" name="object 284">
              <a:extLst>
                <a:ext uri="{FF2B5EF4-FFF2-40B4-BE49-F238E27FC236}">
                  <a16:creationId xmlns:a16="http://schemas.microsoft.com/office/drawing/2014/main" id="{4EC33404-82F5-4CAA-A20D-3908FBDD471E}"/>
                </a:ext>
              </a:extLst>
            </p:cNvPr>
            <p:cNvSpPr/>
            <p:nvPr/>
          </p:nvSpPr>
          <p:spPr>
            <a:xfrm>
              <a:off x="7869935" y="52517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289" name="object 285">
              <a:extLst>
                <a:ext uri="{FF2B5EF4-FFF2-40B4-BE49-F238E27FC236}">
                  <a16:creationId xmlns:a16="http://schemas.microsoft.com/office/drawing/2014/main" id="{18C950F0-CACE-442D-83E8-EAEFE501DF57}"/>
                </a:ext>
              </a:extLst>
            </p:cNvPr>
            <p:cNvSpPr/>
            <p:nvPr/>
          </p:nvSpPr>
          <p:spPr>
            <a:xfrm>
              <a:off x="7869935" y="52517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0" name="object 286">
              <a:extLst>
                <a:ext uri="{FF2B5EF4-FFF2-40B4-BE49-F238E27FC236}">
                  <a16:creationId xmlns:a16="http://schemas.microsoft.com/office/drawing/2014/main" id="{C73894D1-04C6-408D-BBB9-BD1776C8B61C}"/>
                </a:ext>
              </a:extLst>
            </p:cNvPr>
            <p:cNvSpPr/>
            <p:nvPr/>
          </p:nvSpPr>
          <p:spPr>
            <a:xfrm>
              <a:off x="7962899" y="52517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91" name="object 287">
              <a:extLst>
                <a:ext uri="{FF2B5EF4-FFF2-40B4-BE49-F238E27FC236}">
                  <a16:creationId xmlns:a16="http://schemas.microsoft.com/office/drawing/2014/main" id="{E81CF4A7-A621-49E0-88A4-36155E550786}"/>
                </a:ext>
              </a:extLst>
            </p:cNvPr>
            <p:cNvSpPr/>
            <p:nvPr/>
          </p:nvSpPr>
          <p:spPr>
            <a:xfrm>
              <a:off x="7962899"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2" name="object 288">
              <a:extLst>
                <a:ext uri="{FF2B5EF4-FFF2-40B4-BE49-F238E27FC236}">
                  <a16:creationId xmlns:a16="http://schemas.microsoft.com/office/drawing/2014/main" id="{294F1B38-A24C-4C1D-BDCF-34A21E519E86}"/>
                </a:ext>
              </a:extLst>
            </p:cNvPr>
            <p:cNvSpPr/>
            <p:nvPr/>
          </p:nvSpPr>
          <p:spPr>
            <a:xfrm>
              <a:off x="8054339" y="52517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293" name="object 289">
              <a:extLst>
                <a:ext uri="{FF2B5EF4-FFF2-40B4-BE49-F238E27FC236}">
                  <a16:creationId xmlns:a16="http://schemas.microsoft.com/office/drawing/2014/main" id="{88AC32F7-4AD4-4110-A102-730AED248001}"/>
                </a:ext>
              </a:extLst>
            </p:cNvPr>
            <p:cNvSpPr/>
            <p:nvPr/>
          </p:nvSpPr>
          <p:spPr>
            <a:xfrm>
              <a:off x="8054339"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294" name="object 290">
              <a:extLst>
                <a:ext uri="{FF2B5EF4-FFF2-40B4-BE49-F238E27FC236}">
                  <a16:creationId xmlns:a16="http://schemas.microsoft.com/office/drawing/2014/main" id="{28726058-CF4A-438F-9C2D-32393F61D77F}"/>
                </a:ext>
              </a:extLst>
            </p:cNvPr>
            <p:cNvSpPr/>
            <p:nvPr/>
          </p:nvSpPr>
          <p:spPr>
            <a:xfrm>
              <a:off x="7869935" y="53370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295" name="object 291">
              <a:extLst>
                <a:ext uri="{FF2B5EF4-FFF2-40B4-BE49-F238E27FC236}">
                  <a16:creationId xmlns:a16="http://schemas.microsoft.com/office/drawing/2014/main" id="{9338402D-057F-4866-AB69-CBEC69997E4C}"/>
                </a:ext>
              </a:extLst>
            </p:cNvPr>
            <p:cNvSpPr/>
            <p:nvPr/>
          </p:nvSpPr>
          <p:spPr>
            <a:xfrm>
              <a:off x="7869935" y="53370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96" name="object 292">
              <a:extLst>
                <a:ext uri="{FF2B5EF4-FFF2-40B4-BE49-F238E27FC236}">
                  <a16:creationId xmlns:a16="http://schemas.microsoft.com/office/drawing/2014/main" id="{1EE8C340-2399-49E1-ABF0-AC755A28DB4C}"/>
                </a:ext>
              </a:extLst>
            </p:cNvPr>
            <p:cNvSpPr/>
            <p:nvPr/>
          </p:nvSpPr>
          <p:spPr>
            <a:xfrm>
              <a:off x="7962899" y="53370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97" name="object 293">
              <a:extLst>
                <a:ext uri="{FF2B5EF4-FFF2-40B4-BE49-F238E27FC236}">
                  <a16:creationId xmlns:a16="http://schemas.microsoft.com/office/drawing/2014/main" id="{C8A34B3C-0970-4BF4-B94E-48325045A01E}"/>
                </a:ext>
              </a:extLst>
            </p:cNvPr>
            <p:cNvSpPr/>
            <p:nvPr/>
          </p:nvSpPr>
          <p:spPr>
            <a:xfrm>
              <a:off x="7962899"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298" name="object 294">
              <a:extLst>
                <a:ext uri="{FF2B5EF4-FFF2-40B4-BE49-F238E27FC236}">
                  <a16:creationId xmlns:a16="http://schemas.microsoft.com/office/drawing/2014/main" id="{B6355D9B-EBE6-4BD1-BC87-F1990D9FC2B4}"/>
                </a:ext>
              </a:extLst>
            </p:cNvPr>
            <p:cNvSpPr/>
            <p:nvPr/>
          </p:nvSpPr>
          <p:spPr>
            <a:xfrm>
              <a:off x="8054339" y="53370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299" name="object 295">
              <a:extLst>
                <a:ext uri="{FF2B5EF4-FFF2-40B4-BE49-F238E27FC236}">
                  <a16:creationId xmlns:a16="http://schemas.microsoft.com/office/drawing/2014/main" id="{5D2EC191-EB80-4627-AE70-14B34BC68600}"/>
                </a:ext>
              </a:extLst>
            </p:cNvPr>
            <p:cNvSpPr/>
            <p:nvPr/>
          </p:nvSpPr>
          <p:spPr>
            <a:xfrm>
              <a:off x="8054339"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00" name="object 296">
              <a:extLst>
                <a:ext uri="{FF2B5EF4-FFF2-40B4-BE49-F238E27FC236}">
                  <a16:creationId xmlns:a16="http://schemas.microsoft.com/office/drawing/2014/main" id="{D26B6B14-62C6-446D-85BE-4279398ED872}"/>
                </a:ext>
              </a:extLst>
            </p:cNvPr>
            <p:cNvSpPr/>
            <p:nvPr/>
          </p:nvSpPr>
          <p:spPr>
            <a:xfrm>
              <a:off x="7869935" y="542239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301" name="object 297">
              <a:extLst>
                <a:ext uri="{FF2B5EF4-FFF2-40B4-BE49-F238E27FC236}">
                  <a16:creationId xmlns:a16="http://schemas.microsoft.com/office/drawing/2014/main" id="{5821E6C9-9227-46F0-8424-A9CEDAB4A498}"/>
                </a:ext>
              </a:extLst>
            </p:cNvPr>
            <p:cNvSpPr/>
            <p:nvPr/>
          </p:nvSpPr>
          <p:spPr>
            <a:xfrm>
              <a:off x="7869935" y="54223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2" name="object 298">
              <a:extLst>
                <a:ext uri="{FF2B5EF4-FFF2-40B4-BE49-F238E27FC236}">
                  <a16:creationId xmlns:a16="http://schemas.microsoft.com/office/drawing/2014/main" id="{603777D0-03CB-4ABE-9B46-5BBA5CC453D2}"/>
                </a:ext>
              </a:extLst>
            </p:cNvPr>
            <p:cNvSpPr/>
            <p:nvPr/>
          </p:nvSpPr>
          <p:spPr>
            <a:xfrm>
              <a:off x="7962899" y="542239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03" name="object 299">
              <a:extLst>
                <a:ext uri="{FF2B5EF4-FFF2-40B4-BE49-F238E27FC236}">
                  <a16:creationId xmlns:a16="http://schemas.microsoft.com/office/drawing/2014/main" id="{68737C61-7553-439D-8201-F6385903144A}"/>
                </a:ext>
              </a:extLst>
            </p:cNvPr>
            <p:cNvSpPr/>
            <p:nvPr/>
          </p:nvSpPr>
          <p:spPr>
            <a:xfrm>
              <a:off x="7962899"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4" name="object 300">
              <a:extLst>
                <a:ext uri="{FF2B5EF4-FFF2-40B4-BE49-F238E27FC236}">
                  <a16:creationId xmlns:a16="http://schemas.microsoft.com/office/drawing/2014/main" id="{DC7CB0DC-037D-4324-A73C-D0BF00E34AD5}"/>
                </a:ext>
              </a:extLst>
            </p:cNvPr>
            <p:cNvSpPr/>
            <p:nvPr/>
          </p:nvSpPr>
          <p:spPr>
            <a:xfrm>
              <a:off x="8054339" y="542239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05" name="object 301">
              <a:extLst>
                <a:ext uri="{FF2B5EF4-FFF2-40B4-BE49-F238E27FC236}">
                  <a16:creationId xmlns:a16="http://schemas.microsoft.com/office/drawing/2014/main" id="{79A17843-524F-4640-A6DC-3D445E89724C}"/>
                </a:ext>
              </a:extLst>
            </p:cNvPr>
            <p:cNvSpPr/>
            <p:nvPr/>
          </p:nvSpPr>
          <p:spPr>
            <a:xfrm>
              <a:off x="8054339"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6" name="object 302">
              <a:extLst>
                <a:ext uri="{FF2B5EF4-FFF2-40B4-BE49-F238E27FC236}">
                  <a16:creationId xmlns:a16="http://schemas.microsoft.com/office/drawing/2014/main" id="{BF180601-9DBE-43F3-86AB-7A7E0CBCFC65}"/>
                </a:ext>
              </a:extLst>
            </p:cNvPr>
            <p:cNvSpPr/>
            <p:nvPr/>
          </p:nvSpPr>
          <p:spPr>
            <a:xfrm>
              <a:off x="8145779" y="516635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307" name="object 303">
              <a:extLst>
                <a:ext uri="{FF2B5EF4-FFF2-40B4-BE49-F238E27FC236}">
                  <a16:creationId xmlns:a16="http://schemas.microsoft.com/office/drawing/2014/main" id="{77ADF495-7DEC-4CB6-A728-72E7250B1BF3}"/>
                </a:ext>
              </a:extLst>
            </p:cNvPr>
            <p:cNvSpPr/>
            <p:nvPr/>
          </p:nvSpPr>
          <p:spPr>
            <a:xfrm>
              <a:off x="8145779" y="516635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08" name="object 304">
              <a:extLst>
                <a:ext uri="{FF2B5EF4-FFF2-40B4-BE49-F238E27FC236}">
                  <a16:creationId xmlns:a16="http://schemas.microsoft.com/office/drawing/2014/main" id="{6BC34C1B-E052-4497-B86C-0E9BBE8F894C}"/>
                </a:ext>
              </a:extLst>
            </p:cNvPr>
            <p:cNvSpPr/>
            <p:nvPr/>
          </p:nvSpPr>
          <p:spPr>
            <a:xfrm>
              <a:off x="8145779" y="525170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309" name="object 305">
              <a:extLst>
                <a:ext uri="{FF2B5EF4-FFF2-40B4-BE49-F238E27FC236}">
                  <a16:creationId xmlns:a16="http://schemas.microsoft.com/office/drawing/2014/main" id="{6D1E0BF0-4673-41A5-B1E8-21E00DD115E2}"/>
                </a:ext>
              </a:extLst>
            </p:cNvPr>
            <p:cNvSpPr/>
            <p:nvPr/>
          </p:nvSpPr>
          <p:spPr>
            <a:xfrm>
              <a:off x="8145779" y="525170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0" name="object 306">
              <a:extLst>
                <a:ext uri="{FF2B5EF4-FFF2-40B4-BE49-F238E27FC236}">
                  <a16:creationId xmlns:a16="http://schemas.microsoft.com/office/drawing/2014/main" id="{062F66CB-827B-4349-A4DA-FF8A76D90E98}"/>
                </a:ext>
              </a:extLst>
            </p:cNvPr>
            <p:cNvSpPr/>
            <p:nvPr/>
          </p:nvSpPr>
          <p:spPr>
            <a:xfrm>
              <a:off x="8145779" y="533704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FFFD96"/>
            </a:solidFill>
          </p:spPr>
          <p:txBody>
            <a:bodyPr wrap="square" lIns="0" tIns="0" rIns="0" bIns="0" rtlCol="0"/>
            <a:lstStyle/>
            <a:p>
              <a:endParaRPr sz="2000"/>
            </a:p>
          </p:txBody>
        </p:sp>
        <p:sp>
          <p:nvSpPr>
            <p:cNvPr id="311" name="object 307">
              <a:extLst>
                <a:ext uri="{FF2B5EF4-FFF2-40B4-BE49-F238E27FC236}">
                  <a16:creationId xmlns:a16="http://schemas.microsoft.com/office/drawing/2014/main" id="{EEDB28B1-D5C5-48D8-BC70-16B8C3CF8021}"/>
                </a:ext>
              </a:extLst>
            </p:cNvPr>
            <p:cNvSpPr/>
            <p:nvPr/>
          </p:nvSpPr>
          <p:spPr>
            <a:xfrm>
              <a:off x="8145779" y="533704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12" name="object 308">
              <a:extLst>
                <a:ext uri="{FF2B5EF4-FFF2-40B4-BE49-F238E27FC236}">
                  <a16:creationId xmlns:a16="http://schemas.microsoft.com/office/drawing/2014/main" id="{BD10D340-9AFF-47F9-A053-7A816D0BEA58}"/>
                </a:ext>
              </a:extLst>
            </p:cNvPr>
            <p:cNvSpPr/>
            <p:nvPr/>
          </p:nvSpPr>
          <p:spPr>
            <a:xfrm>
              <a:off x="8145779" y="542239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FFFD96"/>
            </a:solidFill>
          </p:spPr>
          <p:txBody>
            <a:bodyPr wrap="square" lIns="0" tIns="0" rIns="0" bIns="0" rtlCol="0"/>
            <a:lstStyle/>
            <a:p>
              <a:endParaRPr sz="2000"/>
            </a:p>
          </p:txBody>
        </p:sp>
        <p:sp>
          <p:nvSpPr>
            <p:cNvPr id="313" name="object 309">
              <a:extLst>
                <a:ext uri="{FF2B5EF4-FFF2-40B4-BE49-F238E27FC236}">
                  <a16:creationId xmlns:a16="http://schemas.microsoft.com/office/drawing/2014/main" id="{33D0583C-B525-4BFD-8A5D-421DD9176A7E}"/>
                </a:ext>
              </a:extLst>
            </p:cNvPr>
            <p:cNvSpPr/>
            <p:nvPr/>
          </p:nvSpPr>
          <p:spPr>
            <a:xfrm>
              <a:off x="8145779" y="542239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4" name="object 310">
              <a:extLst>
                <a:ext uri="{FF2B5EF4-FFF2-40B4-BE49-F238E27FC236}">
                  <a16:creationId xmlns:a16="http://schemas.microsoft.com/office/drawing/2014/main" id="{85BB5247-361E-495F-BB9E-CA8C3F509840}"/>
                </a:ext>
              </a:extLst>
            </p:cNvPr>
            <p:cNvSpPr/>
            <p:nvPr/>
          </p:nvSpPr>
          <p:spPr>
            <a:xfrm>
              <a:off x="8510015" y="516635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15" name="object 311">
              <a:extLst>
                <a:ext uri="{FF2B5EF4-FFF2-40B4-BE49-F238E27FC236}">
                  <a16:creationId xmlns:a16="http://schemas.microsoft.com/office/drawing/2014/main" id="{6542299E-F5C1-4A2C-84F3-176C3CDC0FCC}"/>
                </a:ext>
              </a:extLst>
            </p:cNvPr>
            <p:cNvSpPr/>
            <p:nvPr/>
          </p:nvSpPr>
          <p:spPr>
            <a:xfrm>
              <a:off x="8510015"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6" name="object 312">
              <a:extLst>
                <a:ext uri="{FF2B5EF4-FFF2-40B4-BE49-F238E27FC236}">
                  <a16:creationId xmlns:a16="http://schemas.microsoft.com/office/drawing/2014/main" id="{E7CD13AF-F589-4DEC-8960-9D337A3AEF4E}"/>
                </a:ext>
              </a:extLst>
            </p:cNvPr>
            <p:cNvSpPr/>
            <p:nvPr/>
          </p:nvSpPr>
          <p:spPr>
            <a:xfrm>
              <a:off x="8510015" y="525170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17" name="object 313">
              <a:extLst>
                <a:ext uri="{FF2B5EF4-FFF2-40B4-BE49-F238E27FC236}">
                  <a16:creationId xmlns:a16="http://schemas.microsoft.com/office/drawing/2014/main" id="{9C7ADF94-321B-4416-A466-643C63251B93}"/>
                </a:ext>
              </a:extLst>
            </p:cNvPr>
            <p:cNvSpPr/>
            <p:nvPr/>
          </p:nvSpPr>
          <p:spPr>
            <a:xfrm>
              <a:off x="8510015"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18" name="object 314">
              <a:extLst>
                <a:ext uri="{FF2B5EF4-FFF2-40B4-BE49-F238E27FC236}">
                  <a16:creationId xmlns:a16="http://schemas.microsoft.com/office/drawing/2014/main" id="{3E5E2535-F568-4BCE-89DD-E305B6B6754A}"/>
                </a:ext>
              </a:extLst>
            </p:cNvPr>
            <p:cNvSpPr/>
            <p:nvPr/>
          </p:nvSpPr>
          <p:spPr>
            <a:xfrm>
              <a:off x="8510015" y="533704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FFFD96"/>
            </a:solidFill>
          </p:spPr>
          <p:txBody>
            <a:bodyPr wrap="square" lIns="0" tIns="0" rIns="0" bIns="0" rtlCol="0"/>
            <a:lstStyle/>
            <a:p>
              <a:endParaRPr sz="2000"/>
            </a:p>
          </p:txBody>
        </p:sp>
        <p:sp>
          <p:nvSpPr>
            <p:cNvPr id="319" name="object 315">
              <a:extLst>
                <a:ext uri="{FF2B5EF4-FFF2-40B4-BE49-F238E27FC236}">
                  <a16:creationId xmlns:a16="http://schemas.microsoft.com/office/drawing/2014/main" id="{8503DF7F-2637-46DF-8880-7EBD636B290E}"/>
                </a:ext>
              </a:extLst>
            </p:cNvPr>
            <p:cNvSpPr/>
            <p:nvPr/>
          </p:nvSpPr>
          <p:spPr>
            <a:xfrm>
              <a:off x="8510015"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20" name="object 316">
              <a:extLst>
                <a:ext uri="{FF2B5EF4-FFF2-40B4-BE49-F238E27FC236}">
                  <a16:creationId xmlns:a16="http://schemas.microsoft.com/office/drawing/2014/main" id="{04AA65BB-58BD-4EE1-9CD4-AF4FBDE4868B}"/>
                </a:ext>
              </a:extLst>
            </p:cNvPr>
            <p:cNvSpPr/>
            <p:nvPr/>
          </p:nvSpPr>
          <p:spPr>
            <a:xfrm>
              <a:off x="8510015" y="542239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FFFD96"/>
            </a:solidFill>
          </p:spPr>
          <p:txBody>
            <a:bodyPr wrap="square" lIns="0" tIns="0" rIns="0" bIns="0" rtlCol="0"/>
            <a:lstStyle/>
            <a:p>
              <a:endParaRPr sz="2000"/>
            </a:p>
          </p:txBody>
        </p:sp>
        <p:sp>
          <p:nvSpPr>
            <p:cNvPr id="321" name="object 317">
              <a:extLst>
                <a:ext uri="{FF2B5EF4-FFF2-40B4-BE49-F238E27FC236}">
                  <a16:creationId xmlns:a16="http://schemas.microsoft.com/office/drawing/2014/main" id="{DC01088D-872C-4E3A-AA9B-22E380825DBF}"/>
                </a:ext>
              </a:extLst>
            </p:cNvPr>
            <p:cNvSpPr/>
            <p:nvPr/>
          </p:nvSpPr>
          <p:spPr>
            <a:xfrm>
              <a:off x="8510015"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2" name="object 318">
              <a:extLst>
                <a:ext uri="{FF2B5EF4-FFF2-40B4-BE49-F238E27FC236}">
                  <a16:creationId xmlns:a16="http://schemas.microsoft.com/office/drawing/2014/main" id="{B792A5C5-FF84-4AE0-9135-345B457736B1}"/>
                </a:ext>
              </a:extLst>
            </p:cNvPr>
            <p:cNvSpPr/>
            <p:nvPr/>
          </p:nvSpPr>
          <p:spPr>
            <a:xfrm>
              <a:off x="8328659" y="5166359"/>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323" name="object 319">
              <a:extLst>
                <a:ext uri="{FF2B5EF4-FFF2-40B4-BE49-F238E27FC236}">
                  <a16:creationId xmlns:a16="http://schemas.microsoft.com/office/drawing/2014/main" id="{8CBB4F6E-0E35-447A-822A-55C1F5A892DD}"/>
                </a:ext>
              </a:extLst>
            </p:cNvPr>
            <p:cNvSpPr/>
            <p:nvPr/>
          </p:nvSpPr>
          <p:spPr>
            <a:xfrm>
              <a:off x="8328659"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4" name="object 320">
              <a:extLst>
                <a:ext uri="{FF2B5EF4-FFF2-40B4-BE49-F238E27FC236}">
                  <a16:creationId xmlns:a16="http://schemas.microsoft.com/office/drawing/2014/main" id="{1EA2A873-F80A-4BB2-90AC-B67F30DE885A}"/>
                </a:ext>
              </a:extLst>
            </p:cNvPr>
            <p:cNvSpPr/>
            <p:nvPr/>
          </p:nvSpPr>
          <p:spPr>
            <a:xfrm>
              <a:off x="8328659" y="5251702"/>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325" name="object 321">
              <a:extLst>
                <a:ext uri="{FF2B5EF4-FFF2-40B4-BE49-F238E27FC236}">
                  <a16:creationId xmlns:a16="http://schemas.microsoft.com/office/drawing/2014/main" id="{A8A21F73-0CBF-45F9-A4CE-5607CF23FE6A}"/>
                </a:ext>
              </a:extLst>
            </p:cNvPr>
            <p:cNvSpPr/>
            <p:nvPr/>
          </p:nvSpPr>
          <p:spPr>
            <a:xfrm>
              <a:off x="8328659"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26" name="object 322">
              <a:extLst>
                <a:ext uri="{FF2B5EF4-FFF2-40B4-BE49-F238E27FC236}">
                  <a16:creationId xmlns:a16="http://schemas.microsoft.com/office/drawing/2014/main" id="{839D9CC0-1346-416F-BF83-709E1ABF0BEC}"/>
                </a:ext>
              </a:extLst>
            </p:cNvPr>
            <p:cNvSpPr/>
            <p:nvPr/>
          </p:nvSpPr>
          <p:spPr>
            <a:xfrm>
              <a:off x="8328659" y="5337046"/>
              <a:ext cx="73660" cy="85725"/>
            </a:xfrm>
            <a:custGeom>
              <a:avLst/>
              <a:gdLst/>
              <a:ahLst/>
              <a:cxnLst/>
              <a:rect l="l" t="t" r="r" b="b"/>
              <a:pathLst>
                <a:path w="73659" h="85725">
                  <a:moveTo>
                    <a:pt x="0" y="85347"/>
                  </a:moveTo>
                  <a:lnTo>
                    <a:pt x="73152" y="85347"/>
                  </a:lnTo>
                  <a:lnTo>
                    <a:pt x="73152" y="0"/>
                  </a:lnTo>
                  <a:lnTo>
                    <a:pt x="0" y="0"/>
                  </a:lnTo>
                  <a:lnTo>
                    <a:pt x="0" y="85347"/>
                  </a:lnTo>
                  <a:close/>
                </a:path>
              </a:pathLst>
            </a:custGeom>
            <a:solidFill>
              <a:srgbClr val="FFFD96"/>
            </a:solidFill>
          </p:spPr>
          <p:txBody>
            <a:bodyPr wrap="square" lIns="0" tIns="0" rIns="0" bIns="0" rtlCol="0"/>
            <a:lstStyle/>
            <a:p>
              <a:endParaRPr sz="2000"/>
            </a:p>
          </p:txBody>
        </p:sp>
        <p:sp>
          <p:nvSpPr>
            <p:cNvPr id="327" name="object 323">
              <a:extLst>
                <a:ext uri="{FF2B5EF4-FFF2-40B4-BE49-F238E27FC236}">
                  <a16:creationId xmlns:a16="http://schemas.microsoft.com/office/drawing/2014/main" id="{C22852F1-D1D6-455C-8846-136F38CD31BE}"/>
                </a:ext>
              </a:extLst>
            </p:cNvPr>
            <p:cNvSpPr/>
            <p:nvPr/>
          </p:nvSpPr>
          <p:spPr>
            <a:xfrm>
              <a:off x="8328659"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28" name="object 324">
              <a:extLst>
                <a:ext uri="{FF2B5EF4-FFF2-40B4-BE49-F238E27FC236}">
                  <a16:creationId xmlns:a16="http://schemas.microsoft.com/office/drawing/2014/main" id="{75CDF772-B0D6-424F-93C6-C4F4D8A459F8}"/>
                </a:ext>
              </a:extLst>
            </p:cNvPr>
            <p:cNvSpPr/>
            <p:nvPr/>
          </p:nvSpPr>
          <p:spPr>
            <a:xfrm>
              <a:off x="8328659" y="5422394"/>
              <a:ext cx="73660" cy="85725"/>
            </a:xfrm>
            <a:custGeom>
              <a:avLst/>
              <a:gdLst/>
              <a:ahLst/>
              <a:cxnLst/>
              <a:rect l="l" t="t" r="r" b="b"/>
              <a:pathLst>
                <a:path w="73659" h="85725">
                  <a:moveTo>
                    <a:pt x="0" y="85342"/>
                  </a:moveTo>
                  <a:lnTo>
                    <a:pt x="73152" y="85342"/>
                  </a:lnTo>
                  <a:lnTo>
                    <a:pt x="73152" y="0"/>
                  </a:lnTo>
                  <a:lnTo>
                    <a:pt x="0" y="0"/>
                  </a:lnTo>
                  <a:lnTo>
                    <a:pt x="0" y="85342"/>
                  </a:lnTo>
                  <a:close/>
                </a:path>
              </a:pathLst>
            </a:custGeom>
            <a:solidFill>
              <a:srgbClr val="FFFD96"/>
            </a:solidFill>
          </p:spPr>
          <p:txBody>
            <a:bodyPr wrap="square" lIns="0" tIns="0" rIns="0" bIns="0" rtlCol="0"/>
            <a:lstStyle/>
            <a:p>
              <a:endParaRPr sz="2000"/>
            </a:p>
          </p:txBody>
        </p:sp>
        <p:sp>
          <p:nvSpPr>
            <p:cNvPr id="329" name="object 325">
              <a:extLst>
                <a:ext uri="{FF2B5EF4-FFF2-40B4-BE49-F238E27FC236}">
                  <a16:creationId xmlns:a16="http://schemas.microsoft.com/office/drawing/2014/main" id="{CA1031EA-6794-4C5E-B3E7-188FB91A8537}"/>
                </a:ext>
              </a:extLst>
            </p:cNvPr>
            <p:cNvSpPr/>
            <p:nvPr/>
          </p:nvSpPr>
          <p:spPr>
            <a:xfrm>
              <a:off x="8328659"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0" name="object 326">
              <a:extLst>
                <a:ext uri="{FF2B5EF4-FFF2-40B4-BE49-F238E27FC236}">
                  <a16:creationId xmlns:a16="http://schemas.microsoft.com/office/drawing/2014/main" id="{6A55928B-D5E1-49D5-99BD-73F4BA7E2A1A}"/>
                </a:ext>
              </a:extLst>
            </p:cNvPr>
            <p:cNvSpPr/>
            <p:nvPr/>
          </p:nvSpPr>
          <p:spPr>
            <a:xfrm>
              <a:off x="8453119" y="5166359"/>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331" name="object 327">
              <a:extLst>
                <a:ext uri="{FF2B5EF4-FFF2-40B4-BE49-F238E27FC236}">
                  <a16:creationId xmlns:a16="http://schemas.microsoft.com/office/drawing/2014/main" id="{3BC22929-03E6-4C8D-87DD-8865865A79E9}"/>
                </a:ext>
              </a:extLst>
            </p:cNvPr>
            <p:cNvSpPr/>
            <p:nvPr/>
          </p:nvSpPr>
          <p:spPr>
            <a:xfrm>
              <a:off x="8420099" y="516635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2" name="object 328">
              <a:extLst>
                <a:ext uri="{FF2B5EF4-FFF2-40B4-BE49-F238E27FC236}">
                  <a16:creationId xmlns:a16="http://schemas.microsoft.com/office/drawing/2014/main" id="{E251BE66-2EA8-45EC-8BAF-1BD894495C63}"/>
                </a:ext>
              </a:extLst>
            </p:cNvPr>
            <p:cNvSpPr/>
            <p:nvPr/>
          </p:nvSpPr>
          <p:spPr>
            <a:xfrm>
              <a:off x="8453119" y="5251702"/>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333" name="object 329">
              <a:extLst>
                <a:ext uri="{FF2B5EF4-FFF2-40B4-BE49-F238E27FC236}">
                  <a16:creationId xmlns:a16="http://schemas.microsoft.com/office/drawing/2014/main" id="{5FF11918-86BB-4E6E-9A69-BF8875AB887F}"/>
                </a:ext>
              </a:extLst>
            </p:cNvPr>
            <p:cNvSpPr/>
            <p:nvPr/>
          </p:nvSpPr>
          <p:spPr>
            <a:xfrm>
              <a:off x="8420099" y="525170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4" name="object 330">
              <a:extLst>
                <a:ext uri="{FF2B5EF4-FFF2-40B4-BE49-F238E27FC236}">
                  <a16:creationId xmlns:a16="http://schemas.microsoft.com/office/drawing/2014/main" id="{B497BB56-81E9-4877-87D6-8890746998F2}"/>
                </a:ext>
              </a:extLst>
            </p:cNvPr>
            <p:cNvSpPr/>
            <p:nvPr/>
          </p:nvSpPr>
          <p:spPr>
            <a:xfrm>
              <a:off x="8453119" y="5337046"/>
              <a:ext cx="58419" cy="85725"/>
            </a:xfrm>
            <a:custGeom>
              <a:avLst/>
              <a:gdLst/>
              <a:ahLst/>
              <a:cxnLst/>
              <a:rect l="l" t="t" r="r" b="b"/>
              <a:pathLst>
                <a:path w="58420" h="85725">
                  <a:moveTo>
                    <a:pt x="0" y="85347"/>
                  </a:moveTo>
                  <a:lnTo>
                    <a:pt x="58420" y="85347"/>
                  </a:lnTo>
                  <a:lnTo>
                    <a:pt x="58420" y="0"/>
                  </a:lnTo>
                  <a:lnTo>
                    <a:pt x="0" y="0"/>
                  </a:lnTo>
                  <a:lnTo>
                    <a:pt x="0" y="85347"/>
                  </a:lnTo>
                  <a:close/>
                </a:path>
              </a:pathLst>
            </a:custGeom>
            <a:solidFill>
              <a:srgbClr val="FFFD96"/>
            </a:solidFill>
          </p:spPr>
          <p:txBody>
            <a:bodyPr wrap="square" lIns="0" tIns="0" rIns="0" bIns="0" rtlCol="0"/>
            <a:lstStyle/>
            <a:p>
              <a:endParaRPr sz="2000"/>
            </a:p>
          </p:txBody>
        </p:sp>
        <p:sp>
          <p:nvSpPr>
            <p:cNvPr id="335" name="object 331">
              <a:extLst>
                <a:ext uri="{FF2B5EF4-FFF2-40B4-BE49-F238E27FC236}">
                  <a16:creationId xmlns:a16="http://schemas.microsoft.com/office/drawing/2014/main" id="{2843DDE2-7F2D-400C-8CED-09A4DCD0A98B}"/>
                </a:ext>
              </a:extLst>
            </p:cNvPr>
            <p:cNvSpPr/>
            <p:nvPr/>
          </p:nvSpPr>
          <p:spPr>
            <a:xfrm>
              <a:off x="8420099" y="533704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36" name="object 332">
              <a:extLst>
                <a:ext uri="{FF2B5EF4-FFF2-40B4-BE49-F238E27FC236}">
                  <a16:creationId xmlns:a16="http://schemas.microsoft.com/office/drawing/2014/main" id="{40EEC871-8331-4653-82D2-A6E3AD896040}"/>
                </a:ext>
              </a:extLst>
            </p:cNvPr>
            <p:cNvSpPr/>
            <p:nvPr/>
          </p:nvSpPr>
          <p:spPr>
            <a:xfrm>
              <a:off x="8453119" y="5422394"/>
              <a:ext cx="58419" cy="85725"/>
            </a:xfrm>
            <a:custGeom>
              <a:avLst/>
              <a:gdLst/>
              <a:ahLst/>
              <a:cxnLst/>
              <a:rect l="l" t="t" r="r" b="b"/>
              <a:pathLst>
                <a:path w="58420" h="85725">
                  <a:moveTo>
                    <a:pt x="0" y="85342"/>
                  </a:moveTo>
                  <a:lnTo>
                    <a:pt x="58420" y="85342"/>
                  </a:lnTo>
                  <a:lnTo>
                    <a:pt x="58420" y="0"/>
                  </a:lnTo>
                  <a:lnTo>
                    <a:pt x="0" y="0"/>
                  </a:lnTo>
                  <a:lnTo>
                    <a:pt x="0" y="85342"/>
                  </a:lnTo>
                  <a:close/>
                </a:path>
              </a:pathLst>
            </a:custGeom>
            <a:solidFill>
              <a:srgbClr val="FFFD96"/>
            </a:solidFill>
          </p:spPr>
          <p:txBody>
            <a:bodyPr wrap="square" lIns="0" tIns="0" rIns="0" bIns="0" rtlCol="0"/>
            <a:lstStyle/>
            <a:p>
              <a:endParaRPr sz="2000"/>
            </a:p>
          </p:txBody>
        </p:sp>
        <p:sp>
          <p:nvSpPr>
            <p:cNvPr id="337" name="object 333">
              <a:extLst>
                <a:ext uri="{FF2B5EF4-FFF2-40B4-BE49-F238E27FC236}">
                  <a16:creationId xmlns:a16="http://schemas.microsoft.com/office/drawing/2014/main" id="{5FD22397-1185-4EA5-B851-DCFCDA3D793A}"/>
                </a:ext>
              </a:extLst>
            </p:cNvPr>
            <p:cNvSpPr/>
            <p:nvPr/>
          </p:nvSpPr>
          <p:spPr>
            <a:xfrm>
              <a:off x="8420099" y="542239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38" name="object 334">
              <a:extLst>
                <a:ext uri="{FF2B5EF4-FFF2-40B4-BE49-F238E27FC236}">
                  <a16:creationId xmlns:a16="http://schemas.microsoft.com/office/drawing/2014/main" id="{C8EA75BF-2C1C-4407-BD94-13C67227BBB1}"/>
                </a:ext>
              </a:extLst>
            </p:cNvPr>
            <p:cNvSpPr/>
            <p:nvPr/>
          </p:nvSpPr>
          <p:spPr>
            <a:xfrm>
              <a:off x="8055101" y="4696205"/>
              <a:ext cx="379095" cy="935990"/>
            </a:xfrm>
            <a:custGeom>
              <a:avLst/>
              <a:gdLst/>
              <a:ahLst/>
              <a:cxnLst/>
              <a:rect l="l" t="t" r="r" b="b"/>
              <a:pathLst>
                <a:path w="379095" h="935989">
                  <a:moveTo>
                    <a:pt x="0" y="4572"/>
                  </a:moveTo>
                  <a:lnTo>
                    <a:pt x="0" y="931928"/>
                  </a:lnTo>
                </a:path>
                <a:path w="379095" h="935989">
                  <a:moveTo>
                    <a:pt x="181356" y="4572"/>
                  </a:moveTo>
                  <a:lnTo>
                    <a:pt x="181356" y="927125"/>
                  </a:lnTo>
                </a:path>
                <a:path w="379095" h="935989">
                  <a:moveTo>
                    <a:pt x="365760" y="0"/>
                  </a:moveTo>
                  <a:lnTo>
                    <a:pt x="378968" y="935534"/>
                  </a:lnTo>
                </a:path>
              </a:pathLst>
            </a:custGeom>
            <a:ln w="38100">
              <a:solidFill>
                <a:srgbClr val="008462"/>
              </a:solidFill>
              <a:prstDash val="lgDash"/>
            </a:ln>
          </p:spPr>
          <p:txBody>
            <a:bodyPr wrap="square" lIns="0" tIns="0" rIns="0" bIns="0" rtlCol="0"/>
            <a:lstStyle/>
            <a:p>
              <a:endParaRPr sz="2000"/>
            </a:p>
          </p:txBody>
        </p:sp>
      </p:grpSp>
      <p:grpSp>
        <p:nvGrpSpPr>
          <p:cNvPr id="339" name="object 335">
            <a:extLst>
              <a:ext uri="{FF2B5EF4-FFF2-40B4-BE49-F238E27FC236}">
                <a16:creationId xmlns:a16="http://schemas.microsoft.com/office/drawing/2014/main" id="{867A12C0-06FE-4D07-9501-47B913605C52}"/>
              </a:ext>
            </a:extLst>
          </p:cNvPr>
          <p:cNvGrpSpPr/>
          <p:nvPr/>
        </p:nvGrpSpPr>
        <p:grpSpPr>
          <a:xfrm>
            <a:off x="8123222" y="5195655"/>
            <a:ext cx="219428" cy="774700"/>
            <a:chOff x="8970009" y="4823207"/>
            <a:chExt cx="197485" cy="697230"/>
          </a:xfrm>
        </p:grpSpPr>
        <p:sp>
          <p:nvSpPr>
            <p:cNvPr id="340" name="object 336">
              <a:extLst>
                <a:ext uri="{FF2B5EF4-FFF2-40B4-BE49-F238E27FC236}">
                  <a16:creationId xmlns:a16="http://schemas.microsoft.com/office/drawing/2014/main" id="{77241C00-B0F6-4862-BB51-D5C6DDC2A8E2}"/>
                </a:ext>
              </a:extLst>
            </p:cNvPr>
            <p:cNvSpPr/>
            <p:nvPr/>
          </p:nvSpPr>
          <p:spPr>
            <a:xfrm>
              <a:off x="8976359" y="482955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41" name="object 337">
              <a:extLst>
                <a:ext uri="{FF2B5EF4-FFF2-40B4-BE49-F238E27FC236}">
                  <a16:creationId xmlns:a16="http://schemas.microsoft.com/office/drawing/2014/main" id="{F963BB04-D46A-4729-8324-3E5FAF443ED9}"/>
                </a:ext>
              </a:extLst>
            </p:cNvPr>
            <p:cNvSpPr/>
            <p:nvPr/>
          </p:nvSpPr>
          <p:spPr>
            <a:xfrm>
              <a:off x="8976359" y="482955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2" name="object 338">
              <a:extLst>
                <a:ext uri="{FF2B5EF4-FFF2-40B4-BE49-F238E27FC236}">
                  <a16:creationId xmlns:a16="http://schemas.microsoft.com/office/drawing/2014/main" id="{7890215E-0B58-4FE4-8D7A-A50BF3E58948}"/>
                </a:ext>
              </a:extLst>
            </p:cNvPr>
            <p:cNvSpPr/>
            <p:nvPr/>
          </p:nvSpPr>
          <p:spPr>
            <a:xfrm>
              <a:off x="8976359" y="491489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43" name="object 339">
              <a:extLst>
                <a:ext uri="{FF2B5EF4-FFF2-40B4-BE49-F238E27FC236}">
                  <a16:creationId xmlns:a16="http://schemas.microsoft.com/office/drawing/2014/main" id="{B963D52B-297B-4A9E-8013-E80DBD19B1E3}"/>
                </a:ext>
              </a:extLst>
            </p:cNvPr>
            <p:cNvSpPr/>
            <p:nvPr/>
          </p:nvSpPr>
          <p:spPr>
            <a:xfrm>
              <a:off x="8976359" y="491489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4" name="object 340">
              <a:extLst>
                <a:ext uri="{FF2B5EF4-FFF2-40B4-BE49-F238E27FC236}">
                  <a16:creationId xmlns:a16="http://schemas.microsoft.com/office/drawing/2014/main" id="{543748BC-2D56-47DB-9A12-CC41AEA46926}"/>
                </a:ext>
              </a:extLst>
            </p:cNvPr>
            <p:cNvSpPr/>
            <p:nvPr/>
          </p:nvSpPr>
          <p:spPr>
            <a:xfrm>
              <a:off x="8976359" y="5000242"/>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45" name="object 341">
              <a:extLst>
                <a:ext uri="{FF2B5EF4-FFF2-40B4-BE49-F238E27FC236}">
                  <a16:creationId xmlns:a16="http://schemas.microsoft.com/office/drawing/2014/main" id="{4AA5B5E8-1403-4F16-AC24-88BF0E9EAC89}"/>
                </a:ext>
              </a:extLst>
            </p:cNvPr>
            <p:cNvSpPr/>
            <p:nvPr/>
          </p:nvSpPr>
          <p:spPr>
            <a:xfrm>
              <a:off x="8976359" y="5000242"/>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46" name="object 342">
              <a:extLst>
                <a:ext uri="{FF2B5EF4-FFF2-40B4-BE49-F238E27FC236}">
                  <a16:creationId xmlns:a16="http://schemas.microsoft.com/office/drawing/2014/main" id="{E15BA71A-0A19-4A33-8319-6FF04EE81478}"/>
                </a:ext>
              </a:extLst>
            </p:cNvPr>
            <p:cNvSpPr/>
            <p:nvPr/>
          </p:nvSpPr>
          <p:spPr>
            <a:xfrm>
              <a:off x="8976359" y="5085586"/>
              <a:ext cx="91440" cy="85725"/>
            </a:xfrm>
            <a:custGeom>
              <a:avLst/>
              <a:gdLst/>
              <a:ahLst/>
              <a:cxnLst/>
              <a:rect l="l" t="t" r="r" b="b"/>
              <a:pathLst>
                <a:path w="91440" h="85725">
                  <a:moveTo>
                    <a:pt x="91440" y="0"/>
                  </a:moveTo>
                  <a:lnTo>
                    <a:pt x="0" y="0"/>
                  </a:lnTo>
                  <a:lnTo>
                    <a:pt x="0" y="85347"/>
                  </a:lnTo>
                  <a:lnTo>
                    <a:pt x="91440" y="85347"/>
                  </a:lnTo>
                  <a:lnTo>
                    <a:pt x="91440" y="0"/>
                  </a:lnTo>
                  <a:close/>
                </a:path>
              </a:pathLst>
            </a:custGeom>
            <a:solidFill>
              <a:srgbClr val="E7FFBD"/>
            </a:solidFill>
          </p:spPr>
          <p:txBody>
            <a:bodyPr wrap="square" lIns="0" tIns="0" rIns="0" bIns="0" rtlCol="0"/>
            <a:lstStyle/>
            <a:p>
              <a:endParaRPr sz="2000"/>
            </a:p>
          </p:txBody>
        </p:sp>
        <p:sp>
          <p:nvSpPr>
            <p:cNvPr id="347" name="object 343">
              <a:extLst>
                <a:ext uri="{FF2B5EF4-FFF2-40B4-BE49-F238E27FC236}">
                  <a16:creationId xmlns:a16="http://schemas.microsoft.com/office/drawing/2014/main" id="{7B7D5ABF-B6FA-481B-9EFB-7D3BDE973519}"/>
                </a:ext>
              </a:extLst>
            </p:cNvPr>
            <p:cNvSpPr/>
            <p:nvPr/>
          </p:nvSpPr>
          <p:spPr>
            <a:xfrm>
              <a:off x="8976359" y="5085586"/>
              <a:ext cx="91440" cy="85725"/>
            </a:xfrm>
            <a:custGeom>
              <a:avLst/>
              <a:gdLst/>
              <a:ahLst/>
              <a:cxnLst/>
              <a:rect l="l" t="t" r="r" b="b"/>
              <a:pathLst>
                <a:path w="91440" h="85725">
                  <a:moveTo>
                    <a:pt x="0" y="85347"/>
                  </a:moveTo>
                  <a:lnTo>
                    <a:pt x="91440" y="85347"/>
                  </a:lnTo>
                  <a:lnTo>
                    <a:pt x="91440"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48" name="object 344">
              <a:extLst>
                <a:ext uri="{FF2B5EF4-FFF2-40B4-BE49-F238E27FC236}">
                  <a16:creationId xmlns:a16="http://schemas.microsoft.com/office/drawing/2014/main" id="{496FC904-8D9C-443B-8B6D-B7FA290AFC96}"/>
                </a:ext>
              </a:extLst>
            </p:cNvPr>
            <p:cNvSpPr/>
            <p:nvPr/>
          </p:nvSpPr>
          <p:spPr>
            <a:xfrm>
              <a:off x="8976359" y="5170934"/>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49" name="object 345">
              <a:extLst>
                <a:ext uri="{FF2B5EF4-FFF2-40B4-BE49-F238E27FC236}">
                  <a16:creationId xmlns:a16="http://schemas.microsoft.com/office/drawing/2014/main" id="{81EA7FB7-0338-4DBF-986E-2CDEF8EEC6CE}"/>
                </a:ext>
              </a:extLst>
            </p:cNvPr>
            <p:cNvSpPr/>
            <p:nvPr/>
          </p:nvSpPr>
          <p:spPr>
            <a:xfrm>
              <a:off x="8976359" y="5170934"/>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0" name="object 346">
              <a:extLst>
                <a:ext uri="{FF2B5EF4-FFF2-40B4-BE49-F238E27FC236}">
                  <a16:creationId xmlns:a16="http://schemas.microsoft.com/office/drawing/2014/main" id="{7D27D479-6623-42CE-AE1F-B7E1204F51D7}"/>
                </a:ext>
              </a:extLst>
            </p:cNvPr>
            <p:cNvSpPr/>
            <p:nvPr/>
          </p:nvSpPr>
          <p:spPr>
            <a:xfrm>
              <a:off x="8976359" y="5256277"/>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51" name="object 347">
              <a:extLst>
                <a:ext uri="{FF2B5EF4-FFF2-40B4-BE49-F238E27FC236}">
                  <a16:creationId xmlns:a16="http://schemas.microsoft.com/office/drawing/2014/main" id="{A279B642-BDE6-459A-8312-2CC8E1641B17}"/>
                </a:ext>
              </a:extLst>
            </p:cNvPr>
            <p:cNvSpPr/>
            <p:nvPr/>
          </p:nvSpPr>
          <p:spPr>
            <a:xfrm>
              <a:off x="8976359" y="5256277"/>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2" name="object 348">
              <a:extLst>
                <a:ext uri="{FF2B5EF4-FFF2-40B4-BE49-F238E27FC236}">
                  <a16:creationId xmlns:a16="http://schemas.microsoft.com/office/drawing/2014/main" id="{1BE82F2F-1D33-46A1-B5CE-CB525C8D6046}"/>
                </a:ext>
              </a:extLst>
            </p:cNvPr>
            <p:cNvSpPr/>
            <p:nvPr/>
          </p:nvSpPr>
          <p:spPr>
            <a:xfrm>
              <a:off x="8976359" y="5341619"/>
              <a:ext cx="91440" cy="85725"/>
            </a:xfrm>
            <a:custGeom>
              <a:avLst/>
              <a:gdLst/>
              <a:ahLst/>
              <a:cxnLst/>
              <a:rect l="l" t="t" r="r" b="b"/>
              <a:pathLst>
                <a:path w="91440" h="85725">
                  <a:moveTo>
                    <a:pt x="91440" y="0"/>
                  </a:moveTo>
                  <a:lnTo>
                    <a:pt x="0" y="0"/>
                  </a:lnTo>
                  <a:lnTo>
                    <a:pt x="0" y="85342"/>
                  </a:lnTo>
                  <a:lnTo>
                    <a:pt x="91440" y="85342"/>
                  </a:lnTo>
                  <a:lnTo>
                    <a:pt x="91440" y="0"/>
                  </a:lnTo>
                  <a:close/>
                </a:path>
              </a:pathLst>
            </a:custGeom>
            <a:solidFill>
              <a:srgbClr val="E7FFBD"/>
            </a:solidFill>
          </p:spPr>
          <p:txBody>
            <a:bodyPr wrap="square" lIns="0" tIns="0" rIns="0" bIns="0" rtlCol="0"/>
            <a:lstStyle/>
            <a:p>
              <a:endParaRPr sz="2000"/>
            </a:p>
          </p:txBody>
        </p:sp>
        <p:sp>
          <p:nvSpPr>
            <p:cNvPr id="353" name="object 349">
              <a:extLst>
                <a:ext uri="{FF2B5EF4-FFF2-40B4-BE49-F238E27FC236}">
                  <a16:creationId xmlns:a16="http://schemas.microsoft.com/office/drawing/2014/main" id="{C62B5DA7-7708-4595-B56B-9F5C3951F3BD}"/>
                </a:ext>
              </a:extLst>
            </p:cNvPr>
            <p:cNvSpPr/>
            <p:nvPr/>
          </p:nvSpPr>
          <p:spPr>
            <a:xfrm>
              <a:off x="8976359" y="5341619"/>
              <a:ext cx="91440" cy="85725"/>
            </a:xfrm>
            <a:custGeom>
              <a:avLst/>
              <a:gdLst/>
              <a:ahLst/>
              <a:cxnLst/>
              <a:rect l="l" t="t" r="r" b="b"/>
              <a:pathLst>
                <a:path w="91440" h="85725">
                  <a:moveTo>
                    <a:pt x="0" y="85342"/>
                  </a:moveTo>
                  <a:lnTo>
                    <a:pt x="91440" y="85342"/>
                  </a:lnTo>
                  <a:lnTo>
                    <a:pt x="91440"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4" name="object 350">
              <a:extLst>
                <a:ext uri="{FF2B5EF4-FFF2-40B4-BE49-F238E27FC236}">
                  <a16:creationId xmlns:a16="http://schemas.microsoft.com/office/drawing/2014/main" id="{F6435FBC-584A-4B6D-A3F4-0F8D2E41B967}"/>
                </a:ext>
              </a:extLst>
            </p:cNvPr>
            <p:cNvSpPr/>
            <p:nvPr/>
          </p:nvSpPr>
          <p:spPr>
            <a:xfrm>
              <a:off x="8976359" y="5426963"/>
              <a:ext cx="91440" cy="86995"/>
            </a:xfrm>
            <a:custGeom>
              <a:avLst/>
              <a:gdLst/>
              <a:ahLst/>
              <a:cxnLst/>
              <a:rect l="l" t="t" r="r" b="b"/>
              <a:pathLst>
                <a:path w="91440" h="86995">
                  <a:moveTo>
                    <a:pt x="91440" y="0"/>
                  </a:moveTo>
                  <a:lnTo>
                    <a:pt x="0" y="0"/>
                  </a:lnTo>
                  <a:lnTo>
                    <a:pt x="0" y="86870"/>
                  </a:lnTo>
                  <a:lnTo>
                    <a:pt x="91440" y="86870"/>
                  </a:lnTo>
                  <a:lnTo>
                    <a:pt x="91440" y="0"/>
                  </a:lnTo>
                  <a:close/>
                </a:path>
              </a:pathLst>
            </a:custGeom>
            <a:solidFill>
              <a:srgbClr val="E7FFBD"/>
            </a:solidFill>
          </p:spPr>
          <p:txBody>
            <a:bodyPr wrap="square" lIns="0" tIns="0" rIns="0" bIns="0" rtlCol="0"/>
            <a:lstStyle/>
            <a:p>
              <a:endParaRPr sz="2000"/>
            </a:p>
          </p:txBody>
        </p:sp>
        <p:sp>
          <p:nvSpPr>
            <p:cNvPr id="355" name="object 351">
              <a:extLst>
                <a:ext uri="{FF2B5EF4-FFF2-40B4-BE49-F238E27FC236}">
                  <a16:creationId xmlns:a16="http://schemas.microsoft.com/office/drawing/2014/main" id="{910F8E65-8936-40A2-B802-394D84DBF253}"/>
                </a:ext>
              </a:extLst>
            </p:cNvPr>
            <p:cNvSpPr/>
            <p:nvPr/>
          </p:nvSpPr>
          <p:spPr>
            <a:xfrm>
              <a:off x="8976359" y="5426963"/>
              <a:ext cx="91440" cy="86995"/>
            </a:xfrm>
            <a:custGeom>
              <a:avLst/>
              <a:gdLst/>
              <a:ahLst/>
              <a:cxnLst/>
              <a:rect l="l" t="t" r="r" b="b"/>
              <a:pathLst>
                <a:path w="91440" h="86995">
                  <a:moveTo>
                    <a:pt x="0" y="86870"/>
                  </a:moveTo>
                  <a:lnTo>
                    <a:pt x="91440" y="86870"/>
                  </a:lnTo>
                  <a:lnTo>
                    <a:pt x="91440" y="0"/>
                  </a:lnTo>
                  <a:lnTo>
                    <a:pt x="0" y="0"/>
                  </a:lnTo>
                  <a:lnTo>
                    <a:pt x="0" y="86870"/>
                  </a:lnTo>
                  <a:close/>
                </a:path>
              </a:pathLst>
            </a:custGeom>
            <a:ln w="12700">
              <a:solidFill>
                <a:srgbClr val="000000"/>
              </a:solidFill>
            </a:ln>
          </p:spPr>
          <p:txBody>
            <a:bodyPr wrap="square" lIns="0" tIns="0" rIns="0" bIns="0" rtlCol="0"/>
            <a:lstStyle/>
            <a:p>
              <a:endParaRPr sz="2000"/>
            </a:p>
          </p:txBody>
        </p:sp>
        <p:sp>
          <p:nvSpPr>
            <p:cNvPr id="356" name="object 352">
              <a:extLst>
                <a:ext uri="{FF2B5EF4-FFF2-40B4-BE49-F238E27FC236}">
                  <a16:creationId xmlns:a16="http://schemas.microsoft.com/office/drawing/2014/main" id="{D2CE0308-962A-46F5-BE54-6B3FE3592647}"/>
                </a:ext>
              </a:extLst>
            </p:cNvPr>
            <p:cNvSpPr/>
            <p:nvPr/>
          </p:nvSpPr>
          <p:spPr>
            <a:xfrm>
              <a:off x="9067799" y="482955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57" name="object 353">
              <a:extLst>
                <a:ext uri="{FF2B5EF4-FFF2-40B4-BE49-F238E27FC236}">
                  <a16:creationId xmlns:a16="http://schemas.microsoft.com/office/drawing/2014/main" id="{220BDFCD-5C1D-4983-94A6-D4106C125DB2}"/>
                </a:ext>
              </a:extLst>
            </p:cNvPr>
            <p:cNvSpPr/>
            <p:nvPr/>
          </p:nvSpPr>
          <p:spPr>
            <a:xfrm>
              <a:off x="9067799" y="482955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58" name="object 354">
              <a:extLst>
                <a:ext uri="{FF2B5EF4-FFF2-40B4-BE49-F238E27FC236}">
                  <a16:creationId xmlns:a16="http://schemas.microsoft.com/office/drawing/2014/main" id="{F6056B60-187A-47DB-A1E6-C4F28D8D967D}"/>
                </a:ext>
              </a:extLst>
            </p:cNvPr>
            <p:cNvSpPr/>
            <p:nvPr/>
          </p:nvSpPr>
          <p:spPr>
            <a:xfrm>
              <a:off x="9067799" y="491489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59" name="object 355">
              <a:extLst>
                <a:ext uri="{FF2B5EF4-FFF2-40B4-BE49-F238E27FC236}">
                  <a16:creationId xmlns:a16="http://schemas.microsoft.com/office/drawing/2014/main" id="{7575DBF5-8FED-4176-B3CF-4B97D374CB86}"/>
                </a:ext>
              </a:extLst>
            </p:cNvPr>
            <p:cNvSpPr/>
            <p:nvPr/>
          </p:nvSpPr>
          <p:spPr>
            <a:xfrm>
              <a:off x="9067799" y="491489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0" name="object 356">
              <a:extLst>
                <a:ext uri="{FF2B5EF4-FFF2-40B4-BE49-F238E27FC236}">
                  <a16:creationId xmlns:a16="http://schemas.microsoft.com/office/drawing/2014/main" id="{73D20878-EBD3-4414-91D8-770B147AA969}"/>
                </a:ext>
              </a:extLst>
            </p:cNvPr>
            <p:cNvSpPr/>
            <p:nvPr/>
          </p:nvSpPr>
          <p:spPr>
            <a:xfrm>
              <a:off x="9067799" y="5000242"/>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61" name="object 357">
              <a:extLst>
                <a:ext uri="{FF2B5EF4-FFF2-40B4-BE49-F238E27FC236}">
                  <a16:creationId xmlns:a16="http://schemas.microsoft.com/office/drawing/2014/main" id="{0613C146-126F-4788-9C16-22858F21CDF6}"/>
                </a:ext>
              </a:extLst>
            </p:cNvPr>
            <p:cNvSpPr/>
            <p:nvPr/>
          </p:nvSpPr>
          <p:spPr>
            <a:xfrm>
              <a:off x="9067799" y="5000242"/>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2" name="object 358">
              <a:extLst>
                <a:ext uri="{FF2B5EF4-FFF2-40B4-BE49-F238E27FC236}">
                  <a16:creationId xmlns:a16="http://schemas.microsoft.com/office/drawing/2014/main" id="{3FCA73E4-4710-4496-8644-CB0097A7F598}"/>
                </a:ext>
              </a:extLst>
            </p:cNvPr>
            <p:cNvSpPr/>
            <p:nvPr/>
          </p:nvSpPr>
          <p:spPr>
            <a:xfrm>
              <a:off x="9067799" y="5085586"/>
              <a:ext cx="93345" cy="85725"/>
            </a:xfrm>
            <a:custGeom>
              <a:avLst/>
              <a:gdLst/>
              <a:ahLst/>
              <a:cxnLst/>
              <a:rect l="l" t="t" r="r" b="b"/>
              <a:pathLst>
                <a:path w="93345" h="85725">
                  <a:moveTo>
                    <a:pt x="92962" y="0"/>
                  </a:moveTo>
                  <a:lnTo>
                    <a:pt x="0" y="0"/>
                  </a:lnTo>
                  <a:lnTo>
                    <a:pt x="0" y="85347"/>
                  </a:lnTo>
                  <a:lnTo>
                    <a:pt x="92962" y="85347"/>
                  </a:lnTo>
                  <a:lnTo>
                    <a:pt x="92962" y="0"/>
                  </a:lnTo>
                  <a:close/>
                </a:path>
              </a:pathLst>
            </a:custGeom>
            <a:solidFill>
              <a:srgbClr val="B8FF3B"/>
            </a:solidFill>
          </p:spPr>
          <p:txBody>
            <a:bodyPr wrap="square" lIns="0" tIns="0" rIns="0" bIns="0" rtlCol="0"/>
            <a:lstStyle/>
            <a:p>
              <a:endParaRPr sz="2000"/>
            </a:p>
          </p:txBody>
        </p:sp>
        <p:sp>
          <p:nvSpPr>
            <p:cNvPr id="363" name="object 359">
              <a:extLst>
                <a:ext uri="{FF2B5EF4-FFF2-40B4-BE49-F238E27FC236}">
                  <a16:creationId xmlns:a16="http://schemas.microsoft.com/office/drawing/2014/main" id="{6DE5E4AA-CDE9-48B9-88A4-CD113A4E31E6}"/>
                </a:ext>
              </a:extLst>
            </p:cNvPr>
            <p:cNvSpPr/>
            <p:nvPr/>
          </p:nvSpPr>
          <p:spPr>
            <a:xfrm>
              <a:off x="9067799" y="5085586"/>
              <a:ext cx="93345" cy="85725"/>
            </a:xfrm>
            <a:custGeom>
              <a:avLst/>
              <a:gdLst/>
              <a:ahLst/>
              <a:cxnLst/>
              <a:rect l="l" t="t" r="r" b="b"/>
              <a:pathLst>
                <a:path w="93345" h="85725">
                  <a:moveTo>
                    <a:pt x="0" y="85347"/>
                  </a:moveTo>
                  <a:lnTo>
                    <a:pt x="92962" y="85347"/>
                  </a:lnTo>
                  <a:lnTo>
                    <a:pt x="92962" y="0"/>
                  </a:lnTo>
                  <a:lnTo>
                    <a:pt x="0" y="0"/>
                  </a:lnTo>
                  <a:lnTo>
                    <a:pt x="0" y="85347"/>
                  </a:lnTo>
                  <a:close/>
                </a:path>
              </a:pathLst>
            </a:custGeom>
            <a:ln w="12700">
              <a:solidFill>
                <a:srgbClr val="000000"/>
              </a:solidFill>
            </a:ln>
          </p:spPr>
          <p:txBody>
            <a:bodyPr wrap="square" lIns="0" tIns="0" rIns="0" bIns="0" rtlCol="0"/>
            <a:lstStyle/>
            <a:p>
              <a:endParaRPr sz="2000"/>
            </a:p>
          </p:txBody>
        </p:sp>
        <p:sp>
          <p:nvSpPr>
            <p:cNvPr id="364" name="object 360">
              <a:extLst>
                <a:ext uri="{FF2B5EF4-FFF2-40B4-BE49-F238E27FC236}">
                  <a16:creationId xmlns:a16="http://schemas.microsoft.com/office/drawing/2014/main" id="{308703AA-B3B0-4FCC-AD6E-B1E5DC7845B6}"/>
                </a:ext>
              </a:extLst>
            </p:cNvPr>
            <p:cNvSpPr/>
            <p:nvPr/>
          </p:nvSpPr>
          <p:spPr>
            <a:xfrm>
              <a:off x="9067799" y="5170934"/>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65" name="object 361">
              <a:extLst>
                <a:ext uri="{FF2B5EF4-FFF2-40B4-BE49-F238E27FC236}">
                  <a16:creationId xmlns:a16="http://schemas.microsoft.com/office/drawing/2014/main" id="{680754C8-BE21-4D31-A7BE-411B2D4F3061}"/>
                </a:ext>
              </a:extLst>
            </p:cNvPr>
            <p:cNvSpPr/>
            <p:nvPr/>
          </p:nvSpPr>
          <p:spPr>
            <a:xfrm>
              <a:off x="9067799" y="5170934"/>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6" name="object 362">
              <a:extLst>
                <a:ext uri="{FF2B5EF4-FFF2-40B4-BE49-F238E27FC236}">
                  <a16:creationId xmlns:a16="http://schemas.microsoft.com/office/drawing/2014/main" id="{7EC3BEDC-E7EC-44BA-B30C-27D46CDB99FD}"/>
                </a:ext>
              </a:extLst>
            </p:cNvPr>
            <p:cNvSpPr/>
            <p:nvPr/>
          </p:nvSpPr>
          <p:spPr>
            <a:xfrm>
              <a:off x="9067799" y="5256277"/>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67" name="object 363">
              <a:extLst>
                <a:ext uri="{FF2B5EF4-FFF2-40B4-BE49-F238E27FC236}">
                  <a16:creationId xmlns:a16="http://schemas.microsoft.com/office/drawing/2014/main" id="{8CF2375E-AE9C-4A5E-8997-02BFBD0EEC56}"/>
                </a:ext>
              </a:extLst>
            </p:cNvPr>
            <p:cNvSpPr/>
            <p:nvPr/>
          </p:nvSpPr>
          <p:spPr>
            <a:xfrm>
              <a:off x="9067799" y="5256277"/>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68" name="object 364">
              <a:extLst>
                <a:ext uri="{FF2B5EF4-FFF2-40B4-BE49-F238E27FC236}">
                  <a16:creationId xmlns:a16="http://schemas.microsoft.com/office/drawing/2014/main" id="{E8325B38-04F0-446D-A4FB-37C4E44654D4}"/>
                </a:ext>
              </a:extLst>
            </p:cNvPr>
            <p:cNvSpPr/>
            <p:nvPr/>
          </p:nvSpPr>
          <p:spPr>
            <a:xfrm>
              <a:off x="9067799" y="5341619"/>
              <a:ext cx="93345" cy="85725"/>
            </a:xfrm>
            <a:custGeom>
              <a:avLst/>
              <a:gdLst/>
              <a:ahLst/>
              <a:cxnLst/>
              <a:rect l="l" t="t" r="r" b="b"/>
              <a:pathLst>
                <a:path w="93345" h="85725">
                  <a:moveTo>
                    <a:pt x="92962" y="0"/>
                  </a:moveTo>
                  <a:lnTo>
                    <a:pt x="0" y="0"/>
                  </a:lnTo>
                  <a:lnTo>
                    <a:pt x="0" y="85342"/>
                  </a:lnTo>
                  <a:lnTo>
                    <a:pt x="92962" y="85342"/>
                  </a:lnTo>
                  <a:lnTo>
                    <a:pt x="92962" y="0"/>
                  </a:lnTo>
                  <a:close/>
                </a:path>
              </a:pathLst>
            </a:custGeom>
            <a:solidFill>
              <a:srgbClr val="B8FF3B"/>
            </a:solidFill>
          </p:spPr>
          <p:txBody>
            <a:bodyPr wrap="square" lIns="0" tIns="0" rIns="0" bIns="0" rtlCol="0"/>
            <a:lstStyle/>
            <a:p>
              <a:endParaRPr sz="2000"/>
            </a:p>
          </p:txBody>
        </p:sp>
        <p:sp>
          <p:nvSpPr>
            <p:cNvPr id="369" name="object 365">
              <a:extLst>
                <a:ext uri="{FF2B5EF4-FFF2-40B4-BE49-F238E27FC236}">
                  <a16:creationId xmlns:a16="http://schemas.microsoft.com/office/drawing/2014/main" id="{8E5305FD-B145-42E0-9A10-34215FFB013F}"/>
                </a:ext>
              </a:extLst>
            </p:cNvPr>
            <p:cNvSpPr/>
            <p:nvPr/>
          </p:nvSpPr>
          <p:spPr>
            <a:xfrm>
              <a:off x="9067799" y="5341619"/>
              <a:ext cx="93345" cy="85725"/>
            </a:xfrm>
            <a:custGeom>
              <a:avLst/>
              <a:gdLst/>
              <a:ahLst/>
              <a:cxnLst/>
              <a:rect l="l" t="t" r="r" b="b"/>
              <a:pathLst>
                <a:path w="93345" h="85725">
                  <a:moveTo>
                    <a:pt x="0" y="85342"/>
                  </a:moveTo>
                  <a:lnTo>
                    <a:pt x="92962" y="85342"/>
                  </a:lnTo>
                  <a:lnTo>
                    <a:pt x="92962" y="0"/>
                  </a:lnTo>
                  <a:lnTo>
                    <a:pt x="0" y="0"/>
                  </a:lnTo>
                  <a:lnTo>
                    <a:pt x="0" y="85342"/>
                  </a:lnTo>
                  <a:close/>
                </a:path>
              </a:pathLst>
            </a:custGeom>
            <a:ln w="12700">
              <a:solidFill>
                <a:srgbClr val="000000"/>
              </a:solidFill>
            </a:ln>
          </p:spPr>
          <p:txBody>
            <a:bodyPr wrap="square" lIns="0" tIns="0" rIns="0" bIns="0" rtlCol="0"/>
            <a:lstStyle/>
            <a:p>
              <a:endParaRPr sz="2000"/>
            </a:p>
          </p:txBody>
        </p:sp>
        <p:sp>
          <p:nvSpPr>
            <p:cNvPr id="370" name="object 366">
              <a:extLst>
                <a:ext uri="{FF2B5EF4-FFF2-40B4-BE49-F238E27FC236}">
                  <a16:creationId xmlns:a16="http://schemas.microsoft.com/office/drawing/2014/main" id="{2EAC16A7-55E2-4BAC-9805-8902C6F72511}"/>
                </a:ext>
              </a:extLst>
            </p:cNvPr>
            <p:cNvSpPr/>
            <p:nvPr/>
          </p:nvSpPr>
          <p:spPr>
            <a:xfrm>
              <a:off x="9067799" y="5426963"/>
              <a:ext cx="93345" cy="86995"/>
            </a:xfrm>
            <a:custGeom>
              <a:avLst/>
              <a:gdLst/>
              <a:ahLst/>
              <a:cxnLst/>
              <a:rect l="l" t="t" r="r" b="b"/>
              <a:pathLst>
                <a:path w="93345" h="86995">
                  <a:moveTo>
                    <a:pt x="92962" y="0"/>
                  </a:moveTo>
                  <a:lnTo>
                    <a:pt x="0" y="0"/>
                  </a:lnTo>
                  <a:lnTo>
                    <a:pt x="0" y="86870"/>
                  </a:lnTo>
                  <a:lnTo>
                    <a:pt x="92962" y="86870"/>
                  </a:lnTo>
                  <a:lnTo>
                    <a:pt x="92962" y="0"/>
                  </a:lnTo>
                  <a:close/>
                </a:path>
              </a:pathLst>
            </a:custGeom>
            <a:solidFill>
              <a:srgbClr val="B8FF3B"/>
            </a:solidFill>
          </p:spPr>
          <p:txBody>
            <a:bodyPr wrap="square" lIns="0" tIns="0" rIns="0" bIns="0" rtlCol="0"/>
            <a:lstStyle/>
            <a:p>
              <a:endParaRPr sz="2000"/>
            </a:p>
          </p:txBody>
        </p:sp>
        <p:sp>
          <p:nvSpPr>
            <p:cNvPr id="371" name="object 367">
              <a:extLst>
                <a:ext uri="{FF2B5EF4-FFF2-40B4-BE49-F238E27FC236}">
                  <a16:creationId xmlns:a16="http://schemas.microsoft.com/office/drawing/2014/main" id="{6D25A8D4-6AFC-45CF-BA6F-E34109D4EB37}"/>
                </a:ext>
              </a:extLst>
            </p:cNvPr>
            <p:cNvSpPr/>
            <p:nvPr/>
          </p:nvSpPr>
          <p:spPr>
            <a:xfrm>
              <a:off x="9067799" y="5426963"/>
              <a:ext cx="93345" cy="86995"/>
            </a:xfrm>
            <a:custGeom>
              <a:avLst/>
              <a:gdLst/>
              <a:ahLst/>
              <a:cxnLst/>
              <a:rect l="l" t="t" r="r" b="b"/>
              <a:pathLst>
                <a:path w="93345" h="86995">
                  <a:moveTo>
                    <a:pt x="0" y="86870"/>
                  </a:moveTo>
                  <a:lnTo>
                    <a:pt x="92962" y="86870"/>
                  </a:lnTo>
                  <a:lnTo>
                    <a:pt x="92962" y="0"/>
                  </a:lnTo>
                  <a:lnTo>
                    <a:pt x="0" y="0"/>
                  </a:lnTo>
                  <a:lnTo>
                    <a:pt x="0" y="86870"/>
                  </a:lnTo>
                  <a:close/>
                </a:path>
              </a:pathLst>
            </a:custGeom>
            <a:ln w="12700">
              <a:solidFill>
                <a:srgbClr val="000000"/>
              </a:solidFill>
            </a:ln>
          </p:spPr>
          <p:txBody>
            <a:bodyPr wrap="square" lIns="0" tIns="0" rIns="0" bIns="0" rtlCol="0"/>
            <a:lstStyle/>
            <a:p>
              <a:endParaRPr sz="2000"/>
            </a:p>
          </p:txBody>
        </p:sp>
      </p:grpSp>
      <p:sp>
        <p:nvSpPr>
          <p:cNvPr id="372" name="object 368">
            <a:extLst>
              <a:ext uri="{FF2B5EF4-FFF2-40B4-BE49-F238E27FC236}">
                <a16:creationId xmlns:a16="http://schemas.microsoft.com/office/drawing/2014/main" id="{A5D8C9B3-6331-4D14-BD70-5F645455AB83}"/>
              </a:ext>
            </a:extLst>
          </p:cNvPr>
          <p:cNvSpPr txBox="1"/>
          <p:nvPr/>
        </p:nvSpPr>
        <p:spPr>
          <a:xfrm>
            <a:off x="7833098" y="5288505"/>
            <a:ext cx="194028" cy="356202"/>
          </a:xfrm>
          <a:prstGeom prst="rect">
            <a:avLst/>
          </a:prstGeom>
        </p:spPr>
        <p:txBody>
          <a:bodyPr vert="horz" wrap="square" lIns="0" tIns="14111" rIns="0" bIns="0" rtlCol="0">
            <a:spAutoFit/>
          </a:bodyPr>
          <a:lstStyle/>
          <a:p>
            <a:pPr marL="14111">
              <a:spcBef>
                <a:spcPts val="111"/>
              </a:spcBef>
            </a:pPr>
            <a:r>
              <a:rPr sz="2222" b="1" dirty="0">
                <a:latin typeface="Arial"/>
                <a:cs typeface="Arial"/>
              </a:rPr>
              <a:t>×</a:t>
            </a:r>
            <a:endParaRPr sz="2222">
              <a:latin typeface="Arial"/>
              <a:cs typeface="Arial"/>
            </a:endParaRPr>
          </a:p>
        </p:txBody>
      </p:sp>
      <p:sp>
        <p:nvSpPr>
          <p:cNvPr id="373" name="Rectangle 370">
            <a:extLst>
              <a:ext uri="{FF2B5EF4-FFF2-40B4-BE49-F238E27FC236}">
                <a16:creationId xmlns:a16="http://schemas.microsoft.com/office/drawing/2014/main" id="{D9532742-6CCB-4106-AF26-31DB72BA70F3}"/>
              </a:ext>
            </a:extLst>
          </p:cNvPr>
          <p:cNvSpPr/>
          <p:nvPr/>
        </p:nvSpPr>
        <p:spPr>
          <a:xfrm>
            <a:off x="3456609" y="4657176"/>
            <a:ext cx="2766952" cy="369332"/>
          </a:xfrm>
          <a:prstGeom prst="rect">
            <a:avLst/>
          </a:prstGeom>
        </p:spPr>
        <p:txBody>
          <a:bodyPr wrap="square">
            <a:spAutoFit/>
          </a:bodyPr>
          <a:lstStyle/>
          <a:p>
            <a:pPr marL="13405">
              <a:spcBef>
                <a:spcPts val="894"/>
              </a:spcBef>
              <a:buClr>
                <a:srgbClr val="B2B2B2"/>
              </a:buClr>
              <a:tabLst>
                <a:tab pos="332313" algn="l"/>
                <a:tab pos="333019" algn="l"/>
              </a:tabLst>
            </a:pPr>
            <a:r>
              <a:rPr lang="en-US" b="1" spc="-11" dirty="0">
                <a:latin typeface="Trebuchet MS"/>
                <a:cs typeface="Trebuchet MS"/>
              </a:rPr>
              <a:t>Row-wise</a:t>
            </a:r>
            <a:r>
              <a:rPr lang="en-US" b="1" spc="28" dirty="0">
                <a:latin typeface="Trebuchet MS"/>
                <a:cs typeface="Trebuchet MS"/>
              </a:rPr>
              <a:t> </a:t>
            </a:r>
            <a:r>
              <a:rPr lang="en-US" b="1" spc="-6" dirty="0">
                <a:latin typeface="Trebuchet MS"/>
                <a:cs typeface="Trebuchet MS"/>
              </a:rPr>
              <a:t>partitioning:</a:t>
            </a:r>
            <a:endParaRPr lang="en-US" b="1" dirty="0">
              <a:latin typeface="Trebuchet MS"/>
              <a:cs typeface="Trebuchet MS"/>
            </a:endParaRPr>
          </a:p>
        </p:txBody>
      </p:sp>
      <p:sp>
        <p:nvSpPr>
          <p:cNvPr id="374" name="Rectangle 371">
            <a:extLst>
              <a:ext uri="{FF2B5EF4-FFF2-40B4-BE49-F238E27FC236}">
                <a16:creationId xmlns:a16="http://schemas.microsoft.com/office/drawing/2014/main" id="{1BC1CE26-F09B-4F6D-A865-A9F300224483}"/>
              </a:ext>
            </a:extLst>
          </p:cNvPr>
          <p:cNvSpPr/>
          <p:nvPr/>
        </p:nvSpPr>
        <p:spPr>
          <a:xfrm>
            <a:off x="6154082" y="4661044"/>
            <a:ext cx="3012377" cy="369332"/>
          </a:xfrm>
          <a:prstGeom prst="rect">
            <a:avLst/>
          </a:prstGeom>
        </p:spPr>
        <p:txBody>
          <a:bodyPr wrap="square">
            <a:spAutoFit/>
          </a:bodyPr>
          <a:lstStyle/>
          <a:p>
            <a:pPr marL="13405">
              <a:spcBef>
                <a:spcPts val="894"/>
              </a:spcBef>
              <a:buClr>
                <a:srgbClr val="B2B2B2"/>
              </a:buClr>
              <a:tabLst>
                <a:tab pos="332313" algn="l"/>
                <a:tab pos="333019" algn="l"/>
              </a:tabLst>
            </a:pPr>
            <a:r>
              <a:rPr lang="en-US" b="1" spc="-11" dirty="0">
                <a:latin typeface="Trebuchet MS"/>
                <a:cs typeface="Trebuchet MS"/>
              </a:rPr>
              <a:t>Column-wise</a:t>
            </a:r>
            <a:r>
              <a:rPr lang="en-US" b="1" spc="28" dirty="0">
                <a:latin typeface="Trebuchet MS"/>
                <a:cs typeface="Trebuchet MS"/>
              </a:rPr>
              <a:t> </a:t>
            </a:r>
            <a:r>
              <a:rPr lang="en-US" b="1" spc="-6" dirty="0">
                <a:latin typeface="Trebuchet MS"/>
                <a:cs typeface="Trebuchet MS"/>
              </a:rPr>
              <a:t>partitioning:</a:t>
            </a:r>
            <a:endParaRPr lang="en-US" b="1" dirty="0">
              <a:latin typeface="Trebuchet MS"/>
              <a:cs typeface="Trebuchet MS"/>
            </a:endParaRPr>
          </a:p>
        </p:txBody>
      </p:sp>
      <p:sp>
        <p:nvSpPr>
          <p:cNvPr id="375" name="object 4">
            <a:extLst>
              <a:ext uri="{FF2B5EF4-FFF2-40B4-BE49-F238E27FC236}">
                <a16:creationId xmlns:a16="http://schemas.microsoft.com/office/drawing/2014/main" id="{5656EA0E-874A-4B12-8FA1-6BE23B987305}"/>
              </a:ext>
            </a:extLst>
          </p:cNvPr>
          <p:cNvSpPr txBox="1"/>
          <p:nvPr/>
        </p:nvSpPr>
        <p:spPr>
          <a:xfrm>
            <a:off x="-358754" y="4673571"/>
            <a:ext cx="4284911" cy="1317597"/>
          </a:xfrm>
          <a:prstGeom prst="rect">
            <a:avLst/>
          </a:prstGeom>
        </p:spPr>
        <p:txBody>
          <a:bodyPr vert="horz" wrap="square" lIns="0" tIns="113594" rIns="0" bIns="0" rtlCol="0">
            <a:spAutoFit/>
          </a:bodyPr>
          <a:lstStyle/>
          <a:p>
            <a:pPr marL="789513" lvl="1" indent="-318908">
              <a:spcBef>
                <a:spcPts val="767"/>
              </a:spcBef>
              <a:buClr>
                <a:srgbClr val="B2B2B2"/>
              </a:buClr>
              <a:buFont typeface="Arial"/>
              <a:buChar char="•"/>
              <a:tabLst>
                <a:tab pos="332313" algn="l"/>
                <a:tab pos="333019" algn="l"/>
              </a:tabLst>
            </a:pPr>
            <a:r>
              <a:rPr lang="en-US" sz="2400" b="1" dirty="0">
                <a:solidFill>
                  <a:prstClr val="black"/>
                </a:solidFill>
                <a:latin typeface="Trebuchet MS"/>
                <a:cs typeface="Trebuchet MS"/>
              </a:rPr>
              <a:t>Two</a:t>
            </a:r>
            <a:r>
              <a:rPr lang="en-US" sz="2400" b="1" spc="-22" dirty="0">
                <a:solidFill>
                  <a:prstClr val="black"/>
                </a:solidFill>
                <a:latin typeface="Trebuchet MS"/>
                <a:cs typeface="Trebuchet MS"/>
              </a:rPr>
              <a:t> </a:t>
            </a:r>
            <a:r>
              <a:rPr lang="en-US" sz="2400" b="1" spc="-6" dirty="0">
                <a:solidFill>
                  <a:prstClr val="black"/>
                </a:solidFill>
                <a:latin typeface="Trebuchet MS"/>
                <a:cs typeface="Trebuchet MS"/>
              </a:rPr>
              <a:t>variants:</a:t>
            </a:r>
            <a:endParaRPr lang="en-US" sz="2400" dirty="0">
              <a:solidFill>
                <a:prstClr val="black"/>
              </a:solidFill>
              <a:latin typeface="Trebuchet MS"/>
              <a:cs typeface="Trebuchet MS"/>
            </a:endParaRPr>
          </a:p>
          <a:p>
            <a:pPr marL="1246713" lvl="2" indent="-318908">
              <a:spcBef>
                <a:spcPts val="894"/>
              </a:spcBef>
              <a:buClr>
                <a:srgbClr val="B2B2B2"/>
              </a:buClr>
              <a:buFont typeface="Arial"/>
              <a:buChar char="•"/>
              <a:tabLst>
                <a:tab pos="332313" algn="l"/>
                <a:tab pos="333019" algn="l"/>
              </a:tabLst>
            </a:pPr>
            <a:r>
              <a:rPr sz="2000" spc="-11" dirty="0">
                <a:latin typeface="Trebuchet MS"/>
                <a:cs typeface="Trebuchet MS"/>
              </a:rPr>
              <a:t>Row-wise</a:t>
            </a:r>
            <a:r>
              <a:rPr sz="2000" spc="28" dirty="0">
                <a:latin typeface="Trebuchet MS"/>
                <a:cs typeface="Trebuchet MS"/>
              </a:rPr>
              <a:t> </a:t>
            </a:r>
            <a:r>
              <a:rPr sz="2000" spc="-6" dirty="0">
                <a:latin typeface="Trebuchet MS"/>
                <a:cs typeface="Trebuchet MS"/>
              </a:rPr>
              <a:t>partitioning</a:t>
            </a:r>
            <a:endParaRPr sz="2000" dirty="0">
              <a:latin typeface="Trebuchet MS"/>
              <a:cs typeface="Trebuchet MS"/>
            </a:endParaRPr>
          </a:p>
          <a:p>
            <a:pPr marL="1246713" lvl="2" indent="-318908">
              <a:spcBef>
                <a:spcPts val="789"/>
              </a:spcBef>
              <a:buClr>
                <a:srgbClr val="B2B2B2"/>
              </a:buClr>
              <a:buFont typeface="Arial"/>
              <a:buChar char="•"/>
              <a:tabLst>
                <a:tab pos="332313" algn="l"/>
                <a:tab pos="333019" algn="l"/>
              </a:tabLst>
            </a:pPr>
            <a:r>
              <a:rPr sz="2000" spc="-6" dirty="0">
                <a:latin typeface="Trebuchet MS"/>
                <a:cs typeface="Trebuchet MS"/>
              </a:rPr>
              <a:t>Column-wise</a:t>
            </a:r>
            <a:r>
              <a:rPr sz="2000" spc="-28" dirty="0">
                <a:latin typeface="Trebuchet MS"/>
                <a:cs typeface="Trebuchet MS"/>
              </a:rPr>
              <a:t> </a:t>
            </a:r>
            <a:r>
              <a:rPr sz="2000" spc="-6" dirty="0">
                <a:latin typeface="Trebuchet MS"/>
                <a:cs typeface="Trebuchet MS"/>
              </a:rPr>
              <a:t>partitioning</a:t>
            </a:r>
            <a:endParaRPr sz="2000" dirty="0">
              <a:latin typeface="Trebuchet MS"/>
              <a:cs typeface="Trebuchet MS"/>
            </a:endParaRPr>
          </a:p>
        </p:txBody>
      </p:sp>
    </p:spTree>
    <p:extLst>
      <p:ext uri="{BB962C8B-B14F-4D97-AF65-F5344CB8AC3E}">
        <p14:creationId xmlns:p14="http://schemas.microsoft.com/office/powerpoint/2010/main" val="2093330659"/>
      </p:ext>
    </p:extLst>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81130" y="172716"/>
            <a:ext cx="9139070" cy="1066800"/>
          </a:xfrm>
        </p:spPr>
        <p:txBody>
          <a:bodyPr/>
          <a:lstStyle/>
          <a:p>
            <a:r>
              <a:rPr lang="en-US" altLang="zh-CN" sz="3600" spc="-6" dirty="0"/>
              <a:t>Row-wise</a:t>
            </a:r>
            <a:r>
              <a:rPr lang="en-US" altLang="zh-CN" sz="3600" spc="6" dirty="0"/>
              <a:t> </a:t>
            </a:r>
            <a:r>
              <a:rPr lang="en-US" altLang="zh-CN" sz="3600" spc="-6" dirty="0"/>
              <a:t>Partitioning: </a:t>
            </a:r>
            <a:r>
              <a:rPr lang="en-US" altLang="zh-CN" sz="3600" spc="-6" dirty="0" err="1">
                <a:solidFill>
                  <a:srgbClr val="00B0F0"/>
                </a:solidFill>
              </a:rPr>
              <a:t>Allgather</a:t>
            </a:r>
            <a:r>
              <a:rPr lang="en-US" altLang="zh-CN" sz="3600" spc="-6" dirty="0"/>
              <a:t> between Layers  </a:t>
            </a:r>
            <a:endParaRPr lang="en-US" altLang="en-US" sz="36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169</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2" name="组合 1">
            <a:extLst>
              <a:ext uri="{FF2B5EF4-FFF2-40B4-BE49-F238E27FC236}">
                <a16:creationId xmlns:a16="http://schemas.microsoft.com/office/drawing/2014/main" id="{B118D129-4E70-41C3-8456-107DE9821CD7}"/>
              </a:ext>
            </a:extLst>
          </p:cNvPr>
          <p:cNvGrpSpPr/>
          <p:nvPr/>
        </p:nvGrpSpPr>
        <p:grpSpPr>
          <a:xfrm>
            <a:off x="4178297" y="1106847"/>
            <a:ext cx="1329407" cy="3155359"/>
            <a:chOff x="4146971" y="1107912"/>
            <a:chExt cx="1329407" cy="3478534"/>
          </a:xfrm>
        </p:grpSpPr>
        <p:sp>
          <p:nvSpPr>
            <p:cNvPr id="376" name="object 2">
              <a:extLst>
                <a:ext uri="{FF2B5EF4-FFF2-40B4-BE49-F238E27FC236}">
                  <a16:creationId xmlns:a16="http://schemas.microsoft.com/office/drawing/2014/main" id="{A328268C-1910-4BFC-9F22-0698E4C155ED}"/>
                </a:ext>
              </a:extLst>
            </p:cNvPr>
            <p:cNvSpPr/>
            <p:nvPr/>
          </p:nvSpPr>
          <p:spPr>
            <a:xfrm>
              <a:off x="4146971" y="3446747"/>
              <a:ext cx="1315861" cy="1139699"/>
            </a:xfrm>
            <a:custGeom>
              <a:avLst/>
              <a:gdLst/>
              <a:ahLst/>
              <a:cxnLst/>
              <a:rect l="l" t="t" r="r" b="b"/>
              <a:pathLst>
                <a:path w="1184275" h="955039">
                  <a:moveTo>
                    <a:pt x="0" y="954659"/>
                  </a:moveTo>
                  <a:lnTo>
                    <a:pt x="1184145" y="954659"/>
                  </a:lnTo>
                  <a:lnTo>
                    <a:pt x="1184145" y="0"/>
                  </a:lnTo>
                  <a:lnTo>
                    <a:pt x="0" y="0"/>
                  </a:lnTo>
                  <a:lnTo>
                    <a:pt x="0" y="954659"/>
                  </a:lnTo>
                  <a:close/>
                </a:path>
              </a:pathLst>
            </a:custGeom>
            <a:solidFill>
              <a:srgbClr val="F3E5FB"/>
            </a:solidFill>
          </p:spPr>
          <p:txBody>
            <a:bodyPr wrap="square" lIns="0" tIns="0" rIns="0" bIns="0" rtlCol="0"/>
            <a:lstStyle/>
            <a:p>
              <a:endParaRPr sz="2000"/>
            </a:p>
          </p:txBody>
        </p:sp>
        <p:sp>
          <p:nvSpPr>
            <p:cNvPr id="377" name="object 3">
              <a:extLst>
                <a:ext uri="{FF2B5EF4-FFF2-40B4-BE49-F238E27FC236}">
                  <a16:creationId xmlns:a16="http://schemas.microsoft.com/office/drawing/2014/main" id="{46EDB523-5D09-4FAA-A235-230448AE31CD}"/>
                </a:ext>
              </a:extLst>
            </p:cNvPr>
            <p:cNvSpPr/>
            <p:nvPr/>
          </p:nvSpPr>
          <p:spPr>
            <a:xfrm>
              <a:off x="4146971" y="2283975"/>
              <a:ext cx="1315861" cy="997024"/>
            </a:xfrm>
            <a:custGeom>
              <a:avLst/>
              <a:gdLst/>
              <a:ahLst/>
              <a:cxnLst/>
              <a:rect l="l" t="t" r="r" b="b"/>
              <a:pathLst>
                <a:path w="1184275" h="895350">
                  <a:moveTo>
                    <a:pt x="0" y="895223"/>
                  </a:moveTo>
                  <a:lnTo>
                    <a:pt x="1184145" y="895223"/>
                  </a:lnTo>
                  <a:lnTo>
                    <a:pt x="1184145" y="0"/>
                  </a:lnTo>
                  <a:lnTo>
                    <a:pt x="0" y="0"/>
                  </a:lnTo>
                  <a:lnTo>
                    <a:pt x="0" y="895223"/>
                  </a:lnTo>
                  <a:close/>
                </a:path>
              </a:pathLst>
            </a:custGeom>
            <a:solidFill>
              <a:srgbClr val="F3E5FB"/>
            </a:solidFill>
          </p:spPr>
          <p:txBody>
            <a:bodyPr wrap="square" lIns="0" tIns="0" rIns="0" bIns="0" rtlCol="0"/>
            <a:lstStyle/>
            <a:p>
              <a:endParaRPr sz="2000"/>
            </a:p>
          </p:txBody>
        </p:sp>
        <p:sp>
          <p:nvSpPr>
            <p:cNvPr id="378" name="object 4">
              <a:extLst>
                <a:ext uri="{FF2B5EF4-FFF2-40B4-BE49-F238E27FC236}">
                  <a16:creationId xmlns:a16="http://schemas.microsoft.com/office/drawing/2014/main" id="{04DC509D-B1EE-46EA-9DA4-3AA61968D7FE}"/>
                </a:ext>
              </a:extLst>
            </p:cNvPr>
            <p:cNvSpPr/>
            <p:nvPr/>
          </p:nvSpPr>
          <p:spPr>
            <a:xfrm>
              <a:off x="4160517" y="1107912"/>
              <a:ext cx="1315861" cy="966338"/>
            </a:xfrm>
            <a:custGeom>
              <a:avLst/>
              <a:gdLst/>
              <a:ahLst/>
              <a:cxnLst/>
              <a:rect l="l" t="t" r="r" b="b"/>
              <a:pathLst>
                <a:path w="1184275" h="1183005">
                  <a:moveTo>
                    <a:pt x="0" y="1182624"/>
                  </a:moveTo>
                  <a:lnTo>
                    <a:pt x="1184145" y="1182624"/>
                  </a:lnTo>
                  <a:lnTo>
                    <a:pt x="1184145" y="0"/>
                  </a:lnTo>
                  <a:lnTo>
                    <a:pt x="0" y="0"/>
                  </a:lnTo>
                  <a:lnTo>
                    <a:pt x="0" y="1182624"/>
                  </a:lnTo>
                  <a:close/>
                </a:path>
              </a:pathLst>
            </a:custGeom>
            <a:solidFill>
              <a:srgbClr val="F3E5FB"/>
            </a:solidFill>
          </p:spPr>
          <p:txBody>
            <a:bodyPr wrap="square" lIns="0" tIns="0" rIns="0" bIns="0" rtlCol="0"/>
            <a:lstStyle/>
            <a:p>
              <a:endParaRPr sz="2000"/>
            </a:p>
          </p:txBody>
        </p:sp>
      </p:grpSp>
      <p:sp>
        <p:nvSpPr>
          <p:cNvPr id="379" name="object 5">
            <a:extLst>
              <a:ext uri="{FF2B5EF4-FFF2-40B4-BE49-F238E27FC236}">
                <a16:creationId xmlns:a16="http://schemas.microsoft.com/office/drawing/2014/main" id="{0C6654E6-2D37-47CE-B0B6-1D6DDD65F6AD}"/>
              </a:ext>
            </a:extLst>
          </p:cNvPr>
          <p:cNvSpPr/>
          <p:nvPr/>
        </p:nvSpPr>
        <p:spPr>
          <a:xfrm>
            <a:off x="5668432" y="3201050"/>
            <a:ext cx="2000250" cy="1079500"/>
          </a:xfrm>
          <a:custGeom>
            <a:avLst/>
            <a:gdLst/>
            <a:ahLst/>
            <a:cxnLst/>
            <a:rect l="l" t="t" r="r" b="b"/>
            <a:pathLst>
              <a:path w="1800225" h="971550">
                <a:moveTo>
                  <a:pt x="0" y="971423"/>
                </a:moveTo>
                <a:lnTo>
                  <a:pt x="1799844" y="971423"/>
                </a:lnTo>
                <a:lnTo>
                  <a:pt x="1799844" y="0"/>
                </a:lnTo>
                <a:lnTo>
                  <a:pt x="0" y="0"/>
                </a:lnTo>
                <a:lnTo>
                  <a:pt x="0" y="971423"/>
                </a:lnTo>
                <a:close/>
              </a:path>
            </a:pathLst>
          </a:custGeom>
          <a:solidFill>
            <a:srgbClr val="F7F7F7"/>
          </a:solidFill>
        </p:spPr>
        <p:txBody>
          <a:bodyPr wrap="square" lIns="0" tIns="0" rIns="0" bIns="0" rtlCol="0"/>
          <a:lstStyle/>
          <a:p>
            <a:endParaRPr sz="2000"/>
          </a:p>
        </p:txBody>
      </p:sp>
      <p:sp>
        <p:nvSpPr>
          <p:cNvPr id="380" name="object 6">
            <a:extLst>
              <a:ext uri="{FF2B5EF4-FFF2-40B4-BE49-F238E27FC236}">
                <a16:creationId xmlns:a16="http://schemas.microsoft.com/office/drawing/2014/main" id="{9D271FF1-0579-44DC-8D9F-4B6035E21619}"/>
              </a:ext>
            </a:extLst>
          </p:cNvPr>
          <p:cNvSpPr/>
          <p:nvPr/>
        </p:nvSpPr>
        <p:spPr>
          <a:xfrm>
            <a:off x="5668432" y="2129171"/>
            <a:ext cx="2000250" cy="994833"/>
          </a:xfrm>
          <a:custGeom>
            <a:avLst/>
            <a:gdLst/>
            <a:ahLst/>
            <a:cxnLst/>
            <a:rect l="l" t="t" r="r" b="b"/>
            <a:pathLst>
              <a:path w="1800225" h="895350">
                <a:moveTo>
                  <a:pt x="0" y="895223"/>
                </a:moveTo>
                <a:lnTo>
                  <a:pt x="1799844" y="895223"/>
                </a:lnTo>
                <a:lnTo>
                  <a:pt x="1799844" y="0"/>
                </a:lnTo>
                <a:lnTo>
                  <a:pt x="0" y="0"/>
                </a:lnTo>
                <a:lnTo>
                  <a:pt x="0" y="895223"/>
                </a:lnTo>
                <a:close/>
              </a:path>
            </a:pathLst>
          </a:custGeom>
          <a:solidFill>
            <a:srgbClr val="F7F7F7"/>
          </a:solidFill>
        </p:spPr>
        <p:txBody>
          <a:bodyPr wrap="square" lIns="0" tIns="0" rIns="0" bIns="0" rtlCol="0"/>
          <a:lstStyle/>
          <a:p>
            <a:endParaRPr sz="2000"/>
          </a:p>
        </p:txBody>
      </p:sp>
      <p:sp>
        <p:nvSpPr>
          <p:cNvPr id="381" name="object 7">
            <a:extLst>
              <a:ext uri="{FF2B5EF4-FFF2-40B4-BE49-F238E27FC236}">
                <a16:creationId xmlns:a16="http://schemas.microsoft.com/office/drawing/2014/main" id="{5E8E8933-5383-4FEB-89CA-7B03DB8589EF}"/>
              </a:ext>
            </a:extLst>
          </p:cNvPr>
          <p:cNvSpPr/>
          <p:nvPr/>
        </p:nvSpPr>
        <p:spPr>
          <a:xfrm>
            <a:off x="5668432" y="1054107"/>
            <a:ext cx="2000250" cy="998300"/>
          </a:xfrm>
          <a:custGeom>
            <a:avLst/>
            <a:gdLst/>
            <a:ahLst/>
            <a:cxnLst/>
            <a:rect l="l" t="t" r="r" b="b"/>
            <a:pathLst>
              <a:path w="1800225" h="1167764">
                <a:moveTo>
                  <a:pt x="0" y="1167384"/>
                </a:moveTo>
                <a:lnTo>
                  <a:pt x="1799844" y="1167384"/>
                </a:lnTo>
                <a:lnTo>
                  <a:pt x="1799844" y="0"/>
                </a:lnTo>
                <a:lnTo>
                  <a:pt x="0" y="0"/>
                </a:lnTo>
                <a:lnTo>
                  <a:pt x="0" y="1167384"/>
                </a:lnTo>
                <a:close/>
              </a:path>
            </a:pathLst>
          </a:custGeom>
          <a:solidFill>
            <a:srgbClr val="F7F7F7"/>
          </a:solidFill>
        </p:spPr>
        <p:txBody>
          <a:bodyPr wrap="square" lIns="0" tIns="0" rIns="0" bIns="0" rtlCol="0"/>
          <a:lstStyle/>
          <a:p>
            <a:endParaRPr sz="2000"/>
          </a:p>
        </p:txBody>
      </p:sp>
      <p:sp>
        <p:nvSpPr>
          <p:cNvPr id="382" name="object 8">
            <a:extLst>
              <a:ext uri="{FF2B5EF4-FFF2-40B4-BE49-F238E27FC236}">
                <a16:creationId xmlns:a16="http://schemas.microsoft.com/office/drawing/2014/main" id="{137F8BE3-7FBE-4117-A64D-82F0C201F4C1}"/>
              </a:ext>
            </a:extLst>
          </p:cNvPr>
          <p:cNvSpPr/>
          <p:nvPr/>
        </p:nvSpPr>
        <p:spPr>
          <a:xfrm>
            <a:off x="2088726" y="1093672"/>
            <a:ext cx="2001661" cy="958734"/>
          </a:xfrm>
          <a:custGeom>
            <a:avLst/>
            <a:gdLst/>
            <a:ahLst/>
            <a:cxnLst/>
            <a:rect l="l" t="t" r="r" b="b"/>
            <a:pathLst>
              <a:path w="1801495" h="1198245">
                <a:moveTo>
                  <a:pt x="0" y="1197864"/>
                </a:moveTo>
                <a:lnTo>
                  <a:pt x="1801368" y="1197864"/>
                </a:lnTo>
                <a:lnTo>
                  <a:pt x="1801368" y="0"/>
                </a:lnTo>
                <a:lnTo>
                  <a:pt x="0" y="0"/>
                </a:lnTo>
                <a:lnTo>
                  <a:pt x="0" y="1197864"/>
                </a:lnTo>
                <a:close/>
              </a:path>
            </a:pathLst>
          </a:custGeom>
          <a:solidFill>
            <a:srgbClr val="F7F7F7"/>
          </a:solidFill>
        </p:spPr>
        <p:txBody>
          <a:bodyPr wrap="square" lIns="0" tIns="0" rIns="0" bIns="0" rtlCol="0"/>
          <a:lstStyle/>
          <a:p>
            <a:endParaRPr sz="2000"/>
          </a:p>
        </p:txBody>
      </p:sp>
      <p:sp>
        <p:nvSpPr>
          <p:cNvPr id="383" name="object 9">
            <a:extLst>
              <a:ext uri="{FF2B5EF4-FFF2-40B4-BE49-F238E27FC236}">
                <a16:creationId xmlns:a16="http://schemas.microsoft.com/office/drawing/2014/main" id="{3149B071-1A37-4481-92C1-433543CE0D33}"/>
              </a:ext>
            </a:extLst>
          </p:cNvPr>
          <p:cNvSpPr/>
          <p:nvPr/>
        </p:nvSpPr>
        <p:spPr>
          <a:xfrm>
            <a:off x="2088726" y="3201050"/>
            <a:ext cx="2001661" cy="1044222"/>
          </a:xfrm>
          <a:custGeom>
            <a:avLst/>
            <a:gdLst/>
            <a:ahLst/>
            <a:cxnLst/>
            <a:rect l="l" t="t" r="r" b="b"/>
            <a:pathLst>
              <a:path w="1801495" h="939800">
                <a:moveTo>
                  <a:pt x="0" y="939419"/>
                </a:moveTo>
                <a:lnTo>
                  <a:pt x="1801368" y="939419"/>
                </a:lnTo>
                <a:lnTo>
                  <a:pt x="1801368" y="0"/>
                </a:lnTo>
                <a:lnTo>
                  <a:pt x="0" y="0"/>
                </a:lnTo>
                <a:lnTo>
                  <a:pt x="0" y="939419"/>
                </a:lnTo>
                <a:close/>
              </a:path>
            </a:pathLst>
          </a:custGeom>
          <a:solidFill>
            <a:srgbClr val="F7F7F7"/>
          </a:solidFill>
        </p:spPr>
        <p:txBody>
          <a:bodyPr wrap="square" lIns="0" tIns="0" rIns="0" bIns="0" rtlCol="0"/>
          <a:lstStyle/>
          <a:p>
            <a:endParaRPr sz="2000"/>
          </a:p>
        </p:txBody>
      </p:sp>
      <p:sp>
        <p:nvSpPr>
          <p:cNvPr id="384" name="object 10">
            <a:extLst>
              <a:ext uri="{FF2B5EF4-FFF2-40B4-BE49-F238E27FC236}">
                <a16:creationId xmlns:a16="http://schemas.microsoft.com/office/drawing/2014/main" id="{77E37EA8-22F2-4644-A3B3-160E2253912E}"/>
              </a:ext>
            </a:extLst>
          </p:cNvPr>
          <p:cNvSpPr/>
          <p:nvPr/>
        </p:nvSpPr>
        <p:spPr>
          <a:xfrm>
            <a:off x="2088726" y="2129171"/>
            <a:ext cx="2001661" cy="994833"/>
          </a:xfrm>
          <a:custGeom>
            <a:avLst/>
            <a:gdLst/>
            <a:ahLst/>
            <a:cxnLst/>
            <a:rect l="l" t="t" r="r" b="b"/>
            <a:pathLst>
              <a:path w="1801495" h="895350">
                <a:moveTo>
                  <a:pt x="0" y="895223"/>
                </a:moveTo>
                <a:lnTo>
                  <a:pt x="1801368" y="895223"/>
                </a:lnTo>
                <a:lnTo>
                  <a:pt x="1801368" y="0"/>
                </a:lnTo>
                <a:lnTo>
                  <a:pt x="0" y="0"/>
                </a:lnTo>
                <a:lnTo>
                  <a:pt x="0" y="895223"/>
                </a:lnTo>
                <a:close/>
              </a:path>
            </a:pathLst>
          </a:custGeom>
          <a:solidFill>
            <a:srgbClr val="F7F7F7"/>
          </a:solidFill>
        </p:spPr>
        <p:txBody>
          <a:bodyPr wrap="square" lIns="0" tIns="0" rIns="0" bIns="0" rtlCol="0"/>
          <a:lstStyle/>
          <a:p>
            <a:endParaRPr sz="2000"/>
          </a:p>
        </p:txBody>
      </p:sp>
      <p:sp>
        <p:nvSpPr>
          <p:cNvPr id="385" name="object 12">
            <a:extLst>
              <a:ext uri="{FF2B5EF4-FFF2-40B4-BE49-F238E27FC236}">
                <a16:creationId xmlns:a16="http://schemas.microsoft.com/office/drawing/2014/main" id="{48155644-5824-4AB3-9588-5EBDCECDB427}"/>
              </a:ext>
            </a:extLst>
          </p:cNvPr>
          <p:cNvSpPr txBox="1"/>
          <p:nvPr/>
        </p:nvSpPr>
        <p:spPr>
          <a:xfrm>
            <a:off x="70366" y="4980869"/>
            <a:ext cx="1922639" cy="322025"/>
          </a:xfrm>
          <a:prstGeom prst="rect">
            <a:avLst/>
          </a:prstGeom>
        </p:spPr>
        <p:txBody>
          <a:bodyPr vert="horz" wrap="square" lIns="0" tIns="14111" rIns="0" bIns="0" rtlCol="0">
            <a:spAutoFit/>
          </a:bodyPr>
          <a:lstStyle/>
          <a:p>
            <a:pPr marL="332313" indent="-318908">
              <a:spcBef>
                <a:spcPts val="111"/>
              </a:spcBef>
              <a:buClr>
                <a:srgbClr val="B2B2B2"/>
              </a:buClr>
              <a:buFont typeface="Arial"/>
              <a:buChar char="•"/>
              <a:tabLst>
                <a:tab pos="332313" algn="l"/>
                <a:tab pos="333019" algn="l"/>
              </a:tabLst>
            </a:pPr>
            <a:r>
              <a:rPr sz="2000" b="1" dirty="0">
                <a:latin typeface="Trebuchet MS"/>
                <a:cs typeface="Trebuchet MS"/>
              </a:rPr>
              <a:t>Each</a:t>
            </a:r>
            <a:r>
              <a:rPr sz="2000" b="1" spc="-100" dirty="0">
                <a:latin typeface="Trebuchet MS"/>
                <a:cs typeface="Trebuchet MS"/>
              </a:rPr>
              <a:t> </a:t>
            </a:r>
            <a:r>
              <a:rPr sz="2000" b="1" dirty="0">
                <a:latin typeface="Trebuchet MS"/>
                <a:cs typeface="Trebuchet MS"/>
              </a:rPr>
              <a:t>worker:</a:t>
            </a:r>
            <a:endParaRPr sz="2000" dirty="0">
              <a:latin typeface="Trebuchet MS"/>
              <a:cs typeface="Trebuchet MS"/>
            </a:endParaRPr>
          </a:p>
        </p:txBody>
      </p:sp>
      <p:sp>
        <p:nvSpPr>
          <p:cNvPr id="386" name="object 13">
            <a:extLst>
              <a:ext uri="{FF2B5EF4-FFF2-40B4-BE49-F238E27FC236}">
                <a16:creationId xmlns:a16="http://schemas.microsoft.com/office/drawing/2014/main" id="{180EE3DA-0EA5-4FFD-9F51-83177F043E15}"/>
              </a:ext>
            </a:extLst>
          </p:cNvPr>
          <p:cNvSpPr txBox="1"/>
          <p:nvPr/>
        </p:nvSpPr>
        <p:spPr>
          <a:xfrm>
            <a:off x="240621" y="5252770"/>
            <a:ext cx="4918000" cy="1141403"/>
          </a:xfrm>
          <a:prstGeom prst="rect">
            <a:avLst/>
          </a:prstGeom>
        </p:spPr>
        <p:txBody>
          <a:bodyPr vert="horz" wrap="square" lIns="0" tIns="114300" rIns="0" bIns="0" rtlCol="0">
            <a:spAutoFit/>
          </a:bodyPr>
          <a:lstStyle/>
          <a:p>
            <a:pPr marL="332313" indent="-318908">
              <a:spcBef>
                <a:spcPts val="900"/>
              </a:spcBef>
              <a:buClr>
                <a:srgbClr val="B2B2B2"/>
              </a:buClr>
              <a:buFont typeface="Arial"/>
              <a:buChar char="•"/>
              <a:tabLst>
                <a:tab pos="332313" algn="l"/>
                <a:tab pos="333019" algn="l"/>
              </a:tabLst>
            </a:pPr>
            <a:r>
              <a:rPr lang="en-US" sz="1778" b="1" spc="-11" dirty="0">
                <a:latin typeface="Trebuchet MS"/>
                <a:cs typeface="Trebuchet MS"/>
              </a:rPr>
              <a:t>W</a:t>
            </a:r>
            <a:r>
              <a:rPr lang="en-US" sz="1778" spc="-11" dirty="0">
                <a:latin typeface="Trebuchet MS"/>
                <a:cs typeface="Trebuchet MS"/>
              </a:rPr>
              <a:t>: </a:t>
            </a:r>
            <a:r>
              <a:rPr sz="1778" spc="-11" dirty="0">
                <a:latin typeface="Trebuchet MS"/>
                <a:cs typeface="Trebuchet MS"/>
              </a:rPr>
              <a:t>Has </a:t>
            </a:r>
            <a:r>
              <a:rPr sz="1778" spc="-6" dirty="0">
                <a:latin typeface="Trebuchet MS"/>
                <a:cs typeface="Trebuchet MS"/>
              </a:rPr>
              <a:t>a </a:t>
            </a:r>
            <a:r>
              <a:rPr sz="1778" spc="-11" dirty="0">
                <a:latin typeface="Trebuchet MS"/>
                <a:cs typeface="Trebuchet MS"/>
              </a:rPr>
              <a:t>portion </a:t>
            </a:r>
            <a:r>
              <a:rPr sz="1778" spc="-6" dirty="0">
                <a:latin typeface="Trebuchet MS"/>
                <a:cs typeface="Trebuchet MS"/>
              </a:rPr>
              <a:t>of weight</a:t>
            </a:r>
            <a:r>
              <a:rPr sz="1778" spc="89" dirty="0">
                <a:latin typeface="Trebuchet MS"/>
                <a:cs typeface="Trebuchet MS"/>
              </a:rPr>
              <a:t> </a:t>
            </a:r>
            <a:r>
              <a:rPr sz="1778" spc="-6" dirty="0">
                <a:latin typeface="Trebuchet MS"/>
                <a:cs typeface="Trebuchet MS"/>
              </a:rPr>
              <a:t>rows</a:t>
            </a:r>
            <a:r>
              <a:rPr lang="en-US" sz="1778" spc="-6" dirty="0">
                <a:latin typeface="Trebuchet MS"/>
                <a:cs typeface="Trebuchet MS"/>
              </a:rPr>
              <a:t> </a:t>
            </a:r>
            <a:endParaRPr lang="en-US"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lang="en-US" sz="1778" b="1" spc="-6" dirty="0">
                <a:latin typeface="Trebuchet MS"/>
                <a:cs typeface="Trebuchet MS"/>
              </a:rPr>
              <a:t>X</a:t>
            </a:r>
            <a:r>
              <a:rPr lang="en-US" sz="1778" spc="-6" dirty="0">
                <a:latin typeface="Trebuchet MS"/>
                <a:cs typeface="Trebuchet MS"/>
              </a:rPr>
              <a:t>: All of input</a:t>
            </a:r>
            <a:r>
              <a:rPr lang="en-US" sz="1778" spc="44" dirty="0">
                <a:latin typeface="Trebuchet MS"/>
                <a:cs typeface="Trebuchet MS"/>
              </a:rPr>
              <a:t> </a:t>
            </a:r>
            <a:r>
              <a:rPr lang="en-US" sz="1778" spc="-11" dirty="0">
                <a:latin typeface="Trebuchet MS"/>
                <a:cs typeface="Trebuchet MS"/>
              </a:rPr>
              <a:t>activations X</a:t>
            </a:r>
            <a:endParaRPr lang="en-US" sz="1778" dirty="0">
              <a:latin typeface="Trebuchet MS"/>
              <a:cs typeface="Trebuchet MS"/>
            </a:endParaRPr>
          </a:p>
          <a:p>
            <a:pPr marL="332313" indent="-318908">
              <a:spcBef>
                <a:spcPts val="783"/>
              </a:spcBef>
              <a:buClr>
                <a:srgbClr val="B2B2B2"/>
              </a:buClr>
              <a:buFont typeface="Arial"/>
              <a:buChar char="•"/>
              <a:tabLst>
                <a:tab pos="332313" algn="l"/>
                <a:tab pos="333019" algn="l"/>
              </a:tabLst>
            </a:pPr>
            <a:r>
              <a:rPr lang="en-US" sz="1778" b="1" spc="-6" dirty="0">
                <a:latin typeface="Trebuchet MS"/>
                <a:cs typeface="Trebuchet MS"/>
              </a:rPr>
              <a:t>Y</a:t>
            </a:r>
            <a:r>
              <a:rPr lang="en-US" sz="1778" spc="-6" dirty="0">
                <a:latin typeface="Trebuchet MS"/>
                <a:cs typeface="Trebuchet MS"/>
              </a:rPr>
              <a:t>: </a:t>
            </a:r>
            <a:r>
              <a:rPr sz="1778" spc="-6" dirty="0">
                <a:latin typeface="Trebuchet MS"/>
                <a:cs typeface="Trebuchet MS"/>
              </a:rPr>
              <a:t>Computes a portion of output</a:t>
            </a:r>
            <a:r>
              <a:rPr sz="1778" spc="83" dirty="0">
                <a:latin typeface="Trebuchet MS"/>
                <a:cs typeface="Trebuchet MS"/>
              </a:rPr>
              <a:t> </a:t>
            </a:r>
            <a:r>
              <a:rPr sz="1778" spc="-11" dirty="0">
                <a:latin typeface="Trebuchet MS"/>
                <a:cs typeface="Trebuchet MS"/>
              </a:rPr>
              <a:t>activations</a:t>
            </a:r>
            <a:endParaRPr sz="1778" dirty="0">
              <a:latin typeface="Trebuchet MS"/>
              <a:cs typeface="Trebuchet MS"/>
            </a:endParaRPr>
          </a:p>
        </p:txBody>
      </p:sp>
      <p:graphicFrame>
        <p:nvGraphicFramePr>
          <p:cNvPr id="388" name="object 15">
            <a:extLst>
              <a:ext uri="{FF2B5EF4-FFF2-40B4-BE49-F238E27FC236}">
                <a16:creationId xmlns:a16="http://schemas.microsoft.com/office/drawing/2014/main" id="{7D213753-29A7-4986-8919-EC739F9DBFD3}"/>
              </a:ext>
            </a:extLst>
          </p:cNvPr>
          <p:cNvGraphicFramePr>
            <a:graphicFrameLocks noGrp="1"/>
          </p:cNvGraphicFramePr>
          <p:nvPr/>
        </p:nvGraphicFramePr>
        <p:xfrm>
          <a:off x="2232378" y="1260913"/>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389" name="object 16">
            <a:extLst>
              <a:ext uri="{FF2B5EF4-FFF2-40B4-BE49-F238E27FC236}">
                <a16:creationId xmlns:a16="http://schemas.microsoft.com/office/drawing/2014/main" id="{4740F6D6-C6F8-4EB1-B1BD-F533A116A1DB}"/>
              </a:ext>
            </a:extLst>
          </p:cNvPr>
          <p:cNvGraphicFramePr>
            <a:graphicFrameLocks noGrp="1"/>
          </p:cNvGraphicFramePr>
          <p:nvPr/>
        </p:nvGraphicFramePr>
        <p:xfrm>
          <a:off x="3250068" y="1260913"/>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390" name="object 17">
            <a:extLst>
              <a:ext uri="{FF2B5EF4-FFF2-40B4-BE49-F238E27FC236}">
                <a16:creationId xmlns:a16="http://schemas.microsoft.com/office/drawing/2014/main" id="{B8988A56-C425-4C6C-B8E3-F392A270D0CF}"/>
              </a:ext>
            </a:extLst>
          </p:cNvPr>
          <p:cNvGraphicFramePr>
            <a:graphicFrameLocks noGrp="1"/>
          </p:cNvGraphicFramePr>
          <p:nvPr/>
        </p:nvGraphicFramePr>
        <p:xfrm>
          <a:off x="3805481" y="1260913"/>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391" name="object 18">
            <a:extLst>
              <a:ext uri="{FF2B5EF4-FFF2-40B4-BE49-F238E27FC236}">
                <a16:creationId xmlns:a16="http://schemas.microsoft.com/office/drawing/2014/main" id="{7800ABD4-6D4A-429E-BCD6-5E9C9E65691A}"/>
              </a:ext>
            </a:extLst>
          </p:cNvPr>
          <p:cNvSpPr txBox="1"/>
          <p:nvPr/>
        </p:nvSpPr>
        <p:spPr>
          <a:xfrm>
            <a:off x="3016389" y="1396382"/>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aphicFrame>
        <p:nvGraphicFramePr>
          <p:cNvPr id="392" name="object 19">
            <a:extLst>
              <a:ext uri="{FF2B5EF4-FFF2-40B4-BE49-F238E27FC236}">
                <a16:creationId xmlns:a16="http://schemas.microsoft.com/office/drawing/2014/main" id="{ABB6A394-0D14-4C2C-B776-1674143255FE}"/>
              </a:ext>
            </a:extLst>
          </p:cNvPr>
          <p:cNvGraphicFramePr>
            <a:graphicFrameLocks noGrp="1"/>
          </p:cNvGraphicFramePr>
          <p:nvPr/>
        </p:nvGraphicFramePr>
        <p:xfrm>
          <a:off x="3250068" y="2341264"/>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393" name="object 20">
            <a:extLst>
              <a:ext uri="{FF2B5EF4-FFF2-40B4-BE49-F238E27FC236}">
                <a16:creationId xmlns:a16="http://schemas.microsoft.com/office/drawing/2014/main" id="{056D41ED-6D35-4F07-B014-D48292E85BDD}"/>
              </a:ext>
            </a:extLst>
          </p:cNvPr>
          <p:cNvGraphicFramePr>
            <a:graphicFrameLocks noGrp="1"/>
          </p:cNvGraphicFramePr>
          <p:nvPr/>
        </p:nvGraphicFramePr>
        <p:xfrm>
          <a:off x="2232378" y="2341264"/>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394" name="object 21">
            <a:extLst>
              <a:ext uri="{FF2B5EF4-FFF2-40B4-BE49-F238E27FC236}">
                <a16:creationId xmlns:a16="http://schemas.microsoft.com/office/drawing/2014/main" id="{51D4444B-27F9-4538-AB58-526A05EE9739}"/>
              </a:ext>
            </a:extLst>
          </p:cNvPr>
          <p:cNvGraphicFramePr>
            <a:graphicFrameLocks noGrp="1"/>
          </p:cNvGraphicFramePr>
          <p:nvPr/>
        </p:nvGraphicFramePr>
        <p:xfrm>
          <a:off x="3805481" y="2341264"/>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395" name="object 22">
            <a:extLst>
              <a:ext uri="{FF2B5EF4-FFF2-40B4-BE49-F238E27FC236}">
                <a16:creationId xmlns:a16="http://schemas.microsoft.com/office/drawing/2014/main" id="{B0E287D1-C11D-4866-B38F-C7FB7F6779E2}"/>
              </a:ext>
            </a:extLst>
          </p:cNvPr>
          <p:cNvSpPr txBox="1"/>
          <p:nvPr/>
        </p:nvSpPr>
        <p:spPr>
          <a:xfrm>
            <a:off x="3030500" y="2476446"/>
            <a:ext cx="680156" cy="356202"/>
          </a:xfrm>
          <a:prstGeom prst="rect">
            <a:avLst/>
          </a:prstGeom>
        </p:spPr>
        <p:txBody>
          <a:bodyPr vert="horz" wrap="square" lIns="0" tIns="14111" rIns="0" bIns="0" rtlCol="0">
            <a:spAutoFit/>
          </a:bodyPr>
          <a:lstStyle/>
          <a:p>
            <a:pPr>
              <a:spcBef>
                <a:spcPts val="111"/>
              </a:spcBef>
              <a:tabLst>
                <a:tab pos="499528" algn="l"/>
              </a:tabLst>
            </a:pPr>
            <a:r>
              <a:rPr sz="2222" b="1" dirty="0">
                <a:latin typeface="Arial"/>
                <a:cs typeface="Arial"/>
              </a:rPr>
              <a:t>×	=</a:t>
            </a:r>
            <a:endParaRPr sz="2222">
              <a:latin typeface="Arial"/>
              <a:cs typeface="Arial"/>
            </a:endParaRPr>
          </a:p>
        </p:txBody>
      </p:sp>
      <p:graphicFrame>
        <p:nvGraphicFramePr>
          <p:cNvPr id="396" name="object 23">
            <a:extLst>
              <a:ext uri="{FF2B5EF4-FFF2-40B4-BE49-F238E27FC236}">
                <a16:creationId xmlns:a16="http://schemas.microsoft.com/office/drawing/2014/main" id="{45DB51BB-00E4-4FEC-9B31-D48878FBFD8E}"/>
              </a:ext>
            </a:extLst>
          </p:cNvPr>
          <p:cNvGraphicFramePr>
            <a:graphicFrameLocks noGrp="1"/>
          </p:cNvGraphicFramePr>
          <p:nvPr/>
        </p:nvGraphicFramePr>
        <p:xfrm>
          <a:off x="2232378" y="3402979"/>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2"/>
                  </a:ext>
                </a:extLst>
              </a:tr>
            </a:tbl>
          </a:graphicData>
        </a:graphic>
      </p:graphicFrame>
      <p:graphicFrame>
        <p:nvGraphicFramePr>
          <p:cNvPr id="397" name="object 24">
            <a:extLst>
              <a:ext uri="{FF2B5EF4-FFF2-40B4-BE49-F238E27FC236}">
                <a16:creationId xmlns:a16="http://schemas.microsoft.com/office/drawing/2014/main" id="{4C791093-9836-4752-AABA-7DD24D05024A}"/>
              </a:ext>
            </a:extLst>
          </p:cNvPr>
          <p:cNvGraphicFramePr>
            <a:graphicFrameLocks noGrp="1"/>
          </p:cNvGraphicFramePr>
          <p:nvPr/>
        </p:nvGraphicFramePr>
        <p:xfrm>
          <a:off x="3250068" y="3402979"/>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398" name="object 25">
            <a:extLst>
              <a:ext uri="{FF2B5EF4-FFF2-40B4-BE49-F238E27FC236}">
                <a16:creationId xmlns:a16="http://schemas.microsoft.com/office/drawing/2014/main" id="{FF345214-B5FF-45E1-8E93-BB167D327B65}"/>
              </a:ext>
            </a:extLst>
          </p:cNvPr>
          <p:cNvGraphicFramePr>
            <a:graphicFrameLocks noGrp="1"/>
          </p:cNvGraphicFramePr>
          <p:nvPr/>
        </p:nvGraphicFramePr>
        <p:xfrm>
          <a:off x="3805481" y="3402979"/>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sp>
        <p:nvSpPr>
          <p:cNvPr id="399" name="object 26">
            <a:extLst>
              <a:ext uri="{FF2B5EF4-FFF2-40B4-BE49-F238E27FC236}">
                <a16:creationId xmlns:a16="http://schemas.microsoft.com/office/drawing/2014/main" id="{2F7FC6B7-001B-4DAF-BD3B-4C6645D815CA}"/>
              </a:ext>
            </a:extLst>
          </p:cNvPr>
          <p:cNvSpPr txBox="1"/>
          <p:nvPr/>
        </p:nvSpPr>
        <p:spPr>
          <a:xfrm>
            <a:off x="3016389" y="3538110"/>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aphicFrame>
        <p:nvGraphicFramePr>
          <p:cNvPr id="400" name="object 27">
            <a:extLst>
              <a:ext uri="{FF2B5EF4-FFF2-40B4-BE49-F238E27FC236}">
                <a16:creationId xmlns:a16="http://schemas.microsoft.com/office/drawing/2014/main" id="{8CA33AB5-7B2C-40F7-80AD-F7715F7445A4}"/>
              </a:ext>
            </a:extLst>
          </p:cNvPr>
          <p:cNvGraphicFramePr>
            <a:graphicFrameLocks noGrp="1"/>
          </p:cNvGraphicFramePr>
          <p:nvPr/>
        </p:nvGraphicFramePr>
        <p:xfrm>
          <a:off x="6846709" y="1294779"/>
          <a:ext cx="186267" cy="651934"/>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5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2"/>
                  </a:ext>
                </a:extLst>
              </a:tr>
            </a:tbl>
          </a:graphicData>
        </a:graphic>
      </p:graphicFrame>
      <p:graphicFrame>
        <p:nvGraphicFramePr>
          <p:cNvPr id="401" name="object 28">
            <a:extLst>
              <a:ext uri="{FF2B5EF4-FFF2-40B4-BE49-F238E27FC236}">
                <a16:creationId xmlns:a16="http://schemas.microsoft.com/office/drawing/2014/main" id="{7A0CEB63-F884-458F-8DD6-C0D171E3B53C}"/>
              </a:ext>
            </a:extLst>
          </p:cNvPr>
          <p:cNvGraphicFramePr>
            <a:graphicFrameLocks noGrp="1"/>
          </p:cNvGraphicFramePr>
          <p:nvPr/>
        </p:nvGraphicFramePr>
        <p:xfrm>
          <a:off x="5829016" y="1294779"/>
          <a:ext cx="726722" cy="651934"/>
        </p:xfrm>
        <a:graphic>
          <a:graphicData uri="http://schemas.openxmlformats.org/drawingml/2006/table">
            <a:tbl>
              <a:tblPr firstRow="1" bandRow="1">
                <a:tableStyleId>{2D5ABB26-0587-4C30-8999-92F81FD0307C}</a:tableStyleId>
              </a:tblPr>
              <a:tblGrid>
                <a:gridCol w="726722">
                  <a:extLst>
                    <a:ext uri="{9D8B030D-6E8A-4147-A177-3AD203B41FA5}">
                      <a16:colId xmlns:a16="http://schemas.microsoft.com/office/drawing/2014/main" val="20000"/>
                    </a:ext>
                  </a:extLst>
                </a:gridCol>
              </a:tblGrid>
              <a:tr h="216750">
                <a:tc>
                  <a:txBody>
                    <a:bodyPr/>
                    <a:lstStyle/>
                    <a:p>
                      <a:pPr>
                        <a:lnSpc>
                          <a:spcPct val="100000"/>
                        </a:lnSpc>
                      </a:pPr>
                      <a:endParaRPr sz="12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8440">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402" name="object 29">
            <a:extLst>
              <a:ext uri="{FF2B5EF4-FFF2-40B4-BE49-F238E27FC236}">
                <a16:creationId xmlns:a16="http://schemas.microsoft.com/office/drawing/2014/main" id="{239E24A8-A2B9-4C5D-8EEC-7628C4255C3E}"/>
              </a:ext>
            </a:extLst>
          </p:cNvPr>
          <p:cNvGraphicFramePr>
            <a:graphicFrameLocks noGrp="1"/>
          </p:cNvGraphicFramePr>
          <p:nvPr/>
        </p:nvGraphicFramePr>
        <p:xfrm>
          <a:off x="7402122" y="1294779"/>
          <a:ext cx="186267" cy="651934"/>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5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403" name="object 30">
            <a:extLst>
              <a:ext uri="{FF2B5EF4-FFF2-40B4-BE49-F238E27FC236}">
                <a16:creationId xmlns:a16="http://schemas.microsoft.com/office/drawing/2014/main" id="{B1FAF8A2-2F9E-4634-9819-64084C96BA97}"/>
              </a:ext>
            </a:extLst>
          </p:cNvPr>
          <p:cNvSpPr txBox="1"/>
          <p:nvPr/>
        </p:nvSpPr>
        <p:spPr>
          <a:xfrm>
            <a:off x="6612745" y="1428979"/>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aphicFrame>
        <p:nvGraphicFramePr>
          <p:cNvPr id="404" name="object 31">
            <a:extLst>
              <a:ext uri="{FF2B5EF4-FFF2-40B4-BE49-F238E27FC236}">
                <a16:creationId xmlns:a16="http://schemas.microsoft.com/office/drawing/2014/main" id="{E9CB6E24-91D3-4A98-A137-3F9FDCA53650}"/>
              </a:ext>
            </a:extLst>
          </p:cNvPr>
          <p:cNvGraphicFramePr>
            <a:graphicFrameLocks noGrp="1"/>
          </p:cNvGraphicFramePr>
          <p:nvPr/>
        </p:nvGraphicFramePr>
        <p:xfrm>
          <a:off x="6846709" y="2373439"/>
          <a:ext cx="186267" cy="651928"/>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33">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0"/>
                  </a:ext>
                </a:extLst>
              </a:tr>
              <a:tr h="21674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2"/>
                  </a:ext>
                </a:extLst>
              </a:tr>
            </a:tbl>
          </a:graphicData>
        </a:graphic>
      </p:graphicFrame>
      <p:graphicFrame>
        <p:nvGraphicFramePr>
          <p:cNvPr id="405" name="object 32">
            <a:extLst>
              <a:ext uri="{FF2B5EF4-FFF2-40B4-BE49-F238E27FC236}">
                <a16:creationId xmlns:a16="http://schemas.microsoft.com/office/drawing/2014/main" id="{CD67284F-46BB-4DAA-A833-A3D5FFCA6643}"/>
              </a:ext>
            </a:extLst>
          </p:cNvPr>
          <p:cNvGraphicFramePr>
            <a:graphicFrameLocks noGrp="1"/>
          </p:cNvGraphicFramePr>
          <p:nvPr/>
        </p:nvGraphicFramePr>
        <p:xfrm>
          <a:off x="5829016" y="2373439"/>
          <a:ext cx="726722" cy="651928"/>
        </p:xfrm>
        <a:graphic>
          <a:graphicData uri="http://schemas.openxmlformats.org/drawingml/2006/table">
            <a:tbl>
              <a:tblPr firstRow="1" bandRow="1">
                <a:tableStyleId>{2D5ABB26-0587-4C30-8999-92F81FD0307C}</a:tableStyleId>
              </a:tblPr>
              <a:tblGrid>
                <a:gridCol w="726722">
                  <a:extLst>
                    <a:ext uri="{9D8B030D-6E8A-4147-A177-3AD203B41FA5}">
                      <a16:colId xmlns:a16="http://schemas.microsoft.com/office/drawing/2014/main" val="20000"/>
                    </a:ext>
                  </a:extLst>
                </a:gridCol>
              </a:tblGrid>
              <a:tr h="218433">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674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406" name="object 33">
            <a:extLst>
              <a:ext uri="{FF2B5EF4-FFF2-40B4-BE49-F238E27FC236}">
                <a16:creationId xmlns:a16="http://schemas.microsoft.com/office/drawing/2014/main" id="{308F2662-DEAC-4034-B437-7F36539D57F9}"/>
              </a:ext>
            </a:extLst>
          </p:cNvPr>
          <p:cNvGraphicFramePr>
            <a:graphicFrameLocks noGrp="1"/>
          </p:cNvGraphicFramePr>
          <p:nvPr/>
        </p:nvGraphicFramePr>
        <p:xfrm>
          <a:off x="7402122" y="2373439"/>
          <a:ext cx="186267" cy="651928"/>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33">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674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407" name="object 34">
            <a:extLst>
              <a:ext uri="{FF2B5EF4-FFF2-40B4-BE49-F238E27FC236}">
                <a16:creationId xmlns:a16="http://schemas.microsoft.com/office/drawing/2014/main" id="{ED4EBFD6-84D9-45A9-A614-B89C254039A8}"/>
              </a:ext>
            </a:extLst>
          </p:cNvPr>
          <p:cNvSpPr txBox="1"/>
          <p:nvPr/>
        </p:nvSpPr>
        <p:spPr>
          <a:xfrm>
            <a:off x="6626856" y="2508563"/>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a:latin typeface="Arial"/>
              <a:cs typeface="Arial"/>
            </a:endParaRPr>
          </a:p>
        </p:txBody>
      </p:sp>
      <p:graphicFrame>
        <p:nvGraphicFramePr>
          <p:cNvPr id="408" name="object 35">
            <a:extLst>
              <a:ext uri="{FF2B5EF4-FFF2-40B4-BE49-F238E27FC236}">
                <a16:creationId xmlns:a16="http://schemas.microsoft.com/office/drawing/2014/main" id="{30BD0791-CD15-4A42-B85C-E6502F9B6B7A}"/>
              </a:ext>
            </a:extLst>
          </p:cNvPr>
          <p:cNvGraphicFramePr>
            <a:graphicFrameLocks noGrp="1"/>
          </p:cNvGraphicFramePr>
          <p:nvPr/>
        </p:nvGraphicFramePr>
        <p:xfrm>
          <a:off x="5829016" y="3435152"/>
          <a:ext cx="726722" cy="653626"/>
        </p:xfrm>
        <a:graphic>
          <a:graphicData uri="http://schemas.openxmlformats.org/drawingml/2006/table">
            <a:tbl>
              <a:tblPr firstRow="1" bandRow="1">
                <a:tableStyleId>{2D5ABB26-0587-4C30-8999-92F81FD0307C}</a:tableStyleId>
              </a:tblPr>
              <a:tblGrid>
                <a:gridCol w="726722">
                  <a:extLst>
                    <a:ext uri="{9D8B030D-6E8A-4147-A177-3AD203B41FA5}">
                      <a16:colId xmlns:a16="http://schemas.microsoft.com/office/drawing/2014/main" val="20000"/>
                    </a:ext>
                  </a:extLst>
                </a:gridCol>
              </a:tblGrid>
              <a:tr h="2184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extLst>
                  <a:ext uri="{0D108BD9-81ED-4DB2-BD59-A6C34878D82A}">
                    <a16:rowId xmlns:a16="http://schemas.microsoft.com/office/drawing/2014/main" val="10002"/>
                  </a:ext>
                </a:extLst>
              </a:tr>
            </a:tbl>
          </a:graphicData>
        </a:graphic>
      </p:graphicFrame>
      <p:graphicFrame>
        <p:nvGraphicFramePr>
          <p:cNvPr id="409" name="object 36">
            <a:extLst>
              <a:ext uri="{FF2B5EF4-FFF2-40B4-BE49-F238E27FC236}">
                <a16:creationId xmlns:a16="http://schemas.microsoft.com/office/drawing/2014/main" id="{3E04AE5B-3D35-464D-808E-7440CFFE7B12}"/>
              </a:ext>
            </a:extLst>
          </p:cNvPr>
          <p:cNvGraphicFramePr>
            <a:graphicFrameLocks noGrp="1"/>
          </p:cNvGraphicFramePr>
          <p:nvPr/>
        </p:nvGraphicFramePr>
        <p:xfrm>
          <a:off x="6846709" y="3435152"/>
          <a:ext cx="186267" cy="653626"/>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8FF3B"/>
                    </a:solidFill>
                  </a:tcPr>
                </a:tc>
                <a:extLst>
                  <a:ext uri="{0D108BD9-81ED-4DB2-BD59-A6C34878D82A}">
                    <a16:rowId xmlns:a16="http://schemas.microsoft.com/office/drawing/2014/main" val="10002"/>
                  </a:ext>
                </a:extLst>
              </a:tr>
            </a:tbl>
          </a:graphicData>
        </a:graphic>
      </p:graphicFrame>
      <p:graphicFrame>
        <p:nvGraphicFramePr>
          <p:cNvPr id="410" name="object 37">
            <a:extLst>
              <a:ext uri="{FF2B5EF4-FFF2-40B4-BE49-F238E27FC236}">
                <a16:creationId xmlns:a16="http://schemas.microsoft.com/office/drawing/2014/main" id="{F0B70DB9-A105-4449-A4E1-75C2F7695D31}"/>
              </a:ext>
            </a:extLst>
          </p:cNvPr>
          <p:cNvGraphicFramePr>
            <a:graphicFrameLocks noGrp="1"/>
          </p:cNvGraphicFramePr>
          <p:nvPr/>
        </p:nvGraphicFramePr>
        <p:xfrm>
          <a:off x="7402122" y="3435152"/>
          <a:ext cx="186267" cy="653626"/>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sp>
        <p:nvSpPr>
          <p:cNvPr id="411" name="object 38">
            <a:extLst>
              <a:ext uri="{FF2B5EF4-FFF2-40B4-BE49-F238E27FC236}">
                <a16:creationId xmlns:a16="http://schemas.microsoft.com/office/drawing/2014/main" id="{140AE7B7-1E53-4D89-84C9-BDCD509203A8}"/>
              </a:ext>
            </a:extLst>
          </p:cNvPr>
          <p:cNvSpPr txBox="1"/>
          <p:nvPr/>
        </p:nvSpPr>
        <p:spPr>
          <a:xfrm>
            <a:off x="6612745" y="3571327"/>
            <a:ext cx="694267" cy="356202"/>
          </a:xfrm>
          <a:prstGeom prst="rect">
            <a:avLst/>
          </a:prstGeom>
        </p:spPr>
        <p:txBody>
          <a:bodyPr vert="horz" wrap="square" lIns="0" tIns="14111" rIns="0" bIns="0" rtlCol="0">
            <a:spAutoFit/>
          </a:bodyPr>
          <a:lstStyle/>
          <a:p>
            <a:pPr marL="14111">
              <a:spcBef>
                <a:spcPts val="111"/>
              </a:spcBef>
              <a:tabLst>
                <a:tab pos="514345" algn="l"/>
              </a:tabLst>
            </a:pPr>
            <a:r>
              <a:rPr sz="2222" b="1" dirty="0">
                <a:latin typeface="Arial"/>
                <a:cs typeface="Arial"/>
              </a:rPr>
              <a:t>×	=</a:t>
            </a:r>
            <a:endParaRPr sz="2222">
              <a:latin typeface="Arial"/>
              <a:cs typeface="Arial"/>
            </a:endParaRPr>
          </a:p>
        </p:txBody>
      </p:sp>
      <p:graphicFrame>
        <p:nvGraphicFramePr>
          <p:cNvPr id="412" name="object 39">
            <a:extLst>
              <a:ext uri="{FF2B5EF4-FFF2-40B4-BE49-F238E27FC236}">
                <a16:creationId xmlns:a16="http://schemas.microsoft.com/office/drawing/2014/main" id="{0C8392E4-B84B-48D7-9238-DC02BF69C733}"/>
              </a:ext>
            </a:extLst>
          </p:cNvPr>
          <p:cNvGraphicFramePr>
            <a:graphicFrameLocks noGrp="1"/>
          </p:cNvGraphicFramePr>
          <p:nvPr/>
        </p:nvGraphicFramePr>
        <p:xfrm>
          <a:off x="5117815" y="1260913"/>
          <a:ext cx="187678" cy="651933"/>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graphicFrame>
        <p:nvGraphicFramePr>
          <p:cNvPr id="413" name="object 40">
            <a:extLst>
              <a:ext uri="{FF2B5EF4-FFF2-40B4-BE49-F238E27FC236}">
                <a16:creationId xmlns:a16="http://schemas.microsoft.com/office/drawing/2014/main" id="{FB00D30A-7D19-4993-912D-0A980E967F27}"/>
              </a:ext>
            </a:extLst>
          </p:cNvPr>
          <p:cNvGraphicFramePr>
            <a:graphicFrameLocks noGrp="1"/>
          </p:cNvGraphicFramePr>
          <p:nvPr/>
        </p:nvGraphicFramePr>
        <p:xfrm>
          <a:off x="5117815" y="2341264"/>
          <a:ext cx="187678" cy="651929"/>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graphicFrame>
        <p:nvGraphicFramePr>
          <p:cNvPr id="414" name="object 41">
            <a:extLst>
              <a:ext uri="{FF2B5EF4-FFF2-40B4-BE49-F238E27FC236}">
                <a16:creationId xmlns:a16="http://schemas.microsoft.com/office/drawing/2014/main" id="{0AEE21F6-FB65-4BF0-98E7-35DE61C0B577}"/>
              </a:ext>
            </a:extLst>
          </p:cNvPr>
          <p:cNvGraphicFramePr>
            <a:graphicFrameLocks noGrp="1"/>
          </p:cNvGraphicFramePr>
          <p:nvPr/>
        </p:nvGraphicFramePr>
        <p:xfrm>
          <a:off x="5117815" y="3402979"/>
          <a:ext cx="187678" cy="651933"/>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grpSp>
        <p:nvGrpSpPr>
          <p:cNvPr id="415" name="object 42">
            <a:extLst>
              <a:ext uri="{FF2B5EF4-FFF2-40B4-BE49-F238E27FC236}">
                <a16:creationId xmlns:a16="http://schemas.microsoft.com/office/drawing/2014/main" id="{4D22FA32-C999-456C-BFB8-EFE79B927BAA}"/>
              </a:ext>
            </a:extLst>
          </p:cNvPr>
          <p:cNvGrpSpPr/>
          <p:nvPr/>
        </p:nvGrpSpPr>
        <p:grpSpPr>
          <a:xfrm>
            <a:off x="1143000" y="1334011"/>
            <a:ext cx="6633634" cy="2662342"/>
            <a:chOff x="183644" y="2118360"/>
            <a:chExt cx="5970269" cy="2396108"/>
          </a:xfrm>
        </p:grpSpPr>
        <p:sp>
          <p:nvSpPr>
            <p:cNvPr id="416" name="object 43">
              <a:extLst>
                <a:ext uri="{FF2B5EF4-FFF2-40B4-BE49-F238E27FC236}">
                  <a16:creationId xmlns:a16="http://schemas.microsoft.com/office/drawing/2014/main" id="{D100942C-AB22-4F98-8D41-A504272C91D6}"/>
                </a:ext>
              </a:extLst>
            </p:cNvPr>
            <p:cNvSpPr/>
            <p:nvPr/>
          </p:nvSpPr>
          <p:spPr>
            <a:xfrm>
              <a:off x="183644" y="2783585"/>
              <a:ext cx="5970269" cy="31750"/>
            </a:xfrm>
            <a:custGeom>
              <a:avLst/>
              <a:gdLst/>
              <a:ahLst/>
              <a:cxnLst/>
              <a:rect l="l" t="t" r="r" b="b"/>
              <a:pathLst>
                <a:path w="5970270" h="31750">
                  <a:moveTo>
                    <a:pt x="0" y="31369"/>
                  </a:moveTo>
                  <a:lnTo>
                    <a:pt x="5970140" y="0"/>
                  </a:lnTo>
                </a:path>
              </a:pathLst>
            </a:custGeom>
            <a:ln w="38100">
              <a:solidFill>
                <a:srgbClr val="008462"/>
              </a:solidFill>
              <a:prstDash val="lgDash"/>
            </a:ln>
          </p:spPr>
          <p:txBody>
            <a:bodyPr wrap="square" lIns="0" tIns="0" rIns="0" bIns="0" rtlCol="0"/>
            <a:lstStyle/>
            <a:p>
              <a:endParaRPr sz="2000"/>
            </a:p>
          </p:txBody>
        </p:sp>
        <p:sp>
          <p:nvSpPr>
            <p:cNvPr id="417" name="object 44">
              <a:extLst>
                <a:ext uri="{FF2B5EF4-FFF2-40B4-BE49-F238E27FC236}">
                  <a16:creationId xmlns:a16="http://schemas.microsoft.com/office/drawing/2014/main" id="{3B369145-6D22-4169-BF52-A53EEF11CC2C}"/>
                </a:ext>
              </a:extLst>
            </p:cNvPr>
            <p:cNvSpPr/>
            <p:nvPr/>
          </p:nvSpPr>
          <p:spPr>
            <a:xfrm>
              <a:off x="2749422" y="2118360"/>
              <a:ext cx="1018540" cy="1010285"/>
            </a:xfrm>
            <a:custGeom>
              <a:avLst/>
              <a:gdLst/>
              <a:ahLst/>
              <a:cxnLst/>
              <a:rect l="l" t="t" r="r" b="b"/>
              <a:pathLst>
                <a:path w="1018539" h="1010285">
                  <a:moveTo>
                    <a:pt x="1018032" y="38100"/>
                  </a:moveTo>
                  <a:lnTo>
                    <a:pt x="1005332" y="31750"/>
                  </a:lnTo>
                  <a:lnTo>
                    <a:pt x="941832" y="0"/>
                  </a:lnTo>
                  <a:lnTo>
                    <a:pt x="941832" y="31750"/>
                  </a:lnTo>
                  <a:lnTo>
                    <a:pt x="4445" y="31750"/>
                  </a:lnTo>
                  <a:lnTo>
                    <a:pt x="4445" y="38100"/>
                  </a:lnTo>
                  <a:lnTo>
                    <a:pt x="0" y="42672"/>
                  </a:lnTo>
                  <a:lnTo>
                    <a:pt x="958684" y="961745"/>
                  </a:lnTo>
                  <a:lnTo>
                    <a:pt x="936752" y="984631"/>
                  </a:lnTo>
                  <a:lnTo>
                    <a:pt x="1018032" y="1009904"/>
                  </a:lnTo>
                  <a:lnTo>
                    <a:pt x="1004011" y="970534"/>
                  </a:lnTo>
                  <a:lnTo>
                    <a:pt x="989457" y="929640"/>
                  </a:lnTo>
                  <a:lnTo>
                    <a:pt x="967447" y="952601"/>
                  </a:lnTo>
                  <a:lnTo>
                    <a:pt x="20269" y="44450"/>
                  </a:lnTo>
                  <a:lnTo>
                    <a:pt x="941832" y="44450"/>
                  </a:lnTo>
                  <a:lnTo>
                    <a:pt x="941832" y="76200"/>
                  </a:lnTo>
                  <a:lnTo>
                    <a:pt x="1005332" y="44450"/>
                  </a:lnTo>
                  <a:lnTo>
                    <a:pt x="1018032" y="38100"/>
                  </a:lnTo>
                  <a:close/>
                </a:path>
              </a:pathLst>
            </a:custGeom>
            <a:solidFill>
              <a:srgbClr val="000000"/>
            </a:solidFill>
          </p:spPr>
          <p:txBody>
            <a:bodyPr wrap="square" lIns="0" tIns="0" rIns="0" bIns="0" rtlCol="0"/>
            <a:lstStyle/>
            <a:p>
              <a:endParaRPr sz="2000"/>
            </a:p>
          </p:txBody>
        </p:sp>
        <p:sp>
          <p:nvSpPr>
            <p:cNvPr id="418" name="object 45">
              <a:extLst>
                <a:ext uri="{FF2B5EF4-FFF2-40B4-BE49-F238E27FC236}">
                  <a16:creationId xmlns:a16="http://schemas.microsoft.com/office/drawing/2014/main" id="{FA1B5793-D9C7-4277-B8ED-38E8E0F82FB0}"/>
                </a:ext>
              </a:extLst>
            </p:cNvPr>
            <p:cNvSpPr/>
            <p:nvPr/>
          </p:nvSpPr>
          <p:spPr>
            <a:xfrm>
              <a:off x="183644" y="3748278"/>
              <a:ext cx="5970269" cy="31750"/>
            </a:xfrm>
            <a:custGeom>
              <a:avLst/>
              <a:gdLst/>
              <a:ahLst/>
              <a:cxnLst/>
              <a:rect l="l" t="t" r="r" b="b"/>
              <a:pathLst>
                <a:path w="5970270" h="31750">
                  <a:moveTo>
                    <a:pt x="0" y="31369"/>
                  </a:moveTo>
                  <a:lnTo>
                    <a:pt x="5970140" y="0"/>
                  </a:lnTo>
                </a:path>
              </a:pathLst>
            </a:custGeom>
            <a:ln w="38100">
              <a:solidFill>
                <a:srgbClr val="008462"/>
              </a:solidFill>
              <a:prstDash val="lgDash"/>
            </a:ln>
          </p:spPr>
          <p:txBody>
            <a:bodyPr wrap="square" lIns="0" tIns="0" rIns="0" bIns="0" rtlCol="0"/>
            <a:lstStyle/>
            <a:p>
              <a:endParaRPr sz="2000"/>
            </a:p>
          </p:txBody>
        </p:sp>
        <p:sp>
          <p:nvSpPr>
            <p:cNvPr id="419" name="object 46">
              <a:extLst>
                <a:ext uri="{FF2B5EF4-FFF2-40B4-BE49-F238E27FC236}">
                  <a16:creationId xmlns:a16="http://schemas.microsoft.com/office/drawing/2014/main" id="{7C321C6E-8A4C-4CFB-B20D-E89DF0E2F042}"/>
                </a:ext>
              </a:extLst>
            </p:cNvPr>
            <p:cNvSpPr/>
            <p:nvPr/>
          </p:nvSpPr>
          <p:spPr>
            <a:xfrm>
              <a:off x="2748280" y="2153538"/>
              <a:ext cx="1019175" cy="2360930"/>
            </a:xfrm>
            <a:custGeom>
              <a:avLst/>
              <a:gdLst/>
              <a:ahLst/>
              <a:cxnLst/>
              <a:rect l="l" t="t" r="r" b="b"/>
              <a:pathLst>
                <a:path w="1019175" h="2360929">
                  <a:moveTo>
                    <a:pt x="1019175" y="199517"/>
                  </a:moveTo>
                  <a:lnTo>
                    <a:pt x="937895" y="224790"/>
                  </a:lnTo>
                  <a:lnTo>
                    <a:pt x="959827" y="247688"/>
                  </a:lnTo>
                  <a:lnTo>
                    <a:pt x="415721" y="769302"/>
                  </a:lnTo>
                  <a:lnTo>
                    <a:pt x="11176" y="0"/>
                  </a:lnTo>
                  <a:lnTo>
                    <a:pt x="0" y="5842"/>
                  </a:lnTo>
                  <a:lnTo>
                    <a:pt x="406209" y="778433"/>
                  </a:lnTo>
                  <a:lnTo>
                    <a:pt x="1143" y="1166749"/>
                  </a:lnTo>
                  <a:lnTo>
                    <a:pt x="5588" y="1171333"/>
                  </a:lnTo>
                  <a:lnTo>
                    <a:pt x="5588" y="1171841"/>
                  </a:lnTo>
                  <a:lnTo>
                    <a:pt x="1270" y="1176401"/>
                  </a:lnTo>
                  <a:lnTo>
                    <a:pt x="402132" y="1554441"/>
                  </a:lnTo>
                  <a:lnTo>
                    <a:pt x="0" y="2319274"/>
                  </a:lnTo>
                  <a:lnTo>
                    <a:pt x="4546" y="2321661"/>
                  </a:lnTo>
                  <a:lnTo>
                    <a:pt x="5588" y="2322766"/>
                  </a:lnTo>
                  <a:lnTo>
                    <a:pt x="5588" y="2328799"/>
                  </a:lnTo>
                  <a:lnTo>
                    <a:pt x="942975" y="2328799"/>
                  </a:lnTo>
                  <a:lnTo>
                    <a:pt x="942975" y="2360549"/>
                  </a:lnTo>
                  <a:lnTo>
                    <a:pt x="1006475" y="2328799"/>
                  </a:lnTo>
                  <a:lnTo>
                    <a:pt x="1019175" y="2322449"/>
                  </a:lnTo>
                  <a:lnTo>
                    <a:pt x="1006475" y="2316099"/>
                  </a:lnTo>
                  <a:lnTo>
                    <a:pt x="942975" y="2284349"/>
                  </a:lnTo>
                  <a:lnTo>
                    <a:pt x="942975" y="2316099"/>
                  </a:lnTo>
                  <a:lnTo>
                    <a:pt x="21882" y="2316099"/>
                  </a:lnTo>
                  <a:lnTo>
                    <a:pt x="615848" y="1755990"/>
                  </a:lnTo>
                  <a:lnTo>
                    <a:pt x="959446" y="2079993"/>
                  </a:lnTo>
                  <a:lnTo>
                    <a:pt x="937641" y="2103120"/>
                  </a:lnTo>
                  <a:lnTo>
                    <a:pt x="1019175" y="2127631"/>
                  </a:lnTo>
                  <a:lnTo>
                    <a:pt x="1004938" y="2088642"/>
                  </a:lnTo>
                  <a:lnTo>
                    <a:pt x="989965" y="2047621"/>
                  </a:lnTo>
                  <a:lnTo>
                    <a:pt x="968133" y="2070773"/>
                  </a:lnTo>
                  <a:lnTo>
                    <a:pt x="625055" y="1747304"/>
                  </a:lnTo>
                  <a:lnTo>
                    <a:pt x="819302" y="1564132"/>
                  </a:lnTo>
                  <a:lnTo>
                    <a:pt x="978090" y="1866099"/>
                  </a:lnTo>
                  <a:lnTo>
                    <a:pt x="950087" y="1880870"/>
                  </a:lnTo>
                  <a:lnTo>
                    <a:pt x="1019175" y="1930527"/>
                  </a:lnTo>
                  <a:lnTo>
                    <a:pt x="1018133" y="1877314"/>
                  </a:lnTo>
                  <a:lnTo>
                    <a:pt x="1017524" y="1845310"/>
                  </a:lnTo>
                  <a:lnTo>
                    <a:pt x="989393" y="1860143"/>
                  </a:lnTo>
                  <a:lnTo>
                    <a:pt x="828929" y="1555051"/>
                  </a:lnTo>
                  <a:lnTo>
                    <a:pt x="968133" y="1423771"/>
                  </a:lnTo>
                  <a:lnTo>
                    <a:pt x="989965" y="1446911"/>
                  </a:lnTo>
                  <a:lnTo>
                    <a:pt x="1004938" y="1405890"/>
                  </a:lnTo>
                  <a:lnTo>
                    <a:pt x="1019175" y="1366901"/>
                  </a:lnTo>
                  <a:lnTo>
                    <a:pt x="937641" y="1391412"/>
                  </a:lnTo>
                  <a:lnTo>
                    <a:pt x="959446" y="1414551"/>
                  </a:lnTo>
                  <a:lnTo>
                    <a:pt x="822807" y="1543405"/>
                  </a:lnTo>
                  <a:lnTo>
                    <a:pt x="813181" y="1525104"/>
                  </a:lnTo>
                  <a:lnTo>
                    <a:pt x="813181" y="1552486"/>
                  </a:lnTo>
                  <a:lnTo>
                    <a:pt x="615823" y="1738604"/>
                  </a:lnTo>
                  <a:lnTo>
                    <a:pt x="606615" y="1729930"/>
                  </a:lnTo>
                  <a:lnTo>
                    <a:pt x="606615" y="1747278"/>
                  </a:lnTo>
                  <a:lnTo>
                    <a:pt x="28194" y="2292743"/>
                  </a:lnTo>
                  <a:lnTo>
                    <a:pt x="411708" y="1563471"/>
                  </a:lnTo>
                  <a:lnTo>
                    <a:pt x="606615" y="1747278"/>
                  </a:lnTo>
                  <a:lnTo>
                    <a:pt x="606615" y="1729930"/>
                  </a:lnTo>
                  <a:lnTo>
                    <a:pt x="417804" y="1551889"/>
                  </a:lnTo>
                  <a:lnTo>
                    <a:pt x="614324" y="1178179"/>
                  </a:lnTo>
                  <a:lnTo>
                    <a:pt x="616369" y="1178179"/>
                  </a:lnTo>
                  <a:lnTo>
                    <a:pt x="813181" y="1552486"/>
                  </a:lnTo>
                  <a:lnTo>
                    <a:pt x="813181" y="1525104"/>
                  </a:lnTo>
                  <a:lnTo>
                    <a:pt x="630732" y="1178179"/>
                  </a:lnTo>
                  <a:lnTo>
                    <a:pt x="942975" y="1178179"/>
                  </a:lnTo>
                  <a:lnTo>
                    <a:pt x="942975" y="1209929"/>
                  </a:lnTo>
                  <a:lnTo>
                    <a:pt x="1006475" y="1178179"/>
                  </a:lnTo>
                  <a:lnTo>
                    <a:pt x="1019175" y="1171829"/>
                  </a:lnTo>
                  <a:lnTo>
                    <a:pt x="1006475" y="1165479"/>
                  </a:lnTo>
                  <a:lnTo>
                    <a:pt x="942975" y="1133729"/>
                  </a:lnTo>
                  <a:lnTo>
                    <a:pt x="942975" y="1165479"/>
                  </a:lnTo>
                  <a:lnTo>
                    <a:pt x="624052" y="1165479"/>
                  </a:lnTo>
                  <a:lnTo>
                    <a:pt x="622541" y="1162583"/>
                  </a:lnTo>
                  <a:lnTo>
                    <a:pt x="989393" y="464985"/>
                  </a:lnTo>
                  <a:lnTo>
                    <a:pt x="1017524" y="479806"/>
                  </a:lnTo>
                  <a:lnTo>
                    <a:pt x="1018133" y="447802"/>
                  </a:lnTo>
                  <a:lnTo>
                    <a:pt x="1019175" y="394589"/>
                  </a:lnTo>
                  <a:lnTo>
                    <a:pt x="950087" y="444246"/>
                  </a:lnTo>
                  <a:lnTo>
                    <a:pt x="978090" y="459028"/>
                  </a:lnTo>
                  <a:lnTo>
                    <a:pt x="615353" y="1148918"/>
                  </a:lnTo>
                  <a:lnTo>
                    <a:pt x="608177" y="1135278"/>
                  </a:lnTo>
                  <a:lnTo>
                    <a:pt x="608177" y="1162583"/>
                  </a:lnTo>
                  <a:lnTo>
                    <a:pt x="606653" y="1165479"/>
                  </a:lnTo>
                  <a:lnTo>
                    <a:pt x="599973" y="1165479"/>
                  </a:lnTo>
                  <a:lnTo>
                    <a:pt x="599973" y="1178179"/>
                  </a:lnTo>
                  <a:lnTo>
                    <a:pt x="408228" y="1542859"/>
                  </a:lnTo>
                  <a:lnTo>
                    <a:pt x="21475" y="1178179"/>
                  </a:lnTo>
                  <a:lnTo>
                    <a:pt x="599973" y="1178179"/>
                  </a:lnTo>
                  <a:lnTo>
                    <a:pt x="599973" y="1165479"/>
                  </a:lnTo>
                  <a:lnTo>
                    <a:pt x="20878" y="1165479"/>
                  </a:lnTo>
                  <a:lnTo>
                    <a:pt x="412356" y="790143"/>
                  </a:lnTo>
                  <a:lnTo>
                    <a:pt x="608177" y="1162583"/>
                  </a:lnTo>
                  <a:lnTo>
                    <a:pt x="608177" y="1135278"/>
                  </a:lnTo>
                  <a:lnTo>
                    <a:pt x="421881" y="781011"/>
                  </a:lnTo>
                  <a:lnTo>
                    <a:pt x="968590" y="256832"/>
                  </a:lnTo>
                  <a:lnTo>
                    <a:pt x="990600" y="279781"/>
                  </a:lnTo>
                  <a:lnTo>
                    <a:pt x="1005154" y="238887"/>
                  </a:lnTo>
                  <a:lnTo>
                    <a:pt x="1019175" y="199517"/>
                  </a:lnTo>
                  <a:close/>
                </a:path>
              </a:pathLst>
            </a:custGeom>
            <a:solidFill>
              <a:srgbClr val="000000"/>
            </a:solidFill>
          </p:spPr>
          <p:txBody>
            <a:bodyPr wrap="square" lIns="0" tIns="0" rIns="0" bIns="0" rtlCol="0"/>
            <a:lstStyle/>
            <a:p>
              <a:endParaRPr sz="2000"/>
            </a:p>
          </p:txBody>
        </p:sp>
      </p:grpSp>
      <p:sp>
        <p:nvSpPr>
          <p:cNvPr id="420" name="object 47">
            <a:extLst>
              <a:ext uri="{FF2B5EF4-FFF2-40B4-BE49-F238E27FC236}">
                <a16:creationId xmlns:a16="http://schemas.microsoft.com/office/drawing/2014/main" id="{955EB53D-CFD4-444A-A203-79139DD6DC75}"/>
              </a:ext>
            </a:extLst>
          </p:cNvPr>
          <p:cNvSpPr/>
          <p:nvPr/>
        </p:nvSpPr>
        <p:spPr>
          <a:xfrm>
            <a:off x="4204544" y="4281258"/>
            <a:ext cx="1290461" cy="298450"/>
          </a:xfrm>
          <a:custGeom>
            <a:avLst/>
            <a:gdLst/>
            <a:ahLst/>
            <a:cxnLst/>
            <a:rect l="l" t="t" r="r" b="b"/>
            <a:pathLst>
              <a:path w="1161414" h="268604">
                <a:moveTo>
                  <a:pt x="1161288" y="0"/>
                </a:moveTo>
                <a:lnTo>
                  <a:pt x="1151703" y="52190"/>
                </a:lnTo>
                <a:lnTo>
                  <a:pt x="1125569" y="94820"/>
                </a:lnTo>
                <a:lnTo>
                  <a:pt x="1086814" y="123567"/>
                </a:lnTo>
                <a:lnTo>
                  <a:pt x="1039368" y="134110"/>
                </a:lnTo>
                <a:lnTo>
                  <a:pt x="702564" y="134110"/>
                </a:lnTo>
                <a:lnTo>
                  <a:pt x="655117" y="144650"/>
                </a:lnTo>
                <a:lnTo>
                  <a:pt x="616362" y="173392"/>
                </a:lnTo>
                <a:lnTo>
                  <a:pt x="590228" y="216022"/>
                </a:lnTo>
                <a:lnTo>
                  <a:pt x="580644" y="268225"/>
                </a:lnTo>
                <a:lnTo>
                  <a:pt x="571059" y="216022"/>
                </a:lnTo>
                <a:lnTo>
                  <a:pt x="544925" y="173392"/>
                </a:lnTo>
                <a:lnTo>
                  <a:pt x="506170" y="144650"/>
                </a:lnTo>
                <a:lnTo>
                  <a:pt x="458724"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421" name="object 48">
            <a:extLst>
              <a:ext uri="{FF2B5EF4-FFF2-40B4-BE49-F238E27FC236}">
                <a16:creationId xmlns:a16="http://schemas.microsoft.com/office/drawing/2014/main" id="{4F724F26-F7DB-42E6-B241-DFD90A631FE1}"/>
              </a:ext>
            </a:extLst>
          </p:cNvPr>
          <p:cNvSpPr txBox="1"/>
          <p:nvPr/>
        </p:nvSpPr>
        <p:spPr>
          <a:xfrm>
            <a:off x="3820791" y="4604205"/>
            <a:ext cx="1922639" cy="493098"/>
          </a:xfrm>
          <a:prstGeom prst="rect">
            <a:avLst/>
          </a:prstGeom>
        </p:spPr>
        <p:txBody>
          <a:bodyPr vert="horz" wrap="square" lIns="0" tIns="14111" rIns="0" bIns="0" rtlCol="0">
            <a:spAutoFit/>
          </a:bodyPr>
          <a:lstStyle/>
          <a:p>
            <a:pPr marL="337252" marR="5644" indent="-323847">
              <a:spcBef>
                <a:spcPts val="111"/>
              </a:spcBef>
            </a:pPr>
            <a:r>
              <a:rPr lang="en-US" sz="1556" spc="-11" dirty="0" err="1">
                <a:solidFill>
                  <a:srgbClr val="00B0F0"/>
                </a:solidFill>
                <a:latin typeface="Arial"/>
                <a:cs typeface="Arial"/>
              </a:rPr>
              <a:t>Fwd</a:t>
            </a:r>
            <a:r>
              <a:rPr lang="en-US" sz="1556" spc="-11" dirty="0">
                <a:solidFill>
                  <a:srgbClr val="00B0F0"/>
                </a:solidFill>
                <a:latin typeface="Arial"/>
                <a:cs typeface="Arial"/>
              </a:rPr>
              <a:t> c</a:t>
            </a:r>
            <a:r>
              <a:rPr sz="1556" dirty="0">
                <a:solidFill>
                  <a:srgbClr val="00B0F0"/>
                </a:solidFill>
                <a:latin typeface="Arial"/>
                <a:cs typeface="Arial"/>
              </a:rPr>
              <a:t>o</a:t>
            </a:r>
            <a:r>
              <a:rPr sz="1556" spc="-11" dirty="0">
                <a:solidFill>
                  <a:srgbClr val="00B0F0"/>
                </a:solidFill>
                <a:latin typeface="Arial"/>
                <a:cs typeface="Arial"/>
              </a:rPr>
              <a:t>mm</a:t>
            </a:r>
            <a:r>
              <a:rPr sz="1556" dirty="0">
                <a:solidFill>
                  <a:srgbClr val="00B0F0"/>
                </a:solidFill>
                <a:latin typeface="Arial"/>
                <a:cs typeface="Arial"/>
              </a:rPr>
              <a:t>unicatio</a:t>
            </a:r>
            <a:r>
              <a:rPr sz="1556" spc="-17" dirty="0">
                <a:solidFill>
                  <a:srgbClr val="00B0F0"/>
                </a:solidFill>
                <a:latin typeface="Arial"/>
                <a:cs typeface="Arial"/>
              </a:rPr>
              <a:t>n</a:t>
            </a:r>
            <a:r>
              <a:rPr sz="1556" dirty="0">
                <a:solidFill>
                  <a:srgbClr val="00B0F0"/>
                </a:solidFill>
                <a:latin typeface="Arial"/>
                <a:cs typeface="Arial"/>
              </a:rPr>
              <a:t>:  Allgather</a:t>
            </a:r>
          </a:p>
        </p:txBody>
      </p:sp>
      <p:sp>
        <p:nvSpPr>
          <p:cNvPr id="422" name="object 49">
            <a:extLst>
              <a:ext uri="{FF2B5EF4-FFF2-40B4-BE49-F238E27FC236}">
                <a16:creationId xmlns:a16="http://schemas.microsoft.com/office/drawing/2014/main" id="{D4FADE4C-D8F8-43F7-861B-7FD5FD9D8344}"/>
              </a:ext>
            </a:extLst>
          </p:cNvPr>
          <p:cNvSpPr/>
          <p:nvPr/>
        </p:nvSpPr>
        <p:spPr>
          <a:xfrm>
            <a:off x="2140368" y="4281258"/>
            <a:ext cx="1915583" cy="298450"/>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sp>
        <p:nvSpPr>
          <p:cNvPr id="423" name="object 50">
            <a:extLst>
              <a:ext uri="{FF2B5EF4-FFF2-40B4-BE49-F238E27FC236}">
                <a16:creationId xmlns:a16="http://schemas.microsoft.com/office/drawing/2014/main" id="{40A08A4A-6483-452E-AFA1-A294CD203E84}"/>
              </a:ext>
            </a:extLst>
          </p:cNvPr>
          <p:cNvSpPr txBox="1"/>
          <p:nvPr/>
        </p:nvSpPr>
        <p:spPr>
          <a:xfrm>
            <a:off x="2577814" y="4610382"/>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424" name="object 51">
            <a:extLst>
              <a:ext uri="{FF2B5EF4-FFF2-40B4-BE49-F238E27FC236}">
                <a16:creationId xmlns:a16="http://schemas.microsoft.com/office/drawing/2014/main" id="{3DAAB9AE-EB49-4485-9A6E-7030A1DEA397}"/>
              </a:ext>
            </a:extLst>
          </p:cNvPr>
          <p:cNvSpPr/>
          <p:nvPr/>
        </p:nvSpPr>
        <p:spPr>
          <a:xfrm>
            <a:off x="5687904" y="4313431"/>
            <a:ext cx="1913467" cy="299861"/>
          </a:xfrm>
          <a:custGeom>
            <a:avLst/>
            <a:gdLst/>
            <a:ahLst/>
            <a:cxnLst/>
            <a:rect l="l" t="t" r="r" b="b"/>
            <a:pathLst>
              <a:path w="1722120" h="269875">
                <a:moveTo>
                  <a:pt x="1722120" y="0"/>
                </a:moveTo>
                <a:lnTo>
                  <a:pt x="1712489" y="52524"/>
                </a:lnTo>
                <a:lnTo>
                  <a:pt x="1686226" y="95394"/>
                </a:lnTo>
                <a:lnTo>
                  <a:pt x="1647271" y="124285"/>
                </a:lnTo>
                <a:lnTo>
                  <a:pt x="1599565" y="134876"/>
                </a:lnTo>
                <a:lnTo>
                  <a:pt x="983615" y="134876"/>
                </a:lnTo>
                <a:lnTo>
                  <a:pt x="935908" y="145475"/>
                </a:lnTo>
                <a:lnTo>
                  <a:pt x="896953" y="174379"/>
                </a:lnTo>
                <a:lnTo>
                  <a:pt x="870690" y="217250"/>
                </a:lnTo>
                <a:lnTo>
                  <a:pt x="861060" y="269749"/>
                </a:lnTo>
                <a:lnTo>
                  <a:pt x="851429" y="217250"/>
                </a:lnTo>
                <a:lnTo>
                  <a:pt x="825166" y="174379"/>
                </a:lnTo>
                <a:lnTo>
                  <a:pt x="786211" y="145475"/>
                </a:lnTo>
                <a:lnTo>
                  <a:pt x="738505" y="134876"/>
                </a:lnTo>
                <a:lnTo>
                  <a:pt x="122555" y="134876"/>
                </a:lnTo>
                <a:lnTo>
                  <a:pt x="74848" y="124285"/>
                </a:lnTo>
                <a:lnTo>
                  <a:pt x="35893" y="95394"/>
                </a:lnTo>
                <a:lnTo>
                  <a:pt x="9630" y="52524"/>
                </a:lnTo>
                <a:lnTo>
                  <a:pt x="0" y="0"/>
                </a:lnTo>
              </a:path>
            </a:pathLst>
          </a:custGeom>
          <a:ln w="28575">
            <a:solidFill>
              <a:srgbClr val="000000"/>
            </a:solidFill>
          </a:ln>
        </p:spPr>
        <p:txBody>
          <a:bodyPr wrap="square" lIns="0" tIns="0" rIns="0" bIns="0" rtlCol="0"/>
          <a:lstStyle/>
          <a:p>
            <a:endParaRPr sz="2000"/>
          </a:p>
        </p:txBody>
      </p:sp>
      <p:sp>
        <p:nvSpPr>
          <p:cNvPr id="425" name="object 52">
            <a:extLst>
              <a:ext uri="{FF2B5EF4-FFF2-40B4-BE49-F238E27FC236}">
                <a16:creationId xmlns:a16="http://schemas.microsoft.com/office/drawing/2014/main" id="{FE713EFB-5BF7-4DB1-A509-0E5111A629D6}"/>
              </a:ext>
            </a:extLst>
          </p:cNvPr>
          <p:cNvSpPr txBox="1"/>
          <p:nvPr/>
        </p:nvSpPr>
        <p:spPr>
          <a:xfrm>
            <a:off x="5918197" y="4642899"/>
            <a:ext cx="153176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7" dirty="0">
                <a:latin typeface="Arial"/>
                <a:cs typeface="Arial"/>
              </a:rPr>
              <a:t> </a:t>
            </a:r>
            <a:r>
              <a:rPr sz="1556" spc="-6" dirty="0">
                <a:latin typeface="Arial"/>
                <a:cs typeface="Arial"/>
              </a:rPr>
              <a:t>fwd</a:t>
            </a:r>
            <a:endParaRPr sz="1556">
              <a:latin typeface="Arial"/>
              <a:cs typeface="Arial"/>
            </a:endParaRPr>
          </a:p>
        </p:txBody>
      </p:sp>
      <p:sp>
        <p:nvSpPr>
          <p:cNvPr id="426" name="object 53">
            <a:extLst>
              <a:ext uri="{FF2B5EF4-FFF2-40B4-BE49-F238E27FC236}">
                <a16:creationId xmlns:a16="http://schemas.microsoft.com/office/drawing/2014/main" id="{5FCEC080-04E4-4ADB-96D7-9D7C7E66C52F}"/>
              </a:ext>
            </a:extLst>
          </p:cNvPr>
          <p:cNvSpPr txBox="1"/>
          <p:nvPr/>
        </p:nvSpPr>
        <p:spPr>
          <a:xfrm>
            <a:off x="1063012" y="1410635"/>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dirty="0">
              <a:latin typeface="Arial"/>
              <a:cs typeface="Arial"/>
            </a:endParaRPr>
          </a:p>
        </p:txBody>
      </p:sp>
      <p:sp>
        <p:nvSpPr>
          <p:cNvPr id="427" name="object 54">
            <a:extLst>
              <a:ext uri="{FF2B5EF4-FFF2-40B4-BE49-F238E27FC236}">
                <a16:creationId xmlns:a16="http://schemas.microsoft.com/office/drawing/2014/main" id="{253D1177-ECFB-4AF8-A820-9202B441E03E}"/>
              </a:ext>
            </a:extLst>
          </p:cNvPr>
          <p:cNvSpPr txBox="1"/>
          <p:nvPr/>
        </p:nvSpPr>
        <p:spPr>
          <a:xfrm>
            <a:off x="1067753" y="2513700"/>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428" name="object 55">
            <a:extLst>
              <a:ext uri="{FF2B5EF4-FFF2-40B4-BE49-F238E27FC236}">
                <a16:creationId xmlns:a16="http://schemas.microsoft.com/office/drawing/2014/main" id="{20F3557C-900D-4099-8D09-F64E676762AB}"/>
              </a:ext>
            </a:extLst>
          </p:cNvPr>
          <p:cNvSpPr txBox="1"/>
          <p:nvPr/>
        </p:nvSpPr>
        <p:spPr>
          <a:xfrm>
            <a:off x="1068431" y="3538167"/>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sp>
        <p:nvSpPr>
          <p:cNvPr id="429" name="Rectangle 58">
            <a:extLst>
              <a:ext uri="{FF2B5EF4-FFF2-40B4-BE49-F238E27FC236}">
                <a16:creationId xmlns:a16="http://schemas.microsoft.com/office/drawing/2014/main" id="{3403F8EE-BBE7-4D5C-A8B3-8A3C5DBC434A}"/>
              </a:ext>
            </a:extLst>
          </p:cNvPr>
          <p:cNvSpPr/>
          <p:nvPr/>
        </p:nvSpPr>
        <p:spPr>
          <a:xfrm>
            <a:off x="3166545" y="847759"/>
            <a:ext cx="405880" cy="369332"/>
          </a:xfrm>
          <a:prstGeom prst="rect">
            <a:avLst/>
          </a:prstGeom>
        </p:spPr>
        <p:txBody>
          <a:bodyPr wrap="square">
            <a:spAutoFit/>
          </a:bodyPr>
          <a:lstStyle/>
          <a:p>
            <a:r>
              <a:rPr lang="en-US" b="1" i="1" dirty="0">
                <a:solidFill>
                  <a:srgbClr val="0432FF"/>
                </a:solidFill>
                <a:latin typeface="Trebuchet MS"/>
                <a:cs typeface="Trebuchet MS"/>
              </a:rPr>
              <a:t>X </a:t>
            </a:r>
            <a:endParaRPr lang="en-CN" dirty="0">
              <a:solidFill>
                <a:srgbClr val="0432FF"/>
              </a:solidFill>
            </a:endParaRPr>
          </a:p>
        </p:txBody>
      </p:sp>
      <p:sp>
        <p:nvSpPr>
          <p:cNvPr id="430" name="Rectangle 59">
            <a:extLst>
              <a:ext uri="{FF2B5EF4-FFF2-40B4-BE49-F238E27FC236}">
                <a16:creationId xmlns:a16="http://schemas.microsoft.com/office/drawing/2014/main" id="{E313990B-EB68-4DA8-93AB-13AAA874543D}"/>
              </a:ext>
            </a:extLst>
          </p:cNvPr>
          <p:cNvSpPr/>
          <p:nvPr/>
        </p:nvSpPr>
        <p:spPr>
          <a:xfrm>
            <a:off x="2398053" y="836690"/>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
        <p:nvSpPr>
          <p:cNvPr id="431" name="Rectangle 60">
            <a:extLst>
              <a:ext uri="{FF2B5EF4-FFF2-40B4-BE49-F238E27FC236}">
                <a16:creationId xmlns:a16="http://schemas.microsoft.com/office/drawing/2014/main" id="{C9BBEA57-0A4B-4191-9B92-D3E5003C7530}"/>
              </a:ext>
            </a:extLst>
          </p:cNvPr>
          <p:cNvSpPr/>
          <p:nvPr/>
        </p:nvSpPr>
        <p:spPr>
          <a:xfrm>
            <a:off x="3720964" y="854235"/>
            <a:ext cx="404983" cy="369332"/>
          </a:xfrm>
          <a:prstGeom prst="rect">
            <a:avLst/>
          </a:prstGeom>
        </p:spPr>
        <p:txBody>
          <a:bodyPr wrap="square">
            <a:spAutoFit/>
          </a:bodyPr>
          <a:lstStyle/>
          <a:p>
            <a:r>
              <a:rPr lang="en-US" b="1" i="1" spc="-6" dirty="0">
                <a:solidFill>
                  <a:schemeClr val="accent1"/>
                </a:solidFill>
                <a:latin typeface="Trebuchet MS"/>
                <a:cs typeface="Trebuchet MS"/>
              </a:rPr>
              <a:t>Y </a:t>
            </a:r>
            <a:endParaRPr lang="en-CN" dirty="0">
              <a:solidFill>
                <a:schemeClr val="accent1"/>
              </a:solidFill>
            </a:endParaRPr>
          </a:p>
        </p:txBody>
      </p:sp>
    </p:spTree>
    <p:extLst>
      <p:ext uri="{BB962C8B-B14F-4D97-AF65-F5344CB8AC3E}">
        <p14:creationId xmlns:p14="http://schemas.microsoft.com/office/powerpoint/2010/main" val="20302741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0" y="253947"/>
            <a:ext cx="9209436" cy="660452"/>
          </a:xfrm>
        </p:spPr>
        <p:txBody>
          <a:bodyPr/>
          <a:lstStyle/>
          <a:p>
            <a:r>
              <a:rPr lang="en-US" altLang="zh-CN" sz="3200" spc="-6" dirty="0"/>
              <a:t>Column-wise</a:t>
            </a:r>
            <a:r>
              <a:rPr lang="en-US" altLang="zh-CN" sz="3200" spc="6" dirty="0"/>
              <a:t> </a:t>
            </a:r>
            <a:r>
              <a:rPr lang="en-US" altLang="zh-CN" sz="3200" spc="-6" dirty="0"/>
              <a:t>Partitioning: </a:t>
            </a:r>
            <a:r>
              <a:rPr lang="en-US" altLang="zh-CN" sz="3200" spc="-6" dirty="0" err="1">
                <a:solidFill>
                  <a:srgbClr val="00B0F0"/>
                </a:solidFill>
              </a:rPr>
              <a:t>ReduceScatter</a:t>
            </a:r>
            <a:r>
              <a:rPr lang="en-US" altLang="zh-CN" sz="3200" spc="-6" dirty="0"/>
              <a:t> between Layers  </a:t>
            </a:r>
            <a:endParaRPr lang="en-US" altLang="en-US" sz="32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170</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grpSp>
        <p:nvGrpSpPr>
          <p:cNvPr id="2" name="组合 1">
            <a:extLst>
              <a:ext uri="{FF2B5EF4-FFF2-40B4-BE49-F238E27FC236}">
                <a16:creationId xmlns:a16="http://schemas.microsoft.com/office/drawing/2014/main" id="{B118D129-4E70-41C3-8456-107DE9821CD7}"/>
              </a:ext>
            </a:extLst>
          </p:cNvPr>
          <p:cNvGrpSpPr/>
          <p:nvPr/>
        </p:nvGrpSpPr>
        <p:grpSpPr>
          <a:xfrm>
            <a:off x="4375433" y="1170879"/>
            <a:ext cx="1329407" cy="3155359"/>
            <a:chOff x="4146971" y="1107912"/>
            <a:chExt cx="1329407" cy="3478534"/>
          </a:xfrm>
        </p:grpSpPr>
        <p:sp>
          <p:nvSpPr>
            <p:cNvPr id="376" name="object 2">
              <a:extLst>
                <a:ext uri="{FF2B5EF4-FFF2-40B4-BE49-F238E27FC236}">
                  <a16:creationId xmlns:a16="http://schemas.microsoft.com/office/drawing/2014/main" id="{A328268C-1910-4BFC-9F22-0698E4C155ED}"/>
                </a:ext>
              </a:extLst>
            </p:cNvPr>
            <p:cNvSpPr/>
            <p:nvPr/>
          </p:nvSpPr>
          <p:spPr>
            <a:xfrm>
              <a:off x="4146971" y="3446747"/>
              <a:ext cx="1315861" cy="1139699"/>
            </a:xfrm>
            <a:custGeom>
              <a:avLst/>
              <a:gdLst/>
              <a:ahLst/>
              <a:cxnLst/>
              <a:rect l="l" t="t" r="r" b="b"/>
              <a:pathLst>
                <a:path w="1184275" h="955039">
                  <a:moveTo>
                    <a:pt x="0" y="954659"/>
                  </a:moveTo>
                  <a:lnTo>
                    <a:pt x="1184145" y="954659"/>
                  </a:lnTo>
                  <a:lnTo>
                    <a:pt x="1184145" y="0"/>
                  </a:lnTo>
                  <a:lnTo>
                    <a:pt x="0" y="0"/>
                  </a:lnTo>
                  <a:lnTo>
                    <a:pt x="0" y="954659"/>
                  </a:lnTo>
                  <a:close/>
                </a:path>
              </a:pathLst>
            </a:custGeom>
            <a:solidFill>
              <a:srgbClr val="F3E5FB"/>
            </a:solidFill>
          </p:spPr>
          <p:txBody>
            <a:bodyPr wrap="square" lIns="0" tIns="0" rIns="0" bIns="0" rtlCol="0"/>
            <a:lstStyle/>
            <a:p>
              <a:endParaRPr sz="2000"/>
            </a:p>
          </p:txBody>
        </p:sp>
        <p:sp>
          <p:nvSpPr>
            <p:cNvPr id="377" name="object 3">
              <a:extLst>
                <a:ext uri="{FF2B5EF4-FFF2-40B4-BE49-F238E27FC236}">
                  <a16:creationId xmlns:a16="http://schemas.microsoft.com/office/drawing/2014/main" id="{46EDB523-5D09-4FAA-A235-230448AE31CD}"/>
                </a:ext>
              </a:extLst>
            </p:cNvPr>
            <p:cNvSpPr/>
            <p:nvPr/>
          </p:nvSpPr>
          <p:spPr>
            <a:xfrm>
              <a:off x="4146971" y="2283975"/>
              <a:ext cx="1315861" cy="997024"/>
            </a:xfrm>
            <a:custGeom>
              <a:avLst/>
              <a:gdLst/>
              <a:ahLst/>
              <a:cxnLst/>
              <a:rect l="l" t="t" r="r" b="b"/>
              <a:pathLst>
                <a:path w="1184275" h="895350">
                  <a:moveTo>
                    <a:pt x="0" y="895223"/>
                  </a:moveTo>
                  <a:lnTo>
                    <a:pt x="1184145" y="895223"/>
                  </a:lnTo>
                  <a:lnTo>
                    <a:pt x="1184145" y="0"/>
                  </a:lnTo>
                  <a:lnTo>
                    <a:pt x="0" y="0"/>
                  </a:lnTo>
                  <a:lnTo>
                    <a:pt x="0" y="895223"/>
                  </a:lnTo>
                  <a:close/>
                </a:path>
              </a:pathLst>
            </a:custGeom>
            <a:solidFill>
              <a:srgbClr val="F3E5FB"/>
            </a:solidFill>
          </p:spPr>
          <p:txBody>
            <a:bodyPr wrap="square" lIns="0" tIns="0" rIns="0" bIns="0" rtlCol="0"/>
            <a:lstStyle/>
            <a:p>
              <a:endParaRPr sz="2000"/>
            </a:p>
          </p:txBody>
        </p:sp>
        <p:sp>
          <p:nvSpPr>
            <p:cNvPr id="378" name="object 4">
              <a:extLst>
                <a:ext uri="{FF2B5EF4-FFF2-40B4-BE49-F238E27FC236}">
                  <a16:creationId xmlns:a16="http://schemas.microsoft.com/office/drawing/2014/main" id="{04DC509D-B1EE-46EA-9DA4-3AA61968D7FE}"/>
                </a:ext>
              </a:extLst>
            </p:cNvPr>
            <p:cNvSpPr/>
            <p:nvPr/>
          </p:nvSpPr>
          <p:spPr>
            <a:xfrm>
              <a:off x="4160517" y="1107912"/>
              <a:ext cx="1315861" cy="966338"/>
            </a:xfrm>
            <a:custGeom>
              <a:avLst/>
              <a:gdLst/>
              <a:ahLst/>
              <a:cxnLst/>
              <a:rect l="l" t="t" r="r" b="b"/>
              <a:pathLst>
                <a:path w="1184275" h="1183005">
                  <a:moveTo>
                    <a:pt x="0" y="1182624"/>
                  </a:moveTo>
                  <a:lnTo>
                    <a:pt x="1184145" y="1182624"/>
                  </a:lnTo>
                  <a:lnTo>
                    <a:pt x="1184145" y="0"/>
                  </a:lnTo>
                  <a:lnTo>
                    <a:pt x="0" y="0"/>
                  </a:lnTo>
                  <a:lnTo>
                    <a:pt x="0" y="1182624"/>
                  </a:lnTo>
                  <a:close/>
                </a:path>
              </a:pathLst>
            </a:custGeom>
            <a:solidFill>
              <a:srgbClr val="F3E5FB"/>
            </a:solidFill>
          </p:spPr>
          <p:txBody>
            <a:bodyPr wrap="square" lIns="0" tIns="0" rIns="0" bIns="0" rtlCol="0"/>
            <a:lstStyle/>
            <a:p>
              <a:endParaRPr sz="2000"/>
            </a:p>
          </p:txBody>
        </p:sp>
      </p:grpSp>
      <p:sp>
        <p:nvSpPr>
          <p:cNvPr id="385" name="object 12">
            <a:extLst>
              <a:ext uri="{FF2B5EF4-FFF2-40B4-BE49-F238E27FC236}">
                <a16:creationId xmlns:a16="http://schemas.microsoft.com/office/drawing/2014/main" id="{48155644-5824-4AB3-9588-5EBDCECDB427}"/>
              </a:ext>
            </a:extLst>
          </p:cNvPr>
          <p:cNvSpPr txBox="1"/>
          <p:nvPr/>
        </p:nvSpPr>
        <p:spPr>
          <a:xfrm>
            <a:off x="107099" y="4949211"/>
            <a:ext cx="1922639" cy="322025"/>
          </a:xfrm>
          <a:prstGeom prst="rect">
            <a:avLst/>
          </a:prstGeom>
        </p:spPr>
        <p:txBody>
          <a:bodyPr vert="horz" wrap="square" lIns="0" tIns="14111" rIns="0" bIns="0" rtlCol="0">
            <a:spAutoFit/>
          </a:bodyPr>
          <a:lstStyle/>
          <a:p>
            <a:pPr marL="332313" indent="-318908">
              <a:spcBef>
                <a:spcPts val="111"/>
              </a:spcBef>
              <a:buClr>
                <a:srgbClr val="B2B2B2"/>
              </a:buClr>
              <a:buFont typeface="Arial"/>
              <a:buChar char="•"/>
              <a:tabLst>
                <a:tab pos="332313" algn="l"/>
                <a:tab pos="333019" algn="l"/>
              </a:tabLst>
            </a:pPr>
            <a:r>
              <a:rPr sz="2000" b="1" dirty="0">
                <a:latin typeface="Trebuchet MS"/>
                <a:cs typeface="Trebuchet MS"/>
              </a:rPr>
              <a:t>Each</a:t>
            </a:r>
            <a:r>
              <a:rPr sz="2000" b="1" spc="-100" dirty="0">
                <a:latin typeface="Trebuchet MS"/>
                <a:cs typeface="Trebuchet MS"/>
              </a:rPr>
              <a:t> </a:t>
            </a:r>
            <a:r>
              <a:rPr sz="2000" b="1" dirty="0">
                <a:latin typeface="Trebuchet MS"/>
                <a:cs typeface="Trebuchet MS"/>
              </a:rPr>
              <a:t>worker:</a:t>
            </a:r>
            <a:endParaRPr sz="2000" dirty="0">
              <a:latin typeface="Trebuchet MS"/>
              <a:cs typeface="Trebuchet MS"/>
            </a:endParaRPr>
          </a:p>
        </p:txBody>
      </p:sp>
      <p:sp>
        <p:nvSpPr>
          <p:cNvPr id="386" name="object 13">
            <a:extLst>
              <a:ext uri="{FF2B5EF4-FFF2-40B4-BE49-F238E27FC236}">
                <a16:creationId xmlns:a16="http://schemas.microsoft.com/office/drawing/2014/main" id="{180EE3DA-0EA5-4FFD-9F51-83177F043E15}"/>
              </a:ext>
            </a:extLst>
          </p:cNvPr>
          <p:cNvSpPr txBox="1"/>
          <p:nvPr/>
        </p:nvSpPr>
        <p:spPr>
          <a:xfrm>
            <a:off x="359446" y="5249070"/>
            <a:ext cx="4918000" cy="1141403"/>
          </a:xfrm>
          <a:prstGeom prst="rect">
            <a:avLst/>
          </a:prstGeom>
        </p:spPr>
        <p:txBody>
          <a:bodyPr vert="horz" wrap="square" lIns="0" tIns="114300" rIns="0" bIns="0" rtlCol="0">
            <a:spAutoFit/>
          </a:bodyPr>
          <a:lstStyle/>
          <a:p>
            <a:pPr marL="332313" indent="-318908">
              <a:spcBef>
                <a:spcPts val="900"/>
              </a:spcBef>
              <a:buClr>
                <a:srgbClr val="B2B2B2"/>
              </a:buClr>
              <a:buFont typeface="Arial"/>
              <a:buChar char="•"/>
              <a:tabLst>
                <a:tab pos="332313" algn="l"/>
                <a:tab pos="333019" algn="l"/>
              </a:tabLst>
            </a:pPr>
            <a:r>
              <a:rPr lang="en-US" sz="1778" b="1" spc="-11" dirty="0">
                <a:latin typeface="Trebuchet MS"/>
                <a:cs typeface="Trebuchet MS"/>
              </a:rPr>
              <a:t>W</a:t>
            </a:r>
            <a:r>
              <a:rPr lang="en-US" sz="1778" spc="-11" dirty="0">
                <a:latin typeface="Trebuchet MS"/>
                <a:cs typeface="Trebuchet MS"/>
              </a:rPr>
              <a:t>: </a:t>
            </a:r>
            <a:r>
              <a:rPr sz="1778" spc="-11" dirty="0">
                <a:latin typeface="Trebuchet MS"/>
                <a:cs typeface="Trebuchet MS"/>
              </a:rPr>
              <a:t>Has </a:t>
            </a:r>
            <a:r>
              <a:rPr sz="1778" spc="-6" dirty="0">
                <a:latin typeface="Trebuchet MS"/>
                <a:cs typeface="Trebuchet MS"/>
              </a:rPr>
              <a:t>a </a:t>
            </a:r>
            <a:r>
              <a:rPr sz="1778" spc="-11" dirty="0">
                <a:latin typeface="Trebuchet MS"/>
                <a:cs typeface="Trebuchet MS"/>
              </a:rPr>
              <a:t>portion </a:t>
            </a:r>
            <a:r>
              <a:rPr sz="1778" spc="-6" dirty="0">
                <a:latin typeface="Trebuchet MS"/>
                <a:cs typeface="Trebuchet MS"/>
              </a:rPr>
              <a:t>of weight</a:t>
            </a:r>
            <a:r>
              <a:rPr sz="1778" spc="89" dirty="0">
                <a:latin typeface="Trebuchet MS"/>
                <a:cs typeface="Trebuchet MS"/>
              </a:rPr>
              <a:t> </a:t>
            </a:r>
            <a:r>
              <a:rPr sz="1778" spc="-6" dirty="0">
                <a:latin typeface="Trebuchet MS"/>
                <a:cs typeface="Trebuchet MS"/>
              </a:rPr>
              <a:t>rows</a:t>
            </a:r>
            <a:r>
              <a:rPr lang="en-US" sz="1778" spc="-6" dirty="0">
                <a:latin typeface="Trebuchet MS"/>
                <a:cs typeface="Trebuchet MS"/>
              </a:rPr>
              <a:t> </a:t>
            </a:r>
            <a:endParaRPr lang="en-US" sz="1778" dirty="0">
              <a:latin typeface="Trebuchet MS"/>
              <a:cs typeface="Trebuchet MS"/>
            </a:endParaRPr>
          </a:p>
          <a:p>
            <a:pPr marL="332313" indent="-318908">
              <a:spcBef>
                <a:spcPts val="789"/>
              </a:spcBef>
              <a:buClr>
                <a:srgbClr val="B2B2B2"/>
              </a:buClr>
              <a:buFont typeface="Arial"/>
              <a:buChar char="•"/>
              <a:tabLst>
                <a:tab pos="332313" algn="l"/>
                <a:tab pos="333019" algn="l"/>
              </a:tabLst>
            </a:pPr>
            <a:r>
              <a:rPr lang="en-US" sz="1778" b="1" spc="-6" dirty="0">
                <a:latin typeface="Trebuchet MS"/>
                <a:cs typeface="Trebuchet MS"/>
              </a:rPr>
              <a:t>X</a:t>
            </a:r>
            <a:r>
              <a:rPr lang="en-US" sz="1778" spc="-6" dirty="0">
                <a:latin typeface="Trebuchet MS"/>
                <a:cs typeface="Trebuchet MS"/>
              </a:rPr>
              <a:t>: All of input</a:t>
            </a:r>
            <a:r>
              <a:rPr lang="en-US" sz="1778" spc="44" dirty="0">
                <a:latin typeface="Trebuchet MS"/>
                <a:cs typeface="Trebuchet MS"/>
              </a:rPr>
              <a:t> </a:t>
            </a:r>
            <a:r>
              <a:rPr lang="en-US" sz="1778" spc="-11" dirty="0">
                <a:latin typeface="Trebuchet MS"/>
                <a:cs typeface="Trebuchet MS"/>
              </a:rPr>
              <a:t>activations X</a:t>
            </a:r>
            <a:endParaRPr lang="en-US" sz="1778" dirty="0">
              <a:latin typeface="Trebuchet MS"/>
              <a:cs typeface="Trebuchet MS"/>
            </a:endParaRPr>
          </a:p>
          <a:p>
            <a:pPr marL="332313" indent="-318908">
              <a:spcBef>
                <a:spcPts val="783"/>
              </a:spcBef>
              <a:buClr>
                <a:srgbClr val="B2B2B2"/>
              </a:buClr>
              <a:buFont typeface="Arial"/>
              <a:buChar char="•"/>
              <a:tabLst>
                <a:tab pos="332313" algn="l"/>
                <a:tab pos="333019" algn="l"/>
              </a:tabLst>
            </a:pPr>
            <a:r>
              <a:rPr lang="en-US" sz="1778" b="1" spc="-6" dirty="0">
                <a:latin typeface="Trebuchet MS"/>
                <a:cs typeface="Trebuchet MS"/>
              </a:rPr>
              <a:t>Y</a:t>
            </a:r>
            <a:r>
              <a:rPr lang="en-US" sz="1778" spc="-6" dirty="0">
                <a:latin typeface="Trebuchet MS"/>
                <a:cs typeface="Trebuchet MS"/>
              </a:rPr>
              <a:t>: </a:t>
            </a:r>
            <a:r>
              <a:rPr sz="1778" spc="-6" dirty="0">
                <a:latin typeface="Trebuchet MS"/>
                <a:cs typeface="Trebuchet MS"/>
              </a:rPr>
              <a:t>Computes a portion of output</a:t>
            </a:r>
            <a:r>
              <a:rPr sz="1778" spc="83" dirty="0">
                <a:latin typeface="Trebuchet MS"/>
                <a:cs typeface="Trebuchet MS"/>
              </a:rPr>
              <a:t> </a:t>
            </a:r>
            <a:r>
              <a:rPr sz="1778" spc="-11" dirty="0">
                <a:latin typeface="Trebuchet MS"/>
                <a:cs typeface="Trebuchet MS"/>
              </a:rPr>
              <a:t>activations</a:t>
            </a:r>
            <a:endParaRPr sz="1778" dirty="0">
              <a:latin typeface="Trebuchet MS"/>
              <a:cs typeface="Trebuchet MS"/>
            </a:endParaRPr>
          </a:p>
        </p:txBody>
      </p:sp>
      <p:sp>
        <p:nvSpPr>
          <p:cNvPr id="421" name="object 48">
            <a:extLst>
              <a:ext uri="{FF2B5EF4-FFF2-40B4-BE49-F238E27FC236}">
                <a16:creationId xmlns:a16="http://schemas.microsoft.com/office/drawing/2014/main" id="{4F724F26-F7DB-42E6-B241-DFD90A631FE1}"/>
              </a:ext>
            </a:extLst>
          </p:cNvPr>
          <p:cNvSpPr txBox="1"/>
          <p:nvPr/>
        </p:nvSpPr>
        <p:spPr>
          <a:xfrm>
            <a:off x="4214421" y="4651057"/>
            <a:ext cx="1922639" cy="493098"/>
          </a:xfrm>
          <a:prstGeom prst="rect">
            <a:avLst/>
          </a:prstGeom>
        </p:spPr>
        <p:txBody>
          <a:bodyPr vert="horz" wrap="square" lIns="0" tIns="14111" rIns="0" bIns="0" rtlCol="0">
            <a:spAutoFit/>
          </a:bodyPr>
          <a:lstStyle/>
          <a:p>
            <a:pPr marL="337252" marR="5644" indent="-323847">
              <a:spcBef>
                <a:spcPts val="111"/>
              </a:spcBef>
            </a:pPr>
            <a:r>
              <a:rPr lang="en-US" sz="1556" spc="-11" dirty="0" err="1">
                <a:solidFill>
                  <a:srgbClr val="00B0F0"/>
                </a:solidFill>
                <a:latin typeface="Arial"/>
                <a:cs typeface="Arial"/>
              </a:rPr>
              <a:t>Fwd</a:t>
            </a:r>
            <a:r>
              <a:rPr lang="en-US" sz="1556" spc="-11" dirty="0">
                <a:solidFill>
                  <a:srgbClr val="00B0F0"/>
                </a:solidFill>
                <a:latin typeface="Arial"/>
                <a:cs typeface="Arial"/>
              </a:rPr>
              <a:t> c</a:t>
            </a:r>
            <a:r>
              <a:rPr sz="1556" dirty="0">
                <a:solidFill>
                  <a:srgbClr val="00B0F0"/>
                </a:solidFill>
                <a:latin typeface="Arial"/>
                <a:cs typeface="Arial"/>
              </a:rPr>
              <a:t>o</a:t>
            </a:r>
            <a:r>
              <a:rPr sz="1556" spc="-11" dirty="0">
                <a:solidFill>
                  <a:srgbClr val="00B0F0"/>
                </a:solidFill>
                <a:latin typeface="Arial"/>
                <a:cs typeface="Arial"/>
              </a:rPr>
              <a:t>mm</a:t>
            </a:r>
            <a:r>
              <a:rPr sz="1556" dirty="0">
                <a:solidFill>
                  <a:srgbClr val="00B0F0"/>
                </a:solidFill>
                <a:latin typeface="Arial"/>
                <a:cs typeface="Arial"/>
              </a:rPr>
              <a:t>unicatio</a:t>
            </a:r>
            <a:r>
              <a:rPr sz="1556" spc="-17" dirty="0">
                <a:solidFill>
                  <a:srgbClr val="00B0F0"/>
                </a:solidFill>
                <a:latin typeface="Arial"/>
                <a:cs typeface="Arial"/>
              </a:rPr>
              <a:t>n</a:t>
            </a:r>
            <a:r>
              <a:rPr sz="1556" dirty="0">
                <a:solidFill>
                  <a:srgbClr val="00B0F0"/>
                </a:solidFill>
                <a:latin typeface="Arial"/>
                <a:cs typeface="Arial"/>
              </a:rPr>
              <a:t>:  </a:t>
            </a:r>
            <a:r>
              <a:rPr lang="en-US" sz="1556" dirty="0" err="1">
                <a:solidFill>
                  <a:srgbClr val="00B0F0"/>
                </a:solidFill>
                <a:latin typeface="Arial"/>
                <a:cs typeface="Arial"/>
              </a:rPr>
              <a:t>ReduceScatter</a:t>
            </a:r>
            <a:endParaRPr sz="1556" dirty="0">
              <a:solidFill>
                <a:srgbClr val="00B0F0"/>
              </a:solidFill>
              <a:latin typeface="Arial"/>
              <a:cs typeface="Arial"/>
            </a:endParaRPr>
          </a:p>
        </p:txBody>
      </p:sp>
      <p:sp>
        <p:nvSpPr>
          <p:cNvPr id="64" name="object 5">
            <a:extLst>
              <a:ext uri="{FF2B5EF4-FFF2-40B4-BE49-F238E27FC236}">
                <a16:creationId xmlns:a16="http://schemas.microsoft.com/office/drawing/2014/main" id="{B41697D7-107B-4A6E-AA91-F2F82AC78E42}"/>
              </a:ext>
            </a:extLst>
          </p:cNvPr>
          <p:cNvSpPr/>
          <p:nvPr/>
        </p:nvSpPr>
        <p:spPr>
          <a:xfrm>
            <a:off x="5942443" y="3337394"/>
            <a:ext cx="2000250" cy="1061156"/>
          </a:xfrm>
          <a:custGeom>
            <a:avLst/>
            <a:gdLst/>
            <a:ahLst/>
            <a:cxnLst/>
            <a:rect l="l" t="t" r="r" b="b"/>
            <a:pathLst>
              <a:path w="1800225" h="955039">
                <a:moveTo>
                  <a:pt x="0" y="954659"/>
                </a:moveTo>
                <a:lnTo>
                  <a:pt x="1799844" y="954659"/>
                </a:lnTo>
                <a:lnTo>
                  <a:pt x="1799844" y="0"/>
                </a:lnTo>
                <a:lnTo>
                  <a:pt x="0" y="0"/>
                </a:lnTo>
                <a:lnTo>
                  <a:pt x="0" y="954659"/>
                </a:lnTo>
                <a:close/>
              </a:path>
            </a:pathLst>
          </a:custGeom>
          <a:solidFill>
            <a:srgbClr val="F7F7F7"/>
          </a:solidFill>
        </p:spPr>
        <p:txBody>
          <a:bodyPr wrap="square" lIns="0" tIns="0" rIns="0" bIns="0" rtlCol="0"/>
          <a:lstStyle/>
          <a:p>
            <a:endParaRPr sz="2000"/>
          </a:p>
        </p:txBody>
      </p:sp>
      <p:sp>
        <p:nvSpPr>
          <p:cNvPr id="65" name="object 6">
            <a:extLst>
              <a:ext uri="{FF2B5EF4-FFF2-40B4-BE49-F238E27FC236}">
                <a16:creationId xmlns:a16="http://schemas.microsoft.com/office/drawing/2014/main" id="{381A7A4E-D503-48DA-8F1B-319069FA9EF1}"/>
              </a:ext>
            </a:extLst>
          </p:cNvPr>
          <p:cNvSpPr/>
          <p:nvPr/>
        </p:nvSpPr>
        <p:spPr>
          <a:xfrm>
            <a:off x="5918199" y="2227294"/>
            <a:ext cx="2000250" cy="994833"/>
          </a:xfrm>
          <a:custGeom>
            <a:avLst/>
            <a:gdLst/>
            <a:ahLst/>
            <a:cxnLst/>
            <a:rect l="l" t="t" r="r" b="b"/>
            <a:pathLst>
              <a:path w="1800225" h="895350">
                <a:moveTo>
                  <a:pt x="0" y="895223"/>
                </a:moveTo>
                <a:lnTo>
                  <a:pt x="1799844" y="895223"/>
                </a:lnTo>
                <a:lnTo>
                  <a:pt x="1799844" y="0"/>
                </a:lnTo>
                <a:lnTo>
                  <a:pt x="0" y="0"/>
                </a:lnTo>
                <a:lnTo>
                  <a:pt x="0" y="895223"/>
                </a:lnTo>
                <a:close/>
              </a:path>
            </a:pathLst>
          </a:custGeom>
          <a:solidFill>
            <a:srgbClr val="F7F7F7"/>
          </a:solidFill>
        </p:spPr>
        <p:txBody>
          <a:bodyPr wrap="square" lIns="0" tIns="0" rIns="0" bIns="0" rtlCol="0"/>
          <a:lstStyle/>
          <a:p>
            <a:endParaRPr sz="2000"/>
          </a:p>
        </p:txBody>
      </p:sp>
      <p:sp>
        <p:nvSpPr>
          <p:cNvPr id="66" name="object 7">
            <a:extLst>
              <a:ext uri="{FF2B5EF4-FFF2-40B4-BE49-F238E27FC236}">
                <a16:creationId xmlns:a16="http://schemas.microsoft.com/office/drawing/2014/main" id="{75DEBEBE-F445-42FC-AFB9-F2D9E02CA6E5}"/>
              </a:ext>
            </a:extLst>
          </p:cNvPr>
          <p:cNvSpPr/>
          <p:nvPr/>
        </p:nvSpPr>
        <p:spPr>
          <a:xfrm>
            <a:off x="5918199" y="1152687"/>
            <a:ext cx="2000250" cy="997842"/>
          </a:xfrm>
          <a:custGeom>
            <a:avLst/>
            <a:gdLst/>
            <a:ahLst/>
            <a:cxnLst/>
            <a:rect l="l" t="t" r="r" b="b"/>
            <a:pathLst>
              <a:path w="1800225" h="1183005">
                <a:moveTo>
                  <a:pt x="0" y="1182624"/>
                </a:moveTo>
                <a:lnTo>
                  <a:pt x="1799844" y="1182624"/>
                </a:lnTo>
                <a:lnTo>
                  <a:pt x="1799844" y="0"/>
                </a:lnTo>
                <a:lnTo>
                  <a:pt x="0" y="0"/>
                </a:lnTo>
                <a:lnTo>
                  <a:pt x="0" y="1182624"/>
                </a:lnTo>
                <a:close/>
              </a:path>
            </a:pathLst>
          </a:custGeom>
          <a:solidFill>
            <a:srgbClr val="F7F7F7"/>
          </a:solidFill>
        </p:spPr>
        <p:txBody>
          <a:bodyPr wrap="square" lIns="0" tIns="0" rIns="0" bIns="0" rtlCol="0"/>
          <a:lstStyle/>
          <a:p>
            <a:endParaRPr sz="2000"/>
          </a:p>
        </p:txBody>
      </p:sp>
      <p:sp>
        <p:nvSpPr>
          <p:cNvPr id="67" name="object 8">
            <a:extLst>
              <a:ext uri="{FF2B5EF4-FFF2-40B4-BE49-F238E27FC236}">
                <a16:creationId xmlns:a16="http://schemas.microsoft.com/office/drawing/2014/main" id="{7A9E9A0F-676C-4ADB-B1A4-6465D0949B2F}"/>
              </a:ext>
            </a:extLst>
          </p:cNvPr>
          <p:cNvSpPr/>
          <p:nvPr/>
        </p:nvSpPr>
        <p:spPr>
          <a:xfrm>
            <a:off x="2414693" y="3299173"/>
            <a:ext cx="2001661" cy="1044222"/>
          </a:xfrm>
          <a:custGeom>
            <a:avLst/>
            <a:gdLst/>
            <a:ahLst/>
            <a:cxnLst/>
            <a:rect l="l" t="t" r="r" b="b"/>
            <a:pathLst>
              <a:path w="1801495" h="939800">
                <a:moveTo>
                  <a:pt x="0" y="939419"/>
                </a:moveTo>
                <a:lnTo>
                  <a:pt x="1801368" y="939419"/>
                </a:lnTo>
                <a:lnTo>
                  <a:pt x="1801368" y="0"/>
                </a:lnTo>
                <a:lnTo>
                  <a:pt x="0" y="0"/>
                </a:lnTo>
                <a:lnTo>
                  <a:pt x="0" y="939419"/>
                </a:lnTo>
                <a:close/>
              </a:path>
            </a:pathLst>
          </a:custGeom>
          <a:solidFill>
            <a:srgbClr val="F7F7F7"/>
          </a:solidFill>
        </p:spPr>
        <p:txBody>
          <a:bodyPr wrap="square" lIns="0" tIns="0" rIns="0" bIns="0" rtlCol="0"/>
          <a:lstStyle/>
          <a:p>
            <a:endParaRPr sz="2000"/>
          </a:p>
        </p:txBody>
      </p:sp>
      <p:sp>
        <p:nvSpPr>
          <p:cNvPr id="68" name="object 9">
            <a:extLst>
              <a:ext uri="{FF2B5EF4-FFF2-40B4-BE49-F238E27FC236}">
                <a16:creationId xmlns:a16="http://schemas.microsoft.com/office/drawing/2014/main" id="{C48DAADC-4430-4C1C-B9C3-CBA3BAC7BC8C}"/>
              </a:ext>
            </a:extLst>
          </p:cNvPr>
          <p:cNvSpPr/>
          <p:nvPr/>
        </p:nvSpPr>
        <p:spPr>
          <a:xfrm>
            <a:off x="2414693" y="2227294"/>
            <a:ext cx="2001661" cy="994833"/>
          </a:xfrm>
          <a:custGeom>
            <a:avLst/>
            <a:gdLst/>
            <a:ahLst/>
            <a:cxnLst/>
            <a:rect l="l" t="t" r="r" b="b"/>
            <a:pathLst>
              <a:path w="1801495" h="895350">
                <a:moveTo>
                  <a:pt x="0" y="895223"/>
                </a:moveTo>
                <a:lnTo>
                  <a:pt x="1801368" y="895223"/>
                </a:lnTo>
                <a:lnTo>
                  <a:pt x="1801368" y="0"/>
                </a:lnTo>
                <a:lnTo>
                  <a:pt x="0" y="0"/>
                </a:lnTo>
                <a:lnTo>
                  <a:pt x="0" y="895223"/>
                </a:lnTo>
                <a:close/>
              </a:path>
            </a:pathLst>
          </a:custGeom>
          <a:solidFill>
            <a:srgbClr val="F7F7F7"/>
          </a:solidFill>
        </p:spPr>
        <p:txBody>
          <a:bodyPr wrap="square" lIns="0" tIns="0" rIns="0" bIns="0" rtlCol="0"/>
          <a:lstStyle/>
          <a:p>
            <a:endParaRPr sz="2000"/>
          </a:p>
        </p:txBody>
      </p:sp>
      <p:sp>
        <p:nvSpPr>
          <p:cNvPr id="70" name="object 11">
            <a:extLst>
              <a:ext uri="{FF2B5EF4-FFF2-40B4-BE49-F238E27FC236}">
                <a16:creationId xmlns:a16="http://schemas.microsoft.com/office/drawing/2014/main" id="{D30C45ED-B5CB-4CF2-9753-BFCD77107357}"/>
              </a:ext>
            </a:extLst>
          </p:cNvPr>
          <p:cNvSpPr/>
          <p:nvPr/>
        </p:nvSpPr>
        <p:spPr>
          <a:xfrm>
            <a:off x="2400945" y="1152687"/>
            <a:ext cx="2001661" cy="967222"/>
          </a:xfrm>
          <a:custGeom>
            <a:avLst/>
            <a:gdLst/>
            <a:ahLst/>
            <a:cxnLst/>
            <a:rect l="l" t="t" r="r" b="b"/>
            <a:pathLst>
              <a:path w="1801495" h="1198245">
                <a:moveTo>
                  <a:pt x="0" y="1197864"/>
                </a:moveTo>
                <a:lnTo>
                  <a:pt x="1801368" y="1197864"/>
                </a:lnTo>
                <a:lnTo>
                  <a:pt x="1801368" y="0"/>
                </a:lnTo>
                <a:lnTo>
                  <a:pt x="0" y="0"/>
                </a:lnTo>
                <a:lnTo>
                  <a:pt x="0" y="1197864"/>
                </a:lnTo>
                <a:close/>
              </a:path>
            </a:pathLst>
          </a:custGeom>
          <a:solidFill>
            <a:srgbClr val="F7F7F7"/>
          </a:solidFill>
        </p:spPr>
        <p:txBody>
          <a:bodyPr wrap="square" lIns="0" tIns="0" rIns="0" bIns="0" rtlCol="0"/>
          <a:lstStyle/>
          <a:p>
            <a:endParaRPr sz="2000"/>
          </a:p>
        </p:txBody>
      </p:sp>
      <p:sp>
        <p:nvSpPr>
          <p:cNvPr id="71" name="object 12">
            <a:extLst>
              <a:ext uri="{FF2B5EF4-FFF2-40B4-BE49-F238E27FC236}">
                <a16:creationId xmlns:a16="http://schemas.microsoft.com/office/drawing/2014/main" id="{0E1836E8-0992-4097-8AFA-CDE66B4F1006}"/>
              </a:ext>
            </a:extLst>
          </p:cNvPr>
          <p:cNvSpPr/>
          <p:nvPr/>
        </p:nvSpPr>
        <p:spPr>
          <a:xfrm>
            <a:off x="3583092" y="1575353"/>
            <a:ext cx="186267" cy="440953"/>
          </a:xfrm>
          <a:custGeom>
            <a:avLst/>
            <a:gdLst/>
            <a:ahLst/>
            <a:cxnLst/>
            <a:rect l="l" t="t" r="r" b="b"/>
            <a:pathLst>
              <a:path w="167639" h="390525">
                <a:moveTo>
                  <a:pt x="0" y="195074"/>
                </a:moveTo>
                <a:lnTo>
                  <a:pt x="167640" y="195074"/>
                </a:lnTo>
                <a:lnTo>
                  <a:pt x="167640" y="0"/>
                </a:lnTo>
                <a:lnTo>
                  <a:pt x="0" y="0"/>
                </a:lnTo>
                <a:lnTo>
                  <a:pt x="0" y="195074"/>
                </a:lnTo>
                <a:close/>
              </a:path>
              <a:path w="167639" h="390525">
                <a:moveTo>
                  <a:pt x="0" y="390146"/>
                </a:moveTo>
                <a:lnTo>
                  <a:pt x="167640" y="390146"/>
                </a:lnTo>
                <a:lnTo>
                  <a:pt x="167640" y="195077"/>
                </a:lnTo>
                <a:lnTo>
                  <a:pt x="0" y="195077"/>
                </a:lnTo>
                <a:lnTo>
                  <a:pt x="0" y="390146"/>
                </a:lnTo>
                <a:close/>
              </a:path>
            </a:pathLst>
          </a:custGeom>
          <a:ln w="12700">
            <a:solidFill>
              <a:srgbClr val="D9D9D9"/>
            </a:solidFill>
          </a:ln>
        </p:spPr>
        <p:txBody>
          <a:bodyPr wrap="square" lIns="0" tIns="0" rIns="0" bIns="0" rtlCol="0"/>
          <a:lstStyle/>
          <a:p>
            <a:endParaRPr sz="2000"/>
          </a:p>
        </p:txBody>
      </p:sp>
      <p:sp>
        <p:nvSpPr>
          <p:cNvPr id="72" name="object 13">
            <a:extLst>
              <a:ext uri="{FF2B5EF4-FFF2-40B4-BE49-F238E27FC236}">
                <a16:creationId xmlns:a16="http://schemas.microsoft.com/office/drawing/2014/main" id="{39EDF145-D40B-4730-904A-5EFCBF6DACA9}"/>
              </a:ext>
            </a:extLst>
          </p:cNvPr>
          <p:cNvSpPr/>
          <p:nvPr/>
        </p:nvSpPr>
        <p:spPr>
          <a:xfrm>
            <a:off x="3583092" y="1353372"/>
            <a:ext cx="186267" cy="222269"/>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73" name="object 14">
            <a:extLst>
              <a:ext uri="{FF2B5EF4-FFF2-40B4-BE49-F238E27FC236}">
                <a16:creationId xmlns:a16="http://schemas.microsoft.com/office/drawing/2014/main" id="{6784E812-9A4A-4628-92BE-1EBDA1F02D1A}"/>
              </a:ext>
            </a:extLst>
          </p:cNvPr>
          <p:cNvSpPr/>
          <p:nvPr/>
        </p:nvSpPr>
        <p:spPr>
          <a:xfrm>
            <a:off x="3583092" y="1353372"/>
            <a:ext cx="186267" cy="222269"/>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74" name="object 15">
            <a:extLst>
              <a:ext uri="{FF2B5EF4-FFF2-40B4-BE49-F238E27FC236}">
                <a16:creationId xmlns:a16="http://schemas.microsoft.com/office/drawing/2014/main" id="{2353F2D2-82C3-4EED-91E9-8D3B9B26E822}"/>
              </a:ext>
            </a:extLst>
          </p:cNvPr>
          <p:cNvSpPr/>
          <p:nvPr/>
        </p:nvSpPr>
        <p:spPr>
          <a:xfrm>
            <a:off x="4138505" y="1575353"/>
            <a:ext cx="186267" cy="220264"/>
          </a:xfrm>
          <a:prstGeom prst="rect">
            <a:avLst/>
          </a:prstGeom>
          <a:blipFill>
            <a:blip r:embed="rId3" cstate="print"/>
            <a:stretch>
              <a:fillRect/>
            </a:stretch>
          </a:blipFill>
        </p:spPr>
        <p:txBody>
          <a:bodyPr wrap="square" lIns="0" tIns="0" rIns="0" bIns="0" rtlCol="0"/>
          <a:lstStyle/>
          <a:p>
            <a:endParaRPr sz="2000"/>
          </a:p>
        </p:txBody>
      </p:sp>
      <p:sp>
        <p:nvSpPr>
          <p:cNvPr id="75" name="object 16">
            <a:extLst>
              <a:ext uri="{FF2B5EF4-FFF2-40B4-BE49-F238E27FC236}">
                <a16:creationId xmlns:a16="http://schemas.microsoft.com/office/drawing/2014/main" id="{87A2B411-03AE-4701-9B98-56989CFE03E9}"/>
              </a:ext>
            </a:extLst>
          </p:cNvPr>
          <p:cNvSpPr/>
          <p:nvPr/>
        </p:nvSpPr>
        <p:spPr>
          <a:xfrm>
            <a:off x="4138505" y="1575353"/>
            <a:ext cx="186267" cy="220835"/>
          </a:xfrm>
          <a:custGeom>
            <a:avLst/>
            <a:gdLst/>
            <a:ahLst/>
            <a:cxnLst/>
            <a:rect l="l" t="t" r="r" b="b"/>
            <a:pathLst>
              <a:path w="167639" h="195580">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76" name="object 17">
            <a:extLst>
              <a:ext uri="{FF2B5EF4-FFF2-40B4-BE49-F238E27FC236}">
                <a16:creationId xmlns:a16="http://schemas.microsoft.com/office/drawing/2014/main" id="{6C9010D1-D0F0-4EEE-8B15-C36C900865F8}"/>
              </a:ext>
            </a:extLst>
          </p:cNvPr>
          <p:cNvSpPr/>
          <p:nvPr/>
        </p:nvSpPr>
        <p:spPr>
          <a:xfrm>
            <a:off x="4138505" y="1795620"/>
            <a:ext cx="186267" cy="220258"/>
          </a:xfrm>
          <a:prstGeom prst="rect">
            <a:avLst/>
          </a:prstGeom>
          <a:blipFill>
            <a:blip r:embed="rId4" cstate="print"/>
            <a:stretch>
              <a:fillRect/>
            </a:stretch>
          </a:blipFill>
        </p:spPr>
        <p:txBody>
          <a:bodyPr wrap="square" lIns="0" tIns="0" rIns="0" bIns="0" rtlCol="0"/>
          <a:lstStyle/>
          <a:p>
            <a:endParaRPr sz="2000"/>
          </a:p>
        </p:txBody>
      </p:sp>
      <p:sp>
        <p:nvSpPr>
          <p:cNvPr id="77" name="object 18">
            <a:extLst>
              <a:ext uri="{FF2B5EF4-FFF2-40B4-BE49-F238E27FC236}">
                <a16:creationId xmlns:a16="http://schemas.microsoft.com/office/drawing/2014/main" id="{83AB7223-D86A-4C0A-A647-A21C42726584}"/>
              </a:ext>
            </a:extLst>
          </p:cNvPr>
          <p:cNvSpPr/>
          <p:nvPr/>
        </p:nvSpPr>
        <p:spPr>
          <a:xfrm>
            <a:off x="4138505" y="1795620"/>
            <a:ext cx="186267" cy="220835"/>
          </a:xfrm>
          <a:custGeom>
            <a:avLst/>
            <a:gdLst/>
            <a:ahLst/>
            <a:cxnLst/>
            <a:rect l="l" t="t" r="r" b="b"/>
            <a:pathLst>
              <a:path w="167639" h="195580">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78" name="object 23">
            <a:extLst>
              <a:ext uri="{FF2B5EF4-FFF2-40B4-BE49-F238E27FC236}">
                <a16:creationId xmlns:a16="http://schemas.microsoft.com/office/drawing/2014/main" id="{EA487380-9472-4D1A-AA66-06E6B8E1B8E7}"/>
              </a:ext>
            </a:extLst>
          </p:cNvPr>
          <p:cNvSpPr txBox="1"/>
          <p:nvPr/>
        </p:nvSpPr>
        <p:spPr>
          <a:xfrm>
            <a:off x="3342356" y="1494506"/>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pSp>
        <p:nvGrpSpPr>
          <p:cNvPr id="79" name="object 24">
            <a:extLst>
              <a:ext uri="{FF2B5EF4-FFF2-40B4-BE49-F238E27FC236}">
                <a16:creationId xmlns:a16="http://schemas.microsoft.com/office/drawing/2014/main" id="{4061550B-07D1-46D9-9ACF-9B8DB350A268}"/>
              </a:ext>
            </a:extLst>
          </p:cNvPr>
          <p:cNvGrpSpPr/>
          <p:nvPr/>
        </p:nvGrpSpPr>
        <p:grpSpPr>
          <a:xfrm>
            <a:off x="3576035" y="2439387"/>
            <a:ext cx="200378" cy="666044"/>
            <a:chOff x="2080005" y="3024888"/>
            <a:chExt cx="180340" cy="599440"/>
          </a:xfrm>
        </p:grpSpPr>
        <p:sp>
          <p:nvSpPr>
            <p:cNvPr id="80" name="object 25">
              <a:extLst>
                <a:ext uri="{FF2B5EF4-FFF2-40B4-BE49-F238E27FC236}">
                  <a16:creationId xmlns:a16="http://schemas.microsoft.com/office/drawing/2014/main" id="{C431BE21-FABB-4ACB-9CF2-E2CBCFB3BA68}"/>
                </a:ext>
              </a:extLst>
            </p:cNvPr>
            <p:cNvSpPr/>
            <p:nvPr/>
          </p:nvSpPr>
          <p:spPr>
            <a:xfrm>
              <a:off x="2086355" y="3031238"/>
              <a:ext cx="167640" cy="586740"/>
            </a:xfrm>
            <a:custGeom>
              <a:avLst/>
              <a:gdLst/>
              <a:ahLst/>
              <a:cxnLst/>
              <a:rect l="l" t="t" r="r" b="b"/>
              <a:pathLst>
                <a:path w="167639" h="586739">
                  <a:moveTo>
                    <a:pt x="0" y="195069"/>
                  </a:moveTo>
                  <a:lnTo>
                    <a:pt x="167640" y="195069"/>
                  </a:lnTo>
                  <a:lnTo>
                    <a:pt x="167640" y="0"/>
                  </a:lnTo>
                  <a:lnTo>
                    <a:pt x="0" y="0"/>
                  </a:lnTo>
                  <a:lnTo>
                    <a:pt x="0" y="195069"/>
                  </a:lnTo>
                  <a:close/>
                </a:path>
                <a:path w="167639" h="586739">
                  <a:moveTo>
                    <a:pt x="0" y="586737"/>
                  </a:moveTo>
                  <a:lnTo>
                    <a:pt x="167640" y="586737"/>
                  </a:lnTo>
                  <a:lnTo>
                    <a:pt x="167640" y="391662"/>
                  </a:lnTo>
                  <a:lnTo>
                    <a:pt x="0" y="391662"/>
                  </a:lnTo>
                  <a:lnTo>
                    <a:pt x="0" y="586737"/>
                  </a:lnTo>
                  <a:close/>
                </a:path>
              </a:pathLst>
            </a:custGeom>
            <a:ln w="12700">
              <a:solidFill>
                <a:srgbClr val="D9D9D9"/>
              </a:solidFill>
            </a:ln>
          </p:spPr>
          <p:txBody>
            <a:bodyPr wrap="square" lIns="0" tIns="0" rIns="0" bIns="0" rtlCol="0"/>
            <a:lstStyle/>
            <a:p>
              <a:endParaRPr sz="2000"/>
            </a:p>
          </p:txBody>
        </p:sp>
        <p:sp>
          <p:nvSpPr>
            <p:cNvPr id="81" name="object 26">
              <a:extLst>
                <a:ext uri="{FF2B5EF4-FFF2-40B4-BE49-F238E27FC236}">
                  <a16:creationId xmlns:a16="http://schemas.microsoft.com/office/drawing/2014/main" id="{D2CB0741-C4B0-41C7-AA7F-E9E92A136D88}"/>
                </a:ext>
              </a:extLst>
            </p:cNvPr>
            <p:cNvSpPr/>
            <p:nvPr/>
          </p:nvSpPr>
          <p:spPr>
            <a:xfrm>
              <a:off x="2086355" y="3226306"/>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82" name="object 27">
              <a:extLst>
                <a:ext uri="{FF2B5EF4-FFF2-40B4-BE49-F238E27FC236}">
                  <a16:creationId xmlns:a16="http://schemas.microsoft.com/office/drawing/2014/main" id="{E0EB980C-54CB-41A9-B982-7C6ECB609113}"/>
                </a:ext>
              </a:extLst>
            </p:cNvPr>
            <p:cNvSpPr/>
            <p:nvPr/>
          </p:nvSpPr>
          <p:spPr>
            <a:xfrm>
              <a:off x="2086355"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grpSp>
      <p:grpSp>
        <p:nvGrpSpPr>
          <p:cNvPr id="83" name="object 28">
            <a:extLst>
              <a:ext uri="{FF2B5EF4-FFF2-40B4-BE49-F238E27FC236}">
                <a16:creationId xmlns:a16="http://schemas.microsoft.com/office/drawing/2014/main" id="{27142024-F9C2-4A8C-A1ED-00B255CCEECC}"/>
              </a:ext>
            </a:extLst>
          </p:cNvPr>
          <p:cNvGrpSpPr/>
          <p:nvPr/>
        </p:nvGrpSpPr>
        <p:grpSpPr>
          <a:xfrm>
            <a:off x="1447800" y="1359036"/>
            <a:ext cx="6675967" cy="2808111"/>
            <a:chOff x="164594" y="2052572"/>
            <a:chExt cx="6008370" cy="2527300"/>
          </a:xfrm>
        </p:grpSpPr>
        <p:sp>
          <p:nvSpPr>
            <p:cNvPr id="84" name="object 29">
              <a:extLst>
                <a:ext uri="{FF2B5EF4-FFF2-40B4-BE49-F238E27FC236}">
                  <a16:creationId xmlns:a16="http://schemas.microsoft.com/office/drawing/2014/main" id="{B692890E-AB9B-4668-8908-2C6F7628A460}"/>
                </a:ext>
              </a:extLst>
            </p:cNvPr>
            <p:cNvSpPr/>
            <p:nvPr/>
          </p:nvSpPr>
          <p:spPr>
            <a:xfrm>
              <a:off x="183644" y="2783585"/>
              <a:ext cx="5970270" cy="31750"/>
            </a:xfrm>
            <a:custGeom>
              <a:avLst/>
              <a:gdLst/>
              <a:ahLst/>
              <a:cxnLst/>
              <a:rect l="l" t="t" r="r" b="b"/>
              <a:pathLst>
                <a:path w="5970270" h="31750">
                  <a:moveTo>
                    <a:pt x="0" y="31369"/>
                  </a:moveTo>
                  <a:lnTo>
                    <a:pt x="5970140" y="0"/>
                  </a:lnTo>
                </a:path>
              </a:pathLst>
            </a:custGeom>
            <a:ln w="38100">
              <a:solidFill>
                <a:srgbClr val="008462"/>
              </a:solidFill>
              <a:prstDash val="lgDash"/>
            </a:ln>
          </p:spPr>
          <p:txBody>
            <a:bodyPr wrap="square" lIns="0" tIns="0" rIns="0" bIns="0" rtlCol="0"/>
            <a:lstStyle/>
            <a:p>
              <a:endParaRPr sz="2000"/>
            </a:p>
          </p:txBody>
        </p:sp>
        <p:sp>
          <p:nvSpPr>
            <p:cNvPr id="85" name="object 30">
              <a:extLst>
                <a:ext uri="{FF2B5EF4-FFF2-40B4-BE49-F238E27FC236}">
                  <a16:creationId xmlns:a16="http://schemas.microsoft.com/office/drawing/2014/main" id="{D037F35F-AD7B-4DFD-B146-D92DEBCA7F0A}"/>
                </a:ext>
              </a:extLst>
            </p:cNvPr>
            <p:cNvSpPr/>
            <p:nvPr/>
          </p:nvSpPr>
          <p:spPr>
            <a:xfrm>
              <a:off x="2586228" y="2058922"/>
              <a:ext cx="167640" cy="196597"/>
            </a:xfrm>
            <a:prstGeom prst="rect">
              <a:avLst/>
            </a:prstGeom>
            <a:blipFill>
              <a:blip r:embed="rId5" cstate="print"/>
              <a:stretch>
                <a:fillRect/>
              </a:stretch>
            </a:blipFill>
          </p:spPr>
          <p:txBody>
            <a:bodyPr wrap="square" lIns="0" tIns="0" rIns="0" bIns="0" rtlCol="0"/>
            <a:lstStyle/>
            <a:p>
              <a:endParaRPr sz="2000"/>
            </a:p>
          </p:txBody>
        </p:sp>
        <p:sp>
          <p:nvSpPr>
            <p:cNvPr id="86" name="object 31">
              <a:extLst>
                <a:ext uri="{FF2B5EF4-FFF2-40B4-BE49-F238E27FC236}">
                  <a16:creationId xmlns:a16="http://schemas.microsoft.com/office/drawing/2014/main" id="{1E7B2697-6F9C-4C40-8A24-401EE3906887}"/>
                </a:ext>
              </a:extLst>
            </p:cNvPr>
            <p:cNvSpPr/>
            <p:nvPr/>
          </p:nvSpPr>
          <p:spPr>
            <a:xfrm>
              <a:off x="2586228" y="205892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87" name="object 32">
              <a:extLst>
                <a:ext uri="{FF2B5EF4-FFF2-40B4-BE49-F238E27FC236}">
                  <a16:creationId xmlns:a16="http://schemas.microsoft.com/office/drawing/2014/main" id="{D78C6458-58DA-4814-BC18-3F72ACEDE077}"/>
                </a:ext>
              </a:extLst>
            </p:cNvPr>
            <p:cNvSpPr/>
            <p:nvPr/>
          </p:nvSpPr>
          <p:spPr>
            <a:xfrm>
              <a:off x="5748274" y="2261365"/>
              <a:ext cx="180340" cy="404364"/>
            </a:xfrm>
            <a:prstGeom prst="rect">
              <a:avLst/>
            </a:prstGeom>
            <a:blipFill>
              <a:blip r:embed="rId6" cstate="print"/>
              <a:stretch>
                <a:fillRect/>
              </a:stretch>
            </a:blipFill>
          </p:spPr>
          <p:txBody>
            <a:bodyPr wrap="square" lIns="0" tIns="0" rIns="0" bIns="0" rtlCol="0"/>
            <a:lstStyle/>
            <a:p>
              <a:endParaRPr sz="2000"/>
            </a:p>
          </p:txBody>
        </p:sp>
        <p:sp>
          <p:nvSpPr>
            <p:cNvPr id="88" name="object 33">
              <a:extLst>
                <a:ext uri="{FF2B5EF4-FFF2-40B4-BE49-F238E27FC236}">
                  <a16:creationId xmlns:a16="http://schemas.microsoft.com/office/drawing/2014/main" id="{7083441A-4BF4-420C-93F8-DD185DD5F6CF}"/>
                </a:ext>
              </a:extLst>
            </p:cNvPr>
            <p:cNvSpPr/>
            <p:nvPr/>
          </p:nvSpPr>
          <p:spPr>
            <a:xfrm>
              <a:off x="5754624" y="2072637"/>
              <a:ext cx="167640" cy="195580"/>
            </a:xfrm>
            <a:custGeom>
              <a:avLst/>
              <a:gdLst/>
              <a:ahLst/>
              <a:cxnLst/>
              <a:rect l="l" t="t" r="r" b="b"/>
              <a:pathLst>
                <a:path w="167639" h="195580">
                  <a:moveTo>
                    <a:pt x="167640" y="0"/>
                  </a:moveTo>
                  <a:lnTo>
                    <a:pt x="0" y="0"/>
                  </a:lnTo>
                  <a:lnTo>
                    <a:pt x="0" y="195074"/>
                  </a:lnTo>
                  <a:lnTo>
                    <a:pt x="167640" y="195074"/>
                  </a:lnTo>
                  <a:lnTo>
                    <a:pt x="167640" y="0"/>
                  </a:lnTo>
                  <a:close/>
                </a:path>
              </a:pathLst>
            </a:custGeom>
            <a:solidFill>
              <a:srgbClr val="598A00"/>
            </a:solidFill>
          </p:spPr>
          <p:txBody>
            <a:bodyPr wrap="square" lIns="0" tIns="0" rIns="0" bIns="0" rtlCol="0"/>
            <a:lstStyle/>
            <a:p>
              <a:endParaRPr sz="2000"/>
            </a:p>
          </p:txBody>
        </p:sp>
        <p:sp>
          <p:nvSpPr>
            <p:cNvPr id="89" name="object 34">
              <a:extLst>
                <a:ext uri="{FF2B5EF4-FFF2-40B4-BE49-F238E27FC236}">
                  <a16:creationId xmlns:a16="http://schemas.microsoft.com/office/drawing/2014/main" id="{186F9193-C049-4118-980A-6516E5EBF31D}"/>
                </a:ext>
              </a:extLst>
            </p:cNvPr>
            <p:cNvSpPr/>
            <p:nvPr/>
          </p:nvSpPr>
          <p:spPr>
            <a:xfrm>
              <a:off x="5754624" y="2072637"/>
              <a:ext cx="167640" cy="195580"/>
            </a:xfrm>
            <a:custGeom>
              <a:avLst/>
              <a:gdLst/>
              <a:ahLst/>
              <a:cxnLst/>
              <a:rect l="l" t="t" r="r" b="b"/>
              <a:pathLst>
                <a:path w="167639" h="195580">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90" name="object 35">
              <a:extLst>
                <a:ext uri="{FF2B5EF4-FFF2-40B4-BE49-F238E27FC236}">
                  <a16:creationId xmlns:a16="http://schemas.microsoft.com/office/drawing/2014/main" id="{10772683-3A6C-4D0D-8B0F-D8189889A80B}"/>
                </a:ext>
              </a:extLst>
            </p:cNvPr>
            <p:cNvSpPr/>
            <p:nvPr/>
          </p:nvSpPr>
          <p:spPr>
            <a:xfrm>
              <a:off x="2753868" y="2128265"/>
              <a:ext cx="710565" cy="50800"/>
            </a:xfrm>
            <a:custGeom>
              <a:avLst/>
              <a:gdLst/>
              <a:ahLst/>
              <a:cxnLst/>
              <a:rect l="l" t="t" r="r" b="b"/>
              <a:pathLst>
                <a:path w="710564" h="50800">
                  <a:moveTo>
                    <a:pt x="697838" y="19050"/>
                  </a:moveTo>
                  <a:lnTo>
                    <a:pt x="672084" y="19050"/>
                  </a:lnTo>
                  <a:lnTo>
                    <a:pt x="672211" y="31750"/>
                  </a:lnTo>
                  <a:lnTo>
                    <a:pt x="659416" y="31827"/>
                  </a:lnTo>
                  <a:lnTo>
                    <a:pt x="659511" y="50800"/>
                  </a:lnTo>
                  <a:lnTo>
                    <a:pt x="710184" y="25146"/>
                  </a:lnTo>
                  <a:lnTo>
                    <a:pt x="697838" y="19050"/>
                  </a:lnTo>
                  <a:close/>
                </a:path>
                <a:path w="710564" h="50800">
                  <a:moveTo>
                    <a:pt x="659352" y="19126"/>
                  </a:moveTo>
                  <a:lnTo>
                    <a:pt x="0" y="23114"/>
                  </a:lnTo>
                  <a:lnTo>
                    <a:pt x="0" y="35814"/>
                  </a:lnTo>
                  <a:lnTo>
                    <a:pt x="659416" y="31827"/>
                  </a:lnTo>
                  <a:lnTo>
                    <a:pt x="659352" y="19126"/>
                  </a:lnTo>
                  <a:close/>
                </a:path>
                <a:path w="710564" h="50800">
                  <a:moveTo>
                    <a:pt x="672084" y="19050"/>
                  </a:moveTo>
                  <a:lnTo>
                    <a:pt x="659352" y="19126"/>
                  </a:lnTo>
                  <a:lnTo>
                    <a:pt x="659416" y="31827"/>
                  </a:lnTo>
                  <a:lnTo>
                    <a:pt x="672211" y="31750"/>
                  </a:lnTo>
                  <a:lnTo>
                    <a:pt x="672084" y="19050"/>
                  </a:lnTo>
                  <a:close/>
                </a:path>
                <a:path w="710564" h="50800">
                  <a:moveTo>
                    <a:pt x="659257" y="0"/>
                  </a:moveTo>
                  <a:lnTo>
                    <a:pt x="659352" y="19126"/>
                  </a:lnTo>
                  <a:lnTo>
                    <a:pt x="697838" y="19050"/>
                  </a:lnTo>
                  <a:lnTo>
                    <a:pt x="659257" y="0"/>
                  </a:lnTo>
                  <a:close/>
                </a:path>
              </a:pathLst>
            </a:custGeom>
            <a:solidFill>
              <a:srgbClr val="000000"/>
            </a:solidFill>
          </p:spPr>
          <p:txBody>
            <a:bodyPr wrap="square" lIns="0" tIns="0" rIns="0" bIns="0" rtlCol="0"/>
            <a:lstStyle/>
            <a:p>
              <a:endParaRPr sz="2000"/>
            </a:p>
          </p:txBody>
        </p:sp>
        <p:sp>
          <p:nvSpPr>
            <p:cNvPr id="91" name="object 36">
              <a:extLst>
                <a:ext uri="{FF2B5EF4-FFF2-40B4-BE49-F238E27FC236}">
                  <a16:creationId xmlns:a16="http://schemas.microsoft.com/office/drawing/2014/main" id="{2CA0BFCD-8EF2-41CE-B850-BB68F90036B2}"/>
                </a:ext>
              </a:extLst>
            </p:cNvPr>
            <p:cNvSpPr/>
            <p:nvPr/>
          </p:nvSpPr>
          <p:spPr>
            <a:xfrm>
              <a:off x="2586228" y="3031238"/>
              <a:ext cx="167640" cy="195069"/>
            </a:xfrm>
            <a:prstGeom prst="rect">
              <a:avLst/>
            </a:prstGeom>
            <a:blipFill>
              <a:blip r:embed="rId7" cstate="print"/>
              <a:stretch>
                <a:fillRect/>
              </a:stretch>
            </a:blipFill>
          </p:spPr>
          <p:txBody>
            <a:bodyPr wrap="square" lIns="0" tIns="0" rIns="0" bIns="0" rtlCol="0"/>
            <a:lstStyle/>
            <a:p>
              <a:endParaRPr sz="2000"/>
            </a:p>
          </p:txBody>
        </p:sp>
        <p:sp>
          <p:nvSpPr>
            <p:cNvPr id="92" name="object 37">
              <a:extLst>
                <a:ext uri="{FF2B5EF4-FFF2-40B4-BE49-F238E27FC236}">
                  <a16:creationId xmlns:a16="http://schemas.microsoft.com/office/drawing/2014/main" id="{6CB6C7B4-FBDC-4FDE-84B0-9794BD604F78}"/>
                </a:ext>
              </a:extLst>
            </p:cNvPr>
            <p:cNvSpPr/>
            <p:nvPr/>
          </p:nvSpPr>
          <p:spPr>
            <a:xfrm>
              <a:off x="2586228" y="3031238"/>
              <a:ext cx="167640" cy="195580"/>
            </a:xfrm>
            <a:custGeom>
              <a:avLst/>
              <a:gdLst/>
              <a:ahLst/>
              <a:cxnLst/>
              <a:rect l="l" t="t" r="r" b="b"/>
              <a:pathLst>
                <a:path w="167639" h="195580">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93" name="object 38">
              <a:extLst>
                <a:ext uri="{FF2B5EF4-FFF2-40B4-BE49-F238E27FC236}">
                  <a16:creationId xmlns:a16="http://schemas.microsoft.com/office/drawing/2014/main" id="{48E5CE69-5782-4382-995B-C15A9EB71CB7}"/>
                </a:ext>
              </a:extLst>
            </p:cNvPr>
            <p:cNvSpPr/>
            <p:nvPr/>
          </p:nvSpPr>
          <p:spPr>
            <a:xfrm>
              <a:off x="2586228" y="3422901"/>
              <a:ext cx="167640" cy="195074"/>
            </a:xfrm>
            <a:prstGeom prst="rect">
              <a:avLst/>
            </a:prstGeom>
            <a:blipFill>
              <a:blip r:embed="rId8" cstate="print"/>
              <a:stretch>
                <a:fillRect/>
              </a:stretch>
            </a:blipFill>
          </p:spPr>
          <p:txBody>
            <a:bodyPr wrap="square" lIns="0" tIns="0" rIns="0" bIns="0" rtlCol="0"/>
            <a:lstStyle/>
            <a:p>
              <a:endParaRPr sz="2000"/>
            </a:p>
          </p:txBody>
        </p:sp>
        <p:sp>
          <p:nvSpPr>
            <p:cNvPr id="94" name="object 39">
              <a:extLst>
                <a:ext uri="{FF2B5EF4-FFF2-40B4-BE49-F238E27FC236}">
                  <a16:creationId xmlns:a16="http://schemas.microsoft.com/office/drawing/2014/main" id="{F5158BCF-1286-4906-A3E2-32549FB0DB24}"/>
                </a:ext>
              </a:extLst>
            </p:cNvPr>
            <p:cNvSpPr/>
            <p:nvPr/>
          </p:nvSpPr>
          <p:spPr>
            <a:xfrm>
              <a:off x="2586228" y="3422901"/>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95" name="object 40">
              <a:extLst>
                <a:ext uri="{FF2B5EF4-FFF2-40B4-BE49-F238E27FC236}">
                  <a16:creationId xmlns:a16="http://schemas.microsoft.com/office/drawing/2014/main" id="{87F8E22E-0CE9-4455-9022-3040E283757F}"/>
                </a:ext>
              </a:extLst>
            </p:cNvPr>
            <p:cNvSpPr/>
            <p:nvPr/>
          </p:nvSpPr>
          <p:spPr>
            <a:xfrm>
              <a:off x="2586228" y="3226306"/>
              <a:ext cx="167640" cy="196597"/>
            </a:xfrm>
            <a:prstGeom prst="rect">
              <a:avLst/>
            </a:prstGeom>
            <a:blipFill>
              <a:blip r:embed="rId9" cstate="print"/>
              <a:stretch>
                <a:fillRect/>
              </a:stretch>
            </a:blipFill>
          </p:spPr>
          <p:txBody>
            <a:bodyPr wrap="square" lIns="0" tIns="0" rIns="0" bIns="0" rtlCol="0"/>
            <a:lstStyle/>
            <a:p>
              <a:endParaRPr sz="2000"/>
            </a:p>
          </p:txBody>
        </p:sp>
        <p:sp>
          <p:nvSpPr>
            <p:cNvPr id="96" name="object 41">
              <a:extLst>
                <a:ext uri="{FF2B5EF4-FFF2-40B4-BE49-F238E27FC236}">
                  <a16:creationId xmlns:a16="http://schemas.microsoft.com/office/drawing/2014/main" id="{D430A07A-C253-4F22-A8AB-E574D2FE380E}"/>
                </a:ext>
              </a:extLst>
            </p:cNvPr>
            <p:cNvSpPr/>
            <p:nvPr/>
          </p:nvSpPr>
          <p:spPr>
            <a:xfrm>
              <a:off x="2586228"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97" name="object 42">
              <a:extLst>
                <a:ext uri="{FF2B5EF4-FFF2-40B4-BE49-F238E27FC236}">
                  <a16:creationId xmlns:a16="http://schemas.microsoft.com/office/drawing/2014/main" id="{A5F2F79E-8E85-46A0-AA70-42A89B224441}"/>
                </a:ext>
              </a:extLst>
            </p:cNvPr>
            <p:cNvSpPr/>
            <p:nvPr/>
          </p:nvSpPr>
          <p:spPr>
            <a:xfrm>
              <a:off x="2586228" y="3986782"/>
              <a:ext cx="167640" cy="196597"/>
            </a:xfrm>
            <a:prstGeom prst="rect">
              <a:avLst/>
            </a:prstGeom>
            <a:blipFill>
              <a:blip r:embed="rId10" cstate="print"/>
              <a:stretch>
                <a:fillRect/>
              </a:stretch>
            </a:blipFill>
          </p:spPr>
          <p:txBody>
            <a:bodyPr wrap="square" lIns="0" tIns="0" rIns="0" bIns="0" rtlCol="0"/>
            <a:lstStyle/>
            <a:p>
              <a:endParaRPr sz="2000"/>
            </a:p>
          </p:txBody>
        </p:sp>
        <p:sp>
          <p:nvSpPr>
            <p:cNvPr id="98" name="object 43">
              <a:extLst>
                <a:ext uri="{FF2B5EF4-FFF2-40B4-BE49-F238E27FC236}">
                  <a16:creationId xmlns:a16="http://schemas.microsoft.com/office/drawing/2014/main" id="{D9B9B02E-5C5F-4692-A933-7B3D7E55AA4B}"/>
                </a:ext>
              </a:extLst>
            </p:cNvPr>
            <p:cNvSpPr/>
            <p:nvPr/>
          </p:nvSpPr>
          <p:spPr>
            <a:xfrm>
              <a:off x="2586228" y="398678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99" name="object 44">
              <a:extLst>
                <a:ext uri="{FF2B5EF4-FFF2-40B4-BE49-F238E27FC236}">
                  <a16:creationId xmlns:a16="http://schemas.microsoft.com/office/drawing/2014/main" id="{42995A78-7DB3-462C-80A0-E17ABE49F496}"/>
                </a:ext>
              </a:extLst>
            </p:cNvPr>
            <p:cNvSpPr/>
            <p:nvPr/>
          </p:nvSpPr>
          <p:spPr>
            <a:xfrm>
              <a:off x="2586228" y="4183377"/>
              <a:ext cx="167640" cy="195074"/>
            </a:xfrm>
            <a:prstGeom prst="rect">
              <a:avLst/>
            </a:prstGeom>
            <a:blipFill>
              <a:blip r:embed="rId11" cstate="print"/>
              <a:stretch>
                <a:fillRect/>
              </a:stretch>
            </a:blipFill>
          </p:spPr>
          <p:txBody>
            <a:bodyPr wrap="square" lIns="0" tIns="0" rIns="0" bIns="0" rtlCol="0"/>
            <a:lstStyle/>
            <a:p>
              <a:endParaRPr sz="2000"/>
            </a:p>
          </p:txBody>
        </p:sp>
        <p:sp>
          <p:nvSpPr>
            <p:cNvPr id="100" name="object 45">
              <a:extLst>
                <a:ext uri="{FF2B5EF4-FFF2-40B4-BE49-F238E27FC236}">
                  <a16:creationId xmlns:a16="http://schemas.microsoft.com/office/drawing/2014/main" id="{F2B4BD86-16F6-44EF-BC49-A63835B16D76}"/>
                </a:ext>
              </a:extLst>
            </p:cNvPr>
            <p:cNvSpPr/>
            <p:nvPr/>
          </p:nvSpPr>
          <p:spPr>
            <a:xfrm>
              <a:off x="2586228" y="4183377"/>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01" name="object 46">
              <a:extLst>
                <a:ext uri="{FF2B5EF4-FFF2-40B4-BE49-F238E27FC236}">
                  <a16:creationId xmlns:a16="http://schemas.microsoft.com/office/drawing/2014/main" id="{A8BF960B-F985-4E5D-991E-75F8C2F3E99C}"/>
                </a:ext>
              </a:extLst>
            </p:cNvPr>
            <p:cNvSpPr/>
            <p:nvPr/>
          </p:nvSpPr>
          <p:spPr>
            <a:xfrm>
              <a:off x="2586228" y="4378454"/>
              <a:ext cx="167640" cy="195069"/>
            </a:xfrm>
            <a:prstGeom prst="rect">
              <a:avLst/>
            </a:prstGeom>
            <a:blipFill>
              <a:blip r:embed="rId12" cstate="print"/>
              <a:stretch>
                <a:fillRect/>
              </a:stretch>
            </a:blipFill>
          </p:spPr>
          <p:txBody>
            <a:bodyPr wrap="square" lIns="0" tIns="0" rIns="0" bIns="0" rtlCol="0"/>
            <a:lstStyle/>
            <a:p>
              <a:endParaRPr sz="2000"/>
            </a:p>
          </p:txBody>
        </p:sp>
        <p:sp>
          <p:nvSpPr>
            <p:cNvPr id="102" name="object 47">
              <a:extLst>
                <a:ext uri="{FF2B5EF4-FFF2-40B4-BE49-F238E27FC236}">
                  <a16:creationId xmlns:a16="http://schemas.microsoft.com/office/drawing/2014/main" id="{77F6FE49-CBC9-42FD-9335-28FC62E764E2}"/>
                </a:ext>
              </a:extLst>
            </p:cNvPr>
            <p:cNvSpPr/>
            <p:nvPr/>
          </p:nvSpPr>
          <p:spPr>
            <a:xfrm>
              <a:off x="2586228"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103" name="object 48">
              <a:extLst>
                <a:ext uri="{FF2B5EF4-FFF2-40B4-BE49-F238E27FC236}">
                  <a16:creationId xmlns:a16="http://schemas.microsoft.com/office/drawing/2014/main" id="{F3588DD3-34CF-4290-A652-AB0E3B41A64D}"/>
                </a:ext>
              </a:extLst>
            </p:cNvPr>
            <p:cNvSpPr/>
            <p:nvPr/>
          </p:nvSpPr>
          <p:spPr>
            <a:xfrm>
              <a:off x="183644" y="3748277"/>
              <a:ext cx="5970270" cy="31750"/>
            </a:xfrm>
            <a:custGeom>
              <a:avLst/>
              <a:gdLst/>
              <a:ahLst/>
              <a:cxnLst/>
              <a:rect l="l" t="t" r="r" b="b"/>
              <a:pathLst>
                <a:path w="5970270" h="31750">
                  <a:moveTo>
                    <a:pt x="0" y="31369"/>
                  </a:moveTo>
                  <a:lnTo>
                    <a:pt x="5970140" y="0"/>
                  </a:lnTo>
                </a:path>
              </a:pathLst>
            </a:custGeom>
            <a:ln w="38100">
              <a:solidFill>
                <a:srgbClr val="008462"/>
              </a:solidFill>
              <a:prstDash val="lgDash"/>
            </a:ln>
          </p:spPr>
          <p:txBody>
            <a:bodyPr wrap="square" lIns="0" tIns="0" rIns="0" bIns="0" rtlCol="0"/>
            <a:lstStyle/>
            <a:p>
              <a:endParaRPr sz="2000"/>
            </a:p>
          </p:txBody>
        </p:sp>
        <p:sp>
          <p:nvSpPr>
            <p:cNvPr id="104" name="object 49">
              <a:extLst>
                <a:ext uri="{FF2B5EF4-FFF2-40B4-BE49-F238E27FC236}">
                  <a16:creationId xmlns:a16="http://schemas.microsoft.com/office/drawing/2014/main" id="{9EB577E3-E20F-4045-8674-E2F856E3B1F6}"/>
                </a:ext>
              </a:extLst>
            </p:cNvPr>
            <p:cNvSpPr/>
            <p:nvPr/>
          </p:nvSpPr>
          <p:spPr>
            <a:xfrm>
              <a:off x="2748026" y="2214371"/>
              <a:ext cx="776605" cy="1872614"/>
            </a:xfrm>
            <a:custGeom>
              <a:avLst/>
              <a:gdLst/>
              <a:ahLst/>
              <a:cxnLst/>
              <a:rect l="l" t="t" r="r" b="b"/>
              <a:pathLst>
                <a:path w="776604" h="1872614">
                  <a:moveTo>
                    <a:pt x="747169" y="44601"/>
                  </a:moveTo>
                  <a:lnTo>
                    <a:pt x="0" y="1867916"/>
                  </a:lnTo>
                  <a:lnTo>
                    <a:pt x="11684" y="1872615"/>
                  </a:lnTo>
                  <a:lnTo>
                    <a:pt x="758861" y="49405"/>
                  </a:lnTo>
                  <a:lnTo>
                    <a:pt x="747169" y="44601"/>
                  </a:lnTo>
                  <a:close/>
                </a:path>
                <a:path w="776604" h="1872614">
                  <a:moveTo>
                    <a:pt x="774720" y="32893"/>
                  </a:moveTo>
                  <a:lnTo>
                    <a:pt x="751967" y="32893"/>
                  </a:lnTo>
                  <a:lnTo>
                    <a:pt x="763651" y="37719"/>
                  </a:lnTo>
                  <a:lnTo>
                    <a:pt x="758861" y="49405"/>
                  </a:lnTo>
                  <a:lnTo>
                    <a:pt x="776478" y="56642"/>
                  </a:lnTo>
                  <a:lnTo>
                    <a:pt x="774720" y="32893"/>
                  </a:lnTo>
                  <a:close/>
                </a:path>
                <a:path w="776604" h="1872614">
                  <a:moveTo>
                    <a:pt x="751967" y="32893"/>
                  </a:moveTo>
                  <a:lnTo>
                    <a:pt x="747169" y="44601"/>
                  </a:lnTo>
                  <a:lnTo>
                    <a:pt x="758861" y="49405"/>
                  </a:lnTo>
                  <a:lnTo>
                    <a:pt x="763651" y="37719"/>
                  </a:lnTo>
                  <a:lnTo>
                    <a:pt x="751967" y="32893"/>
                  </a:lnTo>
                  <a:close/>
                </a:path>
                <a:path w="776604" h="1872614">
                  <a:moveTo>
                    <a:pt x="772287" y="0"/>
                  </a:moveTo>
                  <a:lnTo>
                    <a:pt x="729488" y="37338"/>
                  </a:lnTo>
                  <a:lnTo>
                    <a:pt x="747169" y="44601"/>
                  </a:lnTo>
                  <a:lnTo>
                    <a:pt x="751967" y="32893"/>
                  </a:lnTo>
                  <a:lnTo>
                    <a:pt x="774720" y="32893"/>
                  </a:lnTo>
                  <a:lnTo>
                    <a:pt x="772287" y="0"/>
                  </a:lnTo>
                  <a:close/>
                </a:path>
              </a:pathLst>
            </a:custGeom>
            <a:solidFill>
              <a:srgbClr val="000000"/>
            </a:solidFill>
          </p:spPr>
          <p:txBody>
            <a:bodyPr wrap="square" lIns="0" tIns="0" rIns="0" bIns="0" rtlCol="0"/>
            <a:lstStyle/>
            <a:p>
              <a:endParaRPr sz="2000"/>
            </a:p>
          </p:txBody>
        </p:sp>
        <p:sp>
          <p:nvSpPr>
            <p:cNvPr id="105" name="object 50">
              <a:extLst>
                <a:ext uri="{FF2B5EF4-FFF2-40B4-BE49-F238E27FC236}">
                  <a16:creationId xmlns:a16="http://schemas.microsoft.com/office/drawing/2014/main" id="{F50FC6C5-53C4-4A2F-BFBE-71FF524A43F7}"/>
                </a:ext>
              </a:extLst>
            </p:cNvPr>
            <p:cNvSpPr/>
            <p:nvPr/>
          </p:nvSpPr>
          <p:spPr>
            <a:xfrm>
              <a:off x="3462464" y="2089340"/>
              <a:ext cx="115951" cy="126619"/>
            </a:xfrm>
            <a:prstGeom prst="rect">
              <a:avLst/>
            </a:prstGeom>
            <a:blipFill>
              <a:blip r:embed="rId13" cstate="print"/>
              <a:stretch>
                <a:fillRect/>
              </a:stretch>
            </a:blipFill>
          </p:spPr>
          <p:txBody>
            <a:bodyPr wrap="square" lIns="0" tIns="0" rIns="0" bIns="0" rtlCol="0"/>
            <a:lstStyle/>
            <a:p>
              <a:endParaRPr sz="2000"/>
            </a:p>
          </p:txBody>
        </p:sp>
      </p:grpSp>
      <p:sp>
        <p:nvSpPr>
          <p:cNvPr id="106" name="object 51">
            <a:extLst>
              <a:ext uri="{FF2B5EF4-FFF2-40B4-BE49-F238E27FC236}">
                <a16:creationId xmlns:a16="http://schemas.microsoft.com/office/drawing/2014/main" id="{95AAD99F-0632-4B50-9C54-B0D79F191DDF}"/>
              </a:ext>
            </a:extLst>
          </p:cNvPr>
          <p:cNvSpPr txBox="1"/>
          <p:nvPr/>
        </p:nvSpPr>
        <p:spPr>
          <a:xfrm>
            <a:off x="3356467" y="2574569"/>
            <a:ext cx="680156" cy="356202"/>
          </a:xfrm>
          <a:prstGeom prst="rect">
            <a:avLst/>
          </a:prstGeom>
        </p:spPr>
        <p:txBody>
          <a:bodyPr vert="horz" wrap="square" lIns="0" tIns="14111" rIns="0" bIns="0" rtlCol="0">
            <a:spAutoFit/>
          </a:bodyPr>
          <a:lstStyle/>
          <a:p>
            <a:pPr>
              <a:spcBef>
                <a:spcPts val="111"/>
              </a:spcBef>
              <a:tabLst>
                <a:tab pos="499528" algn="l"/>
              </a:tabLst>
            </a:pPr>
            <a:r>
              <a:rPr sz="2222" b="1" dirty="0">
                <a:latin typeface="Arial"/>
                <a:cs typeface="Arial"/>
              </a:rPr>
              <a:t>×	=</a:t>
            </a:r>
            <a:endParaRPr sz="2222">
              <a:latin typeface="Arial"/>
              <a:cs typeface="Arial"/>
            </a:endParaRPr>
          </a:p>
        </p:txBody>
      </p:sp>
      <p:graphicFrame>
        <p:nvGraphicFramePr>
          <p:cNvPr id="107" name="object 52">
            <a:extLst>
              <a:ext uri="{FF2B5EF4-FFF2-40B4-BE49-F238E27FC236}">
                <a16:creationId xmlns:a16="http://schemas.microsoft.com/office/drawing/2014/main" id="{9BDF08FB-FCBB-4BD4-8788-EED5357CD8DD}"/>
              </a:ext>
            </a:extLst>
          </p:cNvPr>
          <p:cNvGraphicFramePr>
            <a:graphicFrameLocks noGrp="1"/>
          </p:cNvGraphicFramePr>
          <p:nvPr/>
        </p:nvGraphicFramePr>
        <p:xfrm>
          <a:off x="2595597" y="3463850"/>
          <a:ext cx="654754" cy="728133"/>
        </p:xfrm>
        <a:graphic>
          <a:graphicData uri="http://schemas.openxmlformats.org/drawingml/2006/table">
            <a:tbl>
              <a:tblPr firstRow="1" bandRow="1">
                <a:tableStyleId>{2D5ABB26-0587-4C30-8999-92F81FD0307C}</a:tableStyleId>
              </a:tblPr>
              <a:tblGrid>
                <a:gridCol w="218722">
                  <a:extLst>
                    <a:ext uri="{9D8B030D-6E8A-4147-A177-3AD203B41FA5}">
                      <a16:colId xmlns:a16="http://schemas.microsoft.com/office/drawing/2014/main" val="20000"/>
                    </a:ext>
                  </a:extLst>
                </a:gridCol>
                <a:gridCol w="217310">
                  <a:extLst>
                    <a:ext uri="{9D8B030D-6E8A-4147-A177-3AD203B41FA5}">
                      <a16:colId xmlns:a16="http://schemas.microsoft.com/office/drawing/2014/main" val="20001"/>
                    </a:ext>
                  </a:extLst>
                </a:gridCol>
                <a:gridCol w="218722">
                  <a:extLst>
                    <a:ext uri="{9D8B030D-6E8A-4147-A177-3AD203B41FA5}">
                      <a16:colId xmlns:a16="http://schemas.microsoft.com/office/drawing/2014/main" val="20002"/>
                    </a:ext>
                  </a:extLst>
                </a:gridCol>
              </a:tblGrid>
              <a:tr h="728133">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bl>
          </a:graphicData>
        </a:graphic>
      </p:graphicFrame>
      <p:grpSp>
        <p:nvGrpSpPr>
          <p:cNvPr id="108" name="object 53">
            <a:extLst>
              <a:ext uri="{FF2B5EF4-FFF2-40B4-BE49-F238E27FC236}">
                <a16:creationId xmlns:a16="http://schemas.microsoft.com/office/drawing/2014/main" id="{33CEF98D-8AA9-4974-854A-B4786701F9B6}"/>
              </a:ext>
            </a:extLst>
          </p:cNvPr>
          <p:cNvGrpSpPr/>
          <p:nvPr/>
        </p:nvGrpSpPr>
        <p:grpSpPr>
          <a:xfrm>
            <a:off x="3576035" y="3501102"/>
            <a:ext cx="200378" cy="666044"/>
            <a:chOff x="2080005" y="3980432"/>
            <a:chExt cx="180340" cy="599440"/>
          </a:xfrm>
        </p:grpSpPr>
        <p:sp>
          <p:nvSpPr>
            <p:cNvPr id="109" name="object 54">
              <a:extLst>
                <a:ext uri="{FF2B5EF4-FFF2-40B4-BE49-F238E27FC236}">
                  <a16:creationId xmlns:a16="http://schemas.microsoft.com/office/drawing/2014/main" id="{0EA9973D-B2E1-4F43-8351-3A226AC44AD1}"/>
                </a:ext>
              </a:extLst>
            </p:cNvPr>
            <p:cNvSpPr/>
            <p:nvPr/>
          </p:nvSpPr>
          <p:spPr>
            <a:xfrm>
              <a:off x="2086355"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D9D9D9"/>
              </a:solidFill>
            </a:ln>
          </p:spPr>
          <p:txBody>
            <a:bodyPr wrap="square" lIns="0" tIns="0" rIns="0" bIns="0" rtlCol="0"/>
            <a:lstStyle/>
            <a:p>
              <a:endParaRPr sz="2000"/>
            </a:p>
          </p:txBody>
        </p:sp>
        <p:sp>
          <p:nvSpPr>
            <p:cNvPr id="110" name="object 55">
              <a:extLst>
                <a:ext uri="{FF2B5EF4-FFF2-40B4-BE49-F238E27FC236}">
                  <a16:creationId xmlns:a16="http://schemas.microsoft.com/office/drawing/2014/main" id="{61FD3E90-270B-46F1-B6D6-7B83A65804D7}"/>
                </a:ext>
              </a:extLst>
            </p:cNvPr>
            <p:cNvSpPr/>
            <p:nvPr/>
          </p:nvSpPr>
          <p:spPr>
            <a:xfrm>
              <a:off x="2086355"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111" name="object 56">
              <a:extLst>
                <a:ext uri="{FF2B5EF4-FFF2-40B4-BE49-F238E27FC236}">
                  <a16:creationId xmlns:a16="http://schemas.microsoft.com/office/drawing/2014/main" id="{D4381646-4BB1-4B91-9131-4C47362F2F0A}"/>
                </a:ext>
              </a:extLst>
            </p:cNvPr>
            <p:cNvSpPr/>
            <p:nvPr/>
          </p:nvSpPr>
          <p:spPr>
            <a:xfrm>
              <a:off x="2086355"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12" name="object 57">
            <a:extLst>
              <a:ext uri="{FF2B5EF4-FFF2-40B4-BE49-F238E27FC236}">
                <a16:creationId xmlns:a16="http://schemas.microsoft.com/office/drawing/2014/main" id="{043C00A5-6E3C-4637-A14A-BE80BEA32210}"/>
              </a:ext>
            </a:extLst>
          </p:cNvPr>
          <p:cNvSpPr txBox="1"/>
          <p:nvPr/>
        </p:nvSpPr>
        <p:spPr>
          <a:xfrm>
            <a:off x="3342356" y="3636233"/>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pSp>
        <p:nvGrpSpPr>
          <p:cNvPr id="113" name="object 58">
            <a:extLst>
              <a:ext uri="{FF2B5EF4-FFF2-40B4-BE49-F238E27FC236}">
                <a16:creationId xmlns:a16="http://schemas.microsoft.com/office/drawing/2014/main" id="{CD6C05DF-2E03-4C1A-B035-131CFF8646DC}"/>
              </a:ext>
            </a:extLst>
          </p:cNvPr>
          <p:cNvGrpSpPr/>
          <p:nvPr/>
        </p:nvGrpSpPr>
        <p:grpSpPr>
          <a:xfrm>
            <a:off x="7096476" y="1374275"/>
            <a:ext cx="200378" cy="666044"/>
            <a:chOff x="5248402" y="2066287"/>
            <a:chExt cx="180340" cy="599440"/>
          </a:xfrm>
        </p:grpSpPr>
        <p:sp>
          <p:nvSpPr>
            <p:cNvPr id="114" name="object 59">
              <a:extLst>
                <a:ext uri="{FF2B5EF4-FFF2-40B4-BE49-F238E27FC236}">
                  <a16:creationId xmlns:a16="http://schemas.microsoft.com/office/drawing/2014/main" id="{438AAA74-E4E7-427F-883C-61B48F16F36F}"/>
                </a:ext>
              </a:extLst>
            </p:cNvPr>
            <p:cNvSpPr/>
            <p:nvPr/>
          </p:nvSpPr>
          <p:spPr>
            <a:xfrm>
              <a:off x="5254752" y="2267715"/>
              <a:ext cx="167640" cy="391795"/>
            </a:xfrm>
            <a:custGeom>
              <a:avLst/>
              <a:gdLst/>
              <a:ahLst/>
              <a:cxnLst/>
              <a:rect l="l" t="t" r="r" b="b"/>
              <a:pathLst>
                <a:path w="167639" h="391794">
                  <a:moveTo>
                    <a:pt x="0" y="196592"/>
                  </a:moveTo>
                  <a:lnTo>
                    <a:pt x="167640" y="196592"/>
                  </a:lnTo>
                  <a:lnTo>
                    <a:pt x="167640" y="0"/>
                  </a:lnTo>
                  <a:lnTo>
                    <a:pt x="0" y="0"/>
                  </a:lnTo>
                  <a:lnTo>
                    <a:pt x="0" y="196592"/>
                  </a:lnTo>
                  <a:close/>
                </a:path>
                <a:path w="167639" h="391794">
                  <a:moveTo>
                    <a:pt x="0" y="391664"/>
                  </a:moveTo>
                  <a:lnTo>
                    <a:pt x="167640" y="391664"/>
                  </a:lnTo>
                  <a:lnTo>
                    <a:pt x="167640" y="196589"/>
                  </a:lnTo>
                  <a:lnTo>
                    <a:pt x="0" y="196589"/>
                  </a:lnTo>
                  <a:lnTo>
                    <a:pt x="0" y="391664"/>
                  </a:lnTo>
                  <a:close/>
                </a:path>
              </a:pathLst>
            </a:custGeom>
            <a:ln w="12700">
              <a:solidFill>
                <a:srgbClr val="D9D9D9"/>
              </a:solidFill>
            </a:ln>
          </p:spPr>
          <p:txBody>
            <a:bodyPr wrap="square" lIns="0" tIns="0" rIns="0" bIns="0" rtlCol="0"/>
            <a:lstStyle/>
            <a:p>
              <a:endParaRPr sz="2000"/>
            </a:p>
          </p:txBody>
        </p:sp>
        <p:sp>
          <p:nvSpPr>
            <p:cNvPr id="115" name="object 60">
              <a:extLst>
                <a:ext uri="{FF2B5EF4-FFF2-40B4-BE49-F238E27FC236}">
                  <a16:creationId xmlns:a16="http://schemas.microsoft.com/office/drawing/2014/main" id="{1BD91426-08AF-4209-A20E-31C671C5C28B}"/>
                </a:ext>
              </a:extLst>
            </p:cNvPr>
            <p:cNvSpPr/>
            <p:nvPr/>
          </p:nvSpPr>
          <p:spPr>
            <a:xfrm>
              <a:off x="5254752" y="2072637"/>
              <a:ext cx="167640" cy="195580"/>
            </a:xfrm>
            <a:custGeom>
              <a:avLst/>
              <a:gdLst/>
              <a:ahLst/>
              <a:cxnLst/>
              <a:rect l="l" t="t" r="r" b="b"/>
              <a:pathLst>
                <a:path w="167639" h="195580">
                  <a:moveTo>
                    <a:pt x="167640" y="0"/>
                  </a:moveTo>
                  <a:lnTo>
                    <a:pt x="0" y="0"/>
                  </a:lnTo>
                  <a:lnTo>
                    <a:pt x="0" y="195074"/>
                  </a:lnTo>
                  <a:lnTo>
                    <a:pt x="167640" y="195074"/>
                  </a:lnTo>
                  <a:lnTo>
                    <a:pt x="167640" y="0"/>
                  </a:lnTo>
                  <a:close/>
                </a:path>
              </a:pathLst>
            </a:custGeom>
            <a:solidFill>
              <a:srgbClr val="B8FF3B"/>
            </a:solidFill>
          </p:spPr>
          <p:txBody>
            <a:bodyPr wrap="square" lIns="0" tIns="0" rIns="0" bIns="0" rtlCol="0"/>
            <a:lstStyle/>
            <a:p>
              <a:endParaRPr sz="2000"/>
            </a:p>
          </p:txBody>
        </p:sp>
        <p:sp>
          <p:nvSpPr>
            <p:cNvPr id="116" name="object 61">
              <a:extLst>
                <a:ext uri="{FF2B5EF4-FFF2-40B4-BE49-F238E27FC236}">
                  <a16:creationId xmlns:a16="http://schemas.microsoft.com/office/drawing/2014/main" id="{D886785C-F221-4237-ABF0-A7F153B17E94}"/>
                </a:ext>
              </a:extLst>
            </p:cNvPr>
            <p:cNvSpPr/>
            <p:nvPr/>
          </p:nvSpPr>
          <p:spPr>
            <a:xfrm>
              <a:off x="5254752" y="2072637"/>
              <a:ext cx="167640" cy="195580"/>
            </a:xfrm>
            <a:custGeom>
              <a:avLst/>
              <a:gdLst/>
              <a:ahLst/>
              <a:cxnLst/>
              <a:rect l="l" t="t" r="r" b="b"/>
              <a:pathLst>
                <a:path w="167639" h="195580">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grpSp>
      <p:sp>
        <p:nvSpPr>
          <p:cNvPr id="117" name="object 62">
            <a:extLst>
              <a:ext uri="{FF2B5EF4-FFF2-40B4-BE49-F238E27FC236}">
                <a16:creationId xmlns:a16="http://schemas.microsoft.com/office/drawing/2014/main" id="{B7B19FCC-88A6-4399-AC79-F8C220838B8E}"/>
              </a:ext>
            </a:extLst>
          </p:cNvPr>
          <p:cNvSpPr txBox="1"/>
          <p:nvPr/>
        </p:nvSpPr>
        <p:spPr>
          <a:xfrm>
            <a:off x="6862512" y="1509180"/>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pSp>
        <p:nvGrpSpPr>
          <p:cNvPr id="118" name="object 63">
            <a:extLst>
              <a:ext uri="{FF2B5EF4-FFF2-40B4-BE49-F238E27FC236}">
                <a16:creationId xmlns:a16="http://schemas.microsoft.com/office/drawing/2014/main" id="{F21E0269-8354-40C0-B04B-2FC71BEE3EFF}"/>
              </a:ext>
            </a:extLst>
          </p:cNvPr>
          <p:cNvGrpSpPr/>
          <p:nvPr/>
        </p:nvGrpSpPr>
        <p:grpSpPr>
          <a:xfrm>
            <a:off x="7096476" y="2454627"/>
            <a:ext cx="200378" cy="666044"/>
            <a:chOff x="5248402" y="3038604"/>
            <a:chExt cx="180340" cy="599440"/>
          </a:xfrm>
        </p:grpSpPr>
        <p:sp>
          <p:nvSpPr>
            <p:cNvPr id="119" name="object 64">
              <a:extLst>
                <a:ext uri="{FF2B5EF4-FFF2-40B4-BE49-F238E27FC236}">
                  <a16:creationId xmlns:a16="http://schemas.microsoft.com/office/drawing/2014/main" id="{24BF7879-3752-4AC4-8145-04140DA70633}"/>
                </a:ext>
              </a:extLst>
            </p:cNvPr>
            <p:cNvSpPr/>
            <p:nvPr/>
          </p:nvSpPr>
          <p:spPr>
            <a:xfrm>
              <a:off x="5254752" y="3044954"/>
              <a:ext cx="167640" cy="586740"/>
            </a:xfrm>
            <a:custGeom>
              <a:avLst/>
              <a:gdLst/>
              <a:ahLst/>
              <a:cxnLst/>
              <a:rect l="l" t="t" r="r" b="b"/>
              <a:pathLst>
                <a:path w="167639" h="586739">
                  <a:moveTo>
                    <a:pt x="0" y="195069"/>
                  </a:moveTo>
                  <a:lnTo>
                    <a:pt x="167640" y="195069"/>
                  </a:lnTo>
                  <a:lnTo>
                    <a:pt x="167640" y="0"/>
                  </a:lnTo>
                  <a:lnTo>
                    <a:pt x="0" y="0"/>
                  </a:lnTo>
                  <a:lnTo>
                    <a:pt x="0" y="195069"/>
                  </a:lnTo>
                  <a:close/>
                </a:path>
                <a:path w="167639" h="586739">
                  <a:moveTo>
                    <a:pt x="0" y="586737"/>
                  </a:moveTo>
                  <a:lnTo>
                    <a:pt x="167640" y="586737"/>
                  </a:lnTo>
                  <a:lnTo>
                    <a:pt x="167640" y="390140"/>
                  </a:lnTo>
                  <a:lnTo>
                    <a:pt x="0" y="390140"/>
                  </a:lnTo>
                  <a:lnTo>
                    <a:pt x="0" y="586737"/>
                  </a:lnTo>
                  <a:close/>
                </a:path>
              </a:pathLst>
            </a:custGeom>
            <a:ln w="12700">
              <a:solidFill>
                <a:srgbClr val="D9D9D9"/>
              </a:solidFill>
            </a:ln>
          </p:spPr>
          <p:txBody>
            <a:bodyPr wrap="square" lIns="0" tIns="0" rIns="0" bIns="0" rtlCol="0"/>
            <a:lstStyle/>
            <a:p>
              <a:endParaRPr sz="2000"/>
            </a:p>
          </p:txBody>
        </p:sp>
        <p:sp>
          <p:nvSpPr>
            <p:cNvPr id="120" name="object 65">
              <a:extLst>
                <a:ext uri="{FF2B5EF4-FFF2-40B4-BE49-F238E27FC236}">
                  <a16:creationId xmlns:a16="http://schemas.microsoft.com/office/drawing/2014/main" id="{3126E49C-D9FB-49D4-A2B4-5A49EF6D09B4}"/>
                </a:ext>
              </a:extLst>
            </p:cNvPr>
            <p:cNvSpPr/>
            <p:nvPr/>
          </p:nvSpPr>
          <p:spPr>
            <a:xfrm>
              <a:off x="5254752" y="3240021"/>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B8FF3B"/>
            </a:solidFill>
          </p:spPr>
          <p:txBody>
            <a:bodyPr wrap="square" lIns="0" tIns="0" rIns="0" bIns="0" rtlCol="0"/>
            <a:lstStyle/>
            <a:p>
              <a:endParaRPr sz="2000"/>
            </a:p>
          </p:txBody>
        </p:sp>
        <p:sp>
          <p:nvSpPr>
            <p:cNvPr id="121" name="object 66">
              <a:extLst>
                <a:ext uri="{FF2B5EF4-FFF2-40B4-BE49-F238E27FC236}">
                  <a16:creationId xmlns:a16="http://schemas.microsoft.com/office/drawing/2014/main" id="{C955D8B3-F18E-4274-9A3A-8D78798B08A6}"/>
                </a:ext>
              </a:extLst>
            </p:cNvPr>
            <p:cNvSpPr/>
            <p:nvPr/>
          </p:nvSpPr>
          <p:spPr>
            <a:xfrm>
              <a:off x="5254752" y="3240021"/>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grpSp>
      <p:graphicFrame>
        <p:nvGraphicFramePr>
          <p:cNvPr id="122" name="object 67">
            <a:extLst>
              <a:ext uri="{FF2B5EF4-FFF2-40B4-BE49-F238E27FC236}">
                <a16:creationId xmlns:a16="http://schemas.microsoft.com/office/drawing/2014/main" id="{19F7842B-FA21-4CF8-BDC9-D0512025A3FF}"/>
              </a:ext>
            </a:extLst>
          </p:cNvPr>
          <p:cNvGraphicFramePr>
            <a:graphicFrameLocks noGrp="1"/>
          </p:cNvGraphicFramePr>
          <p:nvPr/>
        </p:nvGraphicFramePr>
        <p:xfrm>
          <a:off x="7651888" y="2454627"/>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7">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sp>
        <p:nvSpPr>
          <p:cNvPr id="123" name="object 68">
            <a:extLst>
              <a:ext uri="{FF2B5EF4-FFF2-40B4-BE49-F238E27FC236}">
                <a16:creationId xmlns:a16="http://schemas.microsoft.com/office/drawing/2014/main" id="{4083CD76-670F-4406-962C-FF28B5321D57}"/>
              </a:ext>
            </a:extLst>
          </p:cNvPr>
          <p:cNvSpPr txBox="1"/>
          <p:nvPr/>
        </p:nvSpPr>
        <p:spPr>
          <a:xfrm>
            <a:off x="6858068" y="2589320"/>
            <a:ext cx="680156" cy="356202"/>
          </a:xfrm>
          <a:prstGeom prst="rect">
            <a:avLst/>
          </a:prstGeom>
        </p:spPr>
        <p:txBody>
          <a:bodyPr vert="horz" wrap="square" lIns="0" tIns="14111" rIns="0" bIns="0" rtlCol="0">
            <a:spAutoFit/>
          </a:bodyPr>
          <a:lstStyle/>
          <a:p>
            <a:pPr>
              <a:spcBef>
                <a:spcPts val="111"/>
              </a:spcBef>
              <a:tabLst>
                <a:tab pos="500234" algn="l"/>
              </a:tabLst>
            </a:pPr>
            <a:r>
              <a:rPr sz="2222" b="1" dirty="0">
                <a:latin typeface="Arial"/>
                <a:cs typeface="Arial"/>
              </a:rPr>
              <a:t>×	=</a:t>
            </a:r>
            <a:endParaRPr sz="2222" dirty="0">
              <a:latin typeface="Arial"/>
              <a:cs typeface="Arial"/>
            </a:endParaRPr>
          </a:p>
        </p:txBody>
      </p:sp>
      <p:graphicFrame>
        <p:nvGraphicFramePr>
          <p:cNvPr id="124" name="object 69">
            <a:extLst>
              <a:ext uri="{FF2B5EF4-FFF2-40B4-BE49-F238E27FC236}">
                <a16:creationId xmlns:a16="http://schemas.microsoft.com/office/drawing/2014/main" id="{8B943632-BBB6-4FCC-ADBB-CACA15F61CEB}"/>
              </a:ext>
            </a:extLst>
          </p:cNvPr>
          <p:cNvGraphicFramePr>
            <a:graphicFrameLocks noGrp="1"/>
          </p:cNvGraphicFramePr>
          <p:nvPr/>
        </p:nvGraphicFramePr>
        <p:xfrm>
          <a:off x="6116035" y="3477397"/>
          <a:ext cx="651228"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8016">
                  <a:extLst>
                    <a:ext uri="{9D8B030D-6E8A-4147-A177-3AD203B41FA5}">
                      <a16:colId xmlns:a16="http://schemas.microsoft.com/office/drawing/2014/main" val="20001"/>
                    </a:ext>
                  </a:extLst>
                </a:gridCol>
                <a:gridCol w="216606">
                  <a:extLst>
                    <a:ext uri="{9D8B030D-6E8A-4147-A177-3AD203B41FA5}">
                      <a16:colId xmlns:a16="http://schemas.microsoft.com/office/drawing/2014/main" val="20002"/>
                    </a:ext>
                  </a:extLst>
                </a:gridCol>
              </a:tblGrid>
              <a:tr h="728133">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extLst>
                  <a:ext uri="{0D108BD9-81ED-4DB2-BD59-A6C34878D82A}">
                    <a16:rowId xmlns:a16="http://schemas.microsoft.com/office/drawing/2014/main" val="10000"/>
                  </a:ext>
                </a:extLst>
              </a:tr>
            </a:tbl>
          </a:graphicData>
        </a:graphic>
      </p:graphicFrame>
      <p:sp>
        <p:nvSpPr>
          <p:cNvPr id="126" name="object 71">
            <a:extLst>
              <a:ext uri="{FF2B5EF4-FFF2-40B4-BE49-F238E27FC236}">
                <a16:creationId xmlns:a16="http://schemas.microsoft.com/office/drawing/2014/main" id="{E6AA5B0D-5DB2-4F27-85C0-0B1BBF0919F8}"/>
              </a:ext>
            </a:extLst>
          </p:cNvPr>
          <p:cNvSpPr/>
          <p:nvPr/>
        </p:nvSpPr>
        <p:spPr>
          <a:xfrm>
            <a:off x="7103532" y="3515307"/>
            <a:ext cx="186267" cy="217311"/>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D9D9D9"/>
            </a:solidFill>
          </a:ln>
        </p:spPr>
        <p:txBody>
          <a:bodyPr wrap="square" lIns="0" tIns="0" rIns="0" bIns="0" rtlCol="0"/>
          <a:lstStyle/>
          <a:p>
            <a:endParaRPr sz="2000"/>
          </a:p>
        </p:txBody>
      </p:sp>
      <p:sp>
        <p:nvSpPr>
          <p:cNvPr id="128" name="object 73">
            <a:extLst>
              <a:ext uri="{FF2B5EF4-FFF2-40B4-BE49-F238E27FC236}">
                <a16:creationId xmlns:a16="http://schemas.microsoft.com/office/drawing/2014/main" id="{00A482AE-4D36-4679-82BD-A30ACD300212}"/>
              </a:ext>
            </a:extLst>
          </p:cNvPr>
          <p:cNvSpPr/>
          <p:nvPr/>
        </p:nvSpPr>
        <p:spPr>
          <a:xfrm>
            <a:off x="7103532" y="3740149"/>
            <a:ext cx="186267" cy="217311"/>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129" name="object 74">
            <a:extLst>
              <a:ext uri="{FF2B5EF4-FFF2-40B4-BE49-F238E27FC236}">
                <a16:creationId xmlns:a16="http://schemas.microsoft.com/office/drawing/2014/main" id="{DAE9A3A8-8E37-4325-A9E3-A523CD174B51}"/>
              </a:ext>
            </a:extLst>
          </p:cNvPr>
          <p:cNvSpPr/>
          <p:nvPr/>
        </p:nvSpPr>
        <p:spPr>
          <a:xfrm>
            <a:off x="7103532" y="3956891"/>
            <a:ext cx="186267" cy="218722"/>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B8FF3B"/>
          </a:solidFill>
        </p:spPr>
        <p:txBody>
          <a:bodyPr wrap="square" lIns="0" tIns="0" rIns="0" bIns="0" rtlCol="0"/>
          <a:lstStyle/>
          <a:p>
            <a:endParaRPr sz="2000"/>
          </a:p>
        </p:txBody>
      </p:sp>
      <p:sp>
        <p:nvSpPr>
          <p:cNvPr id="130" name="object 75">
            <a:extLst>
              <a:ext uri="{FF2B5EF4-FFF2-40B4-BE49-F238E27FC236}">
                <a16:creationId xmlns:a16="http://schemas.microsoft.com/office/drawing/2014/main" id="{E5902342-42A5-4635-8795-7035D2378808}"/>
              </a:ext>
            </a:extLst>
          </p:cNvPr>
          <p:cNvSpPr/>
          <p:nvPr/>
        </p:nvSpPr>
        <p:spPr>
          <a:xfrm>
            <a:off x="7103532" y="3956891"/>
            <a:ext cx="186267" cy="218722"/>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graphicFrame>
        <p:nvGraphicFramePr>
          <p:cNvPr id="131" name="object 76">
            <a:extLst>
              <a:ext uri="{FF2B5EF4-FFF2-40B4-BE49-F238E27FC236}">
                <a16:creationId xmlns:a16="http://schemas.microsoft.com/office/drawing/2014/main" id="{18AA7E87-25BF-4EF5-95B2-C7DB01025C91}"/>
              </a:ext>
            </a:extLst>
          </p:cNvPr>
          <p:cNvGraphicFramePr>
            <a:graphicFrameLocks noGrp="1"/>
          </p:cNvGraphicFramePr>
          <p:nvPr/>
        </p:nvGraphicFramePr>
        <p:xfrm>
          <a:off x="7651888" y="3516342"/>
          <a:ext cx="186267" cy="651934"/>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5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sp>
        <p:nvSpPr>
          <p:cNvPr id="132" name="object 77">
            <a:extLst>
              <a:ext uri="{FF2B5EF4-FFF2-40B4-BE49-F238E27FC236}">
                <a16:creationId xmlns:a16="http://schemas.microsoft.com/office/drawing/2014/main" id="{3EBF17C6-8C13-4F3D-A17B-CB2A7477C85F}"/>
              </a:ext>
            </a:extLst>
          </p:cNvPr>
          <p:cNvSpPr txBox="1"/>
          <p:nvPr/>
        </p:nvSpPr>
        <p:spPr>
          <a:xfrm>
            <a:off x="6816376" y="3668956"/>
            <a:ext cx="694267" cy="356202"/>
          </a:xfrm>
          <a:prstGeom prst="rect">
            <a:avLst/>
          </a:prstGeom>
        </p:spPr>
        <p:txBody>
          <a:bodyPr vert="horz" wrap="square" lIns="0" tIns="14111" rIns="0" bIns="0" rtlCol="0">
            <a:spAutoFit/>
          </a:bodyPr>
          <a:lstStyle/>
          <a:p>
            <a:pPr marL="14111">
              <a:spcBef>
                <a:spcPts val="111"/>
              </a:spcBef>
              <a:tabLst>
                <a:tab pos="514345" algn="l"/>
              </a:tabLst>
            </a:pPr>
            <a:r>
              <a:rPr sz="2222" b="1" dirty="0">
                <a:latin typeface="Arial"/>
                <a:cs typeface="Arial"/>
              </a:rPr>
              <a:t>×	=</a:t>
            </a:r>
            <a:endParaRPr sz="2222" dirty="0">
              <a:latin typeface="Arial"/>
              <a:cs typeface="Arial"/>
            </a:endParaRPr>
          </a:p>
        </p:txBody>
      </p:sp>
      <p:graphicFrame>
        <p:nvGraphicFramePr>
          <p:cNvPr id="133" name="object 78">
            <a:extLst>
              <a:ext uri="{FF2B5EF4-FFF2-40B4-BE49-F238E27FC236}">
                <a16:creationId xmlns:a16="http://schemas.microsoft.com/office/drawing/2014/main" id="{C17BE6F2-A333-415E-BEF5-A9105D30AD21}"/>
              </a:ext>
            </a:extLst>
          </p:cNvPr>
          <p:cNvGraphicFramePr>
            <a:graphicFrameLocks noGrp="1"/>
          </p:cNvGraphicFramePr>
          <p:nvPr/>
        </p:nvGraphicFramePr>
        <p:xfrm>
          <a:off x="5443782" y="1359036"/>
          <a:ext cx="187678" cy="651933"/>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3E5FB"/>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3E5FB"/>
                    </a:solidFill>
                  </a:tcPr>
                </a:tc>
                <a:extLst>
                  <a:ext uri="{0D108BD9-81ED-4DB2-BD59-A6C34878D82A}">
                    <a16:rowId xmlns:a16="http://schemas.microsoft.com/office/drawing/2014/main" val="10002"/>
                  </a:ext>
                </a:extLst>
              </a:tr>
            </a:tbl>
          </a:graphicData>
        </a:graphic>
      </p:graphicFrame>
      <p:graphicFrame>
        <p:nvGraphicFramePr>
          <p:cNvPr id="134" name="object 79">
            <a:extLst>
              <a:ext uri="{FF2B5EF4-FFF2-40B4-BE49-F238E27FC236}">
                <a16:creationId xmlns:a16="http://schemas.microsoft.com/office/drawing/2014/main" id="{5E07D059-E27B-4674-8619-5FBD49E57CC1}"/>
              </a:ext>
            </a:extLst>
          </p:cNvPr>
          <p:cNvGraphicFramePr>
            <a:graphicFrameLocks noGrp="1"/>
          </p:cNvGraphicFramePr>
          <p:nvPr/>
        </p:nvGraphicFramePr>
        <p:xfrm>
          <a:off x="5443782" y="2439387"/>
          <a:ext cx="187678" cy="651929"/>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000000"/>
                      </a:solidFill>
                      <a:prstDash val="solid"/>
                    </a:lnB>
                    <a:solidFill>
                      <a:srgbClr val="F3E5FB"/>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3E5FB"/>
                    </a:solidFill>
                  </a:tcPr>
                </a:tc>
                <a:extLst>
                  <a:ext uri="{0D108BD9-81ED-4DB2-BD59-A6C34878D82A}">
                    <a16:rowId xmlns:a16="http://schemas.microsoft.com/office/drawing/2014/main" val="10002"/>
                  </a:ext>
                </a:extLst>
              </a:tr>
            </a:tbl>
          </a:graphicData>
        </a:graphic>
      </p:graphicFrame>
      <p:graphicFrame>
        <p:nvGraphicFramePr>
          <p:cNvPr id="135" name="object 80">
            <a:extLst>
              <a:ext uri="{FF2B5EF4-FFF2-40B4-BE49-F238E27FC236}">
                <a16:creationId xmlns:a16="http://schemas.microsoft.com/office/drawing/2014/main" id="{F003CB2F-5ED3-4630-AF18-11EE7528348F}"/>
              </a:ext>
            </a:extLst>
          </p:cNvPr>
          <p:cNvGraphicFramePr>
            <a:graphicFrameLocks noGrp="1"/>
          </p:cNvGraphicFramePr>
          <p:nvPr/>
        </p:nvGraphicFramePr>
        <p:xfrm>
          <a:off x="5443782" y="3501102"/>
          <a:ext cx="187678" cy="651933"/>
        </p:xfrm>
        <a:graphic>
          <a:graphicData uri="http://schemas.openxmlformats.org/drawingml/2006/table">
            <a:tbl>
              <a:tblPr firstRow="1" bandRow="1">
                <a:tableStyleId>{2D5ABB26-0587-4C30-8999-92F81FD0307C}</a:tableStyleId>
              </a:tblPr>
              <a:tblGrid>
                <a:gridCol w="187678">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3E5FB"/>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000000"/>
                      </a:solidFill>
                      <a:prstDash val="solid"/>
                    </a:lnB>
                    <a:solidFill>
                      <a:srgbClr val="F3E5FB"/>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2"/>
                  </a:ext>
                </a:extLst>
              </a:tr>
            </a:tbl>
          </a:graphicData>
        </a:graphic>
      </p:graphicFrame>
      <p:graphicFrame>
        <p:nvGraphicFramePr>
          <p:cNvPr id="136" name="object 81">
            <a:extLst>
              <a:ext uri="{FF2B5EF4-FFF2-40B4-BE49-F238E27FC236}">
                <a16:creationId xmlns:a16="http://schemas.microsoft.com/office/drawing/2014/main" id="{8A0E87D5-DD9E-40FD-903C-3C1F9854616F}"/>
              </a:ext>
            </a:extLst>
          </p:cNvPr>
          <p:cNvGraphicFramePr>
            <a:graphicFrameLocks noGrp="1"/>
          </p:cNvGraphicFramePr>
          <p:nvPr/>
        </p:nvGraphicFramePr>
        <p:xfrm>
          <a:off x="2595597" y="1321784"/>
          <a:ext cx="654754" cy="728133"/>
        </p:xfrm>
        <a:graphic>
          <a:graphicData uri="http://schemas.openxmlformats.org/drawingml/2006/table">
            <a:tbl>
              <a:tblPr firstRow="1" bandRow="1">
                <a:tableStyleId>{2D5ABB26-0587-4C30-8999-92F81FD0307C}</a:tableStyleId>
              </a:tblPr>
              <a:tblGrid>
                <a:gridCol w="218722">
                  <a:extLst>
                    <a:ext uri="{9D8B030D-6E8A-4147-A177-3AD203B41FA5}">
                      <a16:colId xmlns:a16="http://schemas.microsoft.com/office/drawing/2014/main" val="20000"/>
                    </a:ext>
                  </a:extLst>
                </a:gridCol>
                <a:gridCol w="217310">
                  <a:extLst>
                    <a:ext uri="{9D8B030D-6E8A-4147-A177-3AD203B41FA5}">
                      <a16:colId xmlns:a16="http://schemas.microsoft.com/office/drawing/2014/main" val="20001"/>
                    </a:ext>
                  </a:extLst>
                </a:gridCol>
                <a:gridCol w="218722">
                  <a:extLst>
                    <a:ext uri="{9D8B030D-6E8A-4147-A177-3AD203B41FA5}">
                      <a16:colId xmlns:a16="http://schemas.microsoft.com/office/drawing/2014/main" val="20002"/>
                    </a:ext>
                  </a:extLst>
                </a:gridCol>
              </a:tblGrid>
              <a:tr h="728133">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137" name="object 82">
            <a:extLst>
              <a:ext uri="{FF2B5EF4-FFF2-40B4-BE49-F238E27FC236}">
                <a16:creationId xmlns:a16="http://schemas.microsoft.com/office/drawing/2014/main" id="{BE5E897C-057D-481C-ACA7-BDF9BA5B516B}"/>
              </a:ext>
            </a:extLst>
          </p:cNvPr>
          <p:cNvGraphicFramePr>
            <a:graphicFrameLocks noGrp="1"/>
          </p:cNvGraphicFramePr>
          <p:nvPr/>
        </p:nvGraphicFramePr>
        <p:xfrm>
          <a:off x="2595597" y="2402130"/>
          <a:ext cx="654754" cy="726441"/>
        </p:xfrm>
        <a:graphic>
          <a:graphicData uri="http://schemas.openxmlformats.org/drawingml/2006/table">
            <a:tbl>
              <a:tblPr firstRow="1" bandRow="1">
                <a:tableStyleId>{2D5ABB26-0587-4C30-8999-92F81FD0307C}</a:tableStyleId>
              </a:tblPr>
              <a:tblGrid>
                <a:gridCol w="218722">
                  <a:extLst>
                    <a:ext uri="{9D8B030D-6E8A-4147-A177-3AD203B41FA5}">
                      <a16:colId xmlns:a16="http://schemas.microsoft.com/office/drawing/2014/main" val="20000"/>
                    </a:ext>
                  </a:extLst>
                </a:gridCol>
                <a:gridCol w="217310">
                  <a:extLst>
                    <a:ext uri="{9D8B030D-6E8A-4147-A177-3AD203B41FA5}">
                      <a16:colId xmlns:a16="http://schemas.microsoft.com/office/drawing/2014/main" val="20001"/>
                    </a:ext>
                  </a:extLst>
                </a:gridCol>
                <a:gridCol w="218722">
                  <a:extLst>
                    <a:ext uri="{9D8B030D-6E8A-4147-A177-3AD203B41FA5}">
                      <a16:colId xmlns:a16="http://schemas.microsoft.com/office/drawing/2014/main" val="20002"/>
                    </a:ext>
                  </a:extLst>
                </a:gridCol>
              </a:tblGrid>
              <a:tr h="726441">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138" name="object 83">
            <a:extLst>
              <a:ext uri="{FF2B5EF4-FFF2-40B4-BE49-F238E27FC236}">
                <a16:creationId xmlns:a16="http://schemas.microsoft.com/office/drawing/2014/main" id="{0B38FC1B-F32F-41D2-A134-349DE684BD95}"/>
              </a:ext>
            </a:extLst>
          </p:cNvPr>
          <p:cNvGraphicFramePr>
            <a:graphicFrameLocks noGrp="1"/>
          </p:cNvGraphicFramePr>
          <p:nvPr/>
        </p:nvGraphicFramePr>
        <p:xfrm>
          <a:off x="6116035" y="1337028"/>
          <a:ext cx="651228" cy="726436"/>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8016">
                  <a:extLst>
                    <a:ext uri="{9D8B030D-6E8A-4147-A177-3AD203B41FA5}">
                      <a16:colId xmlns:a16="http://schemas.microsoft.com/office/drawing/2014/main" val="20001"/>
                    </a:ext>
                  </a:extLst>
                </a:gridCol>
                <a:gridCol w="216606">
                  <a:extLst>
                    <a:ext uri="{9D8B030D-6E8A-4147-A177-3AD203B41FA5}">
                      <a16:colId xmlns:a16="http://schemas.microsoft.com/office/drawing/2014/main" val="20002"/>
                    </a:ext>
                  </a:extLst>
                </a:gridCol>
              </a:tblGrid>
              <a:tr h="726436">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139" name="object 84">
            <a:extLst>
              <a:ext uri="{FF2B5EF4-FFF2-40B4-BE49-F238E27FC236}">
                <a16:creationId xmlns:a16="http://schemas.microsoft.com/office/drawing/2014/main" id="{7F72616B-A238-4341-81EB-6A6E5B867FA6}"/>
              </a:ext>
            </a:extLst>
          </p:cNvPr>
          <p:cNvGraphicFramePr>
            <a:graphicFrameLocks noGrp="1"/>
          </p:cNvGraphicFramePr>
          <p:nvPr/>
        </p:nvGraphicFramePr>
        <p:xfrm>
          <a:off x="6116035" y="2415678"/>
          <a:ext cx="651228"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8016">
                  <a:extLst>
                    <a:ext uri="{9D8B030D-6E8A-4147-A177-3AD203B41FA5}">
                      <a16:colId xmlns:a16="http://schemas.microsoft.com/office/drawing/2014/main" val="20001"/>
                    </a:ext>
                  </a:extLst>
                </a:gridCol>
                <a:gridCol w="216606">
                  <a:extLst>
                    <a:ext uri="{9D8B030D-6E8A-4147-A177-3AD203B41FA5}">
                      <a16:colId xmlns:a16="http://schemas.microsoft.com/office/drawing/2014/main" val="20002"/>
                    </a:ext>
                  </a:extLst>
                </a:gridCol>
              </a:tblGrid>
              <a:tr h="728133">
                <a:tc>
                  <a:txBody>
                    <a:bodyPr/>
                    <a:lstStyle/>
                    <a:p>
                      <a:pPr>
                        <a:lnSpc>
                          <a:spcPct val="100000"/>
                        </a:lnSpc>
                      </a:pPr>
                      <a:endParaRPr sz="19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7A7A7"/>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sp>
        <p:nvSpPr>
          <p:cNvPr id="140" name="object 85">
            <a:extLst>
              <a:ext uri="{FF2B5EF4-FFF2-40B4-BE49-F238E27FC236}">
                <a16:creationId xmlns:a16="http://schemas.microsoft.com/office/drawing/2014/main" id="{5ACD29FB-A390-4280-ADCB-A963AEFC33ED}"/>
              </a:ext>
            </a:extLst>
          </p:cNvPr>
          <p:cNvSpPr/>
          <p:nvPr/>
        </p:nvSpPr>
        <p:spPr>
          <a:xfrm>
            <a:off x="4530511" y="4379381"/>
            <a:ext cx="1290461" cy="298450"/>
          </a:xfrm>
          <a:custGeom>
            <a:avLst/>
            <a:gdLst/>
            <a:ahLst/>
            <a:cxnLst/>
            <a:rect l="l" t="t" r="r" b="b"/>
            <a:pathLst>
              <a:path w="1161414" h="268604">
                <a:moveTo>
                  <a:pt x="1161288" y="0"/>
                </a:moveTo>
                <a:lnTo>
                  <a:pt x="1151703" y="52190"/>
                </a:lnTo>
                <a:lnTo>
                  <a:pt x="1125569" y="94820"/>
                </a:lnTo>
                <a:lnTo>
                  <a:pt x="1086814" y="123567"/>
                </a:lnTo>
                <a:lnTo>
                  <a:pt x="1039368" y="134110"/>
                </a:lnTo>
                <a:lnTo>
                  <a:pt x="702564" y="134110"/>
                </a:lnTo>
                <a:lnTo>
                  <a:pt x="655117" y="144650"/>
                </a:lnTo>
                <a:lnTo>
                  <a:pt x="616362" y="173392"/>
                </a:lnTo>
                <a:lnTo>
                  <a:pt x="590228" y="216022"/>
                </a:lnTo>
                <a:lnTo>
                  <a:pt x="580644" y="268225"/>
                </a:lnTo>
                <a:lnTo>
                  <a:pt x="571059" y="216022"/>
                </a:lnTo>
                <a:lnTo>
                  <a:pt x="544925" y="173392"/>
                </a:lnTo>
                <a:lnTo>
                  <a:pt x="506170" y="144650"/>
                </a:lnTo>
                <a:lnTo>
                  <a:pt x="458724"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142" name="object 87">
            <a:extLst>
              <a:ext uri="{FF2B5EF4-FFF2-40B4-BE49-F238E27FC236}">
                <a16:creationId xmlns:a16="http://schemas.microsoft.com/office/drawing/2014/main" id="{4052B251-B695-48EA-894F-1E3EB9690036}"/>
              </a:ext>
            </a:extLst>
          </p:cNvPr>
          <p:cNvSpPr/>
          <p:nvPr/>
        </p:nvSpPr>
        <p:spPr>
          <a:xfrm>
            <a:off x="2466335" y="4379381"/>
            <a:ext cx="1915583" cy="298450"/>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sp>
        <p:nvSpPr>
          <p:cNvPr id="143" name="object 88">
            <a:extLst>
              <a:ext uri="{FF2B5EF4-FFF2-40B4-BE49-F238E27FC236}">
                <a16:creationId xmlns:a16="http://schemas.microsoft.com/office/drawing/2014/main" id="{1F979677-2786-4E6D-85C3-28152D493271}"/>
              </a:ext>
            </a:extLst>
          </p:cNvPr>
          <p:cNvSpPr txBox="1"/>
          <p:nvPr/>
        </p:nvSpPr>
        <p:spPr>
          <a:xfrm>
            <a:off x="2903781" y="4708505"/>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144" name="object 89">
            <a:extLst>
              <a:ext uri="{FF2B5EF4-FFF2-40B4-BE49-F238E27FC236}">
                <a16:creationId xmlns:a16="http://schemas.microsoft.com/office/drawing/2014/main" id="{5C12CDBA-4727-4C0C-B502-411BDB646B2E}"/>
              </a:ext>
            </a:extLst>
          </p:cNvPr>
          <p:cNvSpPr/>
          <p:nvPr/>
        </p:nvSpPr>
        <p:spPr>
          <a:xfrm>
            <a:off x="5932590" y="4382625"/>
            <a:ext cx="1952978" cy="299861"/>
          </a:xfrm>
          <a:custGeom>
            <a:avLst/>
            <a:gdLst/>
            <a:ahLst/>
            <a:cxnLst/>
            <a:rect l="l" t="t" r="r" b="b"/>
            <a:pathLst>
              <a:path w="1757679" h="269875">
                <a:moveTo>
                  <a:pt x="1757172" y="0"/>
                </a:moveTo>
                <a:lnTo>
                  <a:pt x="1747541" y="52536"/>
                </a:lnTo>
                <a:lnTo>
                  <a:pt x="1721278" y="95430"/>
                </a:lnTo>
                <a:lnTo>
                  <a:pt x="1682323" y="124347"/>
                </a:lnTo>
                <a:lnTo>
                  <a:pt x="1634617" y="134950"/>
                </a:lnTo>
                <a:lnTo>
                  <a:pt x="1001141" y="134950"/>
                </a:lnTo>
                <a:lnTo>
                  <a:pt x="953434" y="145554"/>
                </a:lnTo>
                <a:lnTo>
                  <a:pt x="914479" y="174470"/>
                </a:lnTo>
                <a:lnTo>
                  <a:pt x="888216" y="217357"/>
                </a:lnTo>
                <a:lnTo>
                  <a:pt x="878586" y="269872"/>
                </a:lnTo>
                <a:lnTo>
                  <a:pt x="868955" y="217357"/>
                </a:lnTo>
                <a:lnTo>
                  <a:pt x="842692" y="174470"/>
                </a:lnTo>
                <a:lnTo>
                  <a:pt x="803737" y="145554"/>
                </a:lnTo>
                <a:lnTo>
                  <a:pt x="756031" y="134950"/>
                </a:lnTo>
                <a:lnTo>
                  <a:pt x="122555" y="134950"/>
                </a:lnTo>
                <a:lnTo>
                  <a:pt x="74848" y="124347"/>
                </a:lnTo>
                <a:lnTo>
                  <a:pt x="35893" y="95430"/>
                </a:lnTo>
                <a:lnTo>
                  <a:pt x="9630" y="52536"/>
                </a:lnTo>
                <a:lnTo>
                  <a:pt x="0" y="0"/>
                </a:lnTo>
              </a:path>
            </a:pathLst>
          </a:custGeom>
          <a:ln w="28575">
            <a:solidFill>
              <a:srgbClr val="000000"/>
            </a:solidFill>
          </a:ln>
        </p:spPr>
        <p:txBody>
          <a:bodyPr wrap="square" lIns="0" tIns="0" rIns="0" bIns="0" rtlCol="0"/>
          <a:lstStyle/>
          <a:p>
            <a:endParaRPr sz="2000"/>
          </a:p>
        </p:txBody>
      </p:sp>
      <p:sp>
        <p:nvSpPr>
          <p:cNvPr id="145" name="object 90">
            <a:extLst>
              <a:ext uri="{FF2B5EF4-FFF2-40B4-BE49-F238E27FC236}">
                <a16:creationId xmlns:a16="http://schemas.microsoft.com/office/drawing/2014/main" id="{F17809E2-DAE1-4EE6-9894-D3506A9FB315}"/>
              </a:ext>
            </a:extLst>
          </p:cNvPr>
          <p:cNvSpPr txBox="1"/>
          <p:nvPr/>
        </p:nvSpPr>
        <p:spPr>
          <a:xfrm>
            <a:off x="6167963" y="4723069"/>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7" dirty="0">
                <a:latin typeface="Arial"/>
                <a:cs typeface="Arial"/>
              </a:rPr>
              <a:t> </a:t>
            </a:r>
            <a:r>
              <a:rPr sz="1556" spc="-6" dirty="0">
                <a:latin typeface="Arial"/>
                <a:cs typeface="Arial"/>
              </a:rPr>
              <a:t>fwd</a:t>
            </a:r>
            <a:endParaRPr sz="1556">
              <a:latin typeface="Arial"/>
              <a:cs typeface="Arial"/>
            </a:endParaRPr>
          </a:p>
        </p:txBody>
      </p:sp>
      <p:sp>
        <p:nvSpPr>
          <p:cNvPr id="146" name="object 91">
            <a:extLst>
              <a:ext uri="{FF2B5EF4-FFF2-40B4-BE49-F238E27FC236}">
                <a16:creationId xmlns:a16="http://schemas.microsoft.com/office/drawing/2014/main" id="{459A0694-7502-4C97-86B6-AB6C6A2966DA}"/>
              </a:ext>
            </a:extLst>
          </p:cNvPr>
          <p:cNvSpPr txBox="1"/>
          <p:nvPr/>
        </p:nvSpPr>
        <p:spPr>
          <a:xfrm>
            <a:off x="1388979" y="1508754"/>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147" name="object 92">
            <a:extLst>
              <a:ext uri="{FF2B5EF4-FFF2-40B4-BE49-F238E27FC236}">
                <a16:creationId xmlns:a16="http://schemas.microsoft.com/office/drawing/2014/main" id="{A26D7F7E-3596-4ED1-8ED3-91292F2BBA82}"/>
              </a:ext>
            </a:extLst>
          </p:cNvPr>
          <p:cNvSpPr txBox="1"/>
          <p:nvPr/>
        </p:nvSpPr>
        <p:spPr>
          <a:xfrm>
            <a:off x="1393720" y="2611820"/>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148" name="object 93">
            <a:extLst>
              <a:ext uri="{FF2B5EF4-FFF2-40B4-BE49-F238E27FC236}">
                <a16:creationId xmlns:a16="http://schemas.microsoft.com/office/drawing/2014/main" id="{74A30BDA-798D-4F1E-941B-522CC6729F1B}"/>
              </a:ext>
            </a:extLst>
          </p:cNvPr>
          <p:cNvSpPr txBox="1"/>
          <p:nvPr/>
        </p:nvSpPr>
        <p:spPr>
          <a:xfrm>
            <a:off x="1394398" y="3636286"/>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sp>
        <p:nvSpPr>
          <p:cNvPr id="149" name="object 94">
            <a:extLst>
              <a:ext uri="{FF2B5EF4-FFF2-40B4-BE49-F238E27FC236}">
                <a16:creationId xmlns:a16="http://schemas.microsoft.com/office/drawing/2014/main" id="{65A2A434-9CF2-429B-9FD6-A8B927A96423}"/>
              </a:ext>
            </a:extLst>
          </p:cNvPr>
          <p:cNvSpPr txBox="1"/>
          <p:nvPr/>
        </p:nvSpPr>
        <p:spPr>
          <a:xfrm>
            <a:off x="5114005" y="1350290"/>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grpSp>
        <p:nvGrpSpPr>
          <p:cNvPr id="150" name="object 95">
            <a:extLst>
              <a:ext uri="{FF2B5EF4-FFF2-40B4-BE49-F238E27FC236}">
                <a16:creationId xmlns:a16="http://schemas.microsoft.com/office/drawing/2014/main" id="{3083BDBF-80E9-43C1-93F6-6C6E2AAACF0F}"/>
              </a:ext>
            </a:extLst>
          </p:cNvPr>
          <p:cNvGrpSpPr/>
          <p:nvPr/>
        </p:nvGrpSpPr>
        <p:grpSpPr>
          <a:xfrm>
            <a:off x="4319268" y="1518492"/>
            <a:ext cx="925688" cy="2319867"/>
            <a:chOff x="2748915" y="2196083"/>
            <a:chExt cx="833119" cy="2087880"/>
          </a:xfrm>
        </p:grpSpPr>
        <p:sp>
          <p:nvSpPr>
            <p:cNvPr id="151" name="object 96">
              <a:extLst>
                <a:ext uri="{FF2B5EF4-FFF2-40B4-BE49-F238E27FC236}">
                  <a16:creationId xmlns:a16="http://schemas.microsoft.com/office/drawing/2014/main" id="{D1A2FC18-3C11-4E5C-B228-9E4A2EFD2428}"/>
                </a:ext>
              </a:extLst>
            </p:cNvPr>
            <p:cNvSpPr/>
            <p:nvPr/>
          </p:nvSpPr>
          <p:spPr>
            <a:xfrm>
              <a:off x="2748915" y="2196083"/>
              <a:ext cx="734695" cy="2087880"/>
            </a:xfrm>
            <a:custGeom>
              <a:avLst/>
              <a:gdLst/>
              <a:ahLst/>
              <a:cxnLst/>
              <a:rect l="l" t="t" r="r" b="b"/>
              <a:pathLst>
                <a:path w="734695" h="2087879">
                  <a:moveTo>
                    <a:pt x="734187" y="1170432"/>
                  </a:moveTo>
                  <a:lnTo>
                    <a:pt x="682625" y="1194308"/>
                  </a:lnTo>
                  <a:lnTo>
                    <a:pt x="697433" y="1206144"/>
                  </a:lnTo>
                  <a:lnTo>
                    <a:pt x="0" y="2080006"/>
                  </a:lnTo>
                  <a:lnTo>
                    <a:pt x="9906" y="2087880"/>
                  </a:lnTo>
                  <a:lnTo>
                    <a:pt x="707466" y="1214145"/>
                  </a:lnTo>
                  <a:lnTo>
                    <a:pt x="722249" y="1225931"/>
                  </a:lnTo>
                  <a:lnTo>
                    <a:pt x="728637" y="1196213"/>
                  </a:lnTo>
                  <a:lnTo>
                    <a:pt x="734187" y="1170432"/>
                  </a:lnTo>
                  <a:close/>
                </a:path>
                <a:path w="734695" h="2087879">
                  <a:moveTo>
                    <a:pt x="734187" y="1083818"/>
                  </a:moveTo>
                  <a:lnTo>
                    <a:pt x="728853" y="1057910"/>
                  </a:lnTo>
                  <a:lnTo>
                    <a:pt x="722757" y="1028192"/>
                  </a:lnTo>
                  <a:lnTo>
                    <a:pt x="707669" y="1040066"/>
                  </a:lnTo>
                  <a:lnTo>
                    <a:pt x="316560" y="542886"/>
                  </a:lnTo>
                  <a:lnTo>
                    <a:pt x="705396" y="43954"/>
                  </a:lnTo>
                  <a:lnTo>
                    <a:pt x="720471" y="55626"/>
                  </a:lnTo>
                  <a:lnTo>
                    <a:pt x="726389" y="26162"/>
                  </a:lnTo>
                  <a:lnTo>
                    <a:pt x="731647" y="0"/>
                  </a:lnTo>
                  <a:lnTo>
                    <a:pt x="680339" y="24511"/>
                  </a:lnTo>
                  <a:lnTo>
                    <a:pt x="695388" y="36182"/>
                  </a:lnTo>
                  <a:lnTo>
                    <a:pt x="308521" y="532663"/>
                  </a:lnTo>
                  <a:lnTo>
                    <a:pt x="9906" y="153035"/>
                  </a:lnTo>
                  <a:lnTo>
                    <a:pt x="0" y="160909"/>
                  </a:lnTo>
                  <a:lnTo>
                    <a:pt x="300507" y="542950"/>
                  </a:lnTo>
                  <a:lnTo>
                    <a:pt x="0" y="928624"/>
                  </a:lnTo>
                  <a:lnTo>
                    <a:pt x="9906" y="936371"/>
                  </a:lnTo>
                  <a:lnTo>
                    <a:pt x="308546" y="553173"/>
                  </a:lnTo>
                  <a:lnTo>
                    <a:pt x="697725" y="1047902"/>
                  </a:lnTo>
                  <a:lnTo>
                    <a:pt x="682752" y="1059688"/>
                  </a:lnTo>
                  <a:lnTo>
                    <a:pt x="734187" y="1083818"/>
                  </a:lnTo>
                  <a:close/>
                </a:path>
              </a:pathLst>
            </a:custGeom>
            <a:solidFill>
              <a:srgbClr val="000000"/>
            </a:solidFill>
          </p:spPr>
          <p:txBody>
            <a:bodyPr wrap="square" lIns="0" tIns="0" rIns="0" bIns="0" rtlCol="0"/>
            <a:lstStyle/>
            <a:p>
              <a:endParaRPr sz="2000"/>
            </a:p>
          </p:txBody>
        </p:sp>
        <p:sp>
          <p:nvSpPr>
            <p:cNvPr id="152" name="object 97">
              <a:extLst>
                <a:ext uri="{FF2B5EF4-FFF2-40B4-BE49-F238E27FC236}">
                  <a16:creationId xmlns:a16="http://schemas.microsoft.com/office/drawing/2014/main" id="{CA5744DD-787E-4CA4-AE98-BFC931764E5C}"/>
                </a:ext>
              </a:extLst>
            </p:cNvPr>
            <p:cNvSpPr/>
            <p:nvPr/>
          </p:nvSpPr>
          <p:spPr>
            <a:xfrm>
              <a:off x="3465512" y="3259772"/>
              <a:ext cx="115951" cy="126619"/>
            </a:xfrm>
            <a:prstGeom prst="rect">
              <a:avLst/>
            </a:prstGeom>
            <a:blipFill>
              <a:blip r:embed="rId14" cstate="print"/>
              <a:stretch>
                <a:fillRect/>
              </a:stretch>
            </a:blipFill>
          </p:spPr>
          <p:txBody>
            <a:bodyPr wrap="square" lIns="0" tIns="0" rIns="0" bIns="0" rtlCol="0"/>
            <a:lstStyle/>
            <a:p>
              <a:endParaRPr sz="2000"/>
            </a:p>
          </p:txBody>
        </p:sp>
      </p:grpSp>
      <p:sp>
        <p:nvSpPr>
          <p:cNvPr id="153" name="object 98">
            <a:extLst>
              <a:ext uri="{FF2B5EF4-FFF2-40B4-BE49-F238E27FC236}">
                <a16:creationId xmlns:a16="http://schemas.microsoft.com/office/drawing/2014/main" id="{73E4793D-F90B-46FF-BAA7-BA16A186D28D}"/>
              </a:ext>
            </a:extLst>
          </p:cNvPr>
          <p:cNvSpPr txBox="1"/>
          <p:nvPr/>
        </p:nvSpPr>
        <p:spPr>
          <a:xfrm>
            <a:off x="5130798" y="2651051"/>
            <a:ext cx="113594" cy="219370"/>
          </a:xfrm>
          <a:prstGeom prst="rect">
            <a:avLst/>
          </a:prstGeom>
        </p:spPr>
        <p:txBody>
          <a:bodyPr vert="horz" wrap="square" lIns="0" tIns="14111" rIns="0" bIns="0" rtlCol="0">
            <a:spAutoFit/>
          </a:bodyPr>
          <a:lstStyle/>
          <a:p>
            <a:pPr>
              <a:spcBef>
                <a:spcPts val="111"/>
              </a:spcBef>
            </a:pPr>
            <a:r>
              <a:rPr sz="1333" dirty="0">
                <a:latin typeface="Arial"/>
                <a:cs typeface="Arial"/>
              </a:rPr>
              <a:t>+</a:t>
            </a:r>
            <a:endParaRPr sz="1333">
              <a:latin typeface="Arial"/>
              <a:cs typeface="Arial"/>
            </a:endParaRPr>
          </a:p>
        </p:txBody>
      </p:sp>
      <p:grpSp>
        <p:nvGrpSpPr>
          <p:cNvPr id="154" name="object 99">
            <a:extLst>
              <a:ext uri="{FF2B5EF4-FFF2-40B4-BE49-F238E27FC236}">
                <a16:creationId xmlns:a16="http://schemas.microsoft.com/office/drawing/2014/main" id="{E6ACA87C-3C8A-490C-A791-A83425E39B90}"/>
              </a:ext>
            </a:extLst>
          </p:cNvPr>
          <p:cNvGrpSpPr/>
          <p:nvPr/>
        </p:nvGrpSpPr>
        <p:grpSpPr>
          <a:xfrm>
            <a:off x="4318281" y="1906831"/>
            <a:ext cx="961672" cy="2211210"/>
            <a:chOff x="2748026" y="2545587"/>
            <a:chExt cx="865505" cy="1990089"/>
          </a:xfrm>
        </p:grpSpPr>
        <p:sp>
          <p:nvSpPr>
            <p:cNvPr id="155" name="object 100">
              <a:extLst>
                <a:ext uri="{FF2B5EF4-FFF2-40B4-BE49-F238E27FC236}">
                  <a16:creationId xmlns:a16="http://schemas.microsoft.com/office/drawing/2014/main" id="{C2D845C9-152A-47EF-90CA-3AD5C3D503EC}"/>
                </a:ext>
              </a:extLst>
            </p:cNvPr>
            <p:cNvSpPr/>
            <p:nvPr/>
          </p:nvSpPr>
          <p:spPr>
            <a:xfrm>
              <a:off x="2748026" y="2545587"/>
              <a:ext cx="810260" cy="1953260"/>
            </a:xfrm>
            <a:custGeom>
              <a:avLst/>
              <a:gdLst/>
              <a:ahLst/>
              <a:cxnLst/>
              <a:rect l="l" t="t" r="r" b="b"/>
              <a:pathLst>
                <a:path w="810260" h="1953260">
                  <a:moveTo>
                    <a:pt x="750570" y="1927352"/>
                  </a:moveTo>
                  <a:lnTo>
                    <a:pt x="738212" y="1921256"/>
                  </a:lnTo>
                  <a:lnTo>
                    <a:pt x="699643" y="1902206"/>
                  </a:lnTo>
                  <a:lnTo>
                    <a:pt x="699731" y="1921332"/>
                  </a:lnTo>
                  <a:lnTo>
                    <a:pt x="5842" y="1924939"/>
                  </a:lnTo>
                  <a:lnTo>
                    <a:pt x="5842" y="1937639"/>
                  </a:lnTo>
                  <a:lnTo>
                    <a:pt x="699795" y="1934032"/>
                  </a:lnTo>
                  <a:lnTo>
                    <a:pt x="699897" y="1953006"/>
                  </a:lnTo>
                  <a:lnTo>
                    <a:pt x="750570" y="1927352"/>
                  </a:lnTo>
                  <a:close/>
                </a:path>
                <a:path w="810260" h="1953260">
                  <a:moveTo>
                    <a:pt x="810006" y="1807845"/>
                  </a:moveTo>
                  <a:lnTo>
                    <a:pt x="792543" y="1815363"/>
                  </a:lnTo>
                  <a:lnTo>
                    <a:pt x="349465" y="785304"/>
                  </a:lnTo>
                  <a:lnTo>
                    <a:pt x="667766" y="784758"/>
                  </a:lnTo>
                  <a:lnTo>
                    <a:pt x="667766" y="803783"/>
                  </a:lnTo>
                  <a:lnTo>
                    <a:pt x="718566" y="778256"/>
                  </a:lnTo>
                  <a:lnTo>
                    <a:pt x="706056" y="772033"/>
                  </a:lnTo>
                  <a:lnTo>
                    <a:pt x="667766" y="752983"/>
                  </a:lnTo>
                  <a:lnTo>
                    <a:pt x="667766" y="772058"/>
                  </a:lnTo>
                  <a:lnTo>
                    <a:pt x="344004" y="772617"/>
                  </a:lnTo>
                  <a:lnTo>
                    <a:pt x="11684" y="0"/>
                  </a:lnTo>
                  <a:lnTo>
                    <a:pt x="0" y="5080"/>
                  </a:lnTo>
                  <a:lnTo>
                    <a:pt x="330136" y="772629"/>
                  </a:lnTo>
                  <a:lnTo>
                    <a:pt x="5842" y="773176"/>
                  </a:lnTo>
                  <a:lnTo>
                    <a:pt x="5842" y="785876"/>
                  </a:lnTo>
                  <a:lnTo>
                    <a:pt x="335597" y="785329"/>
                  </a:lnTo>
                  <a:lnTo>
                    <a:pt x="780834" y="1820405"/>
                  </a:lnTo>
                  <a:lnTo>
                    <a:pt x="763397" y="1827911"/>
                  </a:lnTo>
                  <a:lnTo>
                    <a:pt x="806831" y="1864487"/>
                  </a:lnTo>
                  <a:lnTo>
                    <a:pt x="808634" y="1832102"/>
                  </a:lnTo>
                  <a:lnTo>
                    <a:pt x="810006" y="1807845"/>
                  </a:lnTo>
                  <a:close/>
                </a:path>
              </a:pathLst>
            </a:custGeom>
            <a:solidFill>
              <a:srgbClr val="000000"/>
            </a:solidFill>
          </p:spPr>
          <p:txBody>
            <a:bodyPr wrap="square" lIns="0" tIns="0" rIns="0" bIns="0" rtlCol="0"/>
            <a:lstStyle/>
            <a:p>
              <a:endParaRPr sz="2000"/>
            </a:p>
          </p:txBody>
        </p:sp>
        <p:sp>
          <p:nvSpPr>
            <p:cNvPr id="156" name="object 101">
              <a:extLst>
                <a:ext uri="{FF2B5EF4-FFF2-40B4-BE49-F238E27FC236}">
                  <a16:creationId xmlns:a16="http://schemas.microsoft.com/office/drawing/2014/main" id="{C8073FC5-DFAC-41D6-A5BD-24D26847CFD2}"/>
                </a:ext>
              </a:extLst>
            </p:cNvPr>
            <p:cNvSpPr/>
            <p:nvPr/>
          </p:nvSpPr>
          <p:spPr>
            <a:xfrm>
              <a:off x="3497516" y="4408868"/>
              <a:ext cx="115951" cy="126619"/>
            </a:xfrm>
            <a:prstGeom prst="rect">
              <a:avLst/>
            </a:prstGeom>
            <a:blipFill>
              <a:blip r:embed="rId15" cstate="print"/>
              <a:stretch>
                <a:fillRect/>
              </a:stretch>
            </a:blipFill>
          </p:spPr>
          <p:txBody>
            <a:bodyPr wrap="square" lIns="0" tIns="0" rIns="0" bIns="0" rtlCol="0"/>
            <a:lstStyle/>
            <a:p>
              <a:endParaRPr sz="2000"/>
            </a:p>
          </p:txBody>
        </p:sp>
      </p:grpSp>
      <p:sp>
        <p:nvSpPr>
          <p:cNvPr id="157" name="object 102">
            <a:extLst>
              <a:ext uri="{FF2B5EF4-FFF2-40B4-BE49-F238E27FC236}">
                <a16:creationId xmlns:a16="http://schemas.microsoft.com/office/drawing/2014/main" id="{68ABDE31-F789-4494-A64B-C44B07EBF66D}"/>
              </a:ext>
            </a:extLst>
          </p:cNvPr>
          <p:cNvSpPr txBox="1"/>
          <p:nvPr/>
        </p:nvSpPr>
        <p:spPr>
          <a:xfrm>
            <a:off x="5152247" y="3927825"/>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sp>
        <p:nvSpPr>
          <p:cNvPr id="158" name="object 103">
            <a:extLst>
              <a:ext uri="{FF2B5EF4-FFF2-40B4-BE49-F238E27FC236}">
                <a16:creationId xmlns:a16="http://schemas.microsoft.com/office/drawing/2014/main" id="{1C949A64-1454-4A27-B755-3C1438D797C2}"/>
              </a:ext>
            </a:extLst>
          </p:cNvPr>
          <p:cNvSpPr/>
          <p:nvPr/>
        </p:nvSpPr>
        <p:spPr>
          <a:xfrm>
            <a:off x="4319409" y="1446385"/>
            <a:ext cx="1133122" cy="2633133"/>
          </a:xfrm>
          <a:custGeom>
            <a:avLst/>
            <a:gdLst/>
            <a:ahLst/>
            <a:cxnLst/>
            <a:rect l="l" t="t" r="r" b="b"/>
            <a:pathLst>
              <a:path w="1019810" h="2369820">
                <a:moveTo>
                  <a:pt x="766064" y="2297557"/>
                </a:moveTo>
                <a:lnTo>
                  <a:pt x="760044" y="2272411"/>
                </a:lnTo>
                <a:lnTo>
                  <a:pt x="752856" y="2242312"/>
                </a:lnTo>
                <a:lnTo>
                  <a:pt x="738238" y="2254593"/>
                </a:lnTo>
                <a:lnTo>
                  <a:pt x="9652" y="1385189"/>
                </a:lnTo>
                <a:lnTo>
                  <a:pt x="0" y="1393317"/>
                </a:lnTo>
                <a:lnTo>
                  <a:pt x="728573" y="2262708"/>
                </a:lnTo>
                <a:lnTo>
                  <a:pt x="713994" y="2274951"/>
                </a:lnTo>
                <a:lnTo>
                  <a:pt x="766064" y="2297557"/>
                </a:lnTo>
                <a:close/>
              </a:path>
              <a:path w="1019810" h="2369820">
                <a:moveTo>
                  <a:pt x="1006983" y="1200023"/>
                </a:moveTo>
                <a:lnTo>
                  <a:pt x="981202" y="1200023"/>
                </a:lnTo>
                <a:lnTo>
                  <a:pt x="968514" y="1200023"/>
                </a:lnTo>
                <a:lnTo>
                  <a:pt x="968375" y="1218946"/>
                </a:lnTo>
                <a:lnTo>
                  <a:pt x="1006983" y="1200023"/>
                </a:lnTo>
                <a:close/>
              </a:path>
              <a:path w="1019810" h="2369820">
                <a:moveTo>
                  <a:pt x="1007237" y="32004"/>
                </a:moveTo>
                <a:lnTo>
                  <a:pt x="980567" y="32004"/>
                </a:lnTo>
                <a:lnTo>
                  <a:pt x="967905" y="32004"/>
                </a:lnTo>
                <a:lnTo>
                  <a:pt x="967486" y="50800"/>
                </a:lnTo>
                <a:lnTo>
                  <a:pt x="1007237" y="32004"/>
                </a:lnTo>
                <a:close/>
              </a:path>
              <a:path w="1019810" h="2369820">
                <a:moveTo>
                  <a:pt x="1007681" y="2351151"/>
                </a:moveTo>
                <a:lnTo>
                  <a:pt x="981075" y="2351151"/>
                </a:lnTo>
                <a:lnTo>
                  <a:pt x="968451" y="2351151"/>
                </a:lnTo>
                <a:lnTo>
                  <a:pt x="967994" y="2369820"/>
                </a:lnTo>
                <a:lnTo>
                  <a:pt x="1007681" y="2351151"/>
                </a:lnTo>
                <a:close/>
              </a:path>
              <a:path w="1019810" h="2369820">
                <a:moveTo>
                  <a:pt x="1018794" y="26543"/>
                </a:moveTo>
                <a:lnTo>
                  <a:pt x="968629" y="0"/>
                </a:lnTo>
                <a:lnTo>
                  <a:pt x="968197" y="19024"/>
                </a:lnTo>
                <a:lnTo>
                  <a:pt x="827913" y="15875"/>
                </a:lnTo>
                <a:lnTo>
                  <a:pt x="827659" y="28575"/>
                </a:lnTo>
                <a:lnTo>
                  <a:pt x="967905" y="31724"/>
                </a:lnTo>
                <a:lnTo>
                  <a:pt x="980567" y="31724"/>
                </a:lnTo>
                <a:lnTo>
                  <a:pt x="1007833" y="31724"/>
                </a:lnTo>
                <a:lnTo>
                  <a:pt x="1018794" y="26543"/>
                </a:lnTo>
                <a:close/>
              </a:path>
              <a:path w="1019810" h="2369820">
                <a:moveTo>
                  <a:pt x="1019302" y="2345690"/>
                </a:moveTo>
                <a:lnTo>
                  <a:pt x="969264" y="2319020"/>
                </a:lnTo>
                <a:lnTo>
                  <a:pt x="968781" y="2338133"/>
                </a:lnTo>
                <a:lnTo>
                  <a:pt x="862965" y="2335403"/>
                </a:lnTo>
                <a:lnTo>
                  <a:pt x="862711" y="2348103"/>
                </a:lnTo>
                <a:lnTo>
                  <a:pt x="968463" y="2350833"/>
                </a:lnTo>
                <a:lnTo>
                  <a:pt x="981075" y="2350833"/>
                </a:lnTo>
                <a:lnTo>
                  <a:pt x="1008380" y="2350833"/>
                </a:lnTo>
                <a:lnTo>
                  <a:pt x="1019302" y="2345690"/>
                </a:lnTo>
                <a:close/>
              </a:path>
              <a:path w="1019810" h="2369820">
                <a:moveTo>
                  <a:pt x="1019429" y="1193927"/>
                </a:moveTo>
                <a:lnTo>
                  <a:pt x="968756" y="1168146"/>
                </a:lnTo>
                <a:lnTo>
                  <a:pt x="968603" y="1187246"/>
                </a:lnTo>
                <a:lnTo>
                  <a:pt x="830834" y="1186307"/>
                </a:lnTo>
                <a:lnTo>
                  <a:pt x="830834" y="1199007"/>
                </a:lnTo>
                <a:lnTo>
                  <a:pt x="968514" y="1199946"/>
                </a:lnTo>
                <a:lnTo>
                  <a:pt x="981202" y="1200023"/>
                </a:lnTo>
                <a:lnTo>
                  <a:pt x="1007160" y="1199946"/>
                </a:lnTo>
                <a:lnTo>
                  <a:pt x="1019429" y="1193927"/>
                </a:lnTo>
                <a:close/>
              </a:path>
            </a:pathLst>
          </a:custGeom>
          <a:solidFill>
            <a:srgbClr val="000000"/>
          </a:solidFill>
        </p:spPr>
        <p:txBody>
          <a:bodyPr wrap="square" lIns="0" tIns="0" rIns="0" bIns="0" rtlCol="0"/>
          <a:lstStyle/>
          <a:p>
            <a:endParaRPr sz="2000"/>
          </a:p>
        </p:txBody>
      </p:sp>
      <p:sp>
        <p:nvSpPr>
          <p:cNvPr id="159" name="Rectangle 105">
            <a:extLst>
              <a:ext uri="{FF2B5EF4-FFF2-40B4-BE49-F238E27FC236}">
                <a16:creationId xmlns:a16="http://schemas.microsoft.com/office/drawing/2014/main" id="{4326EB95-8887-45B3-ADCA-F9C107C8FE60}"/>
              </a:ext>
            </a:extLst>
          </p:cNvPr>
          <p:cNvSpPr/>
          <p:nvPr/>
        </p:nvSpPr>
        <p:spPr>
          <a:xfrm>
            <a:off x="3480497" y="942113"/>
            <a:ext cx="391454" cy="369332"/>
          </a:xfrm>
          <a:prstGeom prst="rect">
            <a:avLst/>
          </a:prstGeom>
        </p:spPr>
        <p:txBody>
          <a:bodyPr wrap="none">
            <a:spAutoFit/>
          </a:bodyPr>
          <a:lstStyle/>
          <a:p>
            <a:r>
              <a:rPr lang="en-US" b="1" i="1" dirty="0">
                <a:latin typeface="Trebuchet MS"/>
                <a:cs typeface="Trebuchet MS"/>
              </a:rPr>
              <a:t>X </a:t>
            </a:r>
            <a:endParaRPr lang="en-CN" dirty="0"/>
          </a:p>
        </p:txBody>
      </p:sp>
      <p:sp>
        <p:nvSpPr>
          <p:cNvPr id="160" name="Rectangle 106">
            <a:extLst>
              <a:ext uri="{FF2B5EF4-FFF2-40B4-BE49-F238E27FC236}">
                <a16:creationId xmlns:a16="http://schemas.microsoft.com/office/drawing/2014/main" id="{30EDB81B-82EA-4696-908F-40DA1F6E82A1}"/>
              </a:ext>
            </a:extLst>
          </p:cNvPr>
          <p:cNvSpPr/>
          <p:nvPr/>
        </p:nvSpPr>
        <p:spPr>
          <a:xfrm>
            <a:off x="2709902" y="941678"/>
            <a:ext cx="387478" cy="369332"/>
          </a:xfrm>
          <a:prstGeom prst="rect">
            <a:avLst/>
          </a:prstGeom>
        </p:spPr>
        <p:txBody>
          <a:bodyPr wrap="none">
            <a:spAutoFit/>
          </a:bodyPr>
          <a:lstStyle/>
          <a:p>
            <a:r>
              <a:rPr lang="en-US" b="1" i="1" spc="-6" dirty="0">
                <a:latin typeface="Trebuchet MS"/>
                <a:cs typeface="Trebuchet MS"/>
              </a:rPr>
              <a:t>W</a:t>
            </a:r>
            <a:endParaRPr lang="en-CN" dirty="0"/>
          </a:p>
        </p:txBody>
      </p:sp>
      <p:sp>
        <p:nvSpPr>
          <p:cNvPr id="161" name="Rectangle 107">
            <a:extLst>
              <a:ext uri="{FF2B5EF4-FFF2-40B4-BE49-F238E27FC236}">
                <a16:creationId xmlns:a16="http://schemas.microsoft.com/office/drawing/2014/main" id="{4C3004D1-7B87-4135-B2AE-E56EC37D892B}"/>
              </a:ext>
            </a:extLst>
          </p:cNvPr>
          <p:cNvSpPr/>
          <p:nvPr/>
        </p:nvSpPr>
        <p:spPr>
          <a:xfrm>
            <a:off x="4037161" y="942047"/>
            <a:ext cx="388953" cy="369332"/>
          </a:xfrm>
          <a:prstGeom prst="rect">
            <a:avLst/>
          </a:prstGeom>
        </p:spPr>
        <p:txBody>
          <a:bodyPr wrap="none">
            <a:spAutoFit/>
          </a:bodyPr>
          <a:lstStyle/>
          <a:p>
            <a:r>
              <a:rPr lang="en-US" b="1" i="1" spc="-6" dirty="0">
                <a:latin typeface="Trebuchet MS"/>
                <a:cs typeface="Trebuchet MS"/>
              </a:rPr>
              <a:t>Y </a:t>
            </a:r>
            <a:endParaRPr lang="en-CN" dirty="0"/>
          </a:p>
        </p:txBody>
      </p:sp>
      <p:sp>
        <p:nvSpPr>
          <p:cNvPr id="162" name="object 71">
            <a:extLst>
              <a:ext uri="{FF2B5EF4-FFF2-40B4-BE49-F238E27FC236}">
                <a16:creationId xmlns:a16="http://schemas.microsoft.com/office/drawing/2014/main" id="{386FD0F4-ACC0-41A7-8254-FF3EC69D22F8}"/>
              </a:ext>
            </a:extLst>
          </p:cNvPr>
          <p:cNvSpPr/>
          <p:nvPr/>
        </p:nvSpPr>
        <p:spPr>
          <a:xfrm>
            <a:off x="7103532" y="3728033"/>
            <a:ext cx="186267" cy="217311"/>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D9D9D9"/>
            </a:solidFill>
          </a:ln>
        </p:spPr>
        <p:txBody>
          <a:bodyPr wrap="square" lIns="0" tIns="0" rIns="0" bIns="0" rtlCol="0"/>
          <a:lstStyle/>
          <a:p>
            <a:endParaRPr sz="2000"/>
          </a:p>
        </p:txBody>
      </p:sp>
    </p:spTree>
    <p:extLst>
      <p:ext uri="{BB962C8B-B14F-4D97-AF65-F5344CB8AC3E}">
        <p14:creationId xmlns:p14="http://schemas.microsoft.com/office/powerpoint/2010/main" val="1428585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0" y="253947"/>
            <a:ext cx="9209436" cy="660452"/>
          </a:xfrm>
        </p:spPr>
        <p:txBody>
          <a:bodyPr/>
          <a:lstStyle/>
          <a:p>
            <a:r>
              <a:rPr lang="en-US" altLang="zh-CN" sz="3200" dirty="0"/>
              <a:t>Reducing </a:t>
            </a:r>
            <a:r>
              <a:rPr lang="en-US" altLang="zh-CN" sz="3200" spc="-6" dirty="0"/>
              <a:t>Synchronization By Alternating</a:t>
            </a:r>
            <a:r>
              <a:rPr lang="en-US" altLang="zh-CN" sz="3200" spc="-39" dirty="0"/>
              <a:t> </a:t>
            </a:r>
            <a:r>
              <a:rPr lang="en-US" altLang="zh-CN" sz="3200" spc="-6" dirty="0"/>
              <a:t>Partitioning</a:t>
            </a:r>
            <a:endParaRPr lang="en-US" altLang="en-US" sz="32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171</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125" name="object 2">
            <a:extLst>
              <a:ext uri="{FF2B5EF4-FFF2-40B4-BE49-F238E27FC236}">
                <a16:creationId xmlns:a16="http://schemas.microsoft.com/office/drawing/2014/main" id="{58738606-82DC-4453-BBCA-207D1FFD6262}"/>
              </a:ext>
            </a:extLst>
          </p:cNvPr>
          <p:cNvSpPr/>
          <p:nvPr/>
        </p:nvSpPr>
        <p:spPr>
          <a:xfrm>
            <a:off x="2168708" y="2348416"/>
            <a:ext cx="2001661" cy="2115960"/>
          </a:xfrm>
          <a:custGeom>
            <a:avLst/>
            <a:gdLst/>
            <a:ahLst/>
            <a:cxnLst/>
            <a:rect l="l" t="t" r="r" b="b"/>
            <a:pathLst>
              <a:path w="1801495" h="1904364">
                <a:moveTo>
                  <a:pt x="0" y="1904238"/>
                </a:moveTo>
                <a:lnTo>
                  <a:pt x="1801368" y="1904238"/>
                </a:lnTo>
                <a:lnTo>
                  <a:pt x="1801368" y="0"/>
                </a:lnTo>
                <a:lnTo>
                  <a:pt x="0" y="0"/>
                </a:lnTo>
                <a:lnTo>
                  <a:pt x="0" y="1904238"/>
                </a:lnTo>
                <a:close/>
              </a:path>
            </a:pathLst>
          </a:custGeom>
          <a:solidFill>
            <a:srgbClr val="F7F7F7"/>
          </a:solidFill>
        </p:spPr>
        <p:txBody>
          <a:bodyPr wrap="square" lIns="0" tIns="0" rIns="0" bIns="0" rtlCol="0"/>
          <a:lstStyle/>
          <a:p>
            <a:endParaRPr sz="2000"/>
          </a:p>
        </p:txBody>
      </p:sp>
      <p:sp>
        <p:nvSpPr>
          <p:cNvPr id="127" name="object 3">
            <a:extLst>
              <a:ext uri="{FF2B5EF4-FFF2-40B4-BE49-F238E27FC236}">
                <a16:creationId xmlns:a16="http://schemas.microsoft.com/office/drawing/2014/main" id="{7577740F-499F-4142-9B44-E41DAD028FAA}"/>
              </a:ext>
            </a:extLst>
          </p:cNvPr>
          <p:cNvSpPr/>
          <p:nvPr/>
        </p:nvSpPr>
        <p:spPr>
          <a:xfrm>
            <a:off x="2168708" y="940410"/>
            <a:ext cx="2001661" cy="1336322"/>
          </a:xfrm>
          <a:custGeom>
            <a:avLst/>
            <a:gdLst/>
            <a:ahLst/>
            <a:cxnLst/>
            <a:rect l="l" t="t" r="r" b="b"/>
            <a:pathLst>
              <a:path w="1801495" h="1202689">
                <a:moveTo>
                  <a:pt x="0" y="1202436"/>
                </a:moveTo>
                <a:lnTo>
                  <a:pt x="1801368" y="1202436"/>
                </a:lnTo>
                <a:lnTo>
                  <a:pt x="1801368" y="0"/>
                </a:lnTo>
                <a:lnTo>
                  <a:pt x="0" y="0"/>
                </a:lnTo>
                <a:lnTo>
                  <a:pt x="0" y="1202436"/>
                </a:lnTo>
                <a:close/>
              </a:path>
            </a:pathLst>
          </a:custGeom>
          <a:solidFill>
            <a:srgbClr val="F7F7F7"/>
          </a:solidFill>
        </p:spPr>
        <p:txBody>
          <a:bodyPr wrap="square" lIns="0" tIns="0" rIns="0" bIns="0" rtlCol="0"/>
          <a:lstStyle/>
          <a:p>
            <a:endParaRPr sz="2000"/>
          </a:p>
        </p:txBody>
      </p:sp>
      <p:graphicFrame>
        <p:nvGraphicFramePr>
          <p:cNvPr id="141" name="object 5">
            <a:extLst>
              <a:ext uri="{FF2B5EF4-FFF2-40B4-BE49-F238E27FC236}">
                <a16:creationId xmlns:a16="http://schemas.microsoft.com/office/drawing/2014/main" id="{AB79DC59-C9A5-4FAB-A430-8B9F1D78D1A4}"/>
              </a:ext>
            </a:extLst>
          </p:cNvPr>
          <p:cNvGraphicFramePr>
            <a:graphicFrameLocks noGrp="1"/>
          </p:cNvGraphicFramePr>
          <p:nvPr/>
        </p:nvGraphicFramePr>
        <p:xfrm>
          <a:off x="2312360" y="1480300"/>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163" name="object 6">
            <a:extLst>
              <a:ext uri="{FF2B5EF4-FFF2-40B4-BE49-F238E27FC236}">
                <a16:creationId xmlns:a16="http://schemas.microsoft.com/office/drawing/2014/main" id="{1E7F1D8F-4A0B-4D61-954F-8C2C5EC044C0}"/>
              </a:ext>
            </a:extLst>
          </p:cNvPr>
          <p:cNvGraphicFramePr>
            <a:graphicFrameLocks noGrp="1"/>
          </p:cNvGraphicFramePr>
          <p:nvPr/>
        </p:nvGraphicFramePr>
        <p:xfrm>
          <a:off x="3330050"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164" name="object 7">
            <a:extLst>
              <a:ext uri="{FF2B5EF4-FFF2-40B4-BE49-F238E27FC236}">
                <a16:creationId xmlns:a16="http://schemas.microsoft.com/office/drawing/2014/main" id="{2DEC4D42-18DB-40EA-BC7F-CB9FBB6BAEF9}"/>
              </a:ext>
            </a:extLst>
          </p:cNvPr>
          <p:cNvGraphicFramePr>
            <a:graphicFrameLocks noGrp="1"/>
          </p:cNvGraphicFramePr>
          <p:nvPr/>
        </p:nvGraphicFramePr>
        <p:xfrm>
          <a:off x="3885463"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165" name="object 8">
            <a:extLst>
              <a:ext uri="{FF2B5EF4-FFF2-40B4-BE49-F238E27FC236}">
                <a16:creationId xmlns:a16="http://schemas.microsoft.com/office/drawing/2014/main" id="{80840E73-1778-479B-BA21-0869281FB00C}"/>
              </a:ext>
            </a:extLst>
          </p:cNvPr>
          <p:cNvSpPr txBox="1"/>
          <p:nvPr/>
        </p:nvSpPr>
        <p:spPr>
          <a:xfrm>
            <a:off x="3110482" y="1615769"/>
            <a:ext cx="680156" cy="356915"/>
          </a:xfrm>
          <a:prstGeom prst="rect">
            <a:avLst/>
          </a:prstGeom>
        </p:spPr>
        <p:txBody>
          <a:bodyPr vert="horz" wrap="square" lIns="0" tIns="14817" rIns="0" bIns="0" rtlCol="0">
            <a:spAutoFit/>
          </a:bodyPr>
          <a:lstStyle/>
          <a:p>
            <a:pPr>
              <a:spcBef>
                <a:spcPts val="117"/>
              </a:spcBef>
              <a:tabLst>
                <a:tab pos="499528" algn="l"/>
              </a:tabLst>
            </a:pPr>
            <a:r>
              <a:rPr sz="2222" b="1" dirty="0">
                <a:latin typeface="Arial"/>
                <a:cs typeface="Arial"/>
              </a:rPr>
              <a:t>×	=</a:t>
            </a:r>
            <a:endParaRPr sz="2222">
              <a:latin typeface="Arial"/>
              <a:cs typeface="Arial"/>
            </a:endParaRPr>
          </a:p>
        </p:txBody>
      </p:sp>
      <p:graphicFrame>
        <p:nvGraphicFramePr>
          <p:cNvPr id="166" name="object 9">
            <a:extLst>
              <a:ext uri="{FF2B5EF4-FFF2-40B4-BE49-F238E27FC236}">
                <a16:creationId xmlns:a16="http://schemas.microsoft.com/office/drawing/2014/main" id="{3181D264-893E-45EF-A9B6-43BA327A3F59}"/>
              </a:ext>
            </a:extLst>
          </p:cNvPr>
          <p:cNvGraphicFramePr>
            <a:graphicFrameLocks noGrp="1"/>
          </p:cNvGraphicFramePr>
          <p:nvPr/>
        </p:nvGraphicFramePr>
        <p:xfrm>
          <a:off x="3330050"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167" name="object 10">
            <a:extLst>
              <a:ext uri="{FF2B5EF4-FFF2-40B4-BE49-F238E27FC236}">
                <a16:creationId xmlns:a16="http://schemas.microsoft.com/office/drawing/2014/main" id="{2E8B620D-CEBC-4FB1-8C20-2BCFC6CA8D1C}"/>
              </a:ext>
            </a:extLst>
          </p:cNvPr>
          <p:cNvGraphicFramePr>
            <a:graphicFrameLocks noGrp="1"/>
          </p:cNvGraphicFramePr>
          <p:nvPr/>
        </p:nvGraphicFramePr>
        <p:xfrm>
          <a:off x="2312360" y="2560651"/>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168" name="object 11">
            <a:extLst>
              <a:ext uri="{FF2B5EF4-FFF2-40B4-BE49-F238E27FC236}">
                <a16:creationId xmlns:a16="http://schemas.microsoft.com/office/drawing/2014/main" id="{5C1C691E-A937-4B44-A2C1-93CDABFA62A1}"/>
              </a:ext>
            </a:extLst>
          </p:cNvPr>
          <p:cNvGraphicFramePr>
            <a:graphicFrameLocks noGrp="1"/>
          </p:cNvGraphicFramePr>
          <p:nvPr/>
        </p:nvGraphicFramePr>
        <p:xfrm>
          <a:off x="3885463"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169" name="object 12">
            <a:extLst>
              <a:ext uri="{FF2B5EF4-FFF2-40B4-BE49-F238E27FC236}">
                <a16:creationId xmlns:a16="http://schemas.microsoft.com/office/drawing/2014/main" id="{A8F1E9E5-CA7B-4B8E-A14F-CBABE3ED7E9A}"/>
              </a:ext>
            </a:extLst>
          </p:cNvPr>
          <p:cNvSpPr txBox="1"/>
          <p:nvPr/>
        </p:nvSpPr>
        <p:spPr>
          <a:xfrm>
            <a:off x="3110482" y="2695833"/>
            <a:ext cx="680156" cy="356202"/>
          </a:xfrm>
          <a:prstGeom prst="rect">
            <a:avLst/>
          </a:prstGeom>
        </p:spPr>
        <p:txBody>
          <a:bodyPr vert="horz" wrap="square" lIns="0" tIns="14111" rIns="0" bIns="0" rtlCol="0">
            <a:spAutoFit/>
          </a:bodyPr>
          <a:lstStyle/>
          <a:p>
            <a:pPr>
              <a:spcBef>
                <a:spcPts val="111"/>
              </a:spcBef>
              <a:tabLst>
                <a:tab pos="499528" algn="l"/>
              </a:tabLst>
            </a:pPr>
            <a:r>
              <a:rPr sz="2222" b="1" dirty="0">
                <a:latin typeface="Arial"/>
                <a:cs typeface="Arial"/>
              </a:rPr>
              <a:t>×	=</a:t>
            </a:r>
            <a:endParaRPr sz="2222">
              <a:latin typeface="Arial"/>
              <a:cs typeface="Arial"/>
            </a:endParaRPr>
          </a:p>
        </p:txBody>
      </p:sp>
      <p:graphicFrame>
        <p:nvGraphicFramePr>
          <p:cNvPr id="170" name="object 13">
            <a:extLst>
              <a:ext uri="{FF2B5EF4-FFF2-40B4-BE49-F238E27FC236}">
                <a16:creationId xmlns:a16="http://schemas.microsoft.com/office/drawing/2014/main" id="{BABA6A51-61AD-4F4D-9ADB-2C6C7E7BE06F}"/>
              </a:ext>
            </a:extLst>
          </p:cNvPr>
          <p:cNvGraphicFramePr>
            <a:graphicFrameLocks noGrp="1"/>
          </p:cNvGraphicFramePr>
          <p:nvPr/>
        </p:nvGraphicFramePr>
        <p:xfrm>
          <a:off x="2312360" y="3622366"/>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2"/>
                  </a:ext>
                </a:extLst>
              </a:tr>
            </a:tbl>
          </a:graphicData>
        </a:graphic>
      </p:graphicFrame>
      <p:grpSp>
        <p:nvGrpSpPr>
          <p:cNvPr id="171" name="object 14">
            <a:extLst>
              <a:ext uri="{FF2B5EF4-FFF2-40B4-BE49-F238E27FC236}">
                <a16:creationId xmlns:a16="http://schemas.microsoft.com/office/drawing/2014/main" id="{4CFA8EFA-7C71-4FF6-9EB7-9837285A1ABB}"/>
              </a:ext>
            </a:extLst>
          </p:cNvPr>
          <p:cNvGrpSpPr/>
          <p:nvPr/>
        </p:nvGrpSpPr>
        <p:grpSpPr>
          <a:xfrm>
            <a:off x="3330050" y="3622366"/>
            <a:ext cx="200378" cy="666044"/>
            <a:chOff x="2080005" y="3980432"/>
            <a:chExt cx="180340" cy="599440"/>
          </a:xfrm>
        </p:grpSpPr>
        <p:sp>
          <p:nvSpPr>
            <p:cNvPr id="172" name="object 15">
              <a:extLst>
                <a:ext uri="{FF2B5EF4-FFF2-40B4-BE49-F238E27FC236}">
                  <a16:creationId xmlns:a16="http://schemas.microsoft.com/office/drawing/2014/main" id="{864B946B-1494-4D97-8698-66164C31A241}"/>
                </a:ext>
              </a:extLst>
            </p:cNvPr>
            <p:cNvSpPr/>
            <p:nvPr/>
          </p:nvSpPr>
          <p:spPr>
            <a:xfrm>
              <a:off x="2086355" y="3986782"/>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173" name="object 16">
              <a:extLst>
                <a:ext uri="{FF2B5EF4-FFF2-40B4-BE49-F238E27FC236}">
                  <a16:creationId xmlns:a16="http://schemas.microsoft.com/office/drawing/2014/main" id="{5A1F9809-A6EA-4308-9CDF-1AC37C358E10}"/>
                </a:ext>
              </a:extLst>
            </p:cNvPr>
            <p:cNvSpPr/>
            <p:nvPr/>
          </p:nvSpPr>
          <p:spPr>
            <a:xfrm>
              <a:off x="2086355" y="398678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74" name="object 17">
              <a:extLst>
                <a:ext uri="{FF2B5EF4-FFF2-40B4-BE49-F238E27FC236}">
                  <a16:creationId xmlns:a16="http://schemas.microsoft.com/office/drawing/2014/main" id="{9ECCDF39-D09E-4175-9F2C-545AD0173195}"/>
                </a:ext>
              </a:extLst>
            </p:cNvPr>
            <p:cNvSpPr/>
            <p:nvPr/>
          </p:nvSpPr>
          <p:spPr>
            <a:xfrm>
              <a:off x="2086355" y="4183377"/>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81CAFF"/>
            </a:solidFill>
          </p:spPr>
          <p:txBody>
            <a:bodyPr wrap="square" lIns="0" tIns="0" rIns="0" bIns="0" rtlCol="0"/>
            <a:lstStyle/>
            <a:p>
              <a:endParaRPr sz="2000"/>
            </a:p>
          </p:txBody>
        </p:sp>
        <p:sp>
          <p:nvSpPr>
            <p:cNvPr id="175" name="object 18">
              <a:extLst>
                <a:ext uri="{FF2B5EF4-FFF2-40B4-BE49-F238E27FC236}">
                  <a16:creationId xmlns:a16="http://schemas.microsoft.com/office/drawing/2014/main" id="{A6381CB3-C495-4861-98C5-646C1602097E}"/>
                </a:ext>
              </a:extLst>
            </p:cNvPr>
            <p:cNvSpPr/>
            <p:nvPr/>
          </p:nvSpPr>
          <p:spPr>
            <a:xfrm>
              <a:off x="2086355" y="4183377"/>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76" name="object 19">
              <a:extLst>
                <a:ext uri="{FF2B5EF4-FFF2-40B4-BE49-F238E27FC236}">
                  <a16:creationId xmlns:a16="http://schemas.microsoft.com/office/drawing/2014/main" id="{CFE4303C-A4ED-46B3-AD12-B1DA191F16A8}"/>
                </a:ext>
              </a:extLst>
            </p:cNvPr>
            <p:cNvSpPr/>
            <p:nvPr/>
          </p:nvSpPr>
          <p:spPr>
            <a:xfrm>
              <a:off x="2086355"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177" name="object 20">
              <a:extLst>
                <a:ext uri="{FF2B5EF4-FFF2-40B4-BE49-F238E27FC236}">
                  <a16:creationId xmlns:a16="http://schemas.microsoft.com/office/drawing/2014/main" id="{A08C8FD0-EFFD-47A7-B4B4-FCA956FE22EE}"/>
                </a:ext>
              </a:extLst>
            </p:cNvPr>
            <p:cNvSpPr/>
            <p:nvPr/>
          </p:nvSpPr>
          <p:spPr>
            <a:xfrm>
              <a:off x="2086355"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grpSp>
        <p:nvGrpSpPr>
          <p:cNvPr id="178" name="object 21">
            <a:extLst>
              <a:ext uri="{FF2B5EF4-FFF2-40B4-BE49-F238E27FC236}">
                <a16:creationId xmlns:a16="http://schemas.microsoft.com/office/drawing/2014/main" id="{4AB28C0E-B068-4246-A766-024B34C7C2B2}"/>
              </a:ext>
            </a:extLst>
          </p:cNvPr>
          <p:cNvGrpSpPr/>
          <p:nvPr/>
        </p:nvGrpSpPr>
        <p:grpSpPr>
          <a:xfrm>
            <a:off x="3885463" y="3622366"/>
            <a:ext cx="200378" cy="666044"/>
            <a:chOff x="2579877" y="3980432"/>
            <a:chExt cx="180340" cy="599440"/>
          </a:xfrm>
        </p:grpSpPr>
        <p:sp>
          <p:nvSpPr>
            <p:cNvPr id="179" name="object 22">
              <a:extLst>
                <a:ext uri="{FF2B5EF4-FFF2-40B4-BE49-F238E27FC236}">
                  <a16:creationId xmlns:a16="http://schemas.microsoft.com/office/drawing/2014/main" id="{220E0C6A-79E2-482A-8A27-C2079FB6308F}"/>
                </a:ext>
              </a:extLst>
            </p:cNvPr>
            <p:cNvSpPr/>
            <p:nvPr/>
          </p:nvSpPr>
          <p:spPr>
            <a:xfrm>
              <a:off x="2586227"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BEBEBE"/>
              </a:solidFill>
            </a:ln>
          </p:spPr>
          <p:txBody>
            <a:bodyPr wrap="square" lIns="0" tIns="0" rIns="0" bIns="0" rtlCol="0"/>
            <a:lstStyle/>
            <a:p>
              <a:endParaRPr sz="2000"/>
            </a:p>
          </p:txBody>
        </p:sp>
        <p:sp>
          <p:nvSpPr>
            <p:cNvPr id="180" name="object 23">
              <a:extLst>
                <a:ext uri="{FF2B5EF4-FFF2-40B4-BE49-F238E27FC236}">
                  <a16:creationId xmlns:a16="http://schemas.microsoft.com/office/drawing/2014/main" id="{7E1FAC6E-C5CD-4C51-95F8-64DB049E723A}"/>
                </a:ext>
              </a:extLst>
            </p:cNvPr>
            <p:cNvSpPr/>
            <p:nvPr/>
          </p:nvSpPr>
          <p:spPr>
            <a:xfrm>
              <a:off x="2586227"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181" name="object 24">
              <a:extLst>
                <a:ext uri="{FF2B5EF4-FFF2-40B4-BE49-F238E27FC236}">
                  <a16:creationId xmlns:a16="http://schemas.microsoft.com/office/drawing/2014/main" id="{32D80A5B-5ABB-49AB-9521-3C2E7A8A6A80}"/>
                </a:ext>
              </a:extLst>
            </p:cNvPr>
            <p:cNvSpPr/>
            <p:nvPr/>
          </p:nvSpPr>
          <p:spPr>
            <a:xfrm>
              <a:off x="2586227"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82" name="object 25">
            <a:extLst>
              <a:ext uri="{FF2B5EF4-FFF2-40B4-BE49-F238E27FC236}">
                <a16:creationId xmlns:a16="http://schemas.microsoft.com/office/drawing/2014/main" id="{9B2CEC7E-F665-4716-86E9-9D82D161D895}"/>
              </a:ext>
            </a:extLst>
          </p:cNvPr>
          <p:cNvSpPr txBox="1"/>
          <p:nvPr/>
        </p:nvSpPr>
        <p:spPr>
          <a:xfrm>
            <a:off x="3110482" y="3757497"/>
            <a:ext cx="680156" cy="356915"/>
          </a:xfrm>
          <a:prstGeom prst="rect">
            <a:avLst/>
          </a:prstGeom>
        </p:spPr>
        <p:txBody>
          <a:bodyPr vert="horz" wrap="square" lIns="0" tIns="14817" rIns="0" bIns="0" rtlCol="0">
            <a:spAutoFit/>
          </a:bodyPr>
          <a:lstStyle/>
          <a:p>
            <a:pPr>
              <a:spcBef>
                <a:spcPts val="117"/>
              </a:spcBef>
              <a:tabLst>
                <a:tab pos="499528" algn="l"/>
              </a:tabLst>
            </a:pPr>
            <a:r>
              <a:rPr sz="2222" b="1" dirty="0">
                <a:latin typeface="Arial"/>
                <a:cs typeface="Arial"/>
              </a:rPr>
              <a:t>×	=</a:t>
            </a:r>
            <a:endParaRPr sz="2222">
              <a:latin typeface="Arial"/>
              <a:cs typeface="Arial"/>
            </a:endParaRPr>
          </a:p>
        </p:txBody>
      </p:sp>
      <p:sp>
        <p:nvSpPr>
          <p:cNvPr id="183" name="object 26">
            <a:extLst>
              <a:ext uri="{FF2B5EF4-FFF2-40B4-BE49-F238E27FC236}">
                <a16:creationId xmlns:a16="http://schemas.microsoft.com/office/drawing/2014/main" id="{BDC96805-AA0C-4624-80E6-2E9736D2B7CE}"/>
              </a:ext>
            </a:extLst>
          </p:cNvPr>
          <p:cNvSpPr/>
          <p:nvPr/>
        </p:nvSpPr>
        <p:spPr>
          <a:xfrm>
            <a:off x="2220350" y="4500645"/>
            <a:ext cx="1915583" cy="298450"/>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sp>
        <p:nvSpPr>
          <p:cNvPr id="184" name="object 27">
            <a:extLst>
              <a:ext uri="{FF2B5EF4-FFF2-40B4-BE49-F238E27FC236}">
                <a16:creationId xmlns:a16="http://schemas.microsoft.com/office/drawing/2014/main" id="{615FCFAF-B53B-4958-B145-66A056701589}"/>
              </a:ext>
            </a:extLst>
          </p:cNvPr>
          <p:cNvSpPr txBox="1"/>
          <p:nvPr/>
        </p:nvSpPr>
        <p:spPr>
          <a:xfrm>
            <a:off x="2657796" y="4829769"/>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185" name="object 28">
            <a:extLst>
              <a:ext uri="{FF2B5EF4-FFF2-40B4-BE49-F238E27FC236}">
                <a16:creationId xmlns:a16="http://schemas.microsoft.com/office/drawing/2014/main" id="{865F4504-3672-49EC-9836-6AD20F69CEAC}"/>
              </a:ext>
            </a:extLst>
          </p:cNvPr>
          <p:cNvSpPr txBox="1"/>
          <p:nvPr/>
        </p:nvSpPr>
        <p:spPr>
          <a:xfrm>
            <a:off x="1143000" y="1630017"/>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186" name="object 29">
            <a:extLst>
              <a:ext uri="{FF2B5EF4-FFF2-40B4-BE49-F238E27FC236}">
                <a16:creationId xmlns:a16="http://schemas.microsoft.com/office/drawing/2014/main" id="{85110F8A-14C8-4812-932B-26117F50DBFA}"/>
              </a:ext>
            </a:extLst>
          </p:cNvPr>
          <p:cNvSpPr txBox="1"/>
          <p:nvPr/>
        </p:nvSpPr>
        <p:spPr>
          <a:xfrm>
            <a:off x="1147741" y="2733083"/>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187" name="object 30">
            <a:extLst>
              <a:ext uri="{FF2B5EF4-FFF2-40B4-BE49-F238E27FC236}">
                <a16:creationId xmlns:a16="http://schemas.microsoft.com/office/drawing/2014/main" id="{C178B291-1A09-4443-B1C5-14E7E10D32EC}"/>
              </a:ext>
            </a:extLst>
          </p:cNvPr>
          <p:cNvSpPr txBox="1"/>
          <p:nvPr/>
        </p:nvSpPr>
        <p:spPr>
          <a:xfrm>
            <a:off x="1148419" y="3757549"/>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graphicFrame>
        <p:nvGraphicFramePr>
          <p:cNvPr id="188" name="object 31">
            <a:extLst>
              <a:ext uri="{FF2B5EF4-FFF2-40B4-BE49-F238E27FC236}">
                <a16:creationId xmlns:a16="http://schemas.microsoft.com/office/drawing/2014/main" id="{819E26E6-42D0-468B-96EA-EAF496BE9CC2}"/>
              </a:ext>
            </a:extLst>
          </p:cNvPr>
          <p:cNvGraphicFramePr>
            <a:graphicFrameLocks noGrp="1"/>
          </p:cNvGraphicFramePr>
          <p:nvPr/>
        </p:nvGraphicFramePr>
        <p:xfrm>
          <a:off x="5885312"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89" name="object 32">
            <a:extLst>
              <a:ext uri="{FF2B5EF4-FFF2-40B4-BE49-F238E27FC236}">
                <a16:creationId xmlns:a16="http://schemas.microsoft.com/office/drawing/2014/main" id="{7150387C-4F0A-413F-A644-457A3C976381}"/>
              </a:ext>
            </a:extLst>
          </p:cNvPr>
          <p:cNvGrpSpPr/>
          <p:nvPr/>
        </p:nvGrpSpPr>
        <p:grpSpPr>
          <a:xfrm>
            <a:off x="4712094" y="940410"/>
            <a:ext cx="2001661" cy="3524250"/>
            <a:chOff x="3323844" y="1566671"/>
            <a:chExt cx="1801495" cy="3171825"/>
          </a:xfrm>
        </p:grpSpPr>
        <p:sp>
          <p:nvSpPr>
            <p:cNvPr id="190" name="object 33">
              <a:extLst>
                <a:ext uri="{FF2B5EF4-FFF2-40B4-BE49-F238E27FC236}">
                  <a16:creationId xmlns:a16="http://schemas.microsoft.com/office/drawing/2014/main" id="{7B38D3C1-3DB9-488C-947A-BFC55B6E30CE}"/>
                </a:ext>
              </a:extLst>
            </p:cNvPr>
            <p:cNvSpPr/>
            <p:nvPr/>
          </p:nvSpPr>
          <p:spPr>
            <a:xfrm>
              <a:off x="3323844" y="1566671"/>
              <a:ext cx="1801495" cy="3171825"/>
            </a:xfrm>
            <a:custGeom>
              <a:avLst/>
              <a:gdLst/>
              <a:ahLst/>
              <a:cxnLst/>
              <a:rect l="l" t="t" r="r" b="b"/>
              <a:pathLst>
                <a:path w="1801495" h="3171825">
                  <a:moveTo>
                    <a:pt x="1801368" y="1267206"/>
                  </a:moveTo>
                  <a:lnTo>
                    <a:pt x="0" y="1267206"/>
                  </a:lnTo>
                  <a:lnTo>
                    <a:pt x="0" y="3171444"/>
                  </a:lnTo>
                  <a:lnTo>
                    <a:pt x="1801368" y="3171444"/>
                  </a:lnTo>
                  <a:lnTo>
                    <a:pt x="1801368" y="1267206"/>
                  </a:lnTo>
                  <a:close/>
                </a:path>
                <a:path w="1801495" h="3171825">
                  <a:moveTo>
                    <a:pt x="1801368" y="0"/>
                  </a:moveTo>
                  <a:lnTo>
                    <a:pt x="0" y="0"/>
                  </a:lnTo>
                  <a:lnTo>
                    <a:pt x="0" y="1202436"/>
                  </a:lnTo>
                  <a:lnTo>
                    <a:pt x="1801368" y="1202436"/>
                  </a:lnTo>
                  <a:lnTo>
                    <a:pt x="1801368" y="0"/>
                  </a:lnTo>
                  <a:close/>
                </a:path>
              </a:pathLst>
            </a:custGeom>
            <a:solidFill>
              <a:srgbClr val="F7F7F7"/>
            </a:solidFill>
          </p:spPr>
          <p:txBody>
            <a:bodyPr wrap="square" lIns="0" tIns="0" rIns="0" bIns="0" rtlCol="0"/>
            <a:lstStyle/>
            <a:p>
              <a:endParaRPr sz="2000"/>
            </a:p>
          </p:txBody>
        </p:sp>
        <p:sp>
          <p:nvSpPr>
            <p:cNvPr id="191" name="object 34">
              <a:extLst>
                <a:ext uri="{FF2B5EF4-FFF2-40B4-BE49-F238E27FC236}">
                  <a16:creationId xmlns:a16="http://schemas.microsoft.com/office/drawing/2014/main" id="{7F7BF712-2597-49A0-9FBD-83A5D2F60E26}"/>
                </a:ext>
              </a:extLst>
            </p:cNvPr>
            <p:cNvSpPr/>
            <p:nvPr/>
          </p:nvSpPr>
          <p:spPr>
            <a:xfrm>
              <a:off x="4875276" y="2255517"/>
              <a:ext cx="169162" cy="195074"/>
            </a:xfrm>
            <a:prstGeom prst="rect">
              <a:avLst/>
            </a:prstGeom>
            <a:blipFill>
              <a:blip r:embed="rId3" cstate="print"/>
              <a:stretch>
                <a:fillRect/>
              </a:stretch>
            </a:blipFill>
          </p:spPr>
          <p:txBody>
            <a:bodyPr wrap="square" lIns="0" tIns="0" rIns="0" bIns="0" rtlCol="0"/>
            <a:lstStyle/>
            <a:p>
              <a:endParaRPr sz="2000"/>
            </a:p>
          </p:txBody>
        </p:sp>
        <p:sp>
          <p:nvSpPr>
            <p:cNvPr id="192" name="object 35">
              <a:extLst>
                <a:ext uri="{FF2B5EF4-FFF2-40B4-BE49-F238E27FC236}">
                  <a16:creationId xmlns:a16="http://schemas.microsoft.com/office/drawing/2014/main" id="{C38C62EF-76CC-497D-A111-A11D366D9CF1}"/>
                </a:ext>
              </a:extLst>
            </p:cNvPr>
            <p:cNvSpPr/>
            <p:nvPr/>
          </p:nvSpPr>
          <p:spPr>
            <a:xfrm>
              <a:off x="4875276" y="2255517"/>
              <a:ext cx="169545" cy="195580"/>
            </a:xfrm>
            <a:custGeom>
              <a:avLst/>
              <a:gdLst/>
              <a:ahLst/>
              <a:cxnLst/>
              <a:rect l="l" t="t" r="r" b="b"/>
              <a:pathLst>
                <a:path w="169545" h="195580">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93" name="object 36">
              <a:extLst>
                <a:ext uri="{FF2B5EF4-FFF2-40B4-BE49-F238E27FC236}">
                  <a16:creationId xmlns:a16="http://schemas.microsoft.com/office/drawing/2014/main" id="{C70414A8-724B-49DF-A6BA-6B34B246AF81}"/>
                </a:ext>
              </a:extLst>
            </p:cNvPr>
            <p:cNvSpPr/>
            <p:nvPr/>
          </p:nvSpPr>
          <p:spPr>
            <a:xfrm>
              <a:off x="4875276" y="2450594"/>
              <a:ext cx="169162" cy="195069"/>
            </a:xfrm>
            <a:prstGeom prst="rect">
              <a:avLst/>
            </a:prstGeom>
            <a:blipFill>
              <a:blip r:embed="rId4" cstate="print"/>
              <a:stretch>
                <a:fillRect/>
              </a:stretch>
            </a:blipFill>
          </p:spPr>
          <p:txBody>
            <a:bodyPr wrap="square" lIns="0" tIns="0" rIns="0" bIns="0" rtlCol="0"/>
            <a:lstStyle/>
            <a:p>
              <a:endParaRPr sz="2000"/>
            </a:p>
          </p:txBody>
        </p:sp>
        <p:sp>
          <p:nvSpPr>
            <p:cNvPr id="194" name="object 37">
              <a:extLst>
                <a:ext uri="{FF2B5EF4-FFF2-40B4-BE49-F238E27FC236}">
                  <a16:creationId xmlns:a16="http://schemas.microsoft.com/office/drawing/2014/main" id="{BCF75760-3B80-4AE2-BF56-64C0BBBE8403}"/>
                </a:ext>
              </a:extLst>
            </p:cNvPr>
            <p:cNvSpPr/>
            <p:nvPr/>
          </p:nvSpPr>
          <p:spPr>
            <a:xfrm>
              <a:off x="4875276" y="2450594"/>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95" name="object 38">
            <a:extLst>
              <a:ext uri="{FF2B5EF4-FFF2-40B4-BE49-F238E27FC236}">
                <a16:creationId xmlns:a16="http://schemas.microsoft.com/office/drawing/2014/main" id="{D9C90A5B-ED60-436A-83AB-1721709E0E83}"/>
              </a:ext>
            </a:extLst>
          </p:cNvPr>
          <p:cNvSpPr txBox="1"/>
          <p:nvPr/>
        </p:nvSpPr>
        <p:spPr>
          <a:xfrm>
            <a:off x="5654574" y="1615769"/>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dirty="0">
              <a:latin typeface="Arial"/>
              <a:cs typeface="Arial"/>
            </a:endParaRPr>
          </a:p>
        </p:txBody>
      </p:sp>
      <p:graphicFrame>
        <p:nvGraphicFramePr>
          <p:cNvPr id="196" name="object 39">
            <a:extLst>
              <a:ext uri="{FF2B5EF4-FFF2-40B4-BE49-F238E27FC236}">
                <a16:creationId xmlns:a16="http://schemas.microsoft.com/office/drawing/2014/main" id="{B86FE8AA-A20F-4BB1-A601-64A1CB2FCA5F}"/>
              </a:ext>
            </a:extLst>
          </p:cNvPr>
          <p:cNvGraphicFramePr>
            <a:graphicFrameLocks noGrp="1"/>
          </p:cNvGraphicFramePr>
          <p:nvPr/>
        </p:nvGraphicFramePr>
        <p:xfrm>
          <a:off x="5873437"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97" name="object 40">
            <a:extLst>
              <a:ext uri="{FF2B5EF4-FFF2-40B4-BE49-F238E27FC236}">
                <a16:creationId xmlns:a16="http://schemas.microsoft.com/office/drawing/2014/main" id="{01FE0133-9998-4642-A852-5E596F692625}"/>
              </a:ext>
            </a:extLst>
          </p:cNvPr>
          <p:cNvGrpSpPr/>
          <p:nvPr/>
        </p:nvGrpSpPr>
        <p:grpSpPr>
          <a:xfrm>
            <a:off x="5873437" y="2560651"/>
            <a:ext cx="757767" cy="1727906"/>
            <a:chOff x="4369054" y="3024888"/>
            <a:chExt cx="681990" cy="1555115"/>
          </a:xfrm>
        </p:grpSpPr>
        <p:sp>
          <p:nvSpPr>
            <p:cNvPr id="198" name="object 41">
              <a:extLst>
                <a:ext uri="{FF2B5EF4-FFF2-40B4-BE49-F238E27FC236}">
                  <a16:creationId xmlns:a16="http://schemas.microsoft.com/office/drawing/2014/main" id="{ACF5719E-657B-4FAB-A282-096514DBB01A}"/>
                </a:ext>
              </a:extLst>
            </p:cNvPr>
            <p:cNvSpPr/>
            <p:nvPr/>
          </p:nvSpPr>
          <p:spPr>
            <a:xfrm>
              <a:off x="4875276" y="3031238"/>
              <a:ext cx="169162" cy="195069"/>
            </a:xfrm>
            <a:prstGeom prst="rect">
              <a:avLst/>
            </a:prstGeom>
            <a:blipFill>
              <a:blip r:embed="rId5" cstate="print"/>
              <a:stretch>
                <a:fillRect/>
              </a:stretch>
            </a:blipFill>
          </p:spPr>
          <p:txBody>
            <a:bodyPr wrap="square" lIns="0" tIns="0" rIns="0" bIns="0" rtlCol="0"/>
            <a:lstStyle/>
            <a:p>
              <a:endParaRPr sz="2000"/>
            </a:p>
          </p:txBody>
        </p:sp>
        <p:sp>
          <p:nvSpPr>
            <p:cNvPr id="199" name="object 42">
              <a:extLst>
                <a:ext uri="{FF2B5EF4-FFF2-40B4-BE49-F238E27FC236}">
                  <a16:creationId xmlns:a16="http://schemas.microsoft.com/office/drawing/2014/main" id="{856F1740-559E-4836-931D-D52AD1231700}"/>
                </a:ext>
              </a:extLst>
            </p:cNvPr>
            <p:cNvSpPr/>
            <p:nvPr/>
          </p:nvSpPr>
          <p:spPr>
            <a:xfrm>
              <a:off x="4875276" y="3031238"/>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00" name="object 43">
              <a:extLst>
                <a:ext uri="{FF2B5EF4-FFF2-40B4-BE49-F238E27FC236}">
                  <a16:creationId xmlns:a16="http://schemas.microsoft.com/office/drawing/2014/main" id="{FCA20ACB-63E3-4DE5-9079-A9233D09237B}"/>
                </a:ext>
              </a:extLst>
            </p:cNvPr>
            <p:cNvSpPr/>
            <p:nvPr/>
          </p:nvSpPr>
          <p:spPr>
            <a:xfrm>
              <a:off x="4875276" y="3422901"/>
              <a:ext cx="169162" cy="195074"/>
            </a:xfrm>
            <a:prstGeom prst="rect">
              <a:avLst/>
            </a:prstGeom>
            <a:blipFill>
              <a:blip r:embed="rId6" cstate="print"/>
              <a:stretch>
                <a:fillRect/>
              </a:stretch>
            </a:blipFill>
          </p:spPr>
          <p:txBody>
            <a:bodyPr wrap="square" lIns="0" tIns="0" rIns="0" bIns="0" rtlCol="0"/>
            <a:lstStyle/>
            <a:p>
              <a:endParaRPr sz="2000"/>
            </a:p>
          </p:txBody>
        </p:sp>
        <p:sp>
          <p:nvSpPr>
            <p:cNvPr id="201" name="object 44">
              <a:extLst>
                <a:ext uri="{FF2B5EF4-FFF2-40B4-BE49-F238E27FC236}">
                  <a16:creationId xmlns:a16="http://schemas.microsoft.com/office/drawing/2014/main" id="{DF3E0B34-2CD2-4061-9D57-62C5F7C363A5}"/>
                </a:ext>
              </a:extLst>
            </p:cNvPr>
            <p:cNvSpPr/>
            <p:nvPr/>
          </p:nvSpPr>
          <p:spPr>
            <a:xfrm>
              <a:off x="4875276" y="3422901"/>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02" name="object 45">
              <a:extLst>
                <a:ext uri="{FF2B5EF4-FFF2-40B4-BE49-F238E27FC236}">
                  <a16:creationId xmlns:a16="http://schemas.microsoft.com/office/drawing/2014/main" id="{5B185941-C192-4048-8298-A7C82EAE9857}"/>
                </a:ext>
              </a:extLst>
            </p:cNvPr>
            <p:cNvSpPr/>
            <p:nvPr/>
          </p:nvSpPr>
          <p:spPr>
            <a:xfrm>
              <a:off x="4375404"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D9D9D9"/>
              </a:solidFill>
            </a:ln>
          </p:spPr>
          <p:txBody>
            <a:bodyPr wrap="square" lIns="0" tIns="0" rIns="0" bIns="0" rtlCol="0"/>
            <a:lstStyle/>
            <a:p>
              <a:endParaRPr sz="2000"/>
            </a:p>
          </p:txBody>
        </p:sp>
        <p:sp>
          <p:nvSpPr>
            <p:cNvPr id="203" name="object 46">
              <a:extLst>
                <a:ext uri="{FF2B5EF4-FFF2-40B4-BE49-F238E27FC236}">
                  <a16:creationId xmlns:a16="http://schemas.microsoft.com/office/drawing/2014/main" id="{BA053566-C2FB-4B43-A936-2554AA7F9CF6}"/>
                </a:ext>
              </a:extLst>
            </p:cNvPr>
            <p:cNvSpPr/>
            <p:nvPr/>
          </p:nvSpPr>
          <p:spPr>
            <a:xfrm>
              <a:off x="4375404"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204" name="object 47">
              <a:extLst>
                <a:ext uri="{FF2B5EF4-FFF2-40B4-BE49-F238E27FC236}">
                  <a16:creationId xmlns:a16="http://schemas.microsoft.com/office/drawing/2014/main" id="{5E27022E-8B4A-4313-8E9C-7CC34048E34E}"/>
                </a:ext>
              </a:extLst>
            </p:cNvPr>
            <p:cNvSpPr/>
            <p:nvPr/>
          </p:nvSpPr>
          <p:spPr>
            <a:xfrm>
              <a:off x="4375404"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05" name="object 48">
              <a:extLst>
                <a:ext uri="{FF2B5EF4-FFF2-40B4-BE49-F238E27FC236}">
                  <a16:creationId xmlns:a16="http://schemas.microsoft.com/office/drawing/2014/main" id="{3549E976-70CC-4EF6-B727-B62994559A19}"/>
                </a:ext>
              </a:extLst>
            </p:cNvPr>
            <p:cNvSpPr/>
            <p:nvPr/>
          </p:nvSpPr>
          <p:spPr>
            <a:xfrm>
              <a:off x="4875276" y="3986782"/>
              <a:ext cx="169162" cy="196597"/>
            </a:xfrm>
            <a:prstGeom prst="rect">
              <a:avLst/>
            </a:prstGeom>
            <a:blipFill>
              <a:blip r:embed="rId7" cstate="print"/>
              <a:stretch>
                <a:fillRect/>
              </a:stretch>
            </a:blipFill>
          </p:spPr>
          <p:txBody>
            <a:bodyPr wrap="square" lIns="0" tIns="0" rIns="0" bIns="0" rtlCol="0"/>
            <a:lstStyle/>
            <a:p>
              <a:endParaRPr sz="2000"/>
            </a:p>
          </p:txBody>
        </p:sp>
        <p:sp>
          <p:nvSpPr>
            <p:cNvPr id="206" name="object 49">
              <a:extLst>
                <a:ext uri="{FF2B5EF4-FFF2-40B4-BE49-F238E27FC236}">
                  <a16:creationId xmlns:a16="http://schemas.microsoft.com/office/drawing/2014/main" id="{01AA0BC4-C738-4A6D-93DB-FC201EA9AAA5}"/>
                </a:ext>
              </a:extLst>
            </p:cNvPr>
            <p:cNvSpPr/>
            <p:nvPr/>
          </p:nvSpPr>
          <p:spPr>
            <a:xfrm>
              <a:off x="4875276" y="3986782"/>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07" name="object 50">
              <a:extLst>
                <a:ext uri="{FF2B5EF4-FFF2-40B4-BE49-F238E27FC236}">
                  <a16:creationId xmlns:a16="http://schemas.microsoft.com/office/drawing/2014/main" id="{9D51C02C-B490-42B7-B9D3-A651518C378A}"/>
                </a:ext>
              </a:extLst>
            </p:cNvPr>
            <p:cNvSpPr/>
            <p:nvPr/>
          </p:nvSpPr>
          <p:spPr>
            <a:xfrm>
              <a:off x="4875276" y="4183377"/>
              <a:ext cx="169162" cy="195074"/>
            </a:xfrm>
            <a:prstGeom prst="rect">
              <a:avLst/>
            </a:prstGeom>
            <a:blipFill>
              <a:blip r:embed="rId8" cstate="print"/>
              <a:stretch>
                <a:fillRect/>
              </a:stretch>
            </a:blipFill>
          </p:spPr>
          <p:txBody>
            <a:bodyPr wrap="square" lIns="0" tIns="0" rIns="0" bIns="0" rtlCol="0"/>
            <a:lstStyle/>
            <a:p>
              <a:endParaRPr sz="2000"/>
            </a:p>
          </p:txBody>
        </p:sp>
        <p:sp>
          <p:nvSpPr>
            <p:cNvPr id="208" name="object 51">
              <a:extLst>
                <a:ext uri="{FF2B5EF4-FFF2-40B4-BE49-F238E27FC236}">
                  <a16:creationId xmlns:a16="http://schemas.microsoft.com/office/drawing/2014/main" id="{6FCEDAA4-F2E4-4BE4-9DF2-067EC729EF65}"/>
                </a:ext>
              </a:extLst>
            </p:cNvPr>
            <p:cNvSpPr/>
            <p:nvPr/>
          </p:nvSpPr>
          <p:spPr>
            <a:xfrm>
              <a:off x="4875276" y="4183377"/>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09" name="object 52">
              <a:extLst>
                <a:ext uri="{FF2B5EF4-FFF2-40B4-BE49-F238E27FC236}">
                  <a16:creationId xmlns:a16="http://schemas.microsoft.com/office/drawing/2014/main" id="{78923D09-8192-4EC8-A0DE-37FB9532FB2E}"/>
                </a:ext>
              </a:extLst>
            </p:cNvPr>
            <p:cNvSpPr/>
            <p:nvPr/>
          </p:nvSpPr>
          <p:spPr>
            <a:xfrm>
              <a:off x="4875276" y="4378454"/>
              <a:ext cx="169162" cy="195069"/>
            </a:xfrm>
            <a:prstGeom prst="rect">
              <a:avLst/>
            </a:prstGeom>
            <a:blipFill>
              <a:blip r:embed="rId9" cstate="print"/>
              <a:stretch>
                <a:fillRect/>
              </a:stretch>
            </a:blipFill>
          </p:spPr>
          <p:txBody>
            <a:bodyPr wrap="square" lIns="0" tIns="0" rIns="0" bIns="0" rtlCol="0"/>
            <a:lstStyle/>
            <a:p>
              <a:endParaRPr sz="2000"/>
            </a:p>
          </p:txBody>
        </p:sp>
        <p:sp>
          <p:nvSpPr>
            <p:cNvPr id="210" name="object 53">
              <a:extLst>
                <a:ext uri="{FF2B5EF4-FFF2-40B4-BE49-F238E27FC236}">
                  <a16:creationId xmlns:a16="http://schemas.microsoft.com/office/drawing/2014/main" id="{2CC221C7-C836-4ADC-B535-C3EC1B0E2201}"/>
                </a:ext>
              </a:extLst>
            </p:cNvPr>
            <p:cNvSpPr/>
            <p:nvPr/>
          </p:nvSpPr>
          <p:spPr>
            <a:xfrm>
              <a:off x="4875276" y="4378454"/>
              <a:ext cx="169545" cy="195580"/>
            </a:xfrm>
            <a:custGeom>
              <a:avLst/>
              <a:gdLst/>
              <a:ahLst/>
              <a:cxnLst/>
              <a:rect l="l" t="t" r="r" b="b"/>
              <a:pathLst>
                <a:path w="169545" h="195579">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211" name="object 54">
            <a:extLst>
              <a:ext uri="{FF2B5EF4-FFF2-40B4-BE49-F238E27FC236}">
                <a16:creationId xmlns:a16="http://schemas.microsoft.com/office/drawing/2014/main" id="{E06E8605-8218-48CE-A8A1-780A436D0B41}"/>
              </a:ext>
            </a:extLst>
          </p:cNvPr>
          <p:cNvSpPr txBox="1"/>
          <p:nvPr/>
        </p:nvSpPr>
        <p:spPr>
          <a:xfrm>
            <a:off x="5654574" y="2695833"/>
            <a:ext cx="680156" cy="356202"/>
          </a:xfrm>
          <a:prstGeom prst="rect">
            <a:avLst/>
          </a:prstGeom>
        </p:spPr>
        <p:txBody>
          <a:bodyPr vert="horz" wrap="square" lIns="0" tIns="14111" rIns="0" bIns="0" rtlCol="0">
            <a:spAutoFit/>
          </a:bodyPr>
          <a:lstStyle/>
          <a:p>
            <a:pPr>
              <a:spcBef>
                <a:spcPts val="111"/>
              </a:spcBef>
              <a:tabLst>
                <a:tab pos="500234" algn="l"/>
              </a:tabLst>
            </a:pPr>
            <a:r>
              <a:rPr sz="2222" b="1" dirty="0">
                <a:latin typeface="Arial"/>
                <a:cs typeface="Arial"/>
              </a:rPr>
              <a:t>×	=</a:t>
            </a:r>
            <a:endParaRPr sz="2222" dirty="0">
              <a:latin typeface="Arial"/>
              <a:cs typeface="Arial"/>
            </a:endParaRPr>
          </a:p>
        </p:txBody>
      </p:sp>
      <p:graphicFrame>
        <p:nvGraphicFramePr>
          <p:cNvPr id="212" name="object 55">
            <a:extLst>
              <a:ext uri="{FF2B5EF4-FFF2-40B4-BE49-F238E27FC236}">
                <a16:creationId xmlns:a16="http://schemas.microsoft.com/office/drawing/2014/main" id="{535B6A78-EF1C-47E3-A659-6755DDF552A2}"/>
              </a:ext>
            </a:extLst>
          </p:cNvPr>
          <p:cNvGraphicFramePr>
            <a:graphicFrameLocks noGrp="1"/>
          </p:cNvGraphicFramePr>
          <p:nvPr/>
        </p:nvGraphicFramePr>
        <p:xfrm>
          <a:off x="4894691" y="3585114"/>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extLst>
                  <a:ext uri="{0D108BD9-81ED-4DB2-BD59-A6C34878D82A}">
                    <a16:rowId xmlns:a16="http://schemas.microsoft.com/office/drawing/2014/main" val="10000"/>
                  </a:ext>
                </a:extLst>
              </a:tr>
            </a:tbl>
          </a:graphicData>
        </a:graphic>
      </p:graphicFrame>
      <p:sp>
        <p:nvSpPr>
          <p:cNvPr id="213" name="object 56">
            <a:extLst>
              <a:ext uri="{FF2B5EF4-FFF2-40B4-BE49-F238E27FC236}">
                <a16:creationId xmlns:a16="http://schemas.microsoft.com/office/drawing/2014/main" id="{F61840EF-2DB2-4479-BE39-FCC424D13C1A}"/>
              </a:ext>
            </a:extLst>
          </p:cNvPr>
          <p:cNvSpPr txBox="1"/>
          <p:nvPr/>
        </p:nvSpPr>
        <p:spPr>
          <a:xfrm>
            <a:off x="5654574" y="3757497"/>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a:latin typeface="Arial"/>
              <a:cs typeface="Arial"/>
            </a:endParaRPr>
          </a:p>
        </p:txBody>
      </p:sp>
      <p:graphicFrame>
        <p:nvGraphicFramePr>
          <p:cNvPr id="214" name="object 57">
            <a:extLst>
              <a:ext uri="{FF2B5EF4-FFF2-40B4-BE49-F238E27FC236}">
                <a16:creationId xmlns:a16="http://schemas.microsoft.com/office/drawing/2014/main" id="{C0AAAEF1-8E89-4E7F-958A-49858B8D3A5D}"/>
              </a:ext>
            </a:extLst>
          </p:cNvPr>
          <p:cNvGraphicFramePr>
            <a:graphicFrameLocks noGrp="1"/>
          </p:cNvGraphicFramePr>
          <p:nvPr/>
        </p:nvGraphicFramePr>
        <p:xfrm>
          <a:off x="4894691" y="1443048"/>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215" name="object 58">
            <a:extLst>
              <a:ext uri="{FF2B5EF4-FFF2-40B4-BE49-F238E27FC236}">
                <a16:creationId xmlns:a16="http://schemas.microsoft.com/office/drawing/2014/main" id="{DE150305-212E-46C7-A2F1-C768771B44C0}"/>
              </a:ext>
            </a:extLst>
          </p:cNvPr>
          <p:cNvGraphicFramePr>
            <a:graphicFrameLocks noGrp="1"/>
          </p:cNvGraphicFramePr>
          <p:nvPr/>
        </p:nvGraphicFramePr>
        <p:xfrm>
          <a:off x="4894691" y="2523394"/>
          <a:ext cx="651229" cy="726441"/>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6441">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sp>
        <p:nvSpPr>
          <p:cNvPr id="216" name="object 60">
            <a:extLst>
              <a:ext uri="{FF2B5EF4-FFF2-40B4-BE49-F238E27FC236}">
                <a16:creationId xmlns:a16="http://schemas.microsoft.com/office/drawing/2014/main" id="{66D3DB39-35A2-4C2E-AADE-E45CAA47E356}"/>
              </a:ext>
            </a:extLst>
          </p:cNvPr>
          <p:cNvSpPr/>
          <p:nvPr/>
        </p:nvSpPr>
        <p:spPr>
          <a:xfrm>
            <a:off x="6435908" y="2784447"/>
            <a:ext cx="187958" cy="218441"/>
          </a:xfrm>
          <a:prstGeom prst="rect">
            <a:avLst/>
          </a:prstGeom>
          <a:blipFill>
            <a:blip r:embed="rId10" cstate="print"/>
            <a:stretch>
              <a:fillRect/>
            </a:stretch>
          </a:blipFill>
        </p:spPr>
        <p:txBody>
          <a:bodyPr wrap="square" lIns="0" tIns="0" rIns="0" bIns="0" rtlCol="0"/>
          <a:lstStyle/>
          <a:p>
            <a:endParaRPr sz="2000"/>
          </a:p>
        </p:txBody>
      </p:sp>
      <p:sp>
        <p:nvSpPr>
          <p:cNvPr id="217" name="object 61">
            <a:extLst>
              <a:ext uri="{FF2B5EF4-FFF2-40B4-BE49-F238E27FC236}">
                <a16:creationId xmlns:a16="http://schemas.microsoft.com/office/drawing/2014/main" id="{300801C2-3558-4154-8586-C2564159D8B1}"/>
              </a:ext>
            </a:extLst>
          </p:cNvPr>
          <p:cNvSpPr/>
          <p:nvPr/>
        </p:nvSpPr>
        <p:spPr>
          <a:xfrm>
            <a:off x="6435908" y="2784447"/>
            <a:ext cx="188383" cy="218722"/>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18" name="object 62">
            <a:extLst>
              <a:ext uri="{FF2B5EF4-FFF2-40B4-BE49-F238E27FC236}">
                <a16:creationId xmlns:a16="http://schemas.microsoft.com/office/drawing/2014/main" id="{0A51BBD7-1612-4903-A5E3-826FEC255B49}"/>
              </a:ext>
            </a:extLst>
          </p:cNvPr>
          <p:cNvSpPr/>
          <p:nvPr/>
        </p:nvSpPr>
        <p:spPr>
          <a:xfrm>
            <a:off x="4765434" y="4500642"/>
            <a:ext cx="1913467" cy="298450"/>
          </a:xfrm>
          <a:custGeom>
            <a:avLst/>
            <a:gdLst/>
            <a:ahLst/>
            <a:cxnLst/>
            <a:rect l="l" t="t" r="r" b="b"/>
            <a:pathLst>
              <a:path w="1722120" h="268604">
                <a:moveTo>
                  <a:pt x="1722120" y="0"/>
                </a:moveTo>
                <a:lnTo>
                  <a:pt x="1712535" y="52190"/>
                </a:lnTo>
                <a:lnTo>
                  <a:pt x="1686401" y="94820"/>
                </a:lnTo>
                <a:lnTo>
                  <a:pt x="1647646" y="123567"/>
                </a:lnTo>
                <a:lnTo>
                  <a:pt x="1600200" y="134110"/>
                </a:lnTo>
                <a:lnTo>
                  <a:pt x="982980" y="134110"/>
                </a:lnTo>
                <a:lnTo>
                  <a:pt x="935533" y="144650"/>
                </a:lnTo>
                <a:lnTo>
                  <a:pt x="896778" y="173392"/>
                </a:lnTo>
                <a:lnTo>
                  <a:pt x="870644" y="216022"/>
                </a:lnTo>
                <a:lnTo>
                  <a:pt x="861060" y="268225"/>
                </a:lnTo>
                <a:lnTo>
                  <a:pt x="851475" y="216022"/>
                </a:lnTo>
                <a:lnTo>
                  <a:pt x="825341" y="173392"/>
                </a:lnTo>
                <a:lnTo>
                  <a:pt x="786586" y="144650"/>
                </a:lnTo>
                <a:lnTo>
                  <a:pt x="739140"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219" name="object 63">
            <a:extLst>
              <a:ext uri="{FF2B5EF4-FFF2-40B4-BE49-F238E27FC236}">
                <a16:creationId xmlns:a16="http://schemas.microsoft.com/office/drawing/2014/main" id="{9E8C662D-C26A-4C4B-8F4F-1ED1FB444851}"/>
              </a:ext>
            </a:extLst>
          </p:cNvPr>
          <p:cNvSpPr/>
          <p:nvPr/>
        </p:nvSpPr>
        <p:spPr>
          <a:xfrm>
            <a:off x="6435908" y="1487354"/>
            <a:ext cx="187958" cy="218441"/>
          </a:xfrm>
          <a:prstGeom prst="rect">
            <a:avLst/>
          </a:prstGeom>
          <a:blipFill>
            <a:blip r:embed="rId11" cstate="print"/>
            <a:stretch>
              <a:fillRect/>
            </a:stretch>
          </a:blipFill>
        </p:spPr>
        <p:txBody>
          <a:bodyPr wrap="square" lIns="0" tIns="0" rIns="0" bIns="0" rtlCol="0"/>
          <a:lstStyle/>
          <a:p>
            <a:endParaRPr sz="2000"/>
          </a:p>
        </p:txBody>
      </p:sp>
      <p:sp>
        <p:nvSpPr>
          <p:cNvPr id="220" name="object 64">
            <a:extLst>
              <a:ext uri="{FF2B5EF4-FFF2-40B4-BE49-F238E27FC236}">
                <a16:creationId xmlns:a16="http://schemas.microsoft.com/office/drawing/2014/main" id="{43CDB7D2-035F-47B1-BBC4-D87ADF3ED51F}"/>
              </a:ext>
            </a:extLst>
          </p:cNvPr>
          <p:cNvSpPr/>
          <p:nvPr/>
        </p:nvSpPr>
        <p:spPr>
          <a:xfrm>
            <a:off x="6435908" y="1487354"/>
            <a:ext cx="188383" cy="218722"/>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21" name="object 65">
            <a:extLst>
              <a:ext uri="{FF2B5EF4-FFF2-40B4-BE49-F238E27FC236}">
                <a16:creationId xmlns:a16="http://schemas.microsoft.com/office/drawing/2014/main" id="{3DB0B4CD-31A3-499A-86D8-E06ED70E6813}"/>
              </a:ext>
            </a:extLst>
          </p:cNvPr>
          <p:cNvSpPr/>
          <p:nvPr/>
        </p:nvSpPr>
        <p:spPr>
          <a:xfrm>
            <a:off x="1222983" y="2321365"/>
            <a:ext cx="6054246" cy="1214087"/>
          </a:xfrm>
          <a:custGeom>
            <a:avLst/>
            <a:gdLst/>
            <a:ahLst/>
            <a:cxnLst/>
            <a:rect l="l" t="t" r="r" b="b"/>
            <a:pathLst>
              <a:path w="5489575" h="991870">
                <a:moveTo>
                  <a:pt x="0" y="26670"/>
                </a:moveTo>
                <a:lnTo>
                  <a:pt x="5489318" y="0"/>
                </a:lnTo>
              </a:path>
              <a:path w="5489575" h="991870">
                <a:moveTo>
                  <a:pt x="0" y="991616"/>
                </a:moveTo>
                <a:lnTo>
                  <a:pt x="5448805" y="915924"/>
                </a:lnTo>
              </a:path>
            </a:pathLst>
          </a:custGeom>
          <a:ln w="38100">
            <a:solidFill>
              <a:srgbClr val="008462"/>
            </a:solidFill>
            <a:prstDash val="lgDash"/>
          </a:ln>
        </p:spPr>
        <p:txBody>
          <a:bodyPr wrap="square" lIns="0" tIns="0" rIns="0" bIns="0" rtlCol="0"/>
          <a:lstStyle/>
          <a:p>
            <a:endParaRPr sz="2000"/>
          </a:p>
        </p:txBody>
      </p:sp>
      <p:sp>
        <p:nvSpPr>
          <p:cNvPr id="222" name="object 66">
            <a:extLst>
              <a:ext uri="{FF2B5EF4-FFF2-40B4-BE49-F238E27FC236}">
                <a16:creationId xmlns:a16="http://schemas.microsoft.com/office/drawing/2014/main" id="{7C06C2FF-7C6D-40BC-953A-2361FF1C85A9}"/>
              </a:ext>
            </a:extLst>
          </p:cNvPr>
          <p:cNvSpPr txBox="1"/>
          <p:nvPr/>
        </p:nvSpPr>
        <p:spPr>
          <a:xfrm>
            <a:off x="4927568" y="4829769"/>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2" dirty="0">
                <a:latin typeface="Arial"/>
                <a:cs typeface="Arial"/>
              </a:rPr>
              <a:t> </a:t>
            </a:r>
            <a:r>
              <a:rPr sz="1556" spc="-6" dirty="0">
                <a:latin typeface="Arial"/>
                <a:cs typeface="Arial"/>
              </a:rPr>
              <a:t>fwd</a:t>
            </a:r>
            <a:endParaRPr sz="1556">
              <a:latin typeface="Arial"/>
              <a:cs typeface="Arial"/>
            </a:endParaRPr>
          </a:p>
        </p:txBody>
      </p:sp>
      <p:graphicFrame>
        <p:nvGraphicFramePr>
          <p:cNvPr id="223" name="object 7">
            <a:extLst>
              <a:ext uri="{FF2B5EF4-FFF2-40B4-BE49-F238E27FC236}">
                <a16:creationId xmlns:a16="http://schemas.microsoft.com/office/drawing/2014/main" id="{5A14F94C-243B-438D-9988-6E2B12DF5F15}"/>
              </a:ext>
            </a:extLst>
          </p:cNvPr>
          <p:cNvGraphicFramePr>
            <a:graphicFrameLocks noGrp="1"/>
          </p:cNvGraphicFramePr>
          <p:nvPr/>
        </p:nvGraphicFramePr>
        <p:xfrm>
          <a:off x="5868600" y="1466798"/>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224" name="object 67">
            <a:extLst>
              <a:ext uri="{FF2B5EF4-FFF2-40B4-BE49-F238E27FC236}">
                <a16:creationId xmlns:a16="http://schemas.microsoft.com/office/drawing/2014/main" id="{622E30CE-531C-4C9A-A00E-B309680F1DD5}"/>
              </a:ext>
            </a:extLst>
          </p:cNvPr>
          <p:cNvSpPr txBox="1"/>
          <p:nvPr/>
        </p:nvSpPr>
        <p:spPr>
          <a:xfrm>
            <a:off x="2045948" y="1069452"/>
            <a:ext cx="6028683" cy="291961"/>
          </a:xfrm>
          <a:prstGeom prst="rect">
            <a:avLst/>
          </a:prstGeom>
        </p:spPr>
        <p:txBody>
          <a:bodyPr vert="horz" wrap="square" lIns="0" tIns="14817" rIns="0" bIns="0" rtlCol="0">
            <a:spAutoFit/>
          </a:bodyPr>
          <a:lstStyle/>
          <a:p>
            <a:pPr marL="14111">
              <a:spcBef>
                <a:spcPts val="117"/>
              </a:spcBef>
              <a:tabLst>
                <a:tab pos="2831366" algn="l"/>
              </a:tabLst>
            </a:pPr>
            <a:r>
              <a:rPr b="1" dirty="0">
                <a:solidFill>
                  <a:srgbClr val="6F2F9F"/>
                </a:solidFill>
                <a:latin typeface="Arial"/>
                <a:cs typeface="Arial"/>
              </a:rPr>
              <a:t>Row-wise</a:t>
            </a:r>
            <a:r>
              <a:rPr b="1" spc="-44" dirty="0">
                <a:solidFill>
                  <a:srgbClr val="6F2F9F"/>
                </a:solidFill>
                <a:latin typeface="Arial"/>
                <a:cs typeface="Arial"/>
              </a:rPr>
              <a:t> </a:t>
            </a:r>
            <a:r>
              <a:rPr b="1" spc="-6" dirty="0">
                <a:solidFill>
                  <a:srgbClr val="6F2F9F"/>
                </a:solidFill>
                <a:latin typeface="Arial"/>
                <a:cs typeface="Arial"/>
              </a:rPr>
              <a:t>partitioning</a:t>
            </a:r>
            <a:r>
              <a:rPr lang="en-US" b="1" spc="-6" dirty="0">
                <a:solidFill>
                  <a:srgbClr val="6F2F9F"/>
                </a:solidFill>
                <a:latin typeface="Arial"/>
                <a:cs typeface="Arial"/>
              </a:rPr>
              <a:t>    </a:t>
            </a:r>
            <a:r>
              <a:rPr b="1" spc="-6" dirty="0">
                <a:solidFill>
                  <a:srgbClr val="6F2F9F"/>
                </a:solidFill>
                <a:latin typeface="Arial"/>
                <a:cs typeface="Arial"/>
              </a:rPr>
              <a:t>Col</a:t>
            </a:r>
            <a:r>
              <a:rPr lang="en-US" b="1" spc="-6" dirty="0">
                <a:solidFill>
                  <a:srgbClr val="6F2F9F"/>
                </a:solidFill>
                <a:latin typeface="Arial"/>
                <a:cs typeface="Arial"/>
              </a:rPr>
              <a:t>umn-wise</a:t>
            </a:r>
            <a:r>
              <a:rPr b="1" spc="-67" dirty="0">
                <a:solidFill>
                  <a:srgbClr val="6F2F9F"/>
                </a:solidFill>
                <a:latin typeface="Arial"/>
                <a:cs typeface="Arial"/>
              </a:rPr>
              <a:t> </a:t>
            </a:r>
            <a:r>
              <a:rPr b="1" spc="-6" dirty="0">
                <a:solidFill>
                  <a:srgbClr val="6F2F9F"/>
                </a:solidFill>
                <a:latin typeface="Arial"/>
                <a:cs typeface="Arial"/>
              </a:rPr>
              <a:t>partitioning</a:t>
            </a:r>
            <a:endParaRPr dirty="0">
              <a:latin typeface="Arial"/>
              <a:cs typeface="Arial"/>
            </a:endParaRPr>
          </a:p>
        </p:txBody>
      </p:sp>
      <p:sp>
        <p:nvSpPr>
          <p:cNvPr id="225" name="object 4">
            <a:extLst>
              <a:ext uri="{FF2B5EF4-FFF2-40B4-BE49-F238E27FC236}">
                <a16:creationId xmlns:a16="http://schemas.microsoft.com/office/drawing/2014/main" id="{2BF273D2-C201-40AB-858D-772F5033D46E}"/>
              </a:ext>
            </a:extLst>
          </p:cNvPr>
          <p:cNvSpPr txBox="1"/>
          <p:nvPr/>
        </p:nvSpPr>
        <p:spPr>
          <a:xfrm>
            <a:off x="519333" y="5253370"/>
            <a:ext cx="8174634" cy="816463"/>
          </a:xfrm>
          <a:prstGeom prst="rect">
            <a:avLst/>
          </a:prstGeom>
        </p:spPr>
        <p:txBody>
          <a:bodyPr vert="horz" wrap="square" lIns="0" tIns="110067" rIns="0" bIns="0" rtlCol="0">
            <a:spAutoFit/>
          </a:bodyPr>
          <a:lstStyle/>
          <a:p>
            <a:pPr marL="332313" indent="-318908">
              <a:spcBef>
                <a:spcPts val="867"/>
              </a:spcBef>
              <a:buClr>
                <a:srgbClr val="B2B2B2"/>
              </a:buClr>
              <a:buFont typeface="Arial"/>
              <a:buChar char="•"/>
              <a:tabLst>
                <a:tab pos="332313" algn="l"/>
                <a:tab pos="333019" algn="l"/>
              </a:tabLst>
            </a:pPr>
            <a:r>
              <a:rPr sz="2000" b="1" spc="-6" dirty="0">
                <a:latin typeface="Trebuchet MS"/>
                <a:cs typeface="Trebuchet MS"/>
              </a:rPr>
              <a:t>Note: no </a:t>
            </a:r>
            <a:r>
              <a:rPr sz="2000" b="1" dirty="0">
                <a:latin typeface="Trebuchet MS"/>
                <a:cs typeface="Trebuchet MS"/>
              </a:rPr>
              <a:t>communication </a:t>
            </a:r>
            <a:r>
              <a:rPr sz="2000" b="1" spc="-6" dirty="0">
                <a:latin typeface="Trebuchet MS"/>
                <a:cs typeface="Trebuchet MS"/>
              </a:rPr>
              <a:t>is</a:t>
            </a:r>
            <a:r>
              <a:rPr sz="2000" b="1" spc="-100" dirty="0">
                <a:latin typeface="Trebuchet MS"/>
                <a:cs typeface="Trebuchet MS"/>
              </a:rPr>
              <a:t> </a:t>
            </a:r>
            <a:r>
              <a:rPr sz="2000" b="1" spc="-6" dirty="0">
                <a:latin typeface="Trebuchet MS"/>
                <a:cs typeface="Trebuchet MS"/>
              </a:rPr>
              <a:t>needed</a:t>
            </a:r>
            <a:r>
              <a:rPr lang="en-US" altLang="zh-CN" sz="2000" b="1" spc="-6" dirty="0">
                <a:latin typeface="Trebuchet MS"/>
                <a:cs typeface="Trebuchet MS"/>
              </a:rPr>
              <a:t> for two layers</a:t>
            </a:r>
            <a:endParaRPr sz="2000" dirty="0">
              <a:latin typeface="Trebuchet MS"/>
              <a:cs typeface="Trebuchet MS"/>
            </a:endParaRPr>
          </a:p>
          <a:p>
            <a:pPr marL="332313" indent="-318908">
              <a:lnSpc>
                <a:spcPts val="2283"/>
              </a:lnSpc>
              <a:spcBef>
                <a:spcPts val="761"/>
              </a:spcBef>
              <a:buClr>
                <a:srgbClr val="B2B2B2"/>
              </a:buClr>
              <a:buFont typeface="Arial"/>
              <a:buChar char="•"/>
              <a:tabLst>
                <a:tab pos="332313" algn="l"/>
                <a:tab pos="333019" algn="l"/>
              </a:tabLst>
            </a:pPr>
            <a:r>
              <a:rPr sz="2000" b="1" spc="-6" dirty="0">
                <a:latin typeface="Trebuchet MS"/>
                <a:cs typeface="Trebuchet MS"/>
              </a:rPr>
              <a:t>Worker </a:t>
            </a:r>
            <a:r>
              <a:rPr sz="2000" b="1" i="1" dirty="0">
                <a:latin typeface="Trebuchet MS"/>
                <a:cs typeface="Trebuchet MS"/>
              </a:rPr>
              <a:t>i </a:t>
            </a:r>
            <a:r>
              <a:rPr sz="2000" b="1" spc="-6" dirty="0">
                <a:latin typeface="Trebuchet MS"/>
                <a:cs typeface="Trebuchet MS"/>
              </a:rPr>
              <a:t>produces output, </a:t>
            </a:r>
            <a:r>
              <a:rPr sz="2000" b="1" dirty="0">
                <a:latin typeface="Trebuchet MS"/>
                <a:cs typeface="Trebuchet MS"/>
              </a:rPr>
              <a:t>which</a:t>
            </a:r>
            <a:r>
              <a:rPr sz="2000" b="1" spc="-61" dirty="0">
                <a:latin typeface="Trebuchet MS"/>
                <a:cs typeface="Trebuchet MS"/>
              </a:rPr>
              <a:t> </a:t>
            </a:r>
            <a:r>
              <a:rPr sz="2000" b="1" spc="-6" dirty="0">
                <a:latin typeface="Trebuchet MS"/>
                <a:cs typeface="Trebuchet MS"/>
              </a:rPr>
              <a:t>is</a:t>
            </a:r>
            <a:r>
              <a:rPr lang="en-US" altLang="zh-CN" sz="2000" b="1" spc="-6" dirty="0">
                <a:latin typeface="Trebuchet MS"/>
                <a:cs typeface="Trebuchet MS"/>
              </a:rPr>
              <a:t> </a:t>
            </a:r>
            <a:r>
              <a:rPr sz="2000" b="1" spc="-6" dirty="0">
                <a:latin typeface="Trebuchet MS"/>
                <a:cs typeface="Trebuchet MS"/>
              </a:rPr>
              <a:t>its input for the next</a:t>
            </a:r>
            <a:r>
              <a:rPr sz="2000" b="1" spc="-17" dirty="0">
                <a:latin typeface="Trebuchet MS"/>
                <a:cs typeface="Trebuchet MS"/>
              </a:rPr>
              <a:t> </a:t>
            </a:r>
            <a:r>
              <a:rPr sz="2000" b="1" spc="-6" dirty="0">
                <a:latin typeface="Trebuchet MS"/>
                <a:cs typeface="Trebuchet MS"/>
              </a:rPr>
              <a:t>layer</a:t>
            </a:r>
            <a:endParaRPr sz="2000" dirty="0">
              <a:latin typeface="Trebuchet MS"/>
              <a:cs typeface="Trebuchet MS"/>
            </a:endParaRPr>
          </a:p>
        </p:txBody>
      </p:sp>
      <p:sp>
        <p:nvSpPr>
          <p:cNvPr id="226" name="Rectangle 59">
            <a:extLst>
              <a:ext uri="{FF2B5EF4-FFF2-40B4-BE49-F238E27FC236}">
                <a16:creationId xmlns:a16="http://schemas.microsoft.com/office/drawing/2014/main" id="{2B352BA7-5B90-4CD0-BF8C-71B5744D9500}"/>
              </a:ext>
            </a:extLst>
          </p:cNvPr>
          <p:cNvSpPr/>
          <p:nvPr/>
        </p:nvSpPr>
        <p:spPr>
          <a:xfrm>
            <a:off x="2477878" y="4295047"/>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
        <p:nvSpPr>
          <p:cNvPr id="227" name="Rectangle 59">
            <a:extLst>
              <a:ext uri="{FF2B5EF4-FFF2-40B4-BE49-F238E27FC236}">
                <a16:creationId xmlns:a16="http://schemas.microsoft.com/office/drawing/2014/main" id="{14CDCDBF-C277-4C55-9DA2-3250668FD76F}"/>
              </a:ext>
            </a:extLst>
          </p:cNvPr>
          <p:cNvSpPr/>
          <p:nvPr/>
        </p:nvSpPr>
        <p:spPr>
          <a:xfrm>
            <a:off x="5015229" y="4306604"/>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Tree>
    <p:extLst>
      <p:ext uri="{BB962C8B-B14F-4D97-AF65-F5344CB8AC3E}">
        <p14:creationId xmlns:p14="http://schemas.microsoft.com/office/powerpoint/2010/main" val="3927448708"/>
      </p:ext>
    </p:extLst>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0" y="253947"/>
            <a:ext cx="9209436" cy="660452"/>
          </a:xfrm>
        </p:spPr>
        <p:txBody>
          <a:bodyPr/>
          <a:lstStyle/>
          <a:p>
            <a:r>
              <a:rPr lang="en-US" altLang="zh-CN" sz="3200" dirty="0"/>
              <a:t>Reducing </a:t>
            </a:r>
            <a:r>
              <a:rPr lang="en-US" altLang="zh-CN" sz="3200" spc="-6" dirty="0"/>
              <a:t>Synchronization By Alternating</a:t>
            </a:r>
            <a:r>
              <a:rPr lang="en-US" altLang="zh-CN" sz="3200" spc="-39" dirty="0"/>
              <a:t> </a:t>
            </a:r>
            <a:r>
              <a:rPr lang="en-US" altLang="zh-CN" sz="3200" spc="-6" dirty="0"/>
              <a:t>Partitioning</a:t>
            </a:r>
            <a:endParaRPr lang="en-US" altLang="en-US" sz="32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172</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125" name="object 2">
            <a:extLst>
              <a:ext uri="{FF2B5EF4-FFF2-40B4-BE49-F238E27FC236}">
                <a16:creationId xmlns:a16="http://schemas.microsoft.com/office/drawing/2014/main" id="{58738606-82DC-4453-BBCA-207D1FFD6262}"/>
              </a:ext>
            </a:extLst>
          </p:cNvPr>
          <p:cNvSpPr/>
          <p:nvPr/>
        </p:nvSpPr>
        <p:spPr>
          <a:xfrm>
            <a:off x="2168708" y="2348416"/>
            <a:ext cx="2001661" cy="2115960"/>
          </a:xfrm>
          <a:custGeom>
            <a:avLst/>
            <a:gdLst/>
            <a:ahLst/>
            <a:cxnLst/>
            <a:rect l="l" t="t" r="r" b="b"/>
            <a:pathLst>
              <a:path w="1801495" h="1904364">
                <a:moveTo>
                  <a:pt x="0" y="1904238"/>
                </a:moveTo>
                <a:lnTo>
                  <a:pt x="1801368" y="1904238"/>
                </a:lnTo>
                <a:lnTo>
                  <a:pt x="1801368" y="0"/>
                </a:lnTo>
                <a:lnTo>
                  <a:pt x="0" y="0"/>
                </a:lnTo>
                <a:lnTo>
                  <a:pt x="0" y="1904238"/>
                </a:lnTo>
                <a:close/>
              </a:path>
            </a:pathLst>
          </a:custGeom>
          <a:solidFill>
            <a:srgbClr val="F7F7F7"/>
          </a:solidFill>
        </p:spPr>
        <p:txBody>
          <a:bodyPr wrap="square" lIns="0" tIns="0" rIns="0" bIns="0" rtlCol="0"/>
          <a:lstStyle/>
          <a:p>
            <a:endParaRPr sz="2000"/>
          </a:p>
        </p:txBody>
      </p:sp>
      <p:sp>
        <p:nvSpPr>
          <p:cNvPr id="127" name="object 3">
            <a:extLst>
              <a:ext uri="{FF2B5EF4-FFF2-40B4-BE49-F238E27FC236}">
                <a16:creationId xmlns:a16="http://schemas.microsoft.com/office/drawing/2014/main" id="{7577740F-499F-4142-9B44-E41DAD028FAA}"/>
              </a:ext>
            </a:extLst>
          </p:cNvPr>
          <p:cNvSpPr/>
          <p:nvPr/>
        </p:nvSpPr>
        <p:spPr>
          <a:xfrm>
            <a:off x="2168708" y="940410"/>
            <a:ext cx="2001661" cy="1336322"/>
          </a:xfrm>
          <a:custGeom>
            <a:avLst/>
            <a:gdLst/>
            <a:ahLst/>
            <a:cxnLst/>
            <a:rect l="l" t="t" r="r" b="b"/>
            <a:pathLst>
              <a:path w="1801495" h="1202689">
                <a:moveTo>
                  <a:pt x="0" y="1202436"/>
                </a:moveTo>
                <a:lnTo>
                  <a:pt x="1801368" y="1202436"/>
                </a:lnTo>
                <a:lnTo>
                  <a:pt x="1801368" y="0"/>
                </a:lnTo>
                <a:lnTo>
                  <a:pt x="0" y="0"/>
                </a:lnTo>
                <a:lnTo>
                  <a:pt x="0" y="1202436"/>
                </a:lnTo>
                <a:close/>
              </a:path>
            </a:pathLst>
          </a:custGeom>
          <a:solidFill>
            <a:srgbClr val="F7F7F7"/>
          </a:solidFill>
        </p:spPr>
        <p:txBody>
          <a:bodyPr wrap="square" lIns="0" tIns="0" rIns="0" bIns="0" rtlCol="0"/>
          <a:lstStyle/>
          <a:p>
            <a:endParaRPr sz="2000"/>
          </a:p>
        </p:txBody>
      </p:sp>
      <p:graphicFrame>
        <p:nvGraphicFramePr>
          <p:cNvPr id="141" name="object 5">
            <a:extLst>
              <a:ext uri="{FF2B5EF4-FFF2-40B4-BE49-F238E27FC236}">
                <a16:creationId xmlns:a16="http://schemas.microsoft.com/office/drawing/2014/main" id="{AB79DC59-C9A5-4FAB-A430-8B9F1D78D1A4}"/>
              </a:ext>
            </a:extLst>
          </p:cNvPr>
          <p:cNvGraphicFramePr>
            <a:graphicFrameLocks noGrp="1"/>
          </p:cNvGraphicFramePr>
          <p:nvPr/>
        </p:nvGraphicFramePr>
        <p:xfrm>
          <a:off x="2312360" y="1480300"/>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163" name="object 6">
            <a:extLst>
              <a:ext uri="{FF2B5EF4-FFF2-40B4-BE49-F238E27FC236}">
                <a16:creationId xmlns:a16="http://schemas.microsoft.com/office/drawing/2014/main" id="{1E7F1D8F-4A0B-4D61-954F-8C2C5EC044C0}"/>
              </a:ext>
            </a:extLst>
          </p:cNvPr>
          <p:cNvGraphicFramePr>
            <a:graphicFrameLocks noGrp="1"/>
          </p:cNvGraphicFramePr>
          <p:nvPr/>
        </p:nvGraphicFramePr>
        <p:xfrm>
          <a:off x="3330050"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164" name="object 7">
            <a:extLst>
              <a:ext uri="{FF2B5EF4-FFF2-40B4-BE49-F238E27FC236}">
                <a16:creationId xmlns:a16="http://schemas.microsoft.com/office/drawing/2014/main" id="{2DEC4D42-18DB-40EA-BC7F-CB9FBB6BAEF9}"/>
              </a:ext>
            </a:extLst>
          </p:cNvPr>
          <p:cNvGraphicFramePr>
            <a:graphicFrameLocks noGrp="1"/>
          </p:cNvGraphicFramePr>
          <p:nvPr/>
        </p:nvGraphicFramePr>
        <p:xfrm>
          <a:off x="3885463"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165" name="object 8">
            <a:extLst>
              <a:ext uri="{FF2B5EF4-FFF2-40B4-BE49-F238E27FC236}">
                <a16:creationId xmlns:a16="http://schemas.microsoft.com/office/drawing/2014/main" id="{80840E73-1778-479B-BA21-0869281FB00C}"/>
              </a:ext>
            </a:extLst>
          </p:cNvPr>
          <p:cNvSpPr txBox="1"/>
          <p:nvPr/>
        </p:nvSpPr>
        <p:spPr>
          <a:xfrm>
            <a:off x="3110482" y="1615769"/>
            <a:ext cx="680156" cy="356915"/>
          </a:xfrm>
          <a:prstGeom prst="rect">
            <a:avLst/>
          </a:prstGeom>
        </p:spPr>
        <p:txBody>
          <a:bodyPr vert="horz" wrap="square" lIns="0" tIns="14817" rIns="0" bIns="0" rtlCol="0">
            <a:spAutoFit/>
          </a:bodyPr>
          <a:lstStyle/>
          <a:p>
            <a:pPr>
              <a:spcBef>
                <a:spcPts val="117"/>
              </a:spcBef>
              <a:tabLst>
                <a:tab pos="499528" algn="l"/>
              </a:tabLst>
            </a:pPr>
            <a:r>
              <a:rPr sz="2222" b="1" dirty="0">
                <a:latin typeface="Arial"/>
                <a:cs typeface="Arial"/>
              </a:rPr>
              <a:t>×	=</a:t>
            </a:r>
            <a:endParaRPr sz="2222">
              <a:latin typeface="Arial"/>
              <a:cs typeface="Arial"/>
            </a:endParaRPr>
          </a:p>
        </p:txBody>
      </p:sp>
      <p:graphicFrame>
        <p:nvGraphicFramePr>
          <p:cNvPr id="166" name="object 9">
            <a:extLst>
              <a:ext uri="{FF2B5EF4-FFF2-40B4-BE49-F238E27FC236}">
                <a16:creationId xmlns:a16="http://schemas.microsoft.com/office/drawing/2014/main" id="{3181D264-893E-45EF-A9B6-43BA327A3F59}"/>
              </a:ext>
            </a:extLst>
          </p:cNvPr>
          <p:cNvGraphicFramePr>
            <a:graphicFrameLocks noGrp="1"/>
          </p:cNvGraphicFramePr>
          <p:nvPr/>
        </p:nvGraphicFramePr>
        <p:xfrm>
          <a:off x="3330050"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167" name="object 10">
            <a:extLst>
              <a:ext uri="{FF2B5EF4-FFF2-40B4-BE49-F238E27FC236}">
                <a16:creationId xmlns:a16="http://schemas.microsoft.com/office/drawing/2014/main" id="{2E8B620D-CEBC-4FB1-8C20-2BCFC6CA8D1C}"/>
              </a:ext>
            </a:extLst>
          </p:cNvPr>
          <p:cNvGraphicFramePr>
            <a:graphicFrameLocks noGrp="1"/>
          </p:cNvGraphicFramePr>
          <p:nvPr/>
        </p:nvGraphicFramePr>
        <p:xfrm>
          <a:off x="2312360" y="2560651"/>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168" name="object 11">
            <a:extLst>
              <a:ext uri="{FF2B5EF4-FFF2-40B4-BE49-F238E27FC236}">
                <a16:creationId xmlns:a16="http://schemas.microsoft.com/office/drawing/2014/main" id="{5C1C691E-A937-4B44-A2C1-93CDABFA62A1}"/>
              </a:ext>
            </a:extLst>
          </p:cNvPr>
          <p:cNvGraphicFramePr>
            <a:graphicFrameLocks noGrp="1"/>
          </p:cNvGraphicFramePr>
          <p:nvPr/>
        </p:nvGraphicFramePr>
        <p:xfrm>
          <a:off x="3885463"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169" name="object 12">
            <a:extLst>
              <a:ext uri="{FF2B5EF4-FFF2-40B4-BE49-F238E27FC236}">
                <a16:creationId xmlns:a16="http://schemas.microsoft.com/office/drawing/2014/main" id="{A8F1E9E5-CA7B-4B8E-A14F-CBABE3ED7E9A}"/>
              </a:ext>
            </a:extLst>
          </p:cNvPr>
          <p:cNvSpPr txBox="1"/>
          <p:nvPr/>
        </p:nvSpPr>
        <p:spPr>
          <a:xfrm>
            <a:off x="3110482" y="2695833"/>
            <a:ext cx="680156" cy="356202"/>
          </a:xfrm>
          <a:prstGeom prst="rect">
            <a:avLst/>
          </a:prstGeom>
        </p:spPr>
        <p:txBody>
          <a:bodyPr vert="horz" wrap="square" lIns="0" tIns="14111" rIns="0" bIns="0" rtlCol="0">
            <a:spAutoFit/>
          </a:bodyPr>
          <a:lstStyle/>
          <a:p>
            <a:pPr>
              <a:spcBef>
                <a:spcPts val="111"/>
              </a:spcBef>
              <a:tabLst>
                <a:tab pos="499528" algn="l"/>
              </a:tabLst>
            </a:pPr>
            <a:r>
              <a:rPr sz="2222" b="1" dirty="0">
                <a:latin typeface="Arial"/>
                <a:cs typeface="Arial"/>
              </a:rPr>
              <a:t>×	=</a:t>
            </a:r>
            <a:endParaRPr sz="2222">
              <a:latin typeface="Arial"/>
              <a:cs typeface="Arial"/>
            </a:endParaRPr>
          </a:p>
        </p:txBody>
      </p:sp>
      <p:graphicFrame>
        <p:nvGraphicFramePr>
          <p:cNvPr id="170" name="object 13">
            <a:extLst>
              <a:ext uri="{FF2B5EF4-FFF2-40B4-BE49-F238E27FC236}">
                <a16:creationId xmlns:a16="http://schemas.microsoft.com/office/drawing/2014/main" id="{BABA6A51-61AD-4F4D-9ADB-2C6C7E7BE06F}"/>
              </a:ext>
            </a:extLst>
          </p:cNvPr>
          <p:cNvGraphicFramePr>
            <a:graphicFrameLocks noGrp="1"/>
          </p:cNvGraphicFramePr>
          <p:nvPr/>
        </p:nvGraphicFramePr>
        <p:xfrm>
          <a:off x="2312360" y="3622366"/>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2"/>
                  </a:ext>
                </a:extLst>
              </a:tr>
            </a:tbl>
          </a:graphicData>
        </a:graphic>
      </p:graphicFrame>
      <p:grpSp>
        <p:nvGrpSpPr>
          <p:cNvPr id="171" name="object 14">
            <a:extLst>
              <a:ext uri="{FF2B5EF4-FFF2-40B4-BE49-F238E27FC236}">
                <a16:creationId xmlns:a16="http://schemas.microsoft.com/office/drawing/2014/main" id="{4CFA8EFA-7C71-4FF6-9EB7-9837285A1ABB}"/>
              </a:ext>
            </a:extLst>
          </p:cNvPr>
          <p:cNvGrpSpPr/>
          <p:nvPr/>
        </p:nvGrpSpPr>
        <p:grpSpPr>
          <a:xfrm>
            <a:off x="3330050" y="3622366"/>
            <a:ext cx="200378" cy="666044"/>
            <a:chOff x="2080005" y="3980432"/>
            <a:chExt cx="180340" cy="599440"/>
          </a:xfrm>
        </p:grpSpPr>
        <p:sp>
          <p:nvSpPr>
            <p:cNvPr id="172" name="object 15">
              <a:extLst>
                <a:ext uri="{FF2B5EF4-FFF2-40B4-BE49-F238E27FC236}">
                  <a16:creationId xmlns:a16="http://schemas.microsoft.com/office/drawing/2014/main" id="{864B946B-1494-4D97-8698-66164C31A241}"/>
                </a:ext>
              </a:extLst>
            </p:cNvPr>
            <p:cNvSpPr/>
            <p:nvPr/>
          </p:nvSpPr>
          <p:spPr>
            <a:xfrm>
              <a:off x="2086355" y="3986782"/>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173" name="object 16">
              <a:extLst>
                <a:ext uri="{FF2B5EF4-FFF2-40B4-BE49-F238E27FC236}">
                  <a16:creationId xmlns:a16="http://schemas.microsoft.com/office/drawing/2014/main" id="{5A1F9809-A6EA-4308-9CDF-1AC37C358E10}"/>
                </a:ext>
              </a:extLst>
            </p:cNvPr>
            <p:cNvSpPr/>
            <p:nvPr/>
          </p:nvSpPr>
          <p:spPr>
            <a:xfrm>
              <a:off x="2086355" y="398678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74" name="object 17">
              <a:extLst>
                <a:ext uri="{FF2B5EF4-FFF2-40B4-BE49-F238E27FC236}">
                  <a16:creationId xmlns:a16="http://schemas.microsoft.com/office/drawing/2014/main" id="{9ECCDF39-D09E-4175-9F2C-545AD0173195}"/>
                </a:ext>
              </a:extLst>
            </p:cNvPr>
            <p:cNvSpPr/>
            <p:nvPr/>
          </p:nvSpPr>
          <p:spPr>
            <a:xfrm>
              <a:off x="2086355" y="4183377"/>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81CAFF"/>
            </a:solidFill>
          </p:spPr>
          <p:txBody>
            <a:bodyPr wrap="square" lIns="0" tIns="0" rIns="0" bIns="0" rtlCol="0"/>
            <a:lstStyle/>
            <a:p>
              <a:endParaRPr sz="2000"/>
            </a:p>
          </p:txBody>
        </p:sp>
        <p:sp>
          <p:nvSpPr>
            <p:cNvPr id="175" name="object 18">
              <a:extLst>
                <a:ext uri="{FF2B5EF4-FFF2-40B4-BE49-F238E27FC236}">
                  <a16:creationId xmlns:a16="http://schemas.microsoft.com/office/drawing/2014/main" id="{A6381CB3-C495-4861-98C5-646C1602097E}"/>
                </a:ext>
              </a:extLst>
            </p:cNvPr>
            <p:cNvSpPr/>
            <p:nvPr/>
          </p:nvSpPr>
          <p:spPr>
            <a:xfrm>
              <a:off x="2086355" y="4183377"/>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76" name="object 19">
              <a:extLst>
                <a:ext uri="{FF2B5EF4-FFF2-40B4-BE49-F238E27FC236}">
                  <a16:creationId xmlns:a16="http://schemas.microsoft.com/office/drawing/2014/main" id="{CFE4303C-A4ED-46B3-AD12-B1DA191F16A8}"/>
                </a:ext>
              </a:extLst>
            </p:cNvPr>
            <p:cNvSpPr/>
            <p:nvPr/>
          </p:nvSpPr>
          <p:spPr>
            <a:xfrm>
              <a:off x="2086355"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177" name="object 20">
              <a:extLst>
                <a:ext uri="{FF2B5EF4-FFF2-40B4-BE49-F238E27FC236}">
                  <a16:creationId xmlns:a16="http://schemas.microsoft.com/office/drawing/2014/main" id="{A08C8FD0-EFFD-47A7-B4B4-FCA956FE22EE}"/>
                </a:ext>
              </a:extLst>
            </p:cNvPr>
            <p:cNvSpPr/>
            <p:nvPr/>
          </p:nvSpPr>
          <p:spPr>
            <a:xfrm>
              <a:off x="2086355"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grpSp>
        <p:nvGrpSpPr>
          <p:cNvPr id="178" name="object 21">
            <a:extLst>
              <a:ext uri="{FF2B5EF4-FFF2-40B4-BE49-F238E27FC236}">
                <a16:creationId xmlns:a16="http://schemas.microsoft.com/office/drawing/2014/main" id="{4AB28C0E-B068-4246-A766-024B34C7C2B2}"/>
              </a:ext>
            </a:extLst>
          </p:cNvPr>
          <p:cNvGrpSpPr/>
          <p:nvPr/>
        </p:nvGrpSpPr>
        <p:grpSpPr>
          <a:xfrm>
            <a:off x="3885463" y="3622366"/>
            <a:ext cx="200378" cy="666044"/>
            <a:chOff x="2579877" y="3980432"/>
            <a:chExt cx="180340" cy="599440"/>
          </a:xfrm>
        </p:grpSpPr>
        <p:sp>
          <p:nvSpPr>
            <p:cNvPr id="179" name="object 22">
              <a:extLst>
                <a:ext uri="{FF2B5EF4-FFF2-40B4-BE49-F238E27FC236}">
                  <a16:creationId xmlns:a16="http://schemas.microsoft.com/office/drawing/2014/main" id="{220E0C6A-79E2-482A-8A27-C2079FB6308F}"/>
                </a:ext>
              </a:extLst>
            </p:cNvPr>
            <p:cNvSpPr/>
            <p:nvPr/>
          </p:nvSpPr>
          <p:spPr>
            <a:xfrm>
              <a:off x="2586227"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BEBEBE"/>
              </a:solidFill>
            </a:ln>
          </p:spPr>
          <p:txBody>
            <a:bodyPr wrap="square" lIns="0" tIns="0" rIns="0" bIns="0" rtlCol="0"/>
            <a:lstStyle/>
            <a:p>
              <a:endParaRPr sz="2000"/>
            </a:p>
          </p:txBody>
        </p:sp>
        <p:sp>
          <p:nvSpPr>
            <p:cNvPr id="180" name="object 23">
              <a:extLst>
                <a:ext uri="{FF2B5EF4-FFF2-40B4-BE49-F238E27FC236}">
                  <a16:creationId xmlns:a16="http://schemas.microsoft.com/office/drawing/2014/main" id="{7E1FAC6E-C5CD-4C51-95F8-64DB049E723A}"/>
                </a:ext>
              </a:extLst>
            </p:cNvPr>
            <p:cNvSpPr/>
            <p:nvPr/>
          </p:nvSpPr>
          <p:spPr>
            <a:xfrm>
              <a:off x="2586227"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181" name="object 24">
              <a:extLst>
                <a:ext uri="{FF2B5EF4-FFF2-40B4-BE49-F238E27FC236}">
                  <a16:creationId xmlns:a16="http://schemas.microsoft.com/office/drawing/2014/main" id="{32D80A5B-5ABB-49AB-9521-3C2E7A8A6A80}"/>
                </a:ext>
              </a:extLst>
            </p:cNvPr>
            <p:cNvSpPr/>
            <p:nvPr/>
          </p:nvSpPr>
          <p:spPr>
            <a:xfrm>
              <a:off x="2586227"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82" name="object 25">
            <a:extLst>
              <a:ext uri="{FF2B5EF4-FFF2-40B4-BE49-F238E27FC236}">
                <a16:creationId xmlns:a16="http://schemas.microsoft.com/office/drawing/2014/main" id="{9B2CEC7E-F665-4716-86E9-9D82D161D895}"/>
              </a:ext>
            </a:extLst>
          </p:cNvPr>
          <p:cNvSpPr txBox="1"/>
          <p:nvPr/>
        </p:nvSpPr>
        <p:spPr>
          <a:xfrm>
            <a:off x="3110482" y="3757497"/>
            <a:ext cx="680156" cy="356915"/>
          </a:xfrm>
          <a:prstGeom prst="rect">
            <a:avLst/>
          </a:prstGeom>
        </p:spPr>
        <p:txBody>
          <a:bodyPr vert="horz" wrap="square" lIns="0" tIns="14817" rIns="0" bIns="0" rtlCol="0">
            <a:spAutoFit/>
          </a:bodyPr>
          <a:lstStyle/>
          <a:p>
            <a:pPr>
              <a:spcBef>
                <a:spcPts val="117"/>
              </a:spcBef>
              <a:tabLst>
                <a:tab pos="499528" algn="l"/>
              </a:tabLst>
            </a:pPr>
            <a:r>
              <a:rPr sz="2222" b="1" dirty="0">
                <a:latin typeface="Arial"/>
                <a:cs typeface="Arial"/>
              </a:rPr>
              <a:t>×	=</a:t>
            </a:r>
            <a:endParaRPr sz="2222">
              <a:latin typeface="Arial"/>
              <a:cs typeface="Arial"/>
            </a:endParaRPr>
          </a:p>
        </p:txBody>
      </p:sp>
      <p:sp>
        <p:nvSpPr>
          <p:cNvPr id="183" name="object 26">
            <a:extLst>
              <a:ext uri="{FF2B5EF4-FFF2-40B4-BE49-F238E27FC236}">
                <a16:creationId xmlns:a16="http://schemas.microsoft.com/office/drawing/2014/main" id="{BDC96805-AA0C-4624-80E6-2E9736D2B7CE}"/>
              </a:ext>
            </a:extLst>
          </p:cNvPr>
          <p:cNvSpPr/>
          <p:nvPr/>
        </p:nvSpPr>
        <p:spPr>
          <a:xfrm>
            <a:off x="2220350" y="4500645"/>
            <a:ext cx="1915583" cy="298450"/>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sp>
        <p:nvSpPr>
          <p:cNvPr id="184" name="object 27">
            <a:extLst>
              <a:ext uri="{FF2B5EF4-FFF2-40B4-BE49-F238E27FC236}">
                <a16:creationId xmlns:a16="http://schemas.microsoft.com/office/drawing/2014/main" id="{615FCFAF-B53B-4958-B145-66A056701589}"/>
              </a:ext>
            </a:extLst>
          </p:cNvPr>
          <p:cNvSpPr txBox="1"/>
          <p:nvPr/>
        </p:nvSpPr>
        <p:spPr>
          <a:xfrm>
            <a:off x="2657796" y="4829769"/>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185" name="object 28">
            <a:extLst>
              <a:ext uri="{FF2B5EF4-FFF2-40B4-BE49-F238E27FC236}">
                <a16:creationId xmlns:a16="http://schemas.microsoft.com/office/drawing/2014/main" id="{865F4504-3672-49EC-9836-6AD20F69CEAC}"/>
              </a:ext>
            </a:extLst>
          </p:cNvPr>
          <p:cNvSpPr txBox="1"/>
          <p:nvPr/>
        </p:nvSpPr>
        <p:spPr>
          <a:xfrm>
            <a:off x="1143000" y="1630017"/>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186" name="object 29">
            <a:extLst>
              <a:ext uri="{FF2B5EF4-FFF2-40B4-BE49-F238E27FC236}">
                <a16:creationId xmlns:a16="http://schemas.microsoft.com/office/drawing/2014/main" id="{85110F8A-14C8-4812-932B-26117F50DBFA}"/>
              </a:ext>
            </a:extLst>
          </p:cNvPr>
          <p:cNvSpPr txBox="1"/>
          <p:nvPr/>
        </p:nvSpPr>
        <p:spPr>
          <a:xfrm>
            <a:off x="1147741" y="2733083"/>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187" name="object 30">
            <a:extLst>
              <a:ext uri="{FF2B5EF4-FFF2-40B4-BE49-F238E27FC236}">
                <a16:creationId xmlns:a16="http://schemas.microsoft.com/office/drawing/2014/main" id="{C178B291-1A09-4443-B1C5-14E7E10D32EC}"/>
              </a:ext>
            </a:extLst>
          </p:cNvPr>
          <p:cNvSpPr txBox="1"/>
          <p:nvPr/>
        </p:nvSpPr>
        <p:spPr>
          <a:xfrm>
            <a:off x="1148419" y="3757549"/>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graphicFrame>
        <p:nvGraphicFramePr>
          <p:cNvPr id="188" name="object 31">
            <a:extLst>
              <a:ext uri="{FF2B5EF4-FFF2-40B4-BE49-F238E27FC236}">
                <a16:creationId xmlns:a16="http://schemas.microsoft.com/office/drawing/2014/main" id="{819E26E6-42D0-468B-96EA-EAF496BE9CC2}"/>
              </a:ext>
            </a:extLst>
          </p:cNvPr>
          <p:cNvGraphicFramePr>
            <a:graphicFrameLocks noGrp="1"/>
          </p:cNvGraphicFramePr>
          <p:nvPr/>
        </p:nvGraphicFramePr>
        <p:xfrm>
          <a:off x="5885312" y="1480300"/>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89" name="object 32">
            <a:extLst>
              <a:ext uri="{FF2B5EF4-FFF2-40B4-BE49-F238E27FC236}">
                <a16:creationId xmlns:a16="http://schemas.microsoft.com/office/drawing/2014/main" id="{7150387C-4F0A-413F-A644-457A3C976381}"/>
              </a:ext>
            </a:extLst>
          </p:cNvPr>
          <p:cNvGrpSpPr/>
          <p:nvPr/>
        </p:nvGrpSpPr>
        <p:grpSpPr>
          <a:xfrm>
            <a:off x="4712094" y="940410"/>
            <a:ext cx="2001661" cy="3524250"/>
            <a:chOff x="3323844" y="1566671"/>
            <a:chExt cx="1801495" cy="3171825"/>
          </a:xfrm>
        </p:grpSpPr>
        <p:sp>
          <p:nvSpPr>
            <p:cNvPr id="190" name="object 33">
              <a:extLst>
                <a:ext uri="{FF2B5EF4-FFF2-40B4-BE49-F238E27FC236}">
                  <a16:creationId xmlns:a16="http://schemas.microsoft.com/office/drawing/2014/main" id="{7B38D3C1-3DB9-488C-947A-BFC55B6E30CE}"/>
                </a:ext>
              </a:extLst>
            </p:cNvPr>
            <p:cNvSpPr/>
            <p:nvPr/>
          </p:nvSpPr>
          <p:spPr>
            <a:xfrm>
              <a:off x="3323844" y="1566671"/>
              <a:ext cx="1801495" cy="3171825"/>
            </a:xfrm>
            <a:custGeom>
              <a:avLst/>
              <a:gdLst/>
              <a:ahLst/>
              <a:cxnLst/>
              <a:rect l="l" t="t" r="r" b="b"/>
              <a:pathLst>
                <a:path w="1801495" h="3171825">
                  <a:moveTo>
                    <a:pt x="1801368" y="1267206"/>
                  </a:moveTo>
                  <a:lnTo>
                    <a:pt x="0" y="1267206"/>
                  </a:lnTo>
                  <a:lnTo>
                    <a:pt x="0" y="3171444"/>
                  </a:lnTo>
                  <a:lnTo>
                    <a:pt x="1801368" y="3171444"/>
                  </a:lnTo>
                  <a:lnTo>
                    <a:pt x="1801368" y="1267206"/>
                  </a:lnTo>
                  <a:close/>
                </a:path>
                <a:path w="1801495" h="3171825">
                  <a:moveTo>
                    <a:pt x="1801368" y="0"/>
                  </a:moveTo>
                  <a:lnTo>
                    <a:pt x="0" y="0"/>
                  </a:lnTo>
                  <a:lnTo>
                    <a:pt x="0" y="1202436"/>
                  </a:lnTo>
                  <a:lnTo>
                    <a:pt x="1801368" y="1202436"/>
                  </a:lnTo>
                  <a:lnTo>
                    <a:pt x="1801368" y="0"/>
                  </a:lnTo>
                  <a:close/>
                </a:path>
              </a:pathLst>
            </a:custGeom>
            <a:solidFill>
              <a:srgbClr val="F7F7F7"/>
            </a:solidFill>
          </p:spPr>
          <p:txBody>
            <a:bodyPr wrap="square" lIns="0" tIns="0" rIns="0" bIns="0" rtlCol="0"/>
            <a:lstStyle/>
            <a:p>
              <a:endParaRPr sz="2000"/>
            </a:p>
          </p:txBody>
        </p:sp>
        <p:sp>
          <p:nvSpPr>
            <p:cNvPr id="191" name="object 34">
              <a:extLst>
                <a:ext uri="{FF2B5EF4-FFF2-40B4-BE49-F238E27FC236}">
                  <a16:creationId xmlns:a16="http://schemas.microsoft.com/office/drawing/2014/main" id="{7F7BF712-2597-49A0-9FBD-83A5D2F60E26}"/>
                </a:ext>
              </a:extLst>
            </p:cNvPr>
            <p:cNvSpPr/>
            <p:nvPr/>
          </p:nvSpPr>
          <p:spPr>
            <a:xfrm>
              <a:off x="4875276" y="2255517"/>
              <a:ext cx="169162" cy="195074"/>
            </a:xfrm>
            <a:prstGeom prst="rect">
              <a:avLst/>
            </a:prstGeom>
            <a:blipFill>
              <a:blip r:embed="rId3" cstate="print"/>
              <a:stretch>
                <a:fillRect/>
              </a:stretch>
            </a:blipFill>
          </p:spPr>
          <p:txBody>
            <a:bodyPr wrap="square" lIns="0" tIns="0" rIns="0" bIns="0" rtlCol="0"/>
            <a:lstStyle/>
            <a:p>
              <a:endParaRPr sz="2000"/>
            </a:p>
          </p:txBody>
        </p:sp>
        <p:sp>
          <p:nvSpPr>
            <p:cNvPr id="192" name="object 35">
              <a:extLst>
                <a:ext uri="{FF2B5EF4-FFF2-40B4-BE49-F238E27FC236}">
                  <a16:creationId xmlns:a16="http://schemas.microsoft.com/office/drawing/2014/main" id="{C38C62EF-76CC-497D-A111-A11D366D9CF1}"/>
                </a:ext>
              </a:extLst>
            </p:cNvPr>
            <p:cNvSpPr/>
            <p:nvPr/>
          </p:nvSpPr>
          <p:spPr>
            <a:xfrm>
              <a:off x="4875276" y="2255517"/>
              <a:ext cx="169545" cy="195580"/>
            </a:xfrm>
            <a:custGeom>
              <a:avLst/>
              <a:gdLst/>
              <a:ahLst/>
              <a:cxnLst/>
              <a:rect l="l" t="t" r="r" b="b"/>
              <a:pathLst>
                <a:path w="169545" h="195580">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93" name="object 36">
              <a:extLst>
                <a:ext uri="{FF2B5EF4-FFF2-40B4-BE49-F238E27FC236}">
                  <a16:creationId xmlns:a16="http://schemas.microsoft.com/office/drawing/2014/main" id="{C70414A8-724B-49DF-A6BA-6B34B246AF81}"/>
                </a:ext>
              </a:extLst>
            </p:cNvPr>
            <p:cNvSpPr/>
            <p:nvPr/>
          </p:nvSpPr>
          <p:spPr>
            <a:xfrm>
              <a:off x="4875276" y="2450594"/>
              <a:ext cx="169162" cy="195069"/>
            </a:xfrm>
            <a:prstGeom prst="rect">
              <a:avLst/>
            </a:prstGeom>
            <a:blipFill>
              <a:blip r:embed="rId4" cstate="print"/>
              <a:stretch>
                <a:fillRect/>
              </a:stretch>
            </a:blipFill>
          </p:spPr>
          <p:txBody>
            <a:bodyPr wrap="square" lIns="0" tIns="0" rIns="0" bIns="0" rtlCol="0"/>
            <a:lstStyle/>
            <a:p>
              <a:endParaRPr sz="2000"/>
            </a:p>
          </p:txBody>
        </p:sp>
        <p:sp>
          <p:nvSpPr>
            <p:cNvPr id="194" name="object 37">
              <a:extLst>
                <a:ext uri="{FF2B5EF4-FFF2-40B4-BE49-F238E27FC236}">
                  <a16:creationId xmlns:a16="http://schemas.microsoft.com/office/drawing/2014/main" id="{BCF75760-3B80-4AE2-BF56-64C0BBBE8403}"/>
                </a:ext>
              </a:extLst>
            </p:cNvPr>
            <p:cNvSpPr/>
            <p:nvPr/>
          </p:nvSpPr>
          <p:spPr>
            <a:xfrm>
              <a:off x="4875276" y="2450594"/>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95" name="object 38">
            <a:extLst>
              <a:ext uri="{FF2B5EF4-FFF2-40B4-BE49-F238E27FC236}">
                <a16:creationId xmlns:a16="http://schemas.microsoft.com/office/drawing/2014/main" id="{D9C90A5B-ED60-436A-83AB-1721709E0E83}"/>
              </a:ext>
            </a:extLst>
          </p:cNvPr>
          <p:cNvSpPr txBox="1"/>
          <p:nvPr/>
        </p:nvSpPr>
        <p:spPr>
          <a:xfrm>
            <a:off x="5654574" y="1615769"/>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dirty="0">
              <a:latin typeface="Arial"/>
              <a:cs typeface="Arial"/>
            </a:endParaRPr>
          </a:p>
        </p:txBody>
      </p:sp>
      <p:graphicFrame>
        <p:nvGraphicFramePr>
          <p:cNvPr id="196" name="object 39">
            <a:extLst>
              <a:ext uri="{FF2B5EF4-FFF2-40B4-BE49-F238E27FC236}">
                <a16:creationId xmlns:a16="http://schemas.microsoft.com/office/drawing/2014/main" id="{B86FE8AA-A20F-4BB1-A601-64A1CB2FCA5F}"/>
              </a:ext>
            </a:extLst>
          </p:cNvPr>
          <p:cNvGraphicFramePr>
            <a:graphicFrameLocks noGrp="1"/>
          </p:cNvGraphicFramePr>
          <p:nvPr/>
        </p:nvGraphicFramePr>
        <p:xfrm>
          <a:off x="5873437" y="2560651"/>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97" name="object 40">
            <a:extLst>
              <a:ext uri="{FF2B5EF4-FFF2-40B4-BE49-F238E27FC236}">
                <a16:creationId xmlns:a16="http://schemas.microsoft.com/office/drawing/2014/main" id="{01FE0133-9998-4642-A852-5E596F692625}"/>
              </a:ext>
            </a:extLst>
          </p:cNvPr>
          <p:cNvGrpSpPr/>
          <p:nvPr/>
        </p:nvGrpSpPr>
        <p:grpSpPr>
          <a:xfrm>
            <a:off x="5873437" y="2560651"/>
            <a:ext cx="757767" cy="1727906"/>
            <a:chOff x="4369054" y="3024888"/>
            <a:chExt cx="681990" cy="1555115"/>
          </a:xfrm>
        </p:grpSpPr>
        <p:sp>
          <p:nvSpPr>
            <p:cNvPr id="198" name="object 41">
              <a:extLst>
                <a:ext uri="{FF2B5EF4-FFF2-40B4-BE49-F238E27FC236}">
                  <a16:creationId xmlns:a16="http://schemas.microsoft.com/office/drawing/2014/main" id="{ACF5719E-657B-4FAB-A282-096514DBB01A}"/>
                </a:ext>
              </a:extLst>
            </p:cNvPr>
            <p:cNvSpPr/>
            <p:nvPr/>
          </p:nvSpPr>
          <p:spPr>
            <a:xfrm>
              <a:off x="4875276" y="3031238"/>
              <a:ext cx="169162" cy="195069"/>
            </a:xfrm>
            <a:prstGeom prst="rect">
              <a:avLst/>
            </a:prstGeom>
            <a:blipFill>
              <a:blip r:embed="rId5" cstate="print"/>
              <a:stretch>
                <a:fillRect/>
              </a:stretch>
            </a:blipFill>
          </p:spPr>
          <p:txBody>
            <a:bodyPr wrap="square" lIns="0" tIns="0" rIns="0" bIns="0" rtlCol="0"/>
            <a:lstStyle/>
            <a:p>
              <a:endParaRPr sz="2000"/>
            </a:p>
          </p:txBody>
        </p:sp>
        <p:sp>
          <p:nvSpPr>
            <p:cNvPr id="199" name="object 42">
              <a:extLst>
                <a:ext uri="{FF2B5EF4-FFF2-40B4-BE49-F238E27FC236}">
                  <a16:creationId xmlns:a16="http://schemas.microsoft.com/office/drawing/2014/main" id="{856F1740-559E-4836-931D-D52AD1231700}"/>
                </a:ext>
              </a:extLst>
            </p:cNvPr>
            <p:cNvSpPr/>
            <p:nvPr/>
          </p:nvSpPr>
          <p:spPr>
            <a:xfrm>
              <a:off x="4875276" y="3031238"/>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00" name="object 43">
              <a:extLst>
                <a:ext uri="{FF2B5EF4-FFF2-40B4-BE49-F238E27FC236}">
                  <a16:creationId xmlns:a16="http://schemas.microsoft.com/office/drawing/2014/main" id="{FCA20ACB-63E3-4DE5-9079-A9233D09237B}"/>
                </a:ext>
              </a:extLst>
            </p:cNvPr>
            <p:cNvSpPr/>
            <p:nvPr/>
          </p:nvSpPr>
          <p:spPr>
            <a:xfrm>
              <a:off x="4875276" y="3422901"/>
              <a:ext cx="169162" cy="195074"/>
            </a:xfrm>
            <a:prstGeom prst="rect">
              <a:avLst/>
            </a:prstGeom>
            <a:blipFill>
              <a:blip r:embed="rId6" cstate="print"/>
              <a:stretch>
                <a:fillRect/>
              </a:stretch>
            </a:blipFill>
          </p:spPr>
          <p:txBody>
            <a:bodyPr wrap="square" lIns="0" tIns="0" rIns="0" bIns="0" rtlCol="0"/>
            <a:lstStyle/>
            <a:p>
              <a:endParaRPr sz="2000"/>
            </a:p>
          </p:txBody>
        </p:sp>
        <p:sp>
          <p:nvSpPr>
            <p:cNvPr id="201" name="object 44">
              <a:extLst>
                <a:ext uri="{FF2B5EF4-FFF2-40B4-BE49-F238E27FC236}">
                  <a16:creationId xmlns:a16="http://schemas.microsoft.com/office/drawing/2014/main" id="{DF3E0B34-2CD2-4061-9D57-62C5F7C363A5}"/>
                </a:ext>
              </a:extLst>
            </p:cNvPr>
            <p:cNvSpPr/>
            <p:nvPr/>
          </p:nvSpPr>
          <p:spPr>
            <a:xfrm>
              <a:off x="4875276" y="3422901"/>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02" name="object 45">
              <a:extLst>
                <a:ext uri="{FF2B5EF4-FFF2-40B4-BE49-F238E27FC236}">
                  <a16:creationId xmlns:a16="http://schemas.microsoft.com/office/drawing/2014/main" id="{5B185941-C192-4048-8298-A7C82EAE9857}"/>
                </a:ext>
              </a:extLst>
            </p:cNvPr>
            <p:cNvSpPr/>
            <p:nvPr/>
          </p:nvSpPr>
          <p:spPr>
            <a:xfrm>
              <a:off x="4375404"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D9D9D9"/>
              </a:solidFill>
            </a:ln>
          </p:spPr>
          <p:txBody>
            <a:bodyPr wrap="square" lIns="0" tIns="0" rIns="0" bIns="0" rtlCol="0"/>
            <a:lstStyle/>
            <a:p>
              <a:endParaRPr sz="2000"/>
            </a:p>
          </p:txBody>
        </p:sp>
        <p:sp>
          <p:nvSpPr>
            <p:cNvPr id="203" name="object 46">
              <a:extLst>
                <a:ext uri="{FF2B5EF4-FFF2-40B4-BE49-F238E27FC236}">
                  <a16:creationId xmlns:a16="http://schemas.microsoft.com/office/drawing/2014/main" id="{BA053566-C2FB-4B43-A936-2554AA7F9CF6}"/>
                </a:ext>
              </a:extLst>
            </p:cNvPr>
            <p:cNvSpPr/>
            <p:nvPr/>
          </p:nvSpPr>
          <p:spPr>
            <a:xfrm>
              <a:off x="4375404"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204" name="object 47">
              <a:extLst>
                <a:ext uri="{FF2B5EF4-FFF2-40B4-BE49-F238E27FC236}">
                  <a16:creationId xmlns:a16="http://schemas.microsoft.com/office/drawing/2014/main" id="{5E27022E-8B4A-4313-8E9C-7CC34048E34E}"/>
                </a:ext>
              </a:extLst>
            </p:cNvPr>
            <p:cNvSpPr/>
            <p:nvPr/>
          </p:nvSpPr>
          <p:spPr>
            <a:xfrm>
              <a:off x="4375404"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05" name="object 48">
              <a:extLst>
                <a:ext uri="{FF2B5EF4-FFF2-40B4-BE49-F238E27FC236}">
                  <a16:creationId xmlns:a16="http://schemas.microsoft.com/office/drawing/2014/main" id="{3549E976-70CC-4EF6-B727-B62994559A19}"/>
                </a:ext>
              </a:extLst>
            </p:cNvPr>
            <p:cNvSpPr/>
            <p:nvPr/>
          </p:nvSpPr>
          <p:spPr>
            <a:xfrm>
              <a:off x="4875276" y="3986782"/>
              <a:ext cx="169162" cy="196597"/>
            </a:xfrm>
            <a:prstGeom prst="rect">
              <a:avLst/>
            </a:prstGeom>
            <a:blipFill>
              <a:blip r:embed="rId7" cstate="print"/>
              <a:stretch>
                <a:fillRect/>
              </a:stretch>
            </a:blipFill>
          </p:spPr>
          <p:txBody>
            <a:bodyPr wrap="square" lIns="0" tIns="0" rIns="0" bIns="0" rtlCol="0"/>
            <a:lstStyle/>
            <a:p>
              <a:endParaRPr sz="2000"/>
            </a:p>
          </p:txBody>
        </p:sp>
        <p:sp>
          <p:nvSpPr>
            <p:cNvPr id="206" name="object 49">
              <a:extLst>
                <a:ext uri="{FF2B5EF4-FFF2-40B4-BE49-F238E27FC236}">
                  <a16:creationId xmlns:a16="http://schemas.microsoft.com/office/drawing/2014/main" id="{01AA0BC4-C738-4A6D-93DB-FC201EA9AAA5}"/>
                </a:ext>
              </a:extLst>
            </p:cNvPr>
            <p:cNvSpPr/>
            <p:nvPr/>
          </p:nvSpPr>
          <p:spPr>
            <a:xfrm>
              <a:off x="4875276" y="3986782"/>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07" name="object 50">
              <a:extLst>
                <a:ext uri="{FF2B5EF4-FFF2-40B4-BE49-F238E27FC236}">
                  <a16:creationId xmlns:a16="http://schemas.microsoft.com/office/drawing/2014/main" id="{9D51C02C-B490-42B7-B9D3-A651518C378A}"/>
                </a:ext>
              </a:extLst>
            </p:cNvPr>
            <p:cNvSpPr/>
            <p:nvPr/>
          </p:nvSpPr>
          <p:spPr>
            <a:xfrm>
              <a:off x="4875276" y="4183377"/>
              <a:ext cx="169162" cy="195074"/>
            </a:xfrm>
            <a:prstGeom prst="rect">
              <a:avLst/>
            </a:prstGeom>
            <a:blipFill>
              <a:blip r:embed="rId8" cstate="print"/>
              <a:stretch>
                <a:fillRect/>
              </a:stretch>
            </a:blipFill>
          </p:spPr>
          <p:txBody>
            <a:bodyPr wrap="square" lIns="0" tIns="0" rIns="0" bIns="0" rtlCol="0"/>
            <a:lstStyle/>
            <a:p>
              <a:endParaRPr sz="2000"/>
            </a:p>
          </p:txBody>
        </p:sp>
        <p:sp>
          <p:nvSpPr>
            <p:cNvPr id="208" name="object 51">
              <a:extLst>
                <a:ext uri="{FF2B5EF4-FFF2-40B4-BE49-F238E27FC236}">
                  <a16:creationId xmlns:a16="http://schemas.microsoft.com/office/drawing/2014/main" id="{6FCEDAA4-F2E4-4BE4-9DF2-067EC729EF65}"/>
                </a:ext>
              </a:extLst>
            </p:cNvPr>
            <p:cNvSpPr/>
            <p:nvPr/>
          </p:nvSpPr>
          <p:spPr>
            <a:xfrm>
              <a:off x="4875276" y="4183377"/>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09" name="object 52">
              <a:extLst>
                <a:ext uri="{FF2B5EF4-FFF2-40B4-BE49-F238E27FC236}">
                  <a16:creationId xmlns:a16="http://schemas.microsoft.com/office/drawing/2014/main" id="{78923D09-8192-4EC8-A0DE-37FB9532FB2E}"/>
                </a:ext>
              </a:extLst>
            </p:cNvPr>
            <p:cNvSpPr/>
            <p:nvPr/>
          </p:nvSpPr>
          <p:spPr>
            <a:xfrm>
              <a:off x="4875276" y="4378454"/>
              <a:ext cx="169162" cy="195069"/>
            </a:xfrm>
            <a:prstGeom prst="rect">
              <a:avLst/>
            </a:prstGeom>
            <a:blipFill>
              <a:blip r:embed="rId9" cstate="print"/>
              <a:stretch>
                <a:fillRect/>
              </a:stretch>
            </a:blipFill>
          </p:spPr>
          <p:txBody>
            <a:bodyPr wrap="square" lIns="0" tIns="0" rIns="0" bIns="0" rtlCol="0"/>
            <a:lstStyle/>
            <a:p>
              <a:endParaRPr sz="2000"/>
            </a:p>
          </p:txBody>
        </p:sp>
        <p:sp>
          <p:nvSpPr>
            <p:cNvPr id="210" name="object 53">
              <a:extLst>
                <a:ext uri="{FF2B5EF4-FFF2-40B4-BE49-F238E27FC236}">
                  <a16:creationId xmlns:a16="http://schemas.microsoft.com/office/drawing/2014/main" id="{2CC221C7-C836-4ADC-B535-C3EC1B0E2201}"/>
                </a:ext>
              </a:extLst>
            </p:cNvPr>
            <p:cNvSpPr/>
            <p:nvPr/>
          </p:nvSpPr>
          <p:spPr>
            <a:xfrm>
              <a:off x="4875276" y="4378454"/>
              <a:ext cx="169545" cy="195580"/>
            </a:xfrm>
            <a:custGeom>
              <a:avLst/>
              <a:gdLst/>
              <a:ahLst/>
              <a:cxnLst/>
              <a:rect l="l" t="t" r="r" b="b"/>
              <a:pathLst>
                <a:path w="169545" h="195579">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211" name="object 54">
            <a:extLst>
              <a:ext uri="{FF2B5EF4-FFF2-40B4-BE49-F238E27FC236}">
                <a16:creationId xmlns:a16="http://schemas.microsoft.com/office/drawing/2014/main" id="{E06E8605-8218-48CE-A8A1-780A436D0B41}"/>
              </a:ext>
            </a:extLst>
          </p:cNvPr>
          <p:cNvSpPr txBox="1"/>
          <p:nvPr/>
        </p:nvSpPr>
        <p:spPr>
          <a:xfrm>
            <a:off x="5654574" y="2695833"/>
            <a:ext cx="680156" cy="356202"/>
          </a:xfrm>
          <a:prstGeom prst="rect">
            <a:avLst/>
          </a:prstGeom>
        </p:spPr>
        <p:txBody>
          <a:bodyPr vert="horz" wrap="square" lIns="0" tIns="14111" rIns="0" bIns="0" rtlCol="0">
            <a:spAutoFit/>
          </a:bodyPr>
          <a:lstStyle/>
          <a:p>
            <a:pPr>
              <a:spcBef>
                <a:spcPts val="111"/>
              </a:spcBef>
              <a:tabLst>
                <a:tab pos="500234" algn="l"/>
              </a:tabLst>
            </a:pPr>
            <a:r>
              <a:rPr sz="2222" b="1" dirty="0">
                <a:latin typeface="Arial"/>
                <a:cs typeface="Arial"/>
              </a:rPr>
              <a:t>×	=</a:t>
            </a:r>
            <a:endParaRPr sz="2222" dirty="0">
              <a:latin typeface="Arial"/>
              <a:cs typeface="Arial"/>
            </a:endParaRPr>
          </a:p>
        </p:txBody>
      </p:sp>
      <p:graphicFrame>
        <p:nvGraphicFramePr>
          <p:cNvPr id="212" name="object 55">
            <a:extLst>
              <a:ext uri="{FF2B5EF4-FFF2-40B4-BE49-F238E27FC236}">
                <a16:creationId xmlns:a16="http://schemas.microsoft.com/office/drawing/2014/main" id="{535B6A78-EF1C-47E3-A659-6755DDF552A2}"/>
              </a:ext>
            </a:extLst>
          </p:cNvPr>
          <p:cNvGraphicFramePr>
            <a:graphicFrameLocks noGrp="1"/>
          </p:cNvGraphicFramePr>
          <p:nvPr/>
        </p:nvGraphicFramePr>
        <p:xfrm>
          <a:off x="4894691" y="3585114"/>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extLst>
                  <a:ext uri="{0D108BD9-81ED-4DB2-BD59-A6C34878D82A}">
                    <a16:rowId xmlns:a16="http://schemas.microsoft.com/office/drawing/2014/main" val="10000"/>
                  </a:ext>
                </a:extLst>
              </a:tr>
            </a:tbl>
          </a:graphicData>
        </a:graphic>
      </p:graphicFrame>
      <p:sp>
        <p:nvSpPr>
          <p:cNvPr id="213" name="object 56">
            <a:extLst>
              <a:ext uri="{FF2B5EF4-FFF2-40B4-BE49-F238E27FC236}">
                <a16:creationId xmlns:a16="http://schemas.microsoft.com/office/drawing/2014/main" id="{F61840EF-2DB2-4479-BE39-FCC424D13C1A}"/>
              </a:ext>
            </a:extLst>
          </p:cNvPr>
          <p:cNvSpPr txBox="1"/>
          <p:nvPr/>
        </p:nvSpPr>
        <p:spPr>
          <a:xfrm>
            <a:off x="5654574" y="3757497"/>
            <a:ext cx="680156" cy="356915"/>
          </a:xfrm>
          <a:prstGeom prst="rect">
            <a:avLst/>
          </a:prstGeom>
        </p:spPr>
        <p:txBody>
          <a:bodyPr vert="horz" wrap="square" lIns="0" tIns="14817" rIns="0" bIns="0" rtlCol="0">
            <a:spAutoFit/>
          </a:bodyPr>
          <a:lstStyle/>
          <a:p>
            <a:pPr>
              <a:spcBef>
                <a:spcPts val="117"/>
              </a:spcBef>
              <a:tabLst>
                <a:tab pos="500234" algn="l"/>
              </a:tabLst>
            </a:pPr>
            <a:r>
              <a:rPr sz="2222" b="1" dirty="0">
                <a:latin typeface="Arial"/>
                <a:cs typeface="Arial"/>
              </a:rPr>
              <a:t>×	=</a:t>
            </a:r>
            <a:endParaRPr sz="2222">
              <a:latin typeface="Arial"/>
              <a:cs typeface="Arial"/>
            </a:endParaRPr>
          </a:p>
        </p:txBody>
      </p:sp>
      <p:graphicFrame>
        <p:nvGraphicFramePr>
          <p:cNvPr id="214" name="object 57">
            <a:extLst>
              <a:ext uri="{FF2B5EF4-FFF2-40B4-BE49-F238E27FC236}">
                <a16:creationId xmlns:a16="http://schemas.microsoft.com/office/drawing/2014/main" id="{C0AAAEF1-8E89-4E7F-958A-49858B8D3A5D}"/>
              </a:ext>
            </a:extLst>
          </p:cNvPr>
          <p:cNvGraphicFramePr>
            <a:graphicFrameLocks noGrp="1"/>
          </p:cNvGraphicFramePr>
          <p:nvPr/>
        </p:nvGraphicFramePr>
        <p:xfrm>
          <a:off x="4894691" y="1443048"/>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215" name="object 58">
            <a:extLst>
              <a:ext uri="{FF2B5EF4-FFF2-40B4-BE49-F238E27FC236}">
                <a16:creationId xmlns:a16="http://schemas.microsoft.com/office/drawing/2014/main" id="{DE150305-212E-46C7-A2F1-C768771B44C0}"/>
              </a:ext>
            </a:extLst>
          </p:cNvPr>
          <p:cNvGraphicFramePr>
            <a:graphicFrameLocks noGrp="1"/>
          </p:cNvGraphicFramePr>
          <p:nvPr/>
        </p:nvGraphicFramePr>
        <p:xfrm>
          <a:off x="4894691" y="2523394"/>
          <a:ext cx="651229" cy="726441"/>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6441">
                <a:tc>
                  <a:txBody>
                    <a:bodyPr/>
                    <a:lstStyle/>
                    <a:p>
                      <a:pPr>
                        <a:lnSpc>
                          <a:spcPct val="100000"/>
                        </a:lnSpc>
                      </a:pPr>
                      <a:endParaRPr sz="21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sp>
        <p:nvSpPr>
          <p:cNvPr id="216" name="object 60">
            <a:extLst>
              <a:ext uri="{FF2B5EF4-FFF2-40B4-BE49-F238E27FC236}">
                <a16:creationId xmlns:a16="http://schemas.microsoft.com/office/drawing/2014/main" id="{66D3DB39-35A2-4C2E-AADE-E45CAA47E356}"/>
              </a:ext>
            </a:extLst>
          </p:cNvPr>
          <p:cNvSpPr/>
          <p:nvPr/>
        </p:nvSpPr>
        <p:spPr>
          <a:xfrm>
            <a:off x="6435908" y="2784447"/>
            <a:ext cx="187958" cy="218441"/>
          </a:xfrm>
          <a:prstGeom prst="rect">
            <a:avLst/>
          </a:prstGeom>
          <a:blipFill>
            <a:blip r:embed="rId10" cstate="print"/>
            <a:stretch>
              <a:fillRect/>
            </a:stretch>
          </a:blipFill>
        </p:spPr>
        <p:txBody>
          <a:bodyPr wrap="square" lIns="0" tIns="0" rIns="0" bIns="0" rtlCol="0"/>
          <a:lstStyle/>
          <a:p>
            <a:endParaRPr sz="2000"/>
          </a:p>
        </p:txBody>
      </p:sp>
      <p:sp>
        <p:nvSpPr>
          <p:cNvPr id="217" name="object 61">
            <a:extLst>
              <a:ext uri="{FF2B5EF4-FFF2-40B4-BE49-F238E27FC236}">
                <a16:creationId xmlns:a16="http://schemas.microsoft.com/office/drawing/2014/main" id="{300801C2-3558-4154-8586-C2564159D8B1}"/>
              </a:ext>
            </a:extLst>
          </p:cNvPr>
          <p:cNvSpPr/>
          <p:nvPr/>
        </p:nvSpPr>
        <p:spPr>
          <a:xfrm>
            <a:off x="6435908" y="2784447"/>
            <a:ext cx="188383" cy="218722"/>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18" name="object 62">
            <a:extLst>
              <a:ext uri="{FF2B5EF4-FFF2-40B4-BE49-F238E27FC236}">
                <a16:creationId xmlns:a16="http://schemas.microsoft.com/office/drawing/2014/main" id="{0A51BBD7-1612-4903-A5E3-826FEC255B49}"/>
              </a:ext>
            </a:extLst>
          </p:cNvPr>
          <p:cNvSpPr/>
          <p:nvPr/>
        </p:nvSpPr>
        <p:spPr>
          <a:xfrm>
            <a:off x="4765434" y="4500642"/>
            <a:ext cx="1913467" cy="298450"/>
          </a:xfrm>
          <a:custGeom>
            <a:avLst/>
            <a:gdLst/>
            <a:ahLst/>
            <a:cxnLst/>
            <a:rect l="l" t="t" r="r" b="b"/>
            <a:pathLst>
              <a:path w="1722120" h="268604">
                <a:moveTo>
                  <a:pt x="1722120" y="0"/>
                </a:moveTo>
                <a:lnTo>
                  <a:pt x="1712535" y="52190"/>
                </a:lnTo>
                <a:lnTo>
                  <a:pt x="1686401" y="94820"/>
                </a:lnTo>
                <a:lnTo>
                  <a:pt x="1647646" y="123567"/>
                </a:lnTo>
                <a:lnTo>
                  <a:pt x="1600200" y="134110"/>
                </a:lnTo>
                <a:lnTo>
                  <a:pt x="982980" y="134110"/>
                </a:lnTo>
                <a:lnTo>
                  <a:pt x="935533" y="144650"/>
                </a:lnTo>
                <a:lnTo>
                  <a:pt x="896778" y="173392"/>
                </a:lnTo>
                <a:lnTo>
                  <a:pt x="870644" y="216022"/>
                </a:lnTo>
                <a:lnTo>
                  <a:pt x="861060" y="268225"/>
                </a:lnTo>
                <a:lnTo>
                  <a:pt x="851475" y="216022"/>
                </a:lnTo>
                <a:lnTo>
                  <a:pt x="825341" y="173392"/>
                </a:lnTo>
                <a:lnTo>
                  <a:pt x="786586" y="144650"/>
                </a:lnTo>
                <a:lnTo>
                  <a:pt x="739140"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219" name="object 63">
            <a:extLst>
              <a:ext uri="{FF2B5EF4-FFF2-40B4-BE49-F238E27FC236}">
                <a16:creationId xmlns:a16="http://schemas.microsoft.com/office/drawing/2014/main" id="{9E8C662D-C26A-4C4B-8F4F-1ED1FB444851}"/>
              </a:ext>
            </a:extLst>
          </p:cNvPr>
          <p:cNvSpPr/>
          <p:nvPr/>
        </p:nvSpPr>
        <p:spPr>
          <a:xfrm>
            <a:off x="6435908" y="1487354"/>
            <a:ext cx="187958" cy="218441"/>
          </a:xfrm>
          <a:prstGeom prst="rect">
            <a:avLst/>
          </a:prstGeom>
          <a:blipFill>
            <a:blip r:embed="rId11" cstate="print"/>
            <a:stretch>
              <a:fillRect/>
            </a:stretch>
          </a:blipFill>
        </p:spPr>
        <p:txBody>
          <a:bodyPr wrap="square" lIns="0" tIns="0" rIns="0" bIns="0" rtlCol="0"/>
          <a:lstStyle/>
          <a:p>
            <a:endParaRPr sz="2000"/>
          </a:p>
        </p:txBody>
      </p:sp>
      <p:sp>
        <p:nvSpPr>
          <p:cNvPr id="220" name="object 64">
            <a:extLst>
              <a:ext uri="{FF2B5EF4-FFF2-40B4-BE49-F238E27FC236}">
                <a16:creationId xmlns:a16="http://schemas.microsoft.com/office/drawing/2014/main" id="{43CDB7D2-035F-47B1-BBC4-D87ADF3ED51F}"/>
              </a:ext>
            </a:extLst>
          </p:cNvPr>
          <p:cNvSpPr/>
          <p:nvPr/>
        </p:nvSpPr>
        <p:spPr>
          <a:xfrm>
            <a:off x="6435908" y="1487354"/>
            <a:ext cx="188383" cy="218722"/>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21" name="object 65">
            <a:extLst>
              <a:ext uri="{FF2B5EF4-FFF2-40B4-BE49-F238E27FC236}">
                <a16:creationId xmlns:a16="http://schemas.microsoft.com/office/drawing/2014/main" id="{3DB0B4CD-31A3-499A-86D8-E06ED70E6813}"/>
              </a:ext>
            </a:extLst>
          </p:cNvPr>
          <p:cNvSpPr/>
          <p:nvPr/>
        </p:nvSpPr>
        <p:spPr>
          <a:xfrm>
            <a:off x="1222983" y="2321365"/>
            <a:ext cx="6054246" cy="1214087"/>
          </a:xfrm>
          <a:custGeom>
            <a:avLst/>
            <a:gdLst/>
            <a:ahLst/>
            <a:cxnLst/>
            <a:rect l="l" t="t" r="r" b="b"/>
            <a:pathLst>
              <a:path w="5489575" h="991870">
                <a:moveTo>
                  <a:pt x="0" y="26670"/>
                </a:moveTo>
                <a:lnTo>
                  <a:pt x="5489318" y="0"/>
                </a:lnTo>
              </a:path>
              <a:path w="5489575" h="991870">
                <a:moveTo>
                  <a:pt x="0" y="991616"/>
                </a:moveTo>
                <a:lnTo>
                  <a:pt x="5448805" y="915924"/>
                </a:lnTo>
              </a:path>
            </a:pathLst>
          </a:custGeom>
          <a:ln w="38100">
            <a:solidFill>
              <a:srgbClr val="008462"/>
            </a:solidFill>
            <a:prstDash val="lgDash"/>
          </a:ln>
        </p:spPr>
        <p:txBody>
          <a:bodyPr wrap="square" lIns="0" tIns="0" rIns="0" bIns="0" rtlCol="0"/>
          <a:lstStyle/>
          <a:p>
            <a:endParaRPr sz="2000"/>
          </a:p>
        </p:txBody>
      </p:sp>
      <p:sp>
        <p:nvSpPr>
          <p:cNvPr id="222" name="object 66">
            <a:extLst>
              <a:ext uri="{FF2B5EF4-FFF2-40B4-BE49-F238E27FC236}">
                <a16:creationId xmlns:a16="http://schemas.microsoft.com/office/drawing/2014/main" id="{7C06C2FF-7C6D-40BC-953A-2361FF1C85A9}"/>
              </a:ext>
            </a:extLst>
          </p:cNvPr>
          <p:cNvSpPr txBox="1"/>
          <p:nvPr/>
        </p:nvSpPr>
        <p:spPr>
          <a:xfrm>
            <a:off x="4927568" y="4829769"/>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2" dirty="0">
                <a:latin typeface="Arial"/>
                <a:cs typeface="Arial"/>
              </a:rPr>
              <a:t> </a:t>
            </a:r>
            <a:r>
              <a:rPr sz="1556" spc="-6" dirty="0">
                <a:latin typeface="Arial"/>
                <a:cs typeface="Arial"/>
              </a:rPr>
              <a:t>fwd</a:t>
            </a:r>
            <a:endParaRPr sz="1556">
              <a:latin typeface="Arial"/>
              <a:cs typeface="Arial"/>
            </a:endParaRPr>
          </a:p>
        </p:txBody>
      </p:sp>
      <p:graphicFrame>
        <p:nvGraphicFramePr>
          <p:cNvPr id="223" name="object 7">
            <a:extLst>
              <a:ext uri="{FF2B5EF4-FFF2-40B4-BE49-F238E27FC236}">
                <a16:creationId xmlns:a16="http://schemas.microsoft.com/office/drawing/2014/main" id="{5A14F94C-243B-438D-9988-6E2B12DF5F15}"/>
              </a:ext>
            </a:extLst>
          </p:cNvPr>
          <p:cNvGraphicFramePr>
            <a:graphicFrameLocks noGrp="1"/>
          </p:cNvGraphicFramePr>
          <p:nvPr/>
        </p:nvGraphicFramePr>
        <p:xfrm>
          <a:off x="5868600" y="1466798"/>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dirty="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224" name="object 67">
            <a:extLst>
              <a:ext uri="{FF2B5EF4-FFF2-40B4-BE49-F238E27FC236}">
                <a16:creationId xmlns:a16="http://schemas.microsoft.com/office/drawing/2014/main" id="{622E30CE-531C-4C9A-A00E-B309680F1DD5}"/>
              </a:ext>
            </a:extLst>
          </p:cNvPr>
          <p:cNvSpPr txBox="1"/>
          <p:nvPr/>
        </p:nvSpPr>
        <p:spPr>
          <a:xfrm>
            <a:off x="2045948" y="1069452"/>
            <a:ext cx="6028683" cy="291961"/>
          </a:xfrm>
          <a:prstGeom prst="rect">
            <a:avLst/>
          </a:prstGeom>
        </p:spPr>
        <p:txBody>
          <a:bodyPr vert="horz" wrap="square" lIns="0" tIns="14817" rIns="0" bIns="0" rtlCol="0">
            <a:spAutoFit/>
          </a:bodyPr>
          <a:lstStyle/>
          <a:p>
            <a:pPr marL="14111">
              <a:spcBef>
                <a:spcPts val="117"/>
              </a:spcBef>
              <a:tabLst>
                <a:tab pos="2831366" algn="l"/>
              </a:tabLst>
            </a:pPr>
            <a:r>
              <a:rPr b="1" dirty="0">
                <a:solidFill>
                  <a:srgbClr val="6F2F9F"/>
                </a:solidFill>
                <a:latin typeface="Arial"/>
                <a:cs typeface="Arial"/>
              </a:rPr>
              <a:t>Row-wise</a:t>
            </a:r>
            <a:r>
              <a:rPr b="1" spc="-44" dirty="0">
                <a:solidFill>
                  <a:srgbClr val="6F2F9F"/>
                </a:solidFill>
                <a:latin typeface="Arial"/>
                <a:cs typeface="Arial"/>
              </a:rPr>
              <a:t> </a:t>
            </a:r>
            <a:r>
              <a:rPr b="1" spc="-6" dirty="0">
                <a:solidFill>
                  <a:srgbClr val="6F2F9F"/>
                </a:solidFill>
                <a:latin typeface="Arial"/>
                <a:cs typeface="Arial"/>
              </a:rPr>
              <a:t>partitioning</a:t>
            </a:r>
            <a:r>
              <a:rPr lang="en-US" b="1" spc="-6" dirty="0">
                <a:solidFill>
                  <a:srgbClr val="6F2F9F"/>
                </a:solidFill>
                <a:latin typeface="Arial"/>
                <a:cs typeface="Arial"/>
              </a:rPr>
              <a:t>    </a:t>
            </a:r>
            <a:r>
              <a:rPr b="1" spc="-6" dirty="0">
                <a:solidFill>
                  <a:srgbClr val="6F2F9F"/>
                </a:solidFill>
                <a:latin typeface="Arial"/>
                <a:cs typeface="Arial"/>
              </a:rPr>
              <a:t>Col</a:t>
            </a:r>
            <a:r>
              <a:rPr lang="en-US" b="1" spc="-6" dirty="0">
                <a:solidFill>
                  <a:srgbClr val="6F2F9F"/>
                </a:solidFill>
                <a:latin typeface="Arial"/>
                <a:cs typeface="Arial"/>
              </a:rPr>
              <a:t>umn-wise</a:t>
            </a:r>
            <a:r>
              <a:rPr b="1" spc="-67" dirty="0">
                <a:solidFill>
                  <a:srgbClr val="6F2F9F"/>
                </a:solidFill>
                <a:latin typeface="Arial"/>
                <a:cs typeface="Arial"/>
              </a:rPr>
              <a:t> </a:t>
            </a:r>
            <a:r>
              <a:rPr b="1" spc="-6" dirty="0">
                <a:solidFill>
                  <a:srgbClr val="6F2F9F"/>
                </a:solidFill>
                <a:latin typeface="Arial"/>
                <a:cs typeface="Arial"/>
              </a:rPr>
              <a:t>partitioning</a:t>
            </a:r>
            <a:endParaRPr dirty="0">
              <a:latin typeface="Arial"/>
              <a:cs typeface="Arial"/>
            </a:endParaRPr>
          </a:p>
        </p:txBody>
      </p:sp>
      <p:sp>
        <p:nvSpPr>
          <p:cNvPr id="225" name="object 4">
            <a:extLst>
              <a:ext uri="{FF2B5EF4-FFF2-40B4-BE49-F238E27FC236}">
                <a16:creationId xmlns:a16="http://schemas.microsoft.com/office/drawing/2014/main" id="{2BF273D2-C201-40AB-858D-772F5033D46E}"/>
              </a:ext>
            </a:extLst>
          </p:cNvPr>
          <p:cNvSpPr txBox="1"/>
          <p:nvPr/>
        </p:nvSpPr>
        <p:spPr>
          <a:xfrm>
            <a:off x="519333" y="5253370"/>
            <a:ext cx="8174634" cy="816463"/>
          </a:xfrm>
          <a:prstGeom prst="rect">
            <a:avLst/>
          </a:prstGeom>
        </p:spPr>
        <p:txBody>
          <a:bodyPr vert="horz" wrap="square" lIns="0" tIns="110067" rIns="0" bIns="0" rtlCol="0">
            <a:spAutoFit/>
          </a:bodyPr>
          <a:lstStyle/>
          <a:p>
            <a:pPr marL="332313" indent="-318908">
              <a:spcBef>
                <a:spcPts val="867"/>
              </a:spcBef>
              <a:buClr>
                <a:srgbClr val="B2B2B2"/>
              </a:buClr>
              <a:buFont typeface="Arial"/>
              <a:buChar char="•"/>
              <a:tabLst>
                <a:tab pos="332313" algn="l"/>
                <a:tab pos="333019" algn="l"/>
              </a:tabLst>
            </a:pPr>
            <a:r>
              <a:rPr sz="2000" b="1" spc="-6" dirty="0">
                <a:latin typeface="Trebuchet MS"/>
                <a:cs typeface="Trebuchet MS"/>
              </a:rPr>
              <a:t>Note: no </a:t>
            </a:r>
            <a:r>
              <a:rPr sz="2000" b="1" dirty="0">
                <a:latin typeface="Trebuchet MS"/>
                <a:cs typeface="Trebuchet MS"/>
              </a:rPr>
              <a:t>communication </a:t>
            </a:r>
            <a:r>
              <a:rPr sz="2000" b="1" spc="-6" dirty="0">
                <a:latin typeface="Trebuchet MS"/>
                <a:cs typeface="Trebuchet MS"/>
              </a:rPr>
              <a:t>is</a:t>
            </a:r>
            <a:r>
              <a:rPr sz="2000" b="1" spc="-100" dirty="0">
                <a:latin typeface="Trebuchet MS"/>
                <a:cs typeface="Trebuchet MS"/>
              </a:rPr>
              <a:t> </a:t>
            </a:r>
            <a:r>
              <a:rPr sz="2000" b="1" spc="-6" dirty="0">
                <a:latin typeface="Trebuchet MS"/>
                <a:cs typeface="Trebuchet MS"/>
              </a:rPr>
              <a:t>needed</a:t>
            </a:r>
            <a:r>
              <a:rPr lang="en-US" altLang="zh-CN" sz="2000" b="1" spc="-6" dirty="0">
                <a:latin typeface="Trebuchet MS"/>
                <a:cs typeface="Trebuchet MS"/>
              </a:rPr>
              <a:t> for two layers</a:t>
            </a:r>
            <a:endParaRPr sz="2000" dirty="0">
              <a:latin typeface="Trebuchet MS"/>
              <a:cs typeface="Trebuchet MS"/>
            </a:endParaRPr>
          </a:p>
          <a:p>
            <a:pPr marL="332313" indent="-318908">
              <a:lnSpc>
                <a:spcPts val="2283"/>
              </a:lnSpc>
              <a:spcBef>
                <a:spcPts val="761"/>
              </a:spcBef>
              <a:buClr>
                <a:srgbClr val="B2B2B2"/>
              </a:buClr>
              <a:buFont typeface="Arial"/>
              <a:buChar char="•"/>
              <a:tabLst>
                <a:tab pos="332313" algn="l"/>
                <a:tab pos="333019" algn="l"/>
              </a:tabLst>
            </a:pPr>
            <a:r>
              <a:rPr sz="2000" b="1" spc="-6" dirty="0">
                <a:latin typeface="Trebuchet MS"/>
                <a:cs typeface="Trebuchet MS"/>
              </a:rPr>
              <a:t>Worker </a:t>
            </a:r>
            <a:r>
              <a:rPr sz="2000" b="1" i="1" dirty="0">
                <a:latin typeface="Trebuchet MS"/>
                <a:cs typeface="Trebuchet MS"/>
              </a:rPr>
              <a:t>i </a:t>
            </a:r>
            <a:r>
              <a:rPr sz="2000" b="1" spc="-6" dirty="0">
                <a:latin typeface="Trebuchet MS"/>
                <a:cs typeface="Trebuchet MS"/>
              </a:rPr>
              <a:t>produces output, </a:t>
            </a:r>
            <a:r>
              <a:rPr sz="2000" b="1" dirty="0">
                <a:latin typeface="Trebuchet MS"/>
                <a:cs typeface="Trebuchet MS"/>
              </a:rPr>
              <a:t>which</a:t>
            </a:r>
            <a:r>
              <a:rPr sz="2000" b="1" spc="-61" dirty="0">
                <a:latin typeface="Trebuchet MS"/>
                <a:cs typeface="Trebuchet MS"/>
              </a:rPr>
              <a:t> </a:t>
            </a:r>
            <a:r>
              <a:rPr sz="2000" b="1" spc="-6" dirty="0">
                <a:latin typeface="Trebuchet MS"/>
                <a:cs typeface="Trebuchet MS"/>
              </a:rPr>
              <a:t>is</a:t>
            </a:r>
            <a:r>
              <a:rPr lang="en-US" altLang="zh-CN" sz="2000" b="1" spc="-6" dirty="0">
                <a:latin typeface="Trebuchet MS"/>
                <a:cs typeface="Trebuchet MS"/>
              </a:rPr>
              <a:t> </a:t>
            </a:r>
            <a:r>
              <a:rPr sz="2000" b="1" spc="-6" dirty="0">
                <a:latin typeface="Trebuchet MS"/>
                <a:cs typeface="Trebuchet MS"/>
              </a:rPr>
              <a:t>its input for the next</a:t>
            </a:r>
            <a:r>
              <a:rPr sz="2000" b="1" spc="-17" dirty="0">
                <a:latin typeface="Trebuchet MS"/>
                <a:cs typeface="Trebuchet MS"/>
              </a:rPr>
              <a:t> </a:t>
            </a:r>
            <a:r>
              <a:rPr sz="2000" b="1" spc="-6" dirty="0">
                <a:latin typeface="Trebuchet MS"/>
                <a:cs typeface="Trebuchet MS"/>
              </a:rPr>
              <a:t>layer</a:t>
            </a:r>
            <a:endParaRPr sz="2000" dirty="0">
              <a:latin typeface="Trebuchet MS"/>
              <a:cs typeface="Trebuchet MS"/>
            </a:endParaRPr>
          </a:p>
        </p:txBody>
      </p:sp>
      <p:sp>
        <p:nvSpPr>
          <p:cNvPr id="226" name="Rectangle 59">
            <a:extLst>
              <a:ext uri="{FF2B5EF4-FFF2-40B4-BE49-F238E27FC236}">
                <a16:creationId xmlns:a16="http://schemas.microsoft.com/office/drawing/2014/main" id="{2B352BA7-5B90-4CD0-BF8C-71B5744D9500}"/>
              </a:ext>
            </a:extLst>
          </p:cNvPr>
          <p:cNvSpPr/>
          <p:nvPr/>
        </p:nvSpPr>
        <p:spPr>
          <a:xfrm>
            <a:off x="2477878" y="4295047"/>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
        <p:nvSpPr>
          <p:cNvPr id="227" name="Rectangle 59">
            <a:extLst>
              <a:ext uri="{FF2B5EF4-FFF2-40B4-BE49-F238E27FC236}">
                <a16:creationId xmlns:a16="http://schemas.microsoft.com/office/drawing/2014/main" id="{14CDCDBF-C277-4C55-9DA2-3250668FD76F}"/>
              </a:ext>
            </a:extLst>
          </p:cNvPr>
          <p:cNvSpPr/>
          <p:nvPr/>
        </p:nvSpPr>
        <p:spPr>
          <a:xfrm>
            <a:off x="5015229" y="4306604"/>
            <a:ext cx="397096" cy="369332"/>
          </a:xfrm>
          <a:prstGeom prst="rect">
            <a:avLst/>
          </a:prstGeom>
        </p:spPr>
        <p:txBody>
          <a:bodyPr wrap="square">
            <a:spAutoFit/>
          </a:bodyPr>
          <a:lstStyle/>
          <a:p>
            <a:r>
              <a:rPr lang="en-US" b="1" i="1" spc="-6" dirty="0">
                <a:solidFill>
                  <a:schemeClr val="accent1"/>
                </a:solidFill>
                <a:latin typeface="Trebuchet MS"/>
                <a:cs typeface="Trebuchet MS"/>
              </a:rPr>
              <a:t>W</a:t>
            </a:r>
            <a:endParaRPr lang="en-CN" dirty="0">
              <a:solidFill>
                <a:schemeClr val="accent1"/>
              </a:solidFill>
            </a:endParaRPr>
          </a:p>
        </p:txBody>
      </p:sp>
      <p:sp>
        <p:nvSpPr>
          <p:cNvPr id="2" name="文本框 1">
            <a:extLst>
              <a:ext uri="{FF2B5EF4-FFF2-40B4-BE49-F238E27FC236}">
                <a16:creationId xmlns:a16="http://schemas.microsoft.com/office/drawing/2014/main" id="{8BB04BA2-5A7D-4289-96B5-D413235B1723}"/>
              </a:ext>
            </a:extLst>
          </p:cNvPr>
          <p:cNvSpPr txBox="1"/>
          <p:nvPr/>
        </p:nvSpPr>
        <p:spPr>
          <a:xfrm>
            <a:off x="6896352" y="2743742"/>
            <a:ext cx="2204450" cy="461665"/>
          </a:xfrm>
          <a:prstGeom prst="rect">
            <a:avLst/>
          </a:prstGeom>
          <a:noFill/>
        </p:spPr>
        <p:txBody>
          <a:bodyPr wrap="none" rtlCol="0">
            <a:spAutoFit/>
          </a:bodyPr>
          <a:lstStyle/>
          <a:p>
            <a:r>
              <a:rPr lang="en-US" altLang="zh-CN" sz="2400" dirty="0">
                <a:solidFill>
                  <a:srgbClr val="00B0F0"/>
                </a:solidFill>
                <a:latin typeface="Arial Narrow" panose="020B0606020202030204" pitchFamily="34" charset="0"/>
              </a:rPr>
              <a:t>+Next two layers?</a:t>
            </a:r>
            <a:endParaRPr lang="zh-CN" altLang="en-US" sz="2400" dirty="0">
              <a:solidFill>
                <a:srgbClr val="00B0F0"/>
              </a:solidFill>
              <a:latin typeface="Arial Narrow" panose="020B0606020202030204" pitchFamily="34" charset="0"/>
            </a:endParaRPr>
          </a:p>
        </p:txBody>
      </p:sp>
    </p:spTree>
    <p:extLst>
      <p:ext uri="{BB962C8B-B14F-4D97-AF65-F5344CB8AC3E}">
        <p14:creationId xmlns:p14="http://schemas.microsoft.com/office/powerpoint/2010/main" val="1675817106"/>
      </p:ext>
    </p:extLst>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0" y="253947"/>
            <a:ext cx="9209436" cy="660452"/>
          </a:xfrm>
        </p:spPr>
        <p:txBody>
          <a:bodyPr/>
          <a:lstStyle/>
          <a:p>
            <a:r>
              <a:rPr lang="en-US" altLang="zh-CN" sz="3200" dirty="0"/>
              <a:t>Reducing </a:t>
            </a:r>
            <a:r>
              <a:rPr lang="en-US" altLang="zh-CN" sz="3200" spc="-6" dirty="0"/>
              <a:t>Synchronization By Alternating</a:t>
            </a:r>
            <a:r>
              <a:rPr lang="en-US" altLang="zh-CN" sz="3200" spc="-39" dirty="0"/>
              <a:t> </a:t>
            </a:r>
            <a:r>
              <a:rPr lang="en-US" altLang="zh-CN" sz="3200" spc="-6" dirty="0"/>
              <a:t>Partitioning</a:t>
            </a:r>
            <a:endParaRPr lang="en-US" altLang="en-US" sz="3200"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173</a:t>
            </a:fld>
            <a:endParaRPr lang="en-US" altLang="en-US" sz="1600">
              <a:solidFill>
                <a:srgbClr val="000000"/>
              </a:solidFill>
              <a:latin typeface="Garamond" panose="02020404030301010803" pitchFamily="18" charset="0"/>
            </a:endParaRPr>
          </a:p>
        </p:txBody>
      </p:sp>
      <p:sp>
        <p:nvSpPr>
          <p:cNvPr id="7" name="Rectangle 30">
            <a:extLst>
              <a:ext uri="{FF2B5EF4-FFF2-40B4-BE49-F238E27FC236}">
                <a16:creationId xmlns:a16="http://schemas.microsoft.com/office/drawing/2014/main" id="{1C4A9FB7-FA8E-4757-BE18-21F2182C3CFA}"/>
              </a:ext>
            </a:extLst>
          </p:cNvPr>
          <p:cNvSpPr/>
          <p:nvPr/>
        </p:nvSpPr>
        <p:spPr>
          <a:xfrm>
            <a:off x="1699401" y="6488668"/>
            <a:ext cx="6994566" cy="338554"/>
          </a:xfrm>
          <a:prstGeom prst="rect">
            <a:avLst/>
          </a:prstGeom>
        </p:spPr>
        <p:txBody>
          <a:bodyPr wrap="square">
            <a:spAutoFit/>
          </a:bodyPr>
          <a:lstStyle/>
          <a:p>
            <a:r>
              <a:rPr lang="en-US" sz="1600" dirty="0">
                <a:solidFill>
                  <a:schemeClr val="bg1">
                    <a:lumMod val="65000"/>
                  </a:schemeClr>
                </a:solidFill>
                <a:latin typeface="ArialMT"/>
              </a:rPr>
              <a:t>[</a:t>
            </a:r>
            <a:r>
              <a:rPr lang="en-US" sz="1600" b="1" dirty="0" err="1">
                <a:solidFill>
                  <a:schemeClr val="bg1">
                    <a:lumMod val="65000"/>
                  </a:schemeClr>
                </a:solidFill>
                <a:latin typeface="Arial" panose="020B0604020202020204" pitchFamily="34" charset="0"/>
              </a:rPr>
              <a:t>Micikevicius</a:t>
            </a:r>
            <a:r>
              <a:rPr lang="en-US" sz="1600" dirty="0">
                <a:solidFill>
                  <a:schemeClr val="bg1">
                    <a:lumMod val="65000"/>
                  </a:schemeClr>
                </a:solidFill>
                <a:latin typeface="ArialMT"/>
              </a:rPr>
              <a:t>, </a:t>
            </a:r>
            <a:r>
              <a:rPr lang="en-US" sz="1600" i="1" dirty="0">
                <a:solidFill>
                  <a:schemeClr val="bg1">
                    <a:lumMod val="65000"/>
                  </a:schemeClr>
                </a:solidFill>
                <a:latin typeface="ArialMT"/>
              </a:rPr>
              <a:t>Fundamentals of Scaling Out DL Training, </a:t>
            </a:r>
            <a:r>
              <a:rPr lang="en-US" sz="1600" dirty="0">
                <a:solidFill>
                  <a:schemeClr val="bg1">
                    <a:lumMod val="65000"/>
                  </a:schemeClr>
                </a:solidFill>
                <a:latin typeface="ArialMT"/>
              </a:rPr>
              <a:t>2020] </a:t>
            </a:r>
            <a:endParaRPr lang="en-US" sz="1600" dirty="0">
              <a:solidFill>
                <a:schemeClr val="bg1">
                  <a:lumMod val="65000"/>
                </a:schemeClr>
              </a:solidFill>
            </a:endParaRPr>
          </a:p>
        </p:txBody>
      </p:sp>
      <p:sp>
        <p:nvSpPr>
          <p:cNvPr id="74" name="object 2">
            <a:extLst>
              <a:ext uri="{FF2B5EF4-FFF2-40B4-BE49-F238E27FC236}">
                <a16:creationId xmlns:a16="http://schemas.microsoft.com/office/drawing/2014/main" id="{CEB00BA9-32F4-49CD-9F3E-36B264DEDEE4}"/>
              </a:ext>
            </a:extLst>
          </p:cNvPr>
          <p:cNvSpPr/>
          <p:nvPr/>
        </p:nvSpPr>
        <p:spPr>
          <a:xfrm>
            <a:off x="1038408" y="1641466"/>
            <a:ext cx="2001661" cy="3524250"/>
          </a:xfrm>
          <a:custGeom>
            <a:avLst/>
            <a:gdLst/>
            <a:ahLst/>
            <a:cxnLst/>
            <a:rect l="l" t="t" r="r" b="b"/>
            <a:pathLst>
              <a:path w="1801495" h="3171825">
                <a:moveTo>
                  <a:pt x="1801368" y="0"/>
                </a:moveTo>
                <a:lnTo>
                  <a:pt x="0" y="0"/>
                </a:lnTo>
                <a:lnTo>
                  <a:pt x="0" y="3171444"/>
                </a:lnTo>
                <a:lnTo>
                  <a:pt x="1801368" y="3171444"/>
                </a:lnTo>
                <a:lnTo>
                  <a:pt x="1801368" y="0"/>
                </a:lnTo>
                <a:close/>
              </a:path>
            </a:pathLst>
          </a:custGeom>
          <a:solidFill>
            <a:srgbClr val="F7F7F7"/>
          </a:solidFill>
        </p:spPr>
        <p:txBody>
          <a:bodyPr wrap="square" lIns="0" tIns="0" rIns="0" bIns="0" rtlCol="0"/>
          <a:lstStyle/>
          <a:p>
            <a:endParaRPr sz="2000"/>
          </a:p>
        </p:txBody>
      </p:sp>
      <p:graphicFrame>
        <p:nvGraphicFramePr>
          <p:cNvPr id="75" name="object 4">
            <a:extLst>
              <a:ext uri="{FF2B5EF4-FFF2-40B4-BE49-F238E27FC236}">
                <a16:creationId xmlns:a16="http://schemas.microsoft.com/office/drawing/2014/main" id="{42FAA0A4-02F2-4E79-BC3F-6353D2F3177E}"/>
              </a:ext>
            </a:extLst>
          </p:cNvPr>
          <p:cNvGraphicFramePr>
            <a:graphicFrameLocks noGrp="1"/>
          </p:cNvGraphicFramePr>
          <p:nvPr/>
        </p:nvGraphicFramePr>
        <p:xfrm>
          <a:off x="1182060" y="2181356"/>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76" name="object 5">
            <a:extLst>
              <a:ext uri="{FF2B5EF4-FFF2-40B4-BE49-F238E27FC236}">
                <a16:creationId xmlns:a16="http://schemas.microsoft.com/office/drawing/2014/main" id="{291C8CAD-2909-44C8-81E5-F732E5665BB8}"/>
              </a:ext>
            </a:extLst>
          </p:cNvPr>
          <p:cNvGraphicFramePr>
            <a:graphicFrameLocks noGrp="1"/>
          </p:cNvGraphicFramePr>
          <p:nvPr/>
        </p:nvGraphicFramePr>
        <p:xfrm>
          <a:off x="2199750"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1CAFF"/>
                    </a:solidFill>
                  </a:tcPr>
                </a:tc>
                <a:extLst>
                  <a:ext uri="{0D108BD9-81ED-4DB2-BD59-A6C34878D82A}">
                    <a16:rowId xmlns:a16="http://schemas.microsoft.com/office/drawing/2014/main" val="10002"/>
                  </a:ext>
                </a:extLst>
              </a:tr>
            </a:tbl>
          </a:graphicData>
        </a:graphic>
      </p:graphicFrame>
      <p:graphicFrame>
        <p:nvGraphicFramePr>
          <p:cNvPr id="77" name="object 6">
            <a:extLst>
              <a:ext uri="{FF2B5EF4-FFF2-40B4-BE49-F238E27FC236}">
                <a16:creationId xmlns:a16="http://schemas.microsoft.com/office/drawing/2014/main" id="{E094D7DB-B651-41BD-91A6-DBE7E0BD5CDC}"/>
              </a:ext>
            </a:extLst>
          </p:cNvPr>
          <p:cNvGraphicFramePr>
            <a:graphicFrameLocks noGrp="1"/>
          </p:cNvGraphicFramePr>
          <p:nvPr/>
        </p:nvGraphicFramePr>
        <p:xfrm>
          <a:off x="2755163"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78" name="object 7">
            <a:extLst>
              <a:ext uri="{FF2B5EF4-FFF2-40B4-BE49-F238E27FC236}">
                <a16:creationId xmlns:a16="http://schemas.microsoft.com/office/drawing/2014/main" id="{3860000F-D779-4999-940B-1B1851181482}"/>
              </a:ext>
            </a:extLst>
          </p:cNvPr>
          <p:cNvSpPr txBox="1"/>
          <p:nvPr/>
        </p:nvSpPr>
        <p:spPr>
          <a:xfrm>
            <a:off x="1966071" y="2316825"/>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pSp>
        <p:nvGrpSpPr>
          <p:cNvPr id="79" name="object 8">
            <a:extLst>
              <a:ext uri="{FF2B5EF4-FFF2-40B4-BE49-F238E27FC236}">
                <a16:creationId xmlns:a16="http://schemas.microsoft.com/office/drawing/2014/main" id="{FE1B444C-B86C-43F9-A6A2-1F2ACDB628C7}"/>
              </a:ext>
            </a:extLst>
          </p:cNvPr>
          <p:cNvGrpSpPr/>
          <p:nvPr/>
        </p:nvGrpSpPr>
        <p:grpSpPr>
          <a:xfrm>
            <a:off x="2199749" y="3261707"/>
            <a:ext cx="756356" cy="666044"/>
            <a:chOff x="2080005" y="3024888"/>
            <a:chExt cx="680720" cy="599440"/>
          </a:xfrm>
        </p:grpSpPr>
        <p:sp>
          <p:nvSpPr>
            <p:cNvPr id="80" name="object 9">
              <a:extLst>
                <a:ext uri="{FF2B5EF4-FFF2-40B4-BE49-F238E27FC236}">
                  <a16:creationId xmlns:a16="http://schemas.microsoft.com/office/drawing/2014/main" id="{34428F98-79C3-4664-9DE5-5569A90D39FB}"/>
                </a:ext>
              </a:extLst>
            </p:cNvPr>
            <p:cNvSpPr/>
            <p:nvPr/>
          </p:nvSpPr>
          <p:spPr>
            <a:xfrm>
              <a:off x="2086355" y="3031238"/>
              <a:ext cx="167640" cy="195580"/>
            </a:xfrm>
            <a:custGeom>
              <a:avLst/>
              <a:gdLst/>
              <a:ahLst/>
              <a:cxnLst/>
              <a:rect l="l" t="t" r="r" b="b"/>
              <a:pathLst>
                <a:path w="167639" h="195580">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81" name="object 10">
              <a:extLst>
                <a:ext uri="{FF2B5EF4-FFF2-40B4-BE49-F238E27FC236}">
                  <a16:creationId xmlns:a16="http://schemas.microsoft.com/office/drawing/2014/main" id="{4DDFC1F3-5C01-485D-B68D-081DF6BF45D2}"/>
                </a:ext>
              </a:extLst>
            </p:cNvPr>
            <p:cNvSpPr/>
            <p:nvPr/>
          </p:nvSpPr>
          <p:spPr>
            <a:xfrm>
              <a:off x="2086355" y="3031238"/>
              <a:ext cx="167640" cy="195580"/>
            </a:xfrm>
            <a:custGeom>
              <a:avLst/>
              <a:gdLst/>
              <a:ahLst/>
              <a:cxnLst/>
              <a:rect l="l" t="t" r="r" b="b"/>
              <a:pathLst>
                <a:path w="167639" h="195580">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82" name="object 11">
              <a:extLst>
                <a:ext uri="{FF2B5EF4-FFF2-40B4-BE49-F238E27FC236}">
                  <a16:creationId xmlns:a16="http://schemas.microsoft.com/office/drawing/2014/main" id="{35C38E93-1F42-4E87-B69C-4DB1436CD806}"/>
                </a:ext>
              </a:extLst>
            </p:cNvPr>
            <p:cNvSpPr/>
            <p:nvPr/>
          </p:nvSpPr>
          <p:spPr>
            <a:xfrm>
              <a:off x="2086355" y="3226306"/>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83" name="object 12">
              <a:extLst>
                <a:ext uri="{FF2B5EF4-FFF2-40B4-BE49-F238E27FC236}">
                  <a16:creationId xmlns:a16="http://schemas.microsoft.com/office/drawing/2014/main" id="{FC41762E-5EAF-4250-B318-D9069686545E}"/>
                </a:ext>
              </a:extLst>
            </p:cNvPr>
            <p:cNvSpPr/>
            <p:nvPr/>
          </p:nvSpPr>
          <p:spPr>
            <a:xfrm>
              <a:off x="2086355"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84" name="object 13">
              <a:extLst>
                <a:ext uri="{FF2B5EF4-FFF2-40B4-BE49-F238E27FC236}">
                  <a16:creationId xmlns:a16="http://schemas.microsoft.com/office/drawing/2014/main" id="{BF8508BB-8CAE-4482-9D25-430C3B6694E6}"/>
                </a:ext>
              </a:extLst>
            </p:cNvPr>
            <p:cNvSpPr/>
            <p:nvPr/>
          </p:nvSpPr>
          <p:spPr>
            <a:xfrm>
              <a:off x="2086355" y="3422901"/>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81CAFF"/>
            </a:solidFill>
          </p:spPr>
          <p:txBody>
            <a:bodyPr wrap="square" lIns="0" tIns="0" rIns="0" bIns="0" rtlCol="0"/>
            <a:lstStyle/>
            <a:p>
              <a:endParaRPr sz="2000"/>
            </a:p>
          </p:txBody>
        </p:sp>
        <p:sp>
          <p:nvSpPr>
            <p:cNvPr id="85" name="object 14">
              <a:extLst>
                <a:ext uri="{FF2B5EF4-FFF2-40B4-BE49-F238E27FC236}">
                  <a16:creationId xmlns:a16="http://schemas.microsoft.com/office/drawing/2014/main" id="{2C49478E-1D79-4916-A9EE-65997B6424ED}"/>
                </a:ext>
              </a:extLst>
            </p:cNvPr>
            <p:cNvSpPr/>
            <p:nvPr/>
          </p:nvSpPr>
          <p:spPr>
            <a:xfrm>
              <a:off x="2086355" y="3422901"/>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86" name="object 15">
              <a:extLst>
                <a:ext uri="{FF2B5EF4-FFF2-40B4-BE49-F238E27FC236}">
                  <a16:creationId xmlns:a16="http://schemas.microsoft.com/office/drawing/2014/main" id="{FF90F98E-F511-4280-89E5-14350C3C5CF7}"/>
                </a:ext>
              </a:extLst>
            </p:cNvPr>
            <p:cNvSpPr/>
            <p:nvPr/>
          </p:nvSpPr>
          <p:spPr>
            <a:xfrm>
              <a:off x="2586227" y="3031238"/>
              <a:ext cx="167640" cy="586740"/>
            </a:xfrm>
            <a:custGeom>
              <a:avLst/>
              <a:gdLst/>
              <a:ahLst/>
              <a:cxnLst/>
              <a:rect l="l" t="t" r="r" b="b"/>
              <a:pathLst>
                <a:path w="167639" h="586739">
                  <a:moveTo>
                    <a:pt x="0" y="195069"/>
                  </a:moveTo>
                  <a:lnTo>
                    <a:pt x="167640" y="195069"/>
                  </a:lnTo>
                  <a:lnTo>
                    <a:pt x="167640" y="0"/>
                  </a:lnTo>
                  <a:lnTo>
                    <a:pt x="0" y="0"/>
                  </a:lnTo>
                  <a:lnTo>
                    <a:pt x="0" y="195069"/>
                  </a:lnTo>
                  <a:close/>
                </a:path>
                <a:path w="167639" h="586739">
                  <a:moveTo>
                    <a:pt x="0" y="586737"/>
                  </a:moveTo>
                  <a:lnTo>
                    <a:pt x="167640" y="586737"/>
                  </a:lnTo>
                  <a:lnTo>
                    <a:pt x="167640" y="391662"/>
                  </a:lnTo>
                  <a:lnTo>
                    <a:pt x="0" y="391662"/>
                  </a:lnTo>
                  <a:lnTo>
                    <a:pt x="0" y="586737"/>
                  </a:lnTo>
                  <a:close/>
                </a:path>
              </a:pathLst>
            </a:custGeom>
            <a:ln w="12700">
              <a:solidFill>
                <a:srgbClr val="BEBEBE"/>
              </a:solidFill>
            </a:ln>
          </p:spPr>
          <p:txBody>
            <a:bodyPr wrap="square" lIns="0" tIns="0" rIns="0" bIns="0" rtlCol="0"/>
            <a:lstStyle/>
            <a:p>
              <a:endParaRPr sz="2000"/>
            </a:p>
          </p:txBody>
        </p:sp>
      </p:grpSp>
      <p:graphicFrame>
        <p:nvGraphicFramePr>
          <p:cNvPr id="87" name="object 16">
            <a:extLst>
              <a:ext uri="{FF2B5EF4-FFF2-40B4-BE49-F238E27FC236}">
                <a16:creationId xmlns:a16="http://schemas.microsoft.com/office/drawing/2014/main" id="{55676F95-2147-4F0A-A374-4ADF776FD1C8}"/>
              </a:ext>
            </a:extLst>
          </p:cNvPr>
          <p:cNvGraphicFramePr>
            <a:graphicFrameLocks noGrp="1"/>
          </p:cNvGraphicFramePr>
          <p:nvPr/>
        </p:nvGraphicFramePr>
        <p:xfrm>
          <a:off x="1182060" y="3261707"/>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88" name="object 17">
            <a:extLst>
              <a:ext uri="{FF2B5EF4-FFF2-40B4-BE49-F238E27FC236}">
                <a16:creationId xmlns:a16="http://schemas.microsoft.com/office/drawing/2014/main" id="{ECAAA21A-63F0-42C4-B7A7-401E9E543669}"/>
              </a:ext>
            </a:extLst>
          </p:cNvPr>
          <p:cNvSpPr txBox="1"/>
          <p:nvPr/>
        </p:nvSpPr>
        <p:spPr>
          <a:xfrm>
            <a:off x="1966071" y="3396889"/>
            <a:ext cx="694267" cy="356202"/>
          </a:xfrm>
          <a:prstGeom prst="rect">
            <a:avLst/>
          </a:prstGeom>
        </p:spPr>
        <p:txBody>
          <a:bodyPr vert="horz" wrap="square" lIns="0" tIns="14111" rIns="0" bIns="0" rtlCol="0">
            <a:spAutoFit/>
          </a:bodyPr>
          <a:lstStyle/>
          <a:p>
            <a:pPr marL="14111">
              <a:spcBef>
                <a:spcPts val="111"/>
              </a:spcBef>
              <a:tabLst>
                <a:tab pos="513639" algn="l"/>
              </a:tabLst>
            </a:pPr>
            <a:r>
              <a:rPr sz="2222" b="1" dirty="0">
                <a:latin typeface="Arial"/>
                <a:cs typeface="Arial"/>
              </a:rPr>
              <a:t>×	=</a:t>
            </a:r>
            <a:endParaRPr sz="2222">
              <a:latin typeface="Arial"/>
              <a:cs typeface="Arial"/>
            </a:endParaRPr>
          </a:p>
        </p:txBody>
      </p:sp>
      <p:graphicFrame>
        <p:nvGraphicFramePr>
          <p:cNvPr id="89" name="object 18">
            <a:extLst>
              <a:ext uri="{FF2B5EF4-FFF2-40B4-BE49-F238E27FC236}">
                <a16:creationId xmlns:a16="http://schemas.microsoft.com/office/drawing/2014/main" id="{86BFD2BD-658A-4A86-A3F8-43B9166756D8}"/>
              </a:ext>
            </a:extLst>
          </p:cNvPr>
          <p:cNvGraphicFramePr>
            <a:graphicFrameLocks noGrp="1"/>
          </p:cNvGraphicFramePr>
          <p:nvPr/>
        </p:nvGraphicFramePr>
        <p:xfrm>
          <a:off x="1182060" y="4323422"/>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D96"/>
                    </a:solidFill>
                  </a:tcPr>
                </a:tc>
                <a:extLst>
                  <a:ext uri="{0D108BD9-81ED-4DB2-BD59-A6C34878D82A}">
                    <a16:rowId xmlns:a16="http://schemas.microsoft.com/office/drawing/2014/main" val="10002"/>
                  </a:ext>
                </a:extLst>
              </a:tr>
            </a:tbl>
          </a:graphicData>
        </a:graphic>
      </p:graphicFrame>
      <p:grpSp>
        <p:nvGrpSpPr>
          <p:cNvPr id="90" name="object 19">
            <a:extLst>
              <a:ext uri="{FF2B5EF4-FFF2-40B4-BE49-F238E27FC236}">
                <a16:creationId xmlns:a16="http://schemas.microsoft.com/office/drawing/2014/main" id="{4914FDE0-2B58-4472-9A61-BBC205759985}"/>
              </a:ext>
            </a:extLst>
          </p:cNvPr>
          <p:cNvGrpSpPr/>
          <p:nvPr/>
        </p:nvGrpSpPr>
        <p:grpSpPr>
          <a:xfrm>
            <a:off x="2199749" y="4323422"/>
            <a:ext cx="756356" cy="666044"/>
            <a:chOff x="2080005" y="3980432"/>
            <a:chExt cx="680720" cy="599440"/>
          </a:xfrm>
        </p:grpSpPr>
        <p:sp>
          <p:nvSpPr>
            <p:cNvPr id="91" name="object 20">
              <a:extLst>
                <a:ext uri="{FF2B5EF4-FFF2-40B4-BE49-F238E27FC236}">
                  <a16:creationId xmlns:a16="http://schemas.microsoft.com/office/drawing/2014/main" id="{A625D50F-6416-4168-9181-4ABD38CE6827}"/>
                </a:ext>
              </a:extLst>
            </p:cNvPr>
            <p:cNvSpPr/>
            <p:nvPr/>
          </p:nvSpPr>
          <p:spPr>
            <a:xfrm>
              <a:off x="2086355" y="3986782"/>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81CAFF"/>
            </a:solidFill>
          </p:spPr>
          <p:txBody>
            <a:bodyPr wrap="square" lIns="0" tIns="0" rIns="0" bIns="0" rtlCol="0"/>
            <a:lstStyle/>
            <a:p>
              <a:endParaRPr sz="2000"/>
            </a:p>
          </p:txBody>
        </p:sp>
        <p:sp>
          <p:nvSpPr>
            <p:cNvPr id="92" name="object 21">
              <a:extLst>
                <a:ext uri="{FF2B5EF4-FFF2-40B4-BE49-F238E27FC236}">
                  <a16:creationId xmlns:a16="http://schemas.microsoft.com/office/drawing/2014/main" id="{8B71593B-F02D-4651-9D2F-8C92D885227A}"/>
                </a:ext>
              </a:extLst>
            </p:cNvPr>
            <p:cNvSpPr/>
            <p:nvPr/>
          </p:nvSpPr>
          <p:spPr>
            <a:xfrm>
              <a:off x="2086355" y="3986782"/>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93" name="object 22">
              <a:extLst>
                <a:ext uri="{FF2B5EF4-FFF2-40B4-BE49-F238E27FC236}">
                  <a16:creationId xmlns:a16="http://schemas.microsoft.com/office/drawing/2014/main" id="{7D5ADB58-7791-4DD1-B971-C7829A849D2E}"/>
                </a:ext>
              </a:extLst>
            </p:cNvPr>
            <p:cNvSpPr/>
            <p:nvPr/>
          </p:nvSpPr>
          <p:spPr>
            <a:xfrm>
              <a:off x="2086355" y="4183377"/>
              <a:ext cx="167640" cy="195580"/>
            </a:xfrm>
            <a:custGeom>
              <a:avLst/>
              <a:gdLst/>
              <a:ahLst/>
              <a:cxnLst/>
              <a:rect l="l" t="t" r="r" b="b"/>
              <a:pathLst>
                <a:path w="167639" h="195579">
                  <a:moveTo>
                    <a:pt x="167640" y="0"/>
                  </a:moveTo>
                  <a:lnTo>
                    <a:pt x="0" y="0"/>
                  </a:lnTo>
                  <a:lnTo>
                    <a:pt x="0" y="195074"/>
                  </a:lnTo>
                  <a:lnTo>
                    <a:pt x="167640" y="195074"/>
                  </a:lnTo>
                  <a:lnTo>
                    <a:pt x="167640" y="0"/>
                  </a:lnTo>
                  <a:close/>
                </a:path>
              </a:pathLst>
            </a:custGeom>
            <a:solidFill>
              <a:srgbClr val="81CAFF"/>
            </a:solidFill>
          </p:spPr>
          <p:txBody>
            <a:bodyPr wrap="square" lIns="0" tIns="0" rIns="0" bIns="0" rtlCol="0"/>
            <a:lstStyle/>
            <a:p>
              <a:endParaRPr sz="2000"/>
            </a:p>
          </p:txBody>
        </p:sp>
        <p:sp>
          <p:nvSpPr>
            <p:cNvPr id="94" name="object 23">
              <a:extLst>
                <a:ext uri="{FF2B5EF4-FFF2-40B4-BE49-F238E27FC236}">
                  <a16:creationId xmlns:a16="http://schemas.microsoft.com/office/drawing/2014/main" id="{9F09AE8B-4C5E-48C7-994A-79E5E009F617}"/>
                </a:ext>
              </a:extLst>
            </p:cNvPr>
            <p:cNvSpPr/>
            <p:nvPr/>
          </p:nvSpPr>
          <p:spPr>
            <a:xfrm>
              <a:off x="2086355" y="4183377"/>
              <a:ext cx="167640" cy="195580"/>
            </a:xfrm>
            <a:custGeom>
              <a:avLst/>
              <a:gdLst/>
              <a:ahLst/>
              <a:cxnLst/>
              <a:rect l="l" t="t" r="r" b="b"/>
              <a:pathLst>
                <a:path w="167639"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95" name="object 24">
              <a:extLst>
                <a:ext uri="{FF2B5EF4-FFF2-40B4-BE49-F238E27FC236}">
                  <a16:creationId xmlns:a16="http://schemas.microsoft.com/office/drawing/2014/main" id="{D8C414D3-B9CD-456F-8141-2720F9D0C187}"/>
                </a:ext>
              </a:extLst>
            </p:cNvPr>
            <p:cNvSpPr/>
            <p:nvPr/>
          </p:nvSpPr>
          <p:spPr>
            <a:xfrm>
              <a:off x="2086355"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81CAFF"/>
            </a:solidFill>
          </p:spPr>
          <p:txBody>
            <a:bodyPr wrap="square" lIns="0" tIns="0" rIns="0" bIns="0" rtlCol="0"/>
            <a:lstStyle/>
            <a:p>
              <a:endParaRPr sz="2000"/>
            </a:p>
          </p:txBody>
        </p:sp>
        <p:sp>
          <p:nvSpPr>
            <p:cNvPr id="96" name="object 25">
              <a:extLst>
                <a:ext uri="{FF2B5EF4-FFF2-40B4-BE49-F238E27FC236}">
                  <a16:creationId xmlns:a16="http://schemas.microsoft.com/office/drawing/2014/main" id="{81CF7AFE-29CC-4D1D-9B79-A32450C1451E}"/>
                </a:ext>
              </a:extLst>
            </p:cNvPr>
            <p:cNvSpPr/>
            <p:nvPr/>
          </p:nvSpPr>
          <p:spPr>
            <a:xfrm>
              <a:off x="2086355"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97" name="object 26">
              <a:extLst>
                <a:ext uri="{FF2B5EF4-FFF2-40B4-BE49-F238E27FC236}">
                  <a16:creationId xmlns:a16="http://schemas.microsoft.com/office/drawing/2014/main" id="{2E03D526-5800-4ECA-9810-D35CDAFCF6E2}"/>
                </a:ext>
              </a:extLst>
            </p:cNvPr>
            <p:cNvSpPr/>
            <p:nvPr/>
          </p:nvSpPr>
          <p:spPr>
            <a:xfrm>
              <a:off x="2586227"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BEBEBE"/>
              </a:solidFill>
            </a:ln>
          </p:spPr>
          <p:txBody>
            <a:bodyPr wrap="square" lIns="0" tIns="0" rIns="0" bIns="0" rtlCol="0"/>
            <a:lstStyle/>
            <a:p>
              <a:endParaRPr sz="2000"/>
            </a:p>
          </p:txBody>
        </p:sp>
        <p:sp>
          <p:nvSpPr>
            <p:cNvPr id="98" name="object 27">
              <a:extLst>
                <a:ext uri="{FF2B5EF4-FFF2-40B4-BE49-F238E27FC236}">
                  <a16:creationId xmlns:a16="http://schemas.microsoft.com/office/drawing/2014/main" id="{24B8F077-B00F-4210-A876-9EFDEF00F2C4}"/>
                </a:ext>
              </a:extLst>
            </p:cNvPr>
            <p:cNvSpPr/>
            <p:nvPr/>
          </p:nvSpPr>
          <p:spPr>
            <a:xfrm>
              <a:off x="2586227"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99" name="object 28">
              <a:extLst>
                <a:ext uri="{FF2B5EF4-FFF2-40B4-BE49-F238E27FC236}">
                  <a16:creationId xmlns:a16="http://schemas.microsoft.com/office/drawing/2014/main" id="{FF9CA40D-66CC-4C65-97E0-1AA8B9D1C15A}"/>
                </a:ext>
              </a:extLst>
            </p:cNvPr>
            <p:cNvSpPr/>
            <p:nvPr/>
          </p:nvSpPr>
          <p:spPr>
            <a:xfrm>
              <a:off x="2586227"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00" name="object 29">
            <a:extLst>
              <a:ext uri="{FF2B5EF4-FFF2-40B4-BE49-F238E27FC236}">
                <a16:creationId xmlns:a16="http://schemas.microsoft.com/office/drawing/2014/main" id="{6A5E823A-A1F0-470C-8EFD-897275C6F417}"/>
              </a:ext>
            </a:extLst>
          </p:cNvPr>
          <p:cNvSpPr txBox="1"/>
          <p:nvPr/>
        </p:nvSpPr>
        <p:spPr>
          <a:xfrm>
            <a:off x="1966071" y="4458553"/>
            <a:ext cx="694267" cy="356915"/>
          </a:xfrm>
          <a:prstGeom prst="rect">
            <a:avLst/>
          </a:prstGeom>
        </p:spPr>
        <p:txBody>
          <a:bodyPr vert="horz" wrap="square" lIns="0" tIns="14817" rIns="0" bIns="0" rtlCol="0">
            <a:spAutoFit/>
          </a:bodyPr>
          <a:lstStyle/>
          <a:p>
            <a:pPr marL="14111">
              <a:spcBef>
                <a:spcPts val="117"/>
              </a:spcBef>
              <a:tabLst>
                <a:tab pos="513639" algn="l"/>
              </a:tabLst>
            </a:pPr>
            <a:r>
              <a:rPr sz="2222" b="1" dirty="0">
                <a:latin typeface="Arial"/>
                <a:cs typeface="Arial"/>
              </a:rPr>
              <a:t>×	=</a:t>
            </a:r>
            <a:endParaRPr sz="2222">
              <a:latin typeface="Arial"/>
              <a:cs typeface="Arial"/>
            </a:endParaRPr>
          </a:p>
        </p:txBody>
      </p:sp>
      <p:grpSp>
        <p:nvGrpSpPr>
          <p:cNvPr id="101" name="object 30">
            <a:extLst>
              <a:ext uri="{FF2B5EF4-FFF2-40B4-BE49-F238E27FC236}">
                <a16:creationId xmlns:a16="http://schemas.microsoft.com/office/drawing/2014/main" id="{23AE8D6F-227D-48AA-8214-E297C67416F8}"/>
              </a:ext>
            </a:extLst>
          </p:cNvPr>
          <p:cNvGrpSpPr/>
          <p:nvPr/>
        </p:nvGrpSpPr>
        <p:grpSpPr>
          <a:xfrm>
            <a:off x="1074174" y="3478449"/>
            <a:ext cx="1947333" cy="2037644"/>
            <a:chOff x="1066987" y="3219956"/>
            <a:chExt cx="1752600" cy="1833880"/>
          </a:xfrm>
        </p:grpSpPr>
        <p:sp>
          <p:nvSpPr>
            <p:cNvPr id="102" name="object 31">
              <a:extLst>
                <a:ext uri="{FF2B5EF4-FFF2-40B4-BE49-F238E27FC236}">
                  <a16:creationId xmlns:a16="http://schemas.microsoft.com/office/drawing/2014/main" id="{5BF44BA6-099A-4EC4-98FB-334BBA29F5E1}"/>
                </a:ext>
              </a:extLst>
            </p:cNvPr>
            <p:cNvSpPr/>
            <p:nvPr/>
          </p:nvSpPr>
          <p:spPr>
            <a:xfrm>
              <a:off x="2586227" y="3226306"/>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D0FF7C"/>
            </a:solidFill>
          </p:spPr>
          <p:txBody>
            <a:bodyPr wrap="square" lIns="0" tIns="0" rIns="0" bIns="0" rtlCol="0"/>
            <a:lstStyle/>
            <a:p>
              <a:endParaRPr sz="2000"/>
            </a:p>
          </p:txBody>
        </p:sp>
        <p:sp>
          <p:nvSpPr>
            <p:cNvPr id="103" name="object 32">
              <a:extLst>
                <a:ext uri="{FF2B5EF4-FFF2-40B4-BE49-F238E27FC236}">
                  <a16:creationId xmlns:a16="http://schemas.microsoft.com/office/drawing/2014/main" id="{C805BBF8-F6EC-4620-A353-429A4B5FE910}"/>
                </a:ext>
              </a:extLst>
            </p:cNvPr>
            <p:cNvSpPr/>
            <p:nvPr/>
          </p:nvSpPr>
          <p:spPr>
            <a:xfrm>
              <a:off x="2586227"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04" name="object 33">
              <a:extLst>
                <a:ext uri="{FF2B5EF4-FFF2-40B4-BE49-F238E27FC236}">
                  <a16:creationId xmlns:a16="http://schemas.microsoft.com/office/drawing/2014/main" id="{A6AA22D5-7998-4D5E-A93E-486B91B327F0}"/>
                </a:ext>
              </a:extLst>
            </p:cNvPr>
            <p:cNvSpPr/>
            <p:nvPr/>
          </p:nvSpPr>
          <p:spPr>
            <a:xfrm>
              <a:off x="1081275" y="4770882"/>
              <a:ext cx="1724025" cy="268605"/>
            </a:xfrm>
            <a:custGeom>
              <a:avLst/>
              <a:gdLst/>
              <a:ahLst/>
              <a:cxnLst/>
              <a:rect l="l" t="t" r="r" b="b"/>
              <a:pathLst>
                <a:path w="1724025" h="268604">
                  <a:moveTo>
                    <a:pt x="1723646" y="0"/>
                  </a:moveTo>
                  <a:lnTo>
                    <a:pt x="1714062" y="52190"/>
                  </a:lnTo>
                  <a:lnTo>
                    <a:pt x="1687927" y="94820"/>
                  </a:lnTo>
                  <a:lnTo>
                    <a:pt x="1649172" y="123567"/>
                  </a:lnTo>
                  <a:lnTo>
                    <a:pt x="1601726" y="134110"/>
                  </a:lnTo>
                  <a:lnTo>
                    <a:pt x="983744" y="134110"/>
                  </a:lnTo>
                  <a:lnTo>
                    <a:pt x="936298" y="144650"/>
                  </a:lnTo>
                  <a:lnTo>
                    <a:pt x="897543" y="173392"/>
                  </a:lnTo>
                  <a:lnTo>
                    <a:pt x="871409" y="216022"/>
                  </a:lnTo>
                  <a:lnTo>
                    <a:pt x="861824" y="268225"/>
                  </a:lnTo>
                  <a:lnTo>
                    <a:pt x="852240" y="216022"/>
                  </a:lnTo>
                  <a:lnTo>
                    <a:pt x="826105" y="173392"/>
                  </a:lnTo>
                  <a:lnTo>
                    <a:pt x="787350" y="144650"/>
                  </a:lnTo>
                  <a:lnTo>
                    <a:pt x="739904" y="134110"/>
                  </a:lnTo>
                  <a:lnTo>
                    <a:pt x="121885" y="134110"/>
                  </a:lnTo>
                  <a:lnTo>
                    <a:pt x="74444" y="123567"/>
                  </a:lnTo>
                  <a:lnTo>
                    <a:pt x="35701" y="94820"/>
                  </a:lnTo>
                  <a:lnTo>
                    <a:pt x="9579" y="52190"/>
                  </a:lnTo>
                  <a:lnTo>
                    <a:pt x="0" y="0"/>
                  </a:lnTo>
                </a:path>
              </a:pathLst>
            </a:custGeom>
            <a:ln w="28575">
              <a:solidFill>
                <a:srgbClr val="000000"/>
              </a:solidFill>
            </a:ln>
          </p:spPr>
          <p:txBody>
            <a:bodyPr wrap="square" lIns="0" tIns="0" rIns="0" bIns="0" rtlCol="0"/>
            <a:lstStyle/>
            <a:p>
              <a:endParaRPr sz="2000"/>
            </a:p>
          </p:txBody>
        </p:sp>
      </p:grpSp>
      <p:sp>
        <p:nvSpPr>
          <p:cNvPr id="105" name="object 34">
            <a:extLst>
              <a:ext uri="{FF2B5EF4-FFF2-40B4-BE49-F238E27FC236}">
                <a16:creationId xmlns:a16="http://schemas.microsoft.com/office/drawing/2014/main" id="{7C7DC530-1D66-4AA0-932A-89D21C8C0994}"/>
              </a:ext>
            </a:extLst>
          </p:cNvPr>
          <p:cNvSpPr txBox="1"/>
          <p:nvPr/>
        </p:nvSpPr>
        <p:spPr>
          <a:xfrm>
            <a:off x="1527496" y="5530825"/>
            <a:ext cx="1068211"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i="1" dirty="0">
                <a:latin typeface="Arial"/>
                <a:cs typeface="Arial"/>
              </a:rPr>
              <a:t>K</a:t>
            </a:r>
            <a:r>
              <a:rPr sz="1556" i="1" spc="-94" dirty="0">
                <a:latin typeface="Arial"/>
                <a:cs typeface="Arial"/>
              </a:rPr>
              <a:t> </a:t>
            </a:r>
            <a:r>
              <a:rPr sz="1556" spc="-6" dirty="0">
                <a:latin typeface="Arial"/>
                <a:cs typeface="Arial"/>
              </a:rPr>
              <a:t>fwd</a:t>
            </a:r>
            <a:endParaRPr sz="1556">
              <a:latin typeface="Arial"/>
              <a:cs typeface="Arial"/>
            </a:endParaRPr>
          </a:p>
        </p:txBody>
      </p:sp>
      <p:sp>
        <p:nvSpPr>
          <p:cNvPr id="106" name="object 35">
            <a:extLst>
              <a:ext uri="{FF2B5EF4-FFF2-40B4-BE49-F238E27FC236}">
                <a16:creationId xmlns:a16="http://schemas.microsoft.com/office/drawing/2014/main" id="{A203FD73-8C31-4A9D-9BF4-04397AA69458}"/>
              </a:ext>
            </a:extLst>
          </p:cNvPr>
          <p:cNvSpPr txBox="1"/>
          <p:nvPr/>
        </p:nvSpPr>
        <p:spPr>
          <a:xfrm>
            <a:off x="12700" y="2331073"/>
            <a:ext cx="928511" cy="254386"/>
          </a:xfrm>
          <a:prstGeom prst="rect">
            <a:avLst/>
          </a:prstGeom>
        </p:spPr>
        <p:txBody>
          <a:bodyPr vert="horz" wrap="square" lIns="0" tIns="14817" rIns="0" bIns="0" rtlCol="0">
            <a:spAutoFit/>
          </a:bodyPr>
          <a:lstStyle/>
          <a:p>
            <a:pPr marL="14111">
              <a:spcBef>
                <a:spcPts val="117"/>
              </a:spcBef>
            </a:pPr>
            <a:r>
              <a:rPr sz="1556" b="1" spc="-6" dirty="0">
                <a:latin typeface="Arial"/>
                <a:cs typeface="Arial"/>
              </a:rPr>
              <a:t>Worker</a:t>
            </a:r>
            <a:r>
              <a:rPr sz="1556" b="1" spc="344" dirty="0">
                <a:latin typeface="Arial"/>
                <a:cs typeface="Arial"/>
              </a:rPr>
              <a:t> </a:t>
            </a:r>
            <a:r>
              <a:rPr sz="1556" b="1" dirty="0">
                <a:latin typeface="Arial"/>
                <a:cs typeface="Arial"/>
              </a:rPr>
              <a:t>0</a:t>
            </a:r>
            <a:endParaRPr sz="1556">
              <a:latin typeface="Arial"/>
              <a:cs typeface="Arial"/>
            </a:endParaRPr>
          </a:p>
        </p:txBody>
      </p:sp>
      <p:sp>
        <p:nvSpPr>
          <p:cNvPr id="107" name="object 36">
            <a:extLst>
              <a:ext uri="{FF2B5EF4-FFF2-40B4-BE49-F238E27FC236}">
                <a16:creationId xmlns:a16="http://schemas.microsoft.com/office/drawing/2014/main" id="{D27E9AEA-07DA-42D3-A465-CDFE2B3759A5}"/>
              </a:ext>
            </a:extLst>
          </p:cNvPr>
          <p:cNvSpPr txBox="1"/>
          <p:nvPr/>
        </p:nvSpPr>
        <p:spPr>
          <a:xfrm>
            <a:off x="17441" y="3434139"/>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1</a:t>
            </a:r>
            <a:endParaRPr sz="1556">
              <a:latin typeface="Arial"/>
              <a:cs typeface="Arial"/>
            </a:endParaRPr>
          </a:p>
        </p:txBody>
      </p:sp>
      <p:sp>
        <p:nvSpPr>
          <p:cNvPr id="108" name="object 37">
            <a:extLst>
              <a:ext uri="{FF2B5EF4-FFF2-40B4-BE49-F238E27FC236}">
                <a16:creationId xmlns:a16="http://schemas.microsoft.com/office/drawing/2014/main" id="{EE60FCE7-D078-4093-AD92-234DD2E6ABEB}"/>
              </a:ext>
            </a:extLst>
          </p:cNvPr>
          <p:cNvSpPr txBox="1"/>
          <p:nvPr/>
        </p:nvSpPr>
        <p:spPr>
          <a:xfrm>
            <a:off x="18119" y="4458605"/>
            <a:ext cx="928511" cy="253673"/>
          </a:xfrm>
          <a:prstGeom prst="rect">
            <a:avLst/>
          </a:prstGeom>
        </p:spPr>
        <p:txBody>
          <a:bodyPr vert="horz" wrap="square" lIns="0" tIns="14111" rIns="0" bIns="0" rtlCol="0">
            <a:spAutoFit/>
          </a:bodyPr>
          <a:lstStyle/>
          <a:p>
            <a:pPr marL="14111">
              <a:spcBef>
                <a:spcPts val="111"/>
              </a:spcBef>
            </a:pPr>
            <a:r>
              <a:rPr sz="1556" b="1" spc="-6" dirty="0">
                <a:latin typeface="Arial"/>
                <a:cs typeface="Arial"/>
              </a:rPr>
              <a:t>Worker</a:t>
            </a:r>
            <a:r>
              <a:rPr sz="1556" b="1" spc="344" dirty="0">
                <a:latin typeface="Arial"/>
                <a:cs typeface="Arial"/>
              </a:rPr>
              <a:t> </a:t>
            </a:r>
            <a:r>
              <a:rPr sz="1556" b="1" dirty="0">
                <a:latin typeface="Arial"/>
                <a:cs typeface="Arial"/>
              </a:rPr>
              <a:t>2</a:t>
            </a:r>
            <a:endParaRPr sz="1556">
              <a:latin typeface="Arial"/>
              <a:cs typeface="Arial"/>
            </a:endParaRPr>
          </a:p>
        </p:txBody>
      </p:sp>
      <p:graphicFrame>
        <p:nvGraphicFramePr>
          <p:cNvPr id="109" name="object 38">
            <a:extLst>
              <a:ext uri="{FF2B5EF4-FFF2-40B4-BE49-F238E27FC236}">
                <a16:creationId xmlns:a16="http://schemas.microsoft.com/office/drawing/2014/main" id="{2D8E3089-7743-45EB-A571-B29C1A2AB914}"/>
              </a:ext>
            </a:extLst>
          </p:cNvPr>
          <p:cNvGraphicFramePr>
            <a:graphicFrameLocks noGrp="1"/>
          </p:cNvGraphicFramePr>
          <p:nvPr/>
        </p:nvGraphicFramePr>
        <p:xfrm>
          <a:off x="4743137"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grpSp>
        <p:nvGrpSpPr>
          <p:cNvPr id="110" name="object 39">
            <a:extLst>
              <a:ext uri="{FF2B5EF4-FFF2-40B4-BE49-F238E27FC236}">
                <a16:creationId xmlns:a16="http://schemas.microsoft.com/office/drawing/2014/main" id="{D2116B9F-3BB4-4DEE-BCCE-11BEED1008A5}"/>
              </a:ext>
            </a:extLst>
          </p:cNvPr>
          <p:cNvGrpSpPr/>
          <p:nvPr/>
        </p:nvGrpSpPr>
        <p:grpSpPr>
          <a:xfrm>
            <a:off x="3581792" y="1641466"/>
            <a:ext cx="3408397" cy="3541183"/>
            <a:chOff x="3323844" y="1566671"/>
            <a:chExt cx="3066415" cy="3187065"/>
          </a:xfrm>
        </p:grpSpPr>
        <p:sp>
          <p:nvSpPr>
            <p:cNvPr id="111" name="object 40">
              <a:extLst>
                <a:ext uri="{FF2B5EF4-FFF2-40B4-BE49-F238E27FC236}">
                  <a16:creationId xmlns:a16="http://schemas.microsoft.com/office/drawing/2014/main" id="{03BB85BF-B0A0-4065-A1C9-F6885D27047C}"/>
                </a:ext>
              </a:extLst>
            </p:cNvPr>
            <p:cNvSpPr/>
            <p:nvPr/>
          </p:nvSpPr>
          <p:spPr>
            <a:xfrm>
              <a:off x="5204460" y="1581911"/>
              <a:ext cx="1186180" cy="3171825"/>
            </a:xfrm>
            <a:custGeom>
              <a:avLst/>
              <a:gdLst/>
              <a:ahLst/>
              <a:cxnLst/>
              <a:rect l="l" t="t" r="r" b="b"/>
              <a:pathLst>
                <a:path w="1186179" h="3171825">
                  <a:moveTo>
                    <a:pt x="1185674" y="0"/>
                  </a:moveTo>
                  <a:lnTo>
                    <a:pt x="0" y="0"/>
                  </a:lnTo>
                  <a:lnTo>
                    <a:pt x="0" y="3171444"/>
                  </a:lnTo>
                  <a:lnTo>
                    <a:pt x="1185674" y="3171444"/>
                  </a:lnTo>
                  <a:lnTo>
                    <a:pt x="1185674" y="0"/>
                  </a:lnTo>
                  <a:close/>
                </a:path>
              </a:pathLst>
            </a:custGeom>
            <a:solidFill>
              <a:srgbClr val="F3E5FB"/>
            </a:solidFill>
          </p:spPr>
          <p:txBody>
            <a:bodyPr wrap="square" lIns="0" tIns="0" rIns="0" bIns="0" rtlCol="0"/>
            <a:lstStyle/>
            <a:p>
              <a:endParaRPr sz="2000"/>
            </a:p>
          </p:txBody>
        </p:sp>
        <p:sp>
          <p:nvSpPr>
            <p:cNvPr id="112" name="object 41">
              <a:extLst>
                <a:ext uri="{FF2B5EF4-FFF2-40B4-BE49-F238E27FC236}">
                  <a16:creationId xmlns:a16="http://schemas.microsoft.com/office/drawing/2014/main" id="{90D08653-76D9-4B43-BA23-D1C799AC609A}"/>
                </a:ext>
              </a:extLst>
            </p:cNvPr>
            <p:cNvSpPr/>
            <p:nvPr/>
          </p:nvSpPr>
          <p:spPr>
            <a:xfrm>
              <a:off x="3323844" y="1566671"/>
              <a:ext cx="1801495" cy="3171825"/>
            </a:xfrm>
            <a:custGeom>
              <a:avLst/>
              <a:gdLst/>
              <a:ahLst/>
              <a:cxnLst/>
              <a:rect l="l" t="t" r="r" b="b"/>
              <a:pathLst>
                <a:path w="1801495" h="3171825">
                  <a:moveTo>
                    <a:pt x="1801368" y="0"/>
                  </a:moveTo>
                  <a:lnTo>
                    <a:pt x="0" y="0"/>
                  </a:lnTo>
                  <a:lnTo>
                    <a:pt x="0" y="3171444"/>
                  </a:lnTo>
                  <a:lnTo>
                    <a:pt x="1801368" y="3171444"/>
                  </a:lnTo>
                  <a:lnTo>
                    <a:pt x="1801368" y="0"/>
                  </a:lnTo>
                  <a:close/>
                </a:path>
              </a:pathLst>
            </a:custGeom>
            <a:solidFill>
              <a:srgbClr val="F7F7F7"/>
            </a:solidFill>
          </p:spPr>
          <p:txBody>
            <a:bodyPr wrap="square" lIns="0" tIns="0" rIns="0" bIns="0" rtlCol="0"/>
            <a:lstStyle/>
            <a:p>
              <a:endParaRPr sz="2000"/>
            </a:p>
          </p:txBody>
        </p:sp>
        <p:sp>
          <p:nvSpPr>
            <p:cNvPr id="113" name="object 42">
              <a:extLst>
                <a:ext uri="{FF2B5EF4-FFF2-40B4-BE49-F238E27FC236}">
                  <a16:creationId xmlns:a16="http://schemas.microsoft.com/office/drawing/2014/main" id="{2AFEE8CA-BDC6-4F3D-AED0-1583773F9E67}"/>
                </a:ext>
              </a:extLst>
            </p:cNvPr>
            <p:cNvSpPr/>
            <p:nvPr/>
          </p:nvSpPr>
          <p:spPr>
            <a:xfrm>
              <a:off x="4875276" y="2255517"/>
              <a:ext cx="169162" cy="195074"/>
            </a:xfrm>
            <a:prstGeom prst="rect">
              <a:avLst/>
            </a:prstGeom>
            <a:blipFill>
              <a:blip r:embed="rId3" cstate="print"/>
              <a:stretch>
                <a:fillRect/>
              </a:stretch>
            </a:blipFill>
          </p:spPr>
          <p:txBody>
            <a:bodyPr wrap="square" lIns="0" tIns="0" rIns="0" bIns="0" rtlCol="0"/>
            <a:lstStyle/>
            <a:p>
              <a:endParaRPr sz="2000"/>
            </a:p>
          </p:txBody>
        </p:sp>
        <p:sp>
          <p:nvSpPr>
            <p:cNvPr id="114" name="object 43">
              <a:extLst>
                <a:ext uri="{FF2B5EF4-FFF2-40B4-BE49-F238E27FC236}">
                  <a16:creationId xmlns:a16="http://schemas.microsoft.com/office/drawing/2014/main" id="{6F52A7FE-99B1-4A59-A878-7BDCA73079D0}"/>
                </a:ext>
              </a:extLst>
            </p:cNvPr>
            <p:cNvSpPr/>
            <p:nvPr/>
          </p:nvSpPr>
          <p:spPr>
            <a:xfrm>
              <a:off x="4875276" y="2255517"/>
              <a:ext cx="169545" cy="195580"/>
            </a:xfrm>
            <a:custGeom>
              <a:avLst/>
              <a:gdLst/>
              <a:ahLst/>
              <a:cxnLst/>
              <a:rect l="l" t="t" r="r" b="b"/>
              <a:pathLst>
                <a:path w="169545" h="195580">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15" name="object 44">
              <a:extLst>
                <a:ext uri="{FF2B5EF4-FFF2-40B4-BE49-F238E27FC236}">
                  <a16:creationId xmlns:a16="http://schemas.microsoft.com/office/drawing/2014/main" id="{55A71A6D-9973-4C5A-B712-864A686D6204}"/>
                </a:ext>
              </a:extLst>
            </p:cNvPr>
            <p:cNvSpPr/>
            <p:nvPr/>
          </p:nvSpPr>
          <p:spPr>
            <a:xfrm>
              <a:off x="4875276" y="2450594"/>
              <a:ext cx="169162" cy="195069"/>
            </a:xfrm>
            <a:prstGeom prst="rect">
              <a:avLst/>
            </a:prstGeom>
            <a:blipFill>
              <a:blip r:embed="rId4" cstate="print"/>
              <a:stretch>
                <a:fillRect/>
              </a:stretch>
            </a:blipFill>
          </p:spPr>
          <p:txBody>
            <a:bodyPr wrap="square" lIns="0" tIns="0" rIns="0" bIns="0" rtlCol="0"/>
            <a:lstStyle/>
            <a:p>
              <a:endParaRPr sz="2000"/>
            </a:p>
          </p:txBody>
        </p:sp>
        <p:sp>
          <p:nvSpPr>
            <p:cNvPr id="116" name="object 45">
              <a:extLst>
                <a:ext uri="{FF2B5EF4-FFF2-40B4-BE49-F238E27FC236}">
                  <a16:creationId xmlns:a16="http://schemas.microsoft.com/office/drawing/2014/main" id="{A20C0144-7E09-4C64-B6AE-9FE8B83622E8}"/>
                </a:ext>
              </a:extLst>
            </p:cNvPr>
            <p:cNvSpPr/>
            <p:nvPr/>
          </p:nvSpPr>
          <p:spPr>
            <a:xfrm>
              <a:off x="4875276" y="2450594"/>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17" name="object 46">
            <a:extLst>
              <a:ext uri="{FF2B5EF4-FFF2-40B4-BE49-F238E27FC236}">
                <a16:creationId xmlns:a16="http://schemas.microsoft.com/office/drawing/2014/main" id="{E56E5F55-D7D1-496F-8FE5-5CE738759B96}"/>
              </a:ext>
            </a:extLst>
          </p:cNvPr>
          <p:cNvSpPr txBox="1"/>
          <p:nvPr/>
        </p:nvSpPr>
        <p:spPr>
          <a:xfrm>
            <a:off x="4510163" y="2316825"/>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pSp>
        <p:nvGrpSpPr>
          <p:cNvPr id="118" name="object 47">
            <a:extLst>
              <a:ext uri="{FF2B5EF4-FFF2-40B4-BE49-F238E27FC236}">
                <a16:creationId xmlns:a16="http://schemas.microsoft.com/office/drawing/2014/main" id="{F5927C14-5316-4950-90F0-7E2E658C9AEB}"/>
              </a:ext>
            </a:extLst>
          </p:cNvPr>
          <p:cNvGrpSpPr/>
          <p:nvPr/>
        </p:nvGrpSpPr>
        <p:grpSpPr>
          <a:xfrm>
            <a:off x="4743137" y="3261707"/>
            <a:ext cx="757767" cy="666044"/>
            <a:chOff x="4369054" y="3024888"/>
            <a:chExt cx="681990" cy="599440"/>
          </a:xfrm>
        </p:grpSpPr>
        <p:sp>
          <p:nvSpPr>
            <p:cNvPr id="119" name="object 48">
              <a:extLst>
                <a:ext uri="{FF2B5EF4-FFF2-40B4-BE49-F238E27FC236}">
                  <a16:creationId xmlns:a16="http://schemas.microsoft.com/office/drawing/2014/main" id="{A3A038DD-1AF8-45F9-9C39-C2416505876A}"/>
                </a:ext>
              </a:extLst>
            </p:cNvPr>
            <p:cNvSpPr/>
            <p:nvPr/>
          </p:nvSpPr>
          <p:spPr>
            <a:xfrm>
              <a:off x="4375404" y="3031238"/>
              <a:ext cx="167640" cy="586740"/>
            </a:xfrm>
            <a:custGeom>
              <a:avLst/>
              <a:gdLst/>
              <a:ahLst/>
              <a:cxnLst/>
              <a:rect l="l" t="t" r="r" b="b"/>
              <a:pathLst>
                <a:path w="167639" h="586739">
                  <a:moveTo>
                    <a:pt x="0" y="195069"/>
                  </a:moveTo>
                  <a:lnTo>
                    <a:pt x="167640" y="195069"/>
                  </a:lnTo>
                  <a:lnTo>
                    <a:pt x="167640" y="0"/>
                  </a:lnTo>
                  <a:lnTo>
                    <a:pt x="0" y="0"/>
                  </a:lnTo>
                  <a:lnTo>
                    <a:pt x="0" y="195069"/>
                  </a:lnTo>
                  <a:close/>
                </a:path>
                <a:path w="167639" h="586739">
                  <a:moveTo>
                    <a:pt x="0" y="586737"/>
                  </a:moveTo>
                  <a:lnTo>
                    <a:pt x="167640" y="586737"/>
                  </a:lnTo>
                  <a:lnTo>
                    <a:pt x="167640" y="391662"/>
                  </a:lnTo>
                  <a:lnTo>
                    <a:pt x="0" y="391662"/>
                  </a:lnTo>
                  <a:lnTo>
                    <a:pt x="0" y="586737"/>
                  </a:lnTo>
                  <a:close/>
                </a:path>
              </a:pathLst>
            </a:custGeom>
            <a:ln w="12700">
              <a:solidFill>
                <a:srgbClr val="D9D9D9"/>
              </a:solidFill>
            </a:ln>
          </p:spPr>
          <p:txBody>
            <a:bodyPr wrap="square" lIns="0" tIns="0" rIns="0" bIns="0" rtlCol="0"/>
            <a:lstStyle/>
            <a:p>
              <a:endParaRPr sz="2000"/>
            </a:p>
          </p:txBody>
        </p:sp>
        <p:sp>
          <p:nvSpPr>
            <p:cNvPr id="120" name="object 49">
              <a:extLst>
                <a:ext uri="{FF2B5EF4-FFF2-40B4-BE49-F238E27FC236}">
                  <a16:creationId xmlns:a16="http://schemas.microsoft.com/office/drawing/2014/main" id="{557EA5B1-038D-4EF9-86FD-16F7B0FE9E0C}"/>
                </a:ext>
              </a:extLst>
            </p:cNvPr>
            <p:cNvSpPr/>
            <p:nvPr/>
          </p:nvSpPr>
          <p:spPr>
            <a:xfrm>
              <a:off x="4375404" y="3226306"/>
              <a:ext cx="167640" cy="196850"/>
            </a:xfrm>
            <a:custGeom>
              <a:avLst/>
              <a:gdLst/>
              <a:ahLst/>
              <a:cxnLst/>
              <a:rect l="l" t="t" r="r" b="b"/>
              <a:pathLst>
                <a:path w="167639" h="196850">
                  <a:moveTo>
                    <a:pt x="167640" y="0"/>
                  </a:moveTo>
                  <a:lnTo>
                    <a:pt x="0" y="0"/>
                  </a:lnTo>
                  <a:lnTo>
                    <a:pt x="0" y="196597"/>
                  </a:lnTo>
                  <a:lnTo>
                    <a:pt x="167640" y="196597"/>
                  </a:lnTo>
                  <a:lnTo>
                    <a:pt x="167640" y="0"/>
                  </a:lnTo>
                  <a:close/>
                </a:path>
              </a:pathLst>
            </a:custGeom>
            <a:solidFill>
              <a:srgbClr val="D0FF7C"/>
            </a:solidFill>
          </p:spPr>
          <p:txBody>
            <a:bodyPr wrap="square" lIns="0" tIns="0" rIns="0" bIns="0" rtlCol="0"/>
            <a:lstStyle/>
            <a:p>
              <a:endParaRPr sz="2000"/>
            </a:p>
          </p:txBody>
        </p:sp>
        <p:sp>
          <p:nvSpPr>
            <p:cNvPr id="121" name="object 50">
              <a:extLst>
                <a:ext uri="{FF2B5EF4-FFF2-40B4-BE49-F238E27FC236}">
                  <a16:creationId xmlns:a16="http://schemas.microsoft.com/office/drawing/2014/main" id="{F9DD70C3-549A-409D-B186-305196BC7392}"/>
                </a:ext>
              </a:extLst>
            </p:cNvPr>
            <p:cNvSpPr/>
            <p:nvPr/>
          </p:nvSpPr>
          <p:spPr>
            <a:xfrm>
              <a:off x="4375404" y="3226306"/>
              <a:ext cx="167640" cy="196850"/>
            </a:xfrm>
            <a:custGeom>
              <a:avLst/>
              <a:gdLst/>
              <a:ahLst/>
              <a:cxnLst/>
              <a:rect l="l" t="t" r="r" b="b"/>
              <a:pathLst>
                <a:path w="167639"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22" name="object 51">
              <a:extLst>
                <a:ext uri="{FF2B5EF4-FFF2-40B4-BE49-F238E27FC236}">
                  <a16:creationId xmlns:a16="http://schemas.microsoft.com/office/drawing/2014/main" id="{E33D0503-7E40-41D2-80A4-54CDAC9407F9}"/>
                </a:ext>
              </a:extLst>
            </p:cNvPr>
            <p:cNvSpPr/>
            <p:nvPr/>
          </p:nvSpPr>
          <p:spPr>
            <a:xfrm>
              <a:off x="4875276" y="3031238"/>
              <a:ext cx="169162" cy="195069"/>
            </a:xfrm>
            <a:prstGeom prst="rect">
              <a:avLst/>
            </a:prstGeom>
            <a:blipFill>
              <a:blip r:embed="rId5" cstate="print"/>
              <a:stretch>
                <a:fillRect/>
              </a:stretch>
            </a:blipFill>
          </p:spPr>
          <p:txBody>
            <a:bodyPr wrap="square" lIns="0" tIns="0" rIns="0" bIns="0" rtlCol="0"/>
            <a:lstStyle/>
            <a:p>
              <a:endParaRPr sz="2000"/>
            </a:p>
          </p:txBody>
        </p:sp>
        <p:sp>
          <p:nvSpPr>
            <p:cNvPr id="123" name="object 52">
              <a:extLst>
                <a:ext uri="{FF2B5EF4-FFF2-40B4-BE49-F238E27FC236}">
                  <a16:creationId xmlns:a16="http://schemas.microsoft.com/office/drawing/2014/main" id="{F322F3C8-2EE9-48F4-B9B2-75E26EC40A2A}"/>
                </a:ext>
              </a:extLst>
            </p:cNvPr>
            <p:cNvSpPr/>
            <p:nvPr/>
          </p:nvSpPr>
          <p:spPr>
            <a:xfrm>
              <a:off x="4875276" y="3031238"/>
              <a:ext cx="169545" cy="195580"/>
            </a:xfrm>
            <a:custGeom>
              <a:avLst/>
              <a:gdLst/>
              <a:ahLst/>
              <a:cxnLst/>
              <a:rect l="l" t="t" r="r" b="b"/>
              <a:pathLst>
                <a:path w="169545" h="195580">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124" name="object 53">
              <a:extLst>
                <a:ext uri="{FF2B5EF4-FFF2-40B4-BE49-F238E27FC236}">
                  <a16:creationId xmlns:a16="http://schemas.microsoft.com/office/drawing/2014/main" id="{4924FF68-E431-45ED-A1D2-AE91F3C566BA}"/>
                </a:ext>
              </a:extLst>
            </p:cNvPr>
            <p:cNvSpPr/>
            <p:nvPr/>
          </p:nvSpPr>
          <p:spPr>
            <a:xfrm>
              <a:off x="4875276" y="3422901"/>
              <a:ext cx="169162" cy="195074"/>
            </a:xfrm>
            <a:prstGeom prst="rect">
              <a:avLst/>
            </a:prstGeom>
            <a:blipFill>
              <a:blip r:embed="rId6" cstate="print"/>
              <a:stretch>
                <a:fillRect/>
              </a:stretch>
            </a:blipFill>
          </p:spPr>
          <p:txBody>
            <a:bodyPr wrap="square" lIns="0" tIns="0" rIns="0" bIns="0" rtlCol="0"/>
            <a:lstStyle/>
            <a:p>
              <a:endParaRPr sz="2000"/>
            </a:p>
          </p:txBody>
        </p:sp>
        <p:sp>
          <p:nvSpPr>
            <p:cNvPr id="126" name="object 54">
              <a:extLst>
                <a:ext uri="{FF2B5EF4-FFF2-40B4-BE49-F238E27FC236}">
                  <a16:creationId xmlns:a16="http://schemas.microsoft.com/office/drawing/2014/main" id="{4493532A-61DA-4C58-A361-44C01C22122B}"/>
                </a:ext>
              </a:extLst>
            </p:cNvPr>
            <p:cNvSpPr/>
            <p:nvPr/>
          </p:nvSpPr>
          <p:spPr>
            <a:xfrm>
              <a:off x="4875276" y="3422901"/>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grpSp>
      <p:sp>
        <p:nvSpPr>
          <p:cNvPr id="128" name="object 55">
            <a:extLst>
              <a:ext uri="{FF2B5EF4-FFF2-40B4-BE49-F238E27FC236}">
                <a16:creationId xmlns:a16="http://schemas.microsoft.com/office/drawing/2014/main" id="{B08E9335-C1EB-404E-AF6E-82BA21A63720}"/>
              </a:ext>
            </a:extLst>
          </p:cNvPr>
          <p:cNvSpPr txBox="1"/>
          <p:nvPr/>
        </p:nvSpPr>
        <p:spPr>
          <a:xfrm>
            <a:off x="4510163" y="3396889"/>
            <a:ext cx="694267" cy="356202"/>
          </a:xfrm>
          <a:prstGeom prst="rect">
            <a:avLst/>
          </a:prstGeom>
        </p:spPr>
        <p:txBody>
          <a:bodyPr vert="horz" wrap="square" lIns="0" tIns="14111" rIns="0" bIns="0" rtlCol="0">
            <a:spAutoFit/>
          </a:bodyPr>
          <a:lstStyle/>
          <a:p>
            <a:pPr marL="14111">
              <a:spcBef>
                <a:spcPts val="111"/>
              </a:spcBef>
              <a:tabLst>
                <a:tab pos="514345" algn="l"/>
              </a:tabLst>
            </a:pPr>
            <a:r>
              <a:rPr sz="2222" b="1" dirty="0">
                <a:latin typeface="Arial"/>
                <a:cs typeface="Arial"/>
              </a:rPr>
              <a:t>×	=</a:t>
            </a:r>
            <a:endParaRPr sz="2222">
              <a:latin typeface="Arial"/>
              <a:cs typeface="Arial"/>
            </a:endParaRPr>
          </a:p>
        </p:txBody>
      </p:sp>
      <p:graphicFrame>
        <p:nvGraphicFramePr>
          <p:cNvPr id="129" name="object 56">
            <a:extLst>
              <a:ext uri="{FF2B5EF4-FFF2-40B4-BE49-F238E27FC236}">
                <a16:creationId xmlns:a16="http://schemas.microsoft.com/office/drawing/2014/main" id="{8A6FB8F0-5B5D-48A4-9EC0-63127B1E8955}"/>
              </a:ext>
            </a:extLst>
          </p:cNvPr>
          <p:cNvGraphicFramePr>
            <a:graphicFrameLocks noGrp="1"/>
          </p:cNvGraphicFramePr>
          <p:nvPr/>
        </p:nvGraphicFramePr>
        <p:xfrm>
          <a:off x="3764391" y="4286170"/>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0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0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extLst>
                  <a:ext uri="{0D108BD9-81ED-4DB2-BD59-A6C34878D82A}">
                    <a16:rowId xmlns:a16="http://schemas.microsoft.com/office/drawing/2014/main" val="10000"/>
                  </a:ext>
                </a:extLst>
              </a:tr>
            </a:tbl>
          </a:graphicData>
        </a:graphic>
      </p:graphicFrame>
      <p:grpSp>
        <p:nvGrpSpPr>
          <p:cNvPr id="130" name="object 57">
            <a:extLst>
              <a:ext uri="{FF2B5EF4-FFF2-40B4-BE49-F238E27FC236}">
                <a16:creationId xmlns:a16="http://schemas.microsoft.com/office/drawing/2014/main" id="{A0F1F6EB-FF60-455A-9D06-C2FB0E10091A}"/>
              </a:ext>
            </a:extLst>
          </p:cNvPr>
          <p:cNvGrpSpPr/>
          <p:nvPr/>
        </p:nvGrpSpPr>
        <p:grpSpPr>
          <a:xfrm>
            <a:off x="4743137" y="4323422"/>
            <a:ext cx="757767" cy="666044"/>
            <a:chOff x="4369054" y="3980432"/>
            <a:chExt cx="681990" cy="599440"/>
          </a:xfrm>
        </p:grpSpPr>
        <p:sp>
          <p:nvSpPr>
            <p:cNvPr id="131" name="object 58">
              <a:extLst>
                <a:ext uri="{FF2B5EF4-FFF2-40B4-BE49-F238E27FC236}">
                  <a16:creationId xmlns:a16="http://schemas.microsoft.com/office/drawing/2014/main" id="{2FDE0F7C-5ECB-4071-B1EC-E034AC6AA018}"/>
                </a:ext>
              </a:extLst>
            </p:cNvPr>
            <p:cNvSpPr/>
            <p:nvPr/>
          </p:nvSpPr>
          <p:spPr>
            <a:xfrm>
              <a:off x="4375404" y="3986782"/>
              <a:ext cx="167640" cy="391795"/>
            </a:xfrm>
            <a:custGeom>
              <a:avLst/>
              <a:gdLst/>
              <a:ahLst/>
              <a:cxnLst/>
              <a:rect l="l" t="t" r="r" b="b"/>
              <a:pathLst>
                <a:path w="167639" h="391795">
                  <a:moveTo>
                    <a:pt x="0" y="196597"/>
                  </a:moveTo>
                  <a:lnTo>
                    <a:pt x="167640" y="196597"/>
                  </a:lnTo>
                  <a:lnTo>
                    <a:pt x="167640" y="0"/>
                  </a:lnTo>
                  <a:lnTo>
                    <a:pt x="0" y="0"/>
                  </a:lnTo>
                  <a:lnTo>
                    <a:pt x="0" y="196597"/>
                  </a:lnTo>
                  <a:close/>
                </a:path>
                <a:path w="167639" h="391795">
                  <a:moveTo>
                    <a:pt x="0" y="391669"/>
                  </a:moveTo>
                  <a:lnTo>
                    <a:pt x="167640" y="391669"/>
                  </a:lnTo>
                  <a:lnTo>
                    <a:pt x="167640" y="196594"/>
                  </a:lnTo>
                  <a:lnTo>
                    <a:pt x="0" y="196594"/>
                  </a:lnTo>
                  <a:lnTo>
                    <a:pt x="0" y="391669"/>
                  </a:lnTo>
                  <a:close/>
                </a:path>
              </a:pathLst>
            </a:custGeom>
            <a:ln w="12700">
              <a:solidFill>
                <a:srgbClr val="D9D9D9"/>
              </a:solidFill>
            </a:ln>
          </p:spPr>
          <p:txBody>
            <a:bodyPr wrap="square" lIns="0" tIns="0" rIns="0" bIns="0" rtlCol="0"/>
            <a:lstStyle/>
            <a:p>
              <a:endParaRPr sz="2000"/>
            </a:p>
          </p:txBody>
        </p:sp>
        <p:sp>
          <p:nvSpPr>
            <p:cNvPr id="132" name="object 59">
              <a:extLst>
                <a:ext uri="{FF2B5EF4-FFF2-40B4-BE49-F238E27FC236}">
                  <a16:creationId xmlns:a16="http://schemas.microsoft.com/office/drawing/2014/main" id="{34DB9043-9738-4451-BC96-51A7453777BC}"/>
                </a:ext>
              </a:extLst>
            </p:cNvPr>
            <p:cNvSpPr/>
            <p:nvPr/>
          </p:nvSpPr>
          <p:spPr>
            <a:xfrm>
              <a:off x="4375404" y="4378454"/>
              <a:ext cx="167640" cy="195580"/>
            </a:xfrm>
            <a:custGeom>
              <a:avLst/>
              <a:gdLst/>
              <a:ahLst/>
              <a:cxnLst/>
              <a:rect l="l" t="t" r="r" b="b"/>
              <a:pathLst>
                <a:path w="167639" h="195579">
                  <a:moveTo>
                    <a:pt x="167640" y="0"/>
                  </a:moveTo>
                  <a:lnTo>
                    <a:pt x="0" y="0"/>
                  </a:lnTo>
                  <a:lnTo>
                    <a:pt x="0" y="195069"/>
                  </a:lnTo>
                  <a:lnTo>
                    <a:pt x="167640" y="195069"/>
                  </a:lnTo>
                  <a:lnTo>
                    <a:pt x="167640" y="0"/>
                  </a:lnTo>
                  <a:close/>
                </a:path>
              </a:pathLst>
            </a:custGeom>
            <a:solidFill>
              <a:srgbClr val="D0FF7C"/>
            </a:solidFill>
          </p:spPr>
          <p:txBody>
            <a:bodyPr wrap="square" lIns="0" tIns="0" rIns="0" bIns="0" rtlCol="0"/>
            <a:lstStyle/>
            <a:p>
              <a:endParaRPr sz="2000"/>
            </a:p>
          </p:txBody>
        </p:sp>
        <p:sp>
          <p:nvSpPr>
            <p:cNvPr id="133" name="object 60">
              <a:extLst>
                <a:ext uri="{FF2B5EF4-FFF2-40B4-BE49-F238E27FC236}">
                  <a16:creationId xmlns:a16="http://schemas.microsoft.com/office/drawing/2014/main" id="{D269D0C4-5C6A-438D-9462-D1F894CC559E}"/>
                </a:ext>
              </a:extLst>
            </p:cNvPr>
            <p:cNvSpPr/>
            <p:nvPr/>
          </p:nvSpPr>
          <p:spPr>
            <a:xfrm>
              <a:off x="4375404" y="4378454"/>
              <a:ext cx="167640" cy="195580"/>
            </a:xfrm>
            <a:custGeom>
              <a:avLst/>
              <a:gdLst/>
              <a:ahLst/>
              <a:cxnLst/>
              <a:rect l="l" t="t" r="r" b="b"/>
              <a:pathLst>
                <a:path w="167639"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134" name="object 61">
              <a:extLst>
                <a:ext uri="{FF2B5EF4-FFF2-40B4-BE49-F238E27FC236}">
                  <a16:creationId xmlns:a16="http://schemas.microsoft.com/office/drawing/2014/main" id="{69522723-AAAC-434D-B82F-C596AC0543F5}"/>
                </a:ext>
              </a:extLst>
            </p:cNvPr>
            <p:cNvSpPr/>
            <p:nvPr/>
          </p:nvSpPr>
          <p:spPr>
            <a:xfrm>
              <a:off x="4875276" y="3986782"/>
              <a:ext cx="169162" cy="196597"/>
            </a:xfrm>
            <a:prstGeom prst="rect">
              <a:avLst/>
            </a:prstGeom>
            <a:blipFill>
              <a:blip r:embed="rId7" cstate="print"/>
              <a:stretch>
                <a:fillRect/>
              </a:stretch>
            </a:blipFill>
          </p:spPr>
          <p:txBody>
            <a:bodyPr wrap="square" lIns="0" tIns="0" rIns="0" bIns="0" rtlCol="0"/>
            <a:lstStyle/>
            <a:p>
              <a:endParaRPr sz="2000"/>
            </a:p>
          </p:txBody>
        </p:sp>
        <p:sp>
          <p:nvSpPr>
            <p:cNvPr id="135" name="object 62">
              <a:extLst>
                <a:ext uri="{FF2B5EF4-FFF2-40B4-BE49-F238E27FC236}">
                  <a16:creationId xmlns:a16="http://schemas.microsoft.com/office/drawing/2014/main" id="{EA19476F-A43C-4745-8B1A-5B489D2A0493}"/>
                </a:ext>
              </a:extLst>
            </p:cNvPr>
            <p:cNvSpPr/>
            <p:nvPr/>
          </p:nvSpPr>
          <p:spPr>
            <a:xfrm>
              <a:off x="4875276" y="3986782"/>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36" name="object 63">
              <a:extLst>
                <a:ext uri="{FF2B5EF4-FFF2-40B4-BE49-F238E27FC236}">
                  <a16:creationId xmlns:a16="http://schemas.microsoft.com/office/drawing/2014/main" id="{69FA01F4-C2C3-4A46-8B5E-A782BBD9CDE2}"/>
                </a:ext>
              </a:extLst>
            </p:cNvPr>
            <p:cNvSpPr/>
            <p:nvPr/>
          </p:nvSpPr>
          <p:spPr>
            <a:xfrm>
              <a:off x="4875276" y="4183377"/>
              <a:ext cx="169162" cy="195074"/>
            </a:xfrm>
            <a:prstGeom prst="rect">
              <a:avLst/>
            </a:prstGeom>
            <a:blipFill>
              <a:blip r:embed="rId8" cstate="print"/>
              <a:stretch>
                <a:fillRect/>
              </a:stretch>
            </a:blipFill>
          </p:spPr>
          <p:txBody>
            <a:bodyPr wrap="square" lIns="0" tIns="0" rIns="0" bIns="0" rtlCol="0"/>
            <a:lstStyle/>
            <a:p>
              <a:endParaRPr sz="2000"/>
            </a:p>
          </p:txBody>
        </p:sp>
        <p:sp>
          <p:nvSpPr>
            <p:cNvPr id="137" name="object 64">
              <a:extLst>
                <a:ext uri="{FF2B5EF4-FFF2-40B4-BE49-F238E27FC236}">
                  <a16:creationId xmlns:a16="http://schemas.microsoft.com/office/drawing/2014/main" id="{9E0DADDA-0877-411A-BA49-71B97F3AFCA1}"/>
                </a:ext>
              </a:extLst>
            </p:cNvPr>
            <p:cNvSpPr/>
            <p:nvPr/>
          </p:nvSpPr>
          <p:spPr>
            <a:xfrm>
              <a:off x="4875276" y="4183377"/>
              <a:ext cx="169545" cy="195580"/>
            </a:xfrm>
            <a:custGeom>
              <a:avLst/>
              <a:gdLst/>
              <a:ahLst/>
              <a:cxnLst/>
              <a:rect l="l" t="t" r="r" b="b"/>
              <a:pathLst>
                <a:path w="169545" h="195579">
                  <a:moveTo>
                    <a:pt x="0" y="195074"/>
                  </a:moveTo>
                  <a:lnTo>
                    <a:pt x="169162" y="195074"/>
                  </a:lnTo>
                  <a:lnTo>
                    <a:pt x="169162"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138" name="object 65">
              <a:extLst>
                <a:ext uri="{FF2B5EF4-FFF2-40B4-BE49-F238E27FC236}">
                  <a16:creationId xmlns:a16="http://schemas.microsoft.com/office/drawing/2014/main" id="{85909A81-A4C3-4071-90EA-6C88ACA483CF}"/>
                </a:ext>
              </a:extLst>
            </p:cNvPr>
            <p:cNvSpPr/>
            <p:nvPr/>
          </p:nvSpPr>
          <p:spPr>
            <a:xfrm>
              <a:off x="4875276" y="4378454"/>
              <a:ext cx="169162" cy="195069"/>
            </a:xfrm>
            <a:prstGeom prst="rect">
              <a:avLst/>
            </a:prstGeom>
            <a:blipFill>
              <a:blip r:embed="rId9" cstate="print"/>
              <a:stretch>
                <a:fillRect/>
              </a:stretch>
            </a:blipFill>
          </p:spPr>
          <p:txBody>
            <a:bodyPr wrap="square" lIns="0" tIns="0" rIns="0" bIns="0" rtlCol="0"/>
            <a:lstStyle/>
            <a:p>
              <a:endParaRPr sz="2000"/>
            </a:p>
          </p:txBody>
        </p:sp>
        <p:sp>
          <p:nvSpPr>
            <p:cNvPr id="139" name="object 66">
              <a:extLst>
                <a:ext uri="{FF2B5EF4-FFF2-40B4-BE49-F238E27FC236}">
                  <a16:creationId xmlns:a16="http://schemas.microsoft.com/office/drawing/2014/main" id="{1A1ED32B-EEA7-4D21-ABBE-0BCC09F07B3C}"/>
                </a:ext>
              </a:extLst>
            </p:cNvPr>
            <p:cNvSpPr/>
            <p:nvPr/>
          </p:nvSpPr>
          <p:spPr>
            <a:xfrm>
              <a:off x="4875276" y="4378454"/>
              <a:ext cx="169545" cy="195580"/>
            </a:xfrm>
            <a:custGeom>
              <a:avLst/>
              <a:gdLst/>
              <a:ahLst/>
              <a:cxnLst/>
              <a:rect l="l" t="t" r="r" b="b"/>
              <a:pathLst>
                <a:path w="169545" h="195579">
                  <a:moveTo>
                    <a:pt x="0" y="195069"/>
                  </a:moveTo>
                  <a:lnTo>
                    <a:pt x="169162" y="195069"/>
                  </a:lnTo>
                  <a:lnTo>
                    <a:pt x="169162"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140" name="object 67">
            <a:extLst>
              <a:ext uri="{FF2B5EF4-FFF2-40B4-BE49-F238E27FC236}">
                <a16:creationId xmlns:a16="http://schemas.microsoft.com/office/drawing/2014/main" id="{C28CB0B1-5E8B-4C14-BDE9-B47C795E5F2C}"/>
              </a:ext>
            </a:extLst>
          </p:cNvPr>
          <p:cNvSpPr txBox="1"/>
          <p:nvPr/>
        </p:nvSpPr>
        <p:spPr>
          <a:xfrm>
            <a:off x="4510163" y="4458553"/>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aphicFrame>
        <p:nvGraphicFramePr>
          <p:cNvPr id="142" name="object 68">
            <a:extLst>
              <a:ext uri="{FF2B5EF4-FFF2-40B4-BE49-F238E27FC236}">
                <a16:creationId xmlns:a16="http://schemas.microsoft.com/office/drawing/2014/main" id="{4C5DA40F-16F1-4FD0-BE09-5EEFEFA498F9}"/>
              </a:ext>
            </a:extLst>
          </p:cNvPr>
          <p:cNvGraphicFramePr>
            <a:graphicFrameLocks noGrp="1"/>
          </p:cNvGraphicFramePr>
          <p:nvPr/>
        </p:nvGraphicFramePr>
        <p:xfrm>
          <a:off x="6612577"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graphicFrame>
        <p:nvGraphicFramePr>
          <p:cNvPr id="143" name="object 69">
            <a:extLst>
              <a:ext uri="{FF2B5EF4-FFF2-40B4-BE49-F238E27FC236}">
                <a16:creationId xmlns:a16="http://schemas.microsoft.com/office/drawing/2014/main" id="{F792460D-96C2-4E3C-856F-E1A5B606D6C4}"/>
              </a:ext>
            </a:extLst>
          </p:cNvPr>
          <p:cNvGraphicFramePr>
            <a:graphicFrameLocks noGrp="1"/>
          </p:cNvGraphicFramePr>
          <p:nvPr/>
        </p:nvGraphicFramePr>
        <p:xfrm>
          <a:off x="6619633" y="3261707"/>
          <a:ext cx="186267" cy="651929"/>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graphicFrame>
        <p:nvGraphicFramePr>
          <p:cNvPr id="144" name="object 70">
            <a:extLst>
              <a:ext uri="{FF2B5EF4-FFF2-40B4-BE49-F238E27FC236}">
                <a16:creationId xmlns:a16="http://schemas.microsoft.com/office/drawing/2014/main" id="{BB98EDCA-4CEA-4EAD-B77D-538414DBEF54}"/>
              </a:ext>
            </a:extLst>
          </p:cNvPr>
          <p:cNvGraphicFramePr>
            <a:graphicFrameLocks noGrp="1"/>
          </p:cNvGraphicFramePr>
          <p:nvPr/>
        </p:nvGraphicFramePr>
        <p:xfrm>
          <a:off x="6612577" y="4323422"/>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graphicFrame>
        <p:nvGraphicFramePr>
          <p:cNvPr id="145" name="object 71">
            <a:extLst>
              <a:ext uri="{FF2B5EF4-FFF2-40B4-BE49-F238E27FC236}">
                <a16:creationId xmlns:a16="http://schemas.microsoft.com/office/drawing/2014/main" id="{EF1B1E8F-0070-4F6D-B2D8-E3A5A28DC33A}"/>
              </a:ext>
            </a:extLst>
          </p:cNvPr>
          <p:cNvGraphicFramePr>
            <a:graphicFrameLocks noGrp="1"/>
          </p:cNvGraphicFramePr>
          <p:nvPr/>
        </p:nvGraphicFramePr>
        <p:xfrm>
          <a:off x="3764391" y="2144104"/>
          <a:ext cx="651229" cy="728133"/>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8133">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0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aphicFrame>
        <p:nvGraphicFramePr>
          <p:cNvPr id="146" name="object 72">
            <a:extLst>
              <a:ext uri="{FF2B5EF4-FFF2-40B4-BE49-F238E27FC236}">
                <a16:creationId xmlns:a16="http://schemas.microsoft.com/office/drawing/2014/main" id="{5F7D650A-8BBA-443D-80CD-775FAC30B2E4}"/>
              </a:ext>
            </a:extLst>
          </p:cNvPr>
          <p:cNvGraphicFramePr>
            <a:graphicFrameLocks noGrp="1"/>
          </p:cNvGraphicFramePr>
          <p:nvPr/>
        </p:nvGraphicFramePr>
        <p:xfrm>
          <a:off x="3764391" y="3224450"/>
          <a:ext cx="651229" cy="726441"/>
        </p:xfrm>
        <a:graphic>
          <a:graphicData uri="http://schemas.openxmlformats.org/drawingml/2006/table">
            <a:tbl>
              <a:tblPr firstRow="1" bandRow="1">
                <a:tableStyleId>{2D5ABB26-0587-4C30-8999-92F81FD0307C}</a:tableStyleId>
              </a:tblPr>
              <a:tblGrid>
                <a:gridCol w="216606">
                  <a:extLst>
                    <a:ext uri="{9D8B030D-6E8A-4147-A177-3AD203B41FA5}">
                      <a16:colId xmlns:a16="http://schemas.microsoft.com/office/drawing/2014/main" val="20000"/>
                    </a:ext>
                  </a:extLst>
                </a:gridCol>
                <a:gridCol w="216606">
                  <a:extLst>
                    <a:ext uri="{9D8B030D-6E8A-4147-A177-3AD203B41FA5}">
                      <a16:colId xmlns:a16="http://schemas.microsoft.com/office/drawing/2014/main" val="20001"/>
                    </a:ext>
                  </a:extLst>
                </a:gridCol>
                <a:gridCol w="218017">
                  <a:extLst>
                    <a:ext uri="{9D8B030D-6E8A-4147-A177-3AD203B41FA5}">
                      <a16:colId xmlns:a16="http://schemas.microsoft.com/office/drawing/2014/main" val="20002"/>
                    </a:ext>
                  </a:extLst>
                </a:gridCol>
              </a:tblGrid>
              <a:tr h="726441">
                <a:tc>
                  <a:txBody>
                    <a:bodyPr/>
                    <a:lstStyle/>
                    <a:p>
                      <a:pPr>
                        <a:lnSpc>
                          <a:spcPct val="100000"/>
                        </a:lnSpc>
                      </a:pPr>
                      <a:endParaRPr sz="2000">
                        <a:latin typeface="Times New Roman"/>
                        <a:cs typeface="Times New Roman"/>
                      </a:endParaRPr>
                    </a:p>
                  </a:txBody>
                  <a:tcPr marL="0" marR="0" marT="0" marB="0">
                    <a:lnL w="19050">
                      <a:solidFill>
                        <a:srgbClr val="BEBEBE"/>
                      </a:solidFill>
                      <a:prstDash val="solid"/>
                    </a:lnL>
                    <a:lnR w="19050">
                      <a:solidFill>
                        <a:srgbClr val="000000"/>
                      </a:solidFill>
                      <a:prstDash val="solid"/>
                    </a:lnR>
                    <a:lnT w="19050">
                      <a:solidFill>
                        <a:srgbClr val="BEBEBE"/>
                      </a:solidFill>
                      <a:prstDash val="solid"/>
                    </a:lnT>
                    <a:lnB w="19050">
                      <a:solidFill>
                        <a:srgbClr val="BEBEBE"/>
                      </a:solidFill>
                      <a:prstDash val="solid"/>
                    </a:lnB>
                    <a:solidFill>
                      <a:srgbClr val="F7F7F7"/>
                    </a:solidFill>
                  </a:tcPr>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5A5A5"/>
                    </a:solidFill>
                  </a:tcPr>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bl>
          </a:graphicData>
        </a:graphic>
      </p:graphicFrame>
      <p:grpSp>
        <p:nvGrpSpPr>
          <p:cNvPr id="147" name="object 73">
            <a:extLst>
              <a:ext uri="{FF2B5EF4-FFF2-40B4-BE49-F238E27FC236}">
                <a16:creationId xmlns:a16="http://schemas.microsoft.com/office/drawing/2014/main" id="{E3325ADF-464D-4D4F-B3B2-5D2908F35006}"/>
              </a:ext>
            </a:extLst>
          </p:cNvPr>
          <p:cNvGrpSpPr/>
          <p:nvPr/>
        </p:nvGrpSpPr>
        <p:grpSpPr>
          <a:xfrm>
            <a:off x="5298551" y="2181355"/>
            <a:ext cx="1707444" cy="3334456"/>
            <a:chOff x="4868926" y="2052572"/>
            <a:chExt cx="1536700" cy="3001010"/>
          </a:xfrm>
        </p:grpSpPr>
        <p:sp>
          <p:nvSpPr>
            <p:cNvPr id="148" name="object 74">
              <a:extLst>
                <a:ext uri="{FF2B5EF4-FFF2-40B4-BE49-F238E27FC236}">
                  <a16:creationId xmlns:a16="http://schemas.microsoft.com/office/drawing/2014/main" id="{74459456-327F-49F4-B18B-6460FC33F9CF}"/>
                </a:ext>
              </a:extLst>
            </p:cNvPr>
            <p:cNvSpPr/>
            <p:nvPr/>
          </p:nvSpPr>
          <p:spPr>
            <a:xfrm>
              <a:off x="4875276" y="2058922"/>
              <a:ext cx="169162" cy="196597"/>
            </a:xfrm>
            <a:prstGeom prst="rect">
              <a:avLst/>
            </a:prstGeom>
            <a:blipFill>
              <a:blip r:embed="rId10" cstate="print"/>
              <a:stretch>
                <a:fillRect/>
              </a:stretch>
            </a:blipFill>
          </p:spPr>
          <p:txBody>
            <a:bodyPr wrap="square" lIns="0" tIns="0" rIns="0" bIns="0" rtlCol="0"/>
            <a:lstStyle/>
            <a:p>
              <a:endParaRPr sz="2000"/>
            </a:p>
          </p:txBody>
        </p:sp>
        <p:sp>
          <p:nvSpPr>
            <p:cNvPr id="149" name="object 75">
              <a:extLst>
                <a:ext uri="{FF2B5EF4-FFF2-40B4-BE49-F238E27FC236}">
                  <a16:creationId xmlns:a16="http://schemas.microsoft.com/office/drawing/2014/main" id="{69378A71-CB86-4FD0-842E-A3C7EC7D66CA}"/>
                </a:ext>
              </a:extLst>
            </p:cNvPr>
            <p:cNvSpPr/>
            <p:nvPr/>
          </p:nvSpPr>
          <p:spPr>
            <a:xfrm>
              <a:off x="4875276" y="2058922"/>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50" name="object 76">
              <a:extLst>
                <a:ext uri="{FF2B5EF4-FFF2-40B4-BE49-F238E27FC236}">
                  <a16:creationId xmlns:a16="http://schemas.microsoft.com/office/drawing/2014/main" id="{DFEAAFB1-D348-4489-9DB4-8636E4D2FFB5}"/>
                </a:ext>
              </a:extLst>
            </p:cNvPr>
            <p:cNvSpPr/>
            <p:nvPr/>
          </p:nvSpPr>
          <p:spPr>
            <a:xfrm>
              <a:off x="4875276" y="3226306"/>
              <a:ext cx="169162" cy="196597"/>
            </a:xfrm>
            <a:prstGeom prst="rect">
              <a:avLst/>
            </a:prstGeom>
            <a:blipFill>
              <a:blip r:embed="rId11" cstate="print"/>
              <a:stretch>
                <a:fillRect/>
              </a:stretch>
            </a:blipFill>
          </p:spPr>
          <p:txBody>
            <a:bodyPr wrap="square" lIns="0" tIns="0" rIns="0" bIns="0" rtlCol="0"/>
            <a:lstStyle/>
            <a:p>
              <a:endParaRPr sz="2000"/>
            </a:p>
          </p:txBody>
        </p:sp>
        <p:sp>
          <p:nvSpPr>
            <p:cNvPr id="151" name="object 77">
              <a:extLst>
                <a:ext uri="{FF2B5EF4-FFF2-40B4-BE49-F238E27FC236}">
                  <a16:creationId xmlns:a16="http://schemas.microsoft.com/office/drawing/2014/main" id="{B4E14ECD-A48C-4E74-876D-ECCB6C840242}"/>
                </a:ext>
              </a:extLst>
            </p:cNvPr>
            <p:cNvSpPr/>
            <p:nvPr/>
          </p:nvSpPr>
          <p:spPr>
            <a:xfrm>
              <a:off x="4875276" y="3226306"/>
              <a:ext cx="169545" cy="196850"/>
            </a:xfrm>
            <a:custGeom>
              <a:avLst/>
              <a:gdLst/>
              <a:ahLst/>
              <a:cxnLst/>
              <a:rect l="l" t="t" r="r" b="b"/>
              <a:pathLst>
                <a:path w="169545" h="196850">
                  <a:moveTo>
                    <a:pt x="0" y="196597"/>
                  </a:moveTo>
                  <a:lnTo>
                    <a:pt x="169162" y="196597"/>
                  </a:lnTo>
                  <a:lnTo>
                    <a:pt x="169162"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152" name="object 78">
              <a:extLst>
                <a:ext uri="{FF2B5EF4-FFF2-40B4-BE49-F238E27FC236}">
                  <a16:creationId xmlns:a16="http://schemas.microsoft.com/office/drawing/2014/main" id="{4A76FA53-626C-4331-9F65-ABD954E16140}"/>
                </a:ext>
              </a:extLst>
            </p:cNvPr>
            <p:cNvSpPr/>
            <p:nvPr/>
          </p:nvSpPr>
          <p:spPr>
            <a:xfrm>
              <a:off x="5038344" y="2131059"/>
              <a:ext cx="547370" cy="1955800"/>
            </a:xfrm>
            <a:custGeom>
              <a:avLst/>
              <a:gdLst/>
              <a:ahLst/>
              <a:cxnLst/>
              <a:rect l="l" t="t" r="r" b="b"/>
              <a:pathLst>
                <a:path w="547370" h="1955800">
                  <a:moveTo>
                    <a:pt x="480187" y="25400"/>
                  </a:moveTo>
                  <a:lnTo>
                    <a:pt x="467487" y="19050"/>
                  </a:lnTo>
                  <a:lnTo>
                    <a:pt x="429387" y="0"/>
                  </a:lnTo>
                  <a:lnTo>
                    <a:pt x="429387" y="19050"/>
                  </a:lnTo>
                  <a:lnTo>
                    <a:pt x="6096" y="19050"/>
                  </a:lnTo>
                  <a:lnTo>
                    <a:pt x="6096" y="31750"/>
                  </a:lnTo>
                  <a:lnTo>
                    <a:pt x="429387" y="31750"/>
                  </a:lnTo>
                  <a:lnTo>
                    <a:pt x="429387" y="50800"/>
                  </a:lnTo>
                  <a:lnTo>
                    <a:pt x="467487" y="31750"/>
                  </a:lnTo>
                  <a:lnTo>
                    <a:pt x="480187" y="25400"/>
                  </a:lnTo>
                  <a:close/>
                </a:path>
                <a:path w="547370" h="1955800">
                  <a:moveTo>
                    <a:pt x="546989" y="143637"/>
                  </a:moveTo>
                  <a:lnTo>
                    <a:pt x="543039" y="122809"/>
                  </a:lnTo>
                  <a:lnTo>
                    <a:pt x="536448" y="87884"/>
                  </a:lnTo>
                  <a:lnTo>
                    <a:pt x="498094" y="129794"/>
                  </a:lnTo>
                  <a:lnTo>
                    <a:pt x="516470" y="135001"/>
                  </a:lnTo>
                  <a:lnTo>
                    <a:pt x="0" y="1952117"/>
                  </a:lnTo>
                  <a:lnTo>
                    <a:pt x="12192" y="1955546"/>
                  </a:lnTo>
                  <a:lnTo>
                    <a:pt x="528650" y="138455"/>
                  </a:lnTo>
                  <a:lnTo>
                    <a:pt x="546989" y="143637"/>
                  </a:lnTo>
                  <a:close/>
                </a:path>
              </a:pathLst>
            </a:custGeom>
            <a:solidFill>
              <a:srgbClr val="000000"/>
            </a:solidFill>
          </p:spPr>
          <p:txBody>
            <a:bodyPr wrap="square" lIns="0" tIns="0" rIns="0" bIns="0" rtlCol="0"/>
            <a:lstStyle/>
            <a:p>
              <a:endParaRPr sz="2000"/>
            </a:p>
          </p:txBody>
        </p:sp>
        <p:sp>
          <p:nvSpPr>
            <p:cNvPr id="153" name="object 79">
              <a:extLst>
                <a:ext uri="{FF2B5EF4-FFF2-40B4-BE49-F238E27FC236}">
                  <a16:creationId xmlns:a16="http://schemas.microsoft.com/office/drawing/2014/main" id="{9E671214-8F96-43C9-A62C-660B55D113D8}"/>
                </a:ext>
              </a:extLst>
            </p:cNvPr>
            <p:cNvSpPr/>
            <p:nvPr/>
          </p:nvSpPr>
          <p:spPr>
            <a:xfrm>
              <a:off x="5228082" y="4770881"/>
              <a:ext cx="1163320" cy="268605"/>
            </a:xfrm>
            <a:custGeom>
              <a:avLst/>
              <a:gdLst/>
              <a:ahLst/>
              <a:cxnLst/>
              <a:rect l="l" t="t" r="r" b="b"/>
              <a:pathLst>
                <a:path w="1163320" h="268604">
                  <a:moveTo>
                    <a:pt x="1162812" y="0"/>
                  </a:moveTo>
                  <a:lnTo>
                    <a:pt x="1153227" y="52190"/>
                  </a:lnTo>
                  <a:lnTo>
                    <a:pt x="1127093" y="94820"/>
                  </a:lnTo>
                  <a:lnTo>
                    <a:pt x="1088338" y="123567"/>
                  </a:lnTo>
                  <a:lnTo>
                    <a:pt x="1040892" y="134110"/>
                  </a:lnTo>
                  <a:lnTo>
                    <a:pt x="703326" y="134110"/>
                  </a:lnTo>
                  <a:lnTo>
                    <a:pt x="655879" y="144650"/>
                  </a:lnTo>
                  <a:lnTo>
                    <a:pt x="617124" y="173392"/>
                  </a:lnTo>
                  <a:lnTo>
                    <a:pt x="590990" y="216022"/>
                  </a:lnTo>
                  <a:lnTo>
                    <a:pt x="581406" y="268225"/>
                  </a:lnTo>
                  <a:lnTo>
                    <a:pt x="571821" y="216022"/>
                  </a:lnTo>
                  <a:lnTo>
                    <a:pt x="545687" y="173392"/>
                  </a:lnTo>
                  <a:lnTo>
                    <a:pt x="506932" y="144650"/>
                  </a:lnTo>
                  <a:lnTo>
                    <a:pt x="459486"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grpSp>
      <p:sp>
        <p:nvSpPr>
          <p:cNvPr id="154" name="object 80">
            <a:extLst>
              <a:ext uri="{FF2B5EF4-FFF2-40B4-BE49-F238E27FC236}">
                <a16:creationId xmlns:a16="http://schemas.microsoft.com/office/drawing/2014/main" id="{215BB7A5-5D45-498B-9971-AD4F27C5731E}"/>
              </a:ext>
            </a:extLst>
          </p:cNvPr>
          <p:cNvSpPr txBox="1"/>
          <p:nvPr/>
        </p:nvSpPr>
        <p:spPr>
          <a:xfrm>
            <a:off x="5655561" y="5530488"/>
            <a:ext cx="1456972" cy="493098"/>
          </a:xfrm>
          <a:prstGeom prst="rect">
            <a:avLst/>
          </a:prstGeom>
        </p:spPr>
        <p:txBody>
          <a:bodyPr vert="horz" wrap="square" lIns="0" tIns="14111" rIns="0" bIns="0" rtlCol="0">
            <a:spAutoFit/>
          </a:bodyPr>
          <a:lstStyle/>
          <a:p>
            <a:pPr marL="315380" marR="5644" indent="-301975">
              <a:spcBef>
                <a:spcPts val="111"/>
              </a:spcBef>
            </a:pPr>
            <a:r>
              <a:rPr sz="1556" spc="-11" dirty="0">
                <a:solidFill>
                  <a:srgbClr val="00B0F0"/>
                </a:solidFill>
                <a:latin typeface="Arial"/>
                <a:cs typeface="Arial"/>
              </a:rPr>
              <a:t>C</a:t>
            </a:r>
            <a:r>
              <a:rPr sz="1556" dirty="0">
                <a:solidFill>
                  <a:srgbClr val="00B0F0"/>
                </a:solidFill>
                <a:latin typeface="Arial"/>
                <a:cs typeface="Arial"/>
              </a:rPr>
              <a:t>o</a:t>
            </a:r>
            <a:r>
              <a:rPr sz="1556" spc="-11" dirty="0">
                <a:solidFill>
                  <a:srgbClr val="00B0F0"/>
                </a:solidFill>
                <a:latin typeface="Arial"/>
                <a:cs typeface="Arial"/>
              </a:rPr>
              <a:t>mm</a:t>
            </a:r>
            <a:r>
              <a:rPr sz="1556" dirty="0">
                <a:solidFill>
                  <a:srgbClr val="00B0F0"/>
                </a:solidFill>
                <a:latin typeface="Arial"/>
                <a:cs typeface="Arial"/>
              </a:rPr>
              <a:t>unicatio</a:t>
            </a:r>
            <a:r>
              <a:rPr sz="1556" spc="-17" dirty="0">
                <a:solidFill>
                  <a:srgbClr val="00B0F0"/>
                </a:solidFill>
                <a:latin typeface="Arial"/>
                <a:cs typeface="Arial"/>
              </a:rPr>
              <a:t>n</a:t>
            </a:r>
            <a:r>
              <a:rPr sz="1556" dirty="0">
                <a:solidFill>
                  <a:srgbClr val="00B0F0"/>
                </a:solidFill>
                <a:latin typeface="Arial"/>
                <a:cs typeface="Arial"/>
              </a:rPr>
              <a:t>:  </a:t>
            </a:r>
            <a:r>
              <a:rPr sz="1556" spc="-6" dirty="0">
                <a:solidFill>
                  <a:srgbClr val="00B0F0"/>
                </a:solidFill>
                <a:latin typeface="Arial"/>
                <a:cs typeface="Arial"/>
              </a:rPr>
              <a:t>Allreduce</a:t>
            </a:r>
            <a:endParaRPr sz="1556" dirty="0">
              <a:solidFill>
                <a:srgbClr val="00B0F0"/>
              </a:solidFill>
              <a:latin typeface="Arial"/>
              <a:cs typeface="Arial"/>
            </a:endParaRPr>
          </a:p>
        </p:txBody>
      </p:sp>
      <p:sp>
        <p:nvSpPr>
          <p:cNvPr id="155" name="object 81">
            <a:extLst>
              <a:ext uri="{FF2B5EF4-FFF2-40B4-BE49-F238E27FC236}">
                <a16:creationId xmlns:a16="http://schemas.microsoft.com/office/drawing/2014/main" id="{5B73FF1E-6E5E-44A7-B416-EA0D4D507AC0}"/>
              </a:ext>
            </a:extLst>
          </p:cNvPr>
          <p:cNvSpPr/>
          <p:nvPr/>
        </p:nvSpPr>
        <p:spPr>
          <a:xfrm>
            <a:off x="3635133" y="5201701"/>
            <a:ext cx="1913467" cy="298450"/>
          </a:xfrm>
          <a:custGeom>
            <a:avLst/>
            <a:gdLst/>
            <a:ahLst/>
            <a:cxnLst/>
            <a:rect l="l" t="t" r="r" b="b"/>
            <a:pathLst>
              <a:path w="1722120" h="268604">
                <a:moveTo>
                  <a:pt x="1722120" y="0"/>
                </a:moveTo>
                <a:lnTo>
                  <a:pt x="1712535" y="52190"/>
                </a:lnTo>
                <a:lnTo>
                  <a:pt x="1686401" y="94820"/>
                </a:lnTo>
                <a:lnTo>
                  <a:pt x="1647646" y="123567"/>
                </a:lnTo>
                <a:lnTo>
                  <a:pt x="1600200" y="134110"/>
                </a:lnTo>
                <a:lnTo>
                  <a:pt x="982980" y="134110"/>
                </a:lnTo>
                <a:lnTo>
                  <a:pt x="935533" y="144650"/>
                </a:lnTo>
                <a:lnTo>
                  <a:pt x="896778" y="173392"/>
                </a:lnTo>
                <a:lnTo>
                  <a:pt x="870644" y="216022"/>
                </a:lnTo>
                <a:lnTo>
                  <a:pt x="861060" y="268225"/>
                </a:lnTo>
                <a:lnTo>
                  <a:pt x="851475" y="216022"/>
                </a:lnTo>
                <a:lnTo>
                  <a:pt x="825341" y="173392"/>
                </a:lnTo>
                <a:lnTo>
                  <a:pt x="786586" y="144650"/>
                </a:lnTo>
                <a:lnTo>
                  <a:pt x="739140"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156" name="object 82">
            <a:extLst>
              <a:ext uri="{FF2B5EF4-FFF2-40B4-BE49-F238E27FC236}">
                <a16:creationId xmlns:a16="http://schemas.microsoft.com/office/drawing/2014/main" id="{FD975A98-35F9-4733-9B85-BB5E4AFE1AEC}"/>
              </a:ext>
            </a:extLst>
          </p:cNvPr>
          <p:cNvSpPr txBox="1"/>
          <p:nvPr/>
        </p:nvSpPr>
        <p:spPr>
          <a:xfrm>
            <a:off x="3797268" y="5530825"/>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+ 1)</a:t>
            </a:r>
            <a:r>
              <a:rPr sz="1556" spc="-122" dirty="0">
                <a:latin typeface="Arial"/>
                <a:cs typeface="Arial"/>
              </a:rPr>
              <a:t> </a:t>
            </a:r>
            <a:r>
              <a:rPr sz="1556" spc="-6" dirty="0">
                <a:latin typeface="Arial"/>
                <a:cs typeface="Arial"/>
              </a:rPr>
              <a:t>fwd</a:t>
            </a:r>
            <a:endParaRPr sz="1556">
              <a:latin typeface="Arial"/>
              <a:cs typeface="Arial"/>
            </a:endParaRPr>
          </a:p>
        </p:txBody>
      </p:sp>
      <p:sp>
        <p:nvSpPr>
          <p:cNvPr id="157" name="object 83">
            <a:extLst>
              <a:ext uri="{FF2B5EF4-FFF2-40B4-BE49-F238E27FC236}">
                <a16:creationId xmlns:a16="http://schemas.microsoft.com/office/drawing/2014/main" id="{1E0FF299-C941-4D4D-8FD8-558616065BFD}"/>
              </a:ext>
            </a:extLst>
          </p:cNvPr>
          <p:cNvSpPr/>
          <p:nvPr/>
        </p:nvSpPr>
        <p:spPr>
          <a:xfrm>
            <a:off x="6018429" y="2227289"/>
            <a:ext cx="127141" cy="140688"/>
          </a:xfrm>
          <a:prstGeom prst="rect">
            <a:avLst/>
          </a:prstGeom>
          <a:blipFill>
            <a:blip r:embed="rId12" cstate="print"/>
            <a:stretch>
              <a:fillRect/>
            </a:stretch>
          </a:blipFill>
        </p:spPr>
        <p:txBody>
          <a:bodyPr wrap="square" lIns="0" tIns="0" rIns="0" bIns="0" rtlCol="0"/>
          <a:lstStyle/>
          <a:p>
            <a:endParaRPr sz="2000"/>
          </a:p>
        </p:txBody>
      </p:sp>
      <p:sp>
        <p:nvSpPr>
          <p:cNvPr id="158" name="object 84">
            <a:extLst>
              <a:ext uri="{FF2B5EF4-FFF2-40B4-BE49-F238E27FC236}">
                <a16:creationId xmlns:a16="http://schemas.microsoft.com/office/drawing/2014/main" id="{0C7481EE-E8F2-4F5B-8B84-A214A5141FD2}"/>
              </a:ext>
            </a:extLst>
          </p:cNvPr>
          <p:cNvSpPr txBox="1"/>
          <p:nvPr/>
        </p:nvSpPr>
        <p:spPr>
          <a:xfrm>
            <a:off x="6019346" y="2177406"/>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grpSp>
        <p:nvGrpSpPr>
          <p:cNvPr id="159" name="object 85">
            <a:extLst>
              <a:ext uri="{FF2B5EF4-FFF2-40B4-BE49-F238E27FC236}">
                <a16:creationId xmlns:a16="http://schemas.microsoft.com/office/drawing/2014/main" id="{9C1202AC-3EA7-4DCE-8B0A-08357004A090}"/>
              </a:ext>
            </a:extLst>
          </p:cNvPr>
          <p:cNvGrpSpPr/>
          <p:nvPr/>
        </p:nvGrpSpPr>
        <p:grpSpPr>
          <a:xfrm>
            <a:off x="5487358" y="2345892"/>
            <a:ext cx="661811" cy="2314222"/>
            <a:chOff x="5038852" y="2200655"/>
            <a:chExt cx="595630" cy="2082800"/>
          </a:xfrm>
        </p:grpSpPr>
        <p:sp>
          <p:nvSpPr>
            <p:cNvPr id="160" name="object 86">
              <a:extLst>
                <a:ext uri="{FF2B5EF4-FFF2-40B4-BE49-F238E27FC236}">
                  <a16:creationId xmlns:a16="http://schemas.microsoft.com/office/drawing/2014/main" id="{FF98FC6D-A06B-4F7E-9B8F-52DDACFB180D}"/>
                </a:ext>
              </a:extLst>
            </p:cNvPr>
            <p:cNvSpPr/>
            <p:nvPr/>
          </p:nvSpPr>
          <p:spPr>
            <a:xfrm>
              <a:off x="5038852" y="2200655"/>
              <a:ext cx="499109" cy="2082800"/>
            </a:xfrm>
            <a:custGeom>
              <a:avLst/>
              <a:gdLst/>
              <a:ahLst/>
              <a:cxnLst/>
              <a:rect l="l" t="t" r="r" b="b"/>
              <a:pathLst>
                <a:path w="499110" h="2082800">
                  <a:moveTo>
                    <a:pt x="498729" y="1170432"/>
                  </a:moveTo>
                  <a:lnTo>
                    <a:pt x="452120" y="1202944"/>
                  </a:lnTo>
                  <a:lnTo>
                    <a:pt x="468922" y="1212075"/>
                  </a:lnTo>
                  <a:lnTo>
                    <a:pt x="0" y="2076577"/>
                  </a:lnTo>
                  <a:lnTo>
                    <a:pt x="11176" y="2082673"/>
                  </a:lnTo>
                  <a:lnTo>
                    <a:pt x="480110" y="1218145"/>
                  </a:lnTo>
                  <a:lnTo>
                    <a:pt x="496824" y="1227201"/>
                  </a:lnTo>
                  <a:lnTo>
                    <a:pt x="497700" y="1200912"/>
                  </a:lnTo>
                  <a:lnTo>
                    <a:pt x="498729" y="1170432"/>
                  </a:lnTo>
                  <a:close/>
                </a:path>
                <a:path w="499110" h="2082800">
                  <a:moveTo>
                    <a:pt x="498729" y="1083564"/>
                  </a:moveTo>
                  <a:lnTo>
                    <a:pt x="497967" y="1052957"/>
                  </a:lnTo>
                  <a:lnTo>
                    <a:pt x="497332" y="1026795"/>
                  </a:lnTo>
                  <a:lnTo>
                    <a:pt x="480441" y="1035748"/>
                  </a:lnTo>
                  <a:lnTo>
                    <a:pt x="217944" y="540004"/>
                  </a:lnTo>
                  <a:lnTo>
                    <a:pt x="478078" y="47879"/>
                  </a:lnTo>
                  <a:lnTo>
                    <a:pt x="494919" y="56769"/>
                  </a:lnTo>
                  <a:lnTo>
                    <a:pt x="495490" y="30734"/>
                  </a:lnTo>
                  <a:lnTo>
                    <a:pt x="496189" y="0"/>
                  </a:lnTo>
                  <a:lnTo>
                    <a:pt x="449961" y="33020"/>
                  </a:lnTo>
                  <a:lnTo>
                    <a:pt x="466775" y="41910"/>
                  </a:lnTo>
                  <a:lnTo>
                    <a:pt x="210743" y="526402"/>
                  </a:lnTo>
                  <a:lnTo>
                    <a:pt x="11176" y="149479"/>
                  </a:lnTo>
                  <a:lnTo>
                    <a:pt x="0" y="155321"/>
                  </a:lnTo>
                  <a:lnTo>
                    <a:pt x="203606" y="539915"/>
                  </a:lnTo>
                  <a:lnTo>
                    <a:pt x="0" y="925195"/>
                  </a:lnTo>
                  <a:lnTo>
                    <a:pt x="11176" y="931164"/>
                  </a:lnTo>
                  <a:lnTo>
                    <a:pt x="210794" y="553516"/>
                  </a:lnTo>
                  <a:lnTo>
                    <a:pt x="469252" y="1041679"/>
                  </a:lnTo>
                  <a:lnTo>
                    <a:pt x="452501" y="1050544"/>
                  </a:lnTo>
                  <a:lnTo>
                    <a:pt x="498729" y="1083564"/>
                  </a:lnTo>
                  <a:close/>
                </a:path>
              </a:pathLst>
            </a:custGeom>
            <a:solidFill>
              <a:srgbClr val="000000"/>
            </a:solidFill>
          </p:spPr>
          <p:txBody>
            <a:bodyPr wrap="square" lIns="0" tIns="0" rIns="0" bIns="0" rtlCol="0"/>
            <a:lstStyle/>
            <a:p>
              <a:endParaRPr sz="2000"/>
            </a:p>
          </p:txBody>
        </p:sp>
        <p:sp>
          <p:nvSpPr>
            <p:cNvPr id="161" name="object 87">
              <a:extLst>
                <a:ext uri="{FF2B5EF4-FFF2-40B4-BE49-F238E27FC236}">
                  <a16:creationId xmlns:a16="http://schemas.microsoft.com/office/drawing/2014/main" id="{B575B80C-A148-47BC-BA25-04213CD50151}"/>
                </a:ext>
              </a:extLst>
            </p:cNvPr>
            <p:cNvSpPr/>
            <p:nvPr/>
          </p:nvSpPr>
          <p:spPr>
            <a:xfrm>
              <a:off x="5518340" y="3264344"/>
              <a:ext cx="115951" cy="126619"/>
            </a:xfrm>
            <a:prstGeom prst="rect">
              <a:avLst/>
            </a:prstGeom>
            <a:blipFill>
              <a:blip r:embed="rId13" cstate="print"/>
              <a:stretch>
                <a:fillRect/>
              </a:stretch>
            </a:blipFill>
          </p:spPr>
          <p:txBody>
            <a:bodyPr wrap="square" lIns="0" tIns="0" rIns="0" bIns="0" rtlCol="0"/>
            <a:lstStyle/>
            <a:p>
              <a:endParaRPr sz="2000"/>
            </a:p>
          </p:txBody>
        </p:sp>
      </p:grpSp>
      <p:sp>
        <p:nvSpPr>
          <p:cNvPr id="162" name="object 88">
            <a:extLst>
              <a:ext uri="{FF2B5EF4-FFF2-40B4-BE49-F238E27FC236}">
                <a16:creationId xmlns:a16="http://schemas.microsoft.com/office/drawing/2014/main" id="{C671C62F-2866-49A1-9FE1-EE1573A6D53F}"/>
              </a:ext>
            </a:extLst>
          </p:cNvPr>
          <p:cNvSpPr txBox="1"/>
          <p:nvPr/>
        </p:nvSpPr>
        <p:spPr>
          <a:xfrm>
            <a:off x="6022027" y="3478170"/>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grpSp>
        <p:nvGrpSpPr>
          <p:cNvPr id="228" name="object 89">
            <a:extLst>
              <a:ext uri="{FF2B5EF4-FFF2-40B4-BE49-F238E27FC236}">
                <a16:creationId xmlns:a16="http://schemas.microsoft.com/office/drawing/2014/main" id="{58DC4D74-97D5-4F3C-AD4E-5645DDA023E9}"/>
              </a:ext>
            </a:extLst>
          </p:cNvPr>
          <p:cNvGrpSpPr/>
          <p:nvPr/>
        </p:nvGrpSpPr>
        <p:grpSpPr>
          <a:xfrm>
            <a:off x="5486794" y="2729997"/>
            <a:ext cx="697794" cy="2215444"/>
            <a:chOff x="5038344" y="2546349"/>
            <a:chExt cx="628015" cy="1993900"/>
          </a:xfrm>
        </p:grpSpPr>
        <p:sp>
          <p:nvSpPr>
            <p:cNvPr id="229" name="object 90">
              <a:extLst>
                <a:ext uri="{FF2B5EF4-FFF2-40B4-BE49-F238E27FC236}">
                  <a16:creationId xmlns:a16="http://schemas.microsoft.com/office/drawing/2014/main" id="{4BFB0C56-02EB-4995-B39B-45C617A17156}"/>
                </a:ext>
              </a:extLst>
            </p:cNvPr>
            <p:cNvSpPr/>
            <p:nvPr/>
          </p:nvSpPr>
          <p:spPr>
            <a:xfrm>
              <a:off x="5038344" y="2546349"/>
              <a:ext cx="581025" cy="1955800"/>
            </a:xfrm>
            <a:custGeom>
              <a:avLst/>
              <a:gdLst/>
              <a:ahLst/>
              <a:cxnLst/>
              <a:rect l="l" t="t" r="r" b="b"/>
              <a:pathLst>
                <a:path w="581025" h="1955800">
                  <a:moveTo>
                    <a:pt x="514731" y="1930019"/>
                  </a:moveTo>
                  <a:lnTo>
                    <a:pt x="463931" y="1904492"/>
                  </a:lnTo>
                  <a:lnTo>
                    <a:pt x="463931" y="1923669"/>
                  </a:lnTo>
                  <a:lnTo>
                    <a:pt x="6096" y="1923288"/>
                  </a:lnTo>
                  <a:lnTo>
                    <a:pt x="6096" y="1935988"/>
                  </a:lnTo>
                  <a:lnTo>
                    <a:pt x="463931" y="1936369"/>
                  </a:lnTo>
                  <a:lnTo>
                    <a:pt x="463931" y="1955292"/>
                  </a:lnTo>
                  <a:lnTo>
                    <a:pt x="501954" y="1936369"/>
                  </a:lnTo>
                  <a:lnTo>
                    <a:pt x="514731" y="1930019"/>
                  </a:lnTo>
                  <a:close/>
                </a:path>
                <a:path w="581025" h="1955800">
                  <a:moveTo>
                    <a:pt x="580517" y="1812163"/>
                  </a:moveTo>
                  <a:lnTo>
                    <a:pt x="562229" y="1817662"/>
                  </a:lnTo>
                  <a:lnTo>
                    <a:pt x="250317" y="786930"/>
                  </a:lnTo>
                  <a:lnTo>
                    <a:pt x="431888" y="788085"/>
                  </a:lnTo>
                  <a:lnTo>
                    <a:pt x="431800" y="807085"/>
                  </a:lnTo>
                  <a:lnTo>
                    <a:pt x="470306" y="788162"/>
                  </a:lnTo>
                  <a:lnTo>
                    <a:pt x="482727" y="782066"/>
                  </a:lnTo>
                  <a:lnTo>
                    <a:pt x="432054" y="756285"/>
                  </a:lnTo>
                  <a:lnTo>
                    <a:pt x="431952" y="775385"/>
                  </a:lnTo>
                  <a:lnTo>
                    <a:pt x="246468" y="774204"/>
                  </a:lnTo>
                  <a:lnTo>
                    <a:pt x="12192" y="0"/>
                  </a:lnTo>
                  <a:lnTo>
                    <a:pt x="0" y="3556"/>
                  </a:lnTo>
                  <a:lnTo>
                    <a:pt x="233210" y="774128"/>
                  </a:lnTo>
                  <a:lnTo>
                    <a:pt x="6096" y="772668"/>
                  </a:lnTo>
                  <a:lnTo>
                    <a:pt x="6096" y="785368"/>
                  </a:lnTo>
                  <a:lnTo>
                    <a:pt x="237058" y="786853"/>
                  </a:lnTo>
                  <a:lnTo>
                    <a:pt x="550138" y="1821281"/>
                  </a:lnTo>
                  <a:lnTo>
                    <a:pt x="531876" y="1826768"/>
                  </a:lnTo>
                  <a:lnTo>
                    <a:pt x="570992" y="1868043"/>
                  </a:lnTo>
                  <a:lnTo>
                    <a:pt x="576872" y="1833499"/>
                  </a:lnTo>
                  <a:lnTo>
                    <a:pt x="580517" y="1812163"/>
                  </a:lnTo>
                  <a:close/>
                </a:path>
              </a:pathLst>
            </a:custGeom>
            <a:solidFill>
              <a:srgbClr val="000000"/>
            </a:solidFill>
          </p:spPr>
          <p:txBody>
            <a:bodyPr wrap="square" lIns="0" tIns="0" rIns="0" bIns="0" rtlCol="0"/>
            <a:lstStyle/>
            <a:p>
              <a:endParaRPr sz="2000"/>
            </a:p>
          </p:txBody>
        </p:sp>
        <p:sp>
          <p:nvSpPr>
            <p:cNvPr id="230" name="object 91">
              <a:extLst>
                <a:ext uri="{FF2B5EF4-FFF2-40B4-BE49-F238E27FC236}">
                  <a16:creationId xmlns:a16="http://schemas.microsoft.com/office/drawing/2014/main" id="{DEA42677-B1EA-41F3-8286-26E8EF4767C3}"/>
                </a:ext>
              </a:extLst>
            </p:cNvPr>
            <p:cNvSpPr/>
            <p:nvPr/>
          </p:nvSpPr>
          <p:spPr>
            <a:xfrm>
              <a:off x="5550344" y="4413440"/>
              <a:ext cx="115951" cy="126619"/>
            </a:xfrm>
            <a:prstGeom prst="rect">
              <a:avLst/>
            </a:prstGeom>
            <a:blipFill>
              <a:blip r:embed="rId14" cstate="print"/>
              <a:stretch>
                <a:fillRect/>
              </a:stretch>
            </a:blipFill>
          </p:spPr>
          <p:txBody>
            <a:bodyPr wrap="square" lIns="0" tIns="0" rIns="0" bIns="0" rtlCol="0"/>
            <a:lstStyle/>
            <a:p>
              <a:endParaRPr sz="2000"/>
            </a:p>
          </p:txBody>
        </p:sp>
      </p:grpSp>
      <p:sp>
        <p:nvSpPr>
          <p:cNvPr id="231" name="object 92">
            <a:extLst>
              <a:ext uri="{FF2B5EF4-FFF2-40B4-BE49-F238E27FC236}">
                <a16:creationId xmlns:a16="http://schemas.microsoft.com/office/drawing/2014/main" id="{0989B85B-565A-43D8-B775-57082CE259ED}"/>
              </a:ext>
            </a:extLst>
          </p:cNvPr>
          <p:cNvSpPr txBox="1"/>
          <p:nvPr/>
        </p:nvSpPr>
        <p:spPr>
          <a:xfrm>
            <a:off x="6057870" y="4754943"/>
            <a:ext cx="127706" cy="219370"/>
          </a:xfrm>
          <a:prstGeom prst="rect">
            <a:avLst/>
          </a:prstGeom>
        </p:spPr>
        <p:txBody>
          <a:bodyPr vert="horz" wrap="square" lIns="0" tIns="14111" rIns="0" bIns="0" rtlCol="0">
            <a:spAutoFit/>
          </a:bodyPr>
          <a:lstStyle/>
          <a:p>
            <a:pPr marL="14111">
              <a:spcBef>
                <a:spcPts val="111"/>
              </a:spcBef>
            </a:pPr>
            <a:r>
              <a:rPr sz="1333" dirty="0">
                <a:latin typeface="Arial"/>
                <a:cs typeface="Arial"/>
              </a:rPr>
              <a:t>+</a:t>
            </a:r>
            <a:endParaRPr sz="1333">
              <a:latin typeface="Arial"/>
              <a:cs typeface="Arial"/>
            </a:endParaRPr>
          </a:p>
        </p:txBody>
      </p:sp>
      <p:grpSp>
        <p:nvGrpSpPr>
          <p:cNvPr id="232" name="object 93">
            <a:extLst>
              <a:ext uri="{FF2B5EF4-FFF2-40B4-BE49-F238E27FC236}">
                <a16:creationId xmlns:a16="http://schemas.microsoft.com/office/drawing/2014/main" id="{DC0C1CCE-4F4E-485C-A3FE-44467A5E0D21}"/>
              </a:ext>
            </a:extLst>
          </p:cNvPr>
          <p:cNvGrpSpPr/>
          <p:nvPr/>
        </p:nvGrpSpPr>
        <p:grpSpPr>
          <a:xfrm>
            <a:off x="5487499" y="1658399"/>
            <a:ext cx="3625847" cy="3524250"/>
            <a:chOff x="5038979" y="1581911"/>
            <a:chExt cx="3778885" cy="3171825"/>
          </a:xfrm>
        </p:grpSpPr>
        <p:sp>
          <p:nvSpPr>
            <p:cNvPr id="233" name="object 94">
              <a:extLst>
                <a:ext uri="{FF2B5EF4-FFF2-40B4-BE49-F238E27FC236}">
                  <a16:creationId xmlns:a16="http://schemas.microsoft.com/office/drawing/2014/main" id="{0ED95421-4E3F-4B47-A142-80184DE58FBE}"/>
                </a:ext>
              </a:extLst>
            </p:cNvPr>
            <p:cNvSpPr/>
            <p:nvPr/>
          </p:nvSpPr>
          <p:spPr>
            <a:xfrm>
              <a:off x="5038979" y="2131059"/>
              <a:ext cx="1018540" cy="2370455"/>
            </a:xfrm>
            <a:custGeom>
              <a:avLst/>
              <a:gdLst/>
              <a:ahLst/>
              <a:cxnLst/>
              <a:rect l="l" t="t" r="r" b="b"/>
              <a:pathLst>
                <a:path w="1018539" h="2370454">
                  <a:moveTo>
                    <a:pt x="530606" y="2302002"/>
                  </a:moveTo>
                  <a:lnTo>
                    <a:pt x="528866" y="2272157"/>
                  </a:lnTo>
                  <a:lnTo>
                    <a:pt x="527304" y="2245233"/>
                  </a:lnTo>
                  <a:lnTo>
                    <a:pt x="510679" y="2254821"/>
                  </a:lnTo>
                  <a:lnTo>
                    <a:pt x="10922" y="1386205"/>
                  </a:lnTo>
                  <a:lnTo>
                    <a:pt x="0" y="1392555"/>
                  </a:lnTo>
                  <a:lnTo>
                    <a:pt x="499732" y="2261120"/>
                  </a:lnTo>
                  <a:lnTo>
                    <a:pt x="483235" y="2270633"/>
                  </a:lnTo>
                  <a:lnTo>
                    <a:pt x="530606" y="2302002"/>
                  </a:lnTo>
                  <a:close/>
                </a:path>
                <a:path w="1018539" h="2370454">
                  <a:moveTo>
                    <a:pt x="1017778" y="25400"/>
                  </a:moveTo>
                  <a:lnTo>
                    <a:pt x="1005078" y="19050"/>
                  </a:lnTo>
                  <a:lnTo>
                    <a:pt x="966978" y="0"/>
                  </a:lnTo>
                  <a:lnTo>
                    <a:pt x="966978" y="19050"/>
                  </a:lnTo>
                  <a:lnTo>
                    <a:pt x="590677" y="19050"/>
                  </a:lnTo>
                  <a:lnTo>
                    <a:pt x="590677" y="31750"/>
                  </a:lnTo>
                  <a:lnTo>
                    <a:pt x="966978" y="31750"/>
                  </a:lnTo>
                  <a:lnTo>
                    <a:pt x="966978" y="50800"/>
                  </a:lnTo>
                  <a:lnTo>
                    <a:pt x="1005078" y="31750"/>
                  </a:lnTo>
                  <a:lnTo>
                    <a:pt x="1017778" y="25400"/>
                  </a:lnTo>
                  <a:close/>
                </a:path>
                <a:path w="1018539" h="2370454">
                  <a:moveTo>
                    <a:pt x="1018286" y="2344928"/>
                  </a:moveTo>
                  <a:lnTo>
                    <a:pt x="1005586" y="2338578"/>
                  </a:lnTo>
                  <a:lnTo>
                    <a:pt x="967486" y="2319528"/>
                  </a:lnTo>
                  <a:lnTo>
                    <a:pt x="967524" y="2338603"/>
                  </a:lnTo>
                  <a:lnTo>
                    <a:pt x="625729" y="2338959"/>
                  </a:lnTo>
                  <a:lnTo>
                    <a:pt x="625729" y="2351659"/>
                  </a:lnTo>
                  <a:lnTo>
                    <a:pt x="967562" y="2351303"/>
                  </a:lnTo>
                  <a:lnTo>
                    <a:pt x="967613" y="2370328"/>
                  </a:lnTo>
                  <a:lnTo>
                    <a:pt x="1018286" y="2344928"/>
                  </a:lnTo>
                  <a:close/>
                </a:path>
                <a:path w="1018539" h="2370454">
                  <a:moveTo>
                    <a:pt x="1018413" y="1194308"/>
                  </a:moveTo>
                  <a:lnTo>
                    <a:pt x="1005967" y="1188212"/>
                  </a:lnTo>
                  <a:lnTo>
                    <a:pt x="967359" y="1169289"/>
                  </a:lnTo>
                  <a:lnTo>
                    <a:pt x="967498" y="1188313"/>
                  </a:lnTo>
                  <a:lnTo>
                    <a:pt x="593725" y="1191006"/>
                  </a:lnTo>
                  <a:lnTo>
                    <a:pt x="593725" y="1203706"/>
                  </a:lnTo>
                  <a:lnTo>
                    <a:pt x="967587" y="1201013"/>
                  </a:lnTo>
                  <a:lnTo>
                    <a:pt x="967740" y="1220089"/>
                  </a:lnTo>
                  <a:lnTo>
                    <a:pt x="1018413" y="1194308"/>
                  </a:lnTo>
                  <a:close/>
                </a:path>
              </a:pathLst>
            </a:custGeom>
            <a:solidFill>
              <a:srgbClr val="000000"/>
            </a:solidFill>
          </p:spPr>
          <p:txBody>
            <a:bodyPr wrap="square" lIns="0" tIns="0" rIns="0" bIns="0" rtlCol="0"/>
            <a:lstStyle/>
            <a:p>
              <a:endParaRPr sz="2000"/>
            </a:p>
          </p:txBody>
        </p:sp>
        <p:sp>
          <p:nvSpPr>
            <p:cNvPr id="234" name="object 95">
              <a:extLst>
                <a:ext uri="{FF2B5EF4-FFF2-40B4-BE49-F238E27FC236}">
                  <a16:creationId xmlns:a16="http://schemas.microsoft.com/office/drawing/2014/main" id="{4335F422-9E64-484D-BA92-D31F6A22C3CC}"/>
                </a:ext>
              </a:extLst>
            </p:cNvPr>
            <p:cNvSpPr/>
            <p:nvPr/>
          </p:nvSpPr>
          <p:spPr>
            <a:xfrm>
              <a:off x="7016496" y="1581911"/>
              <a:ext cx="1801495" cy="3171825"/>
            </a:xfrm>
            <a:custGeom>
              <a:avLst/>
              <a:gdLst/>
              <a:ahLst/>
              <a:cxnLst/>
              <a:rect l="l" t="t" r="r" b="b"/>
              <a:pathLst>
                <a:path w="1801495" h="3171825">
                  <a:moveTo>
                    <a:pt x="1801368" y="0"/>
                  </a:moveTo>
                  <a:lnTo>
                    <a:pt x="0" y="0"/>
                  </a:lnTo>
                  <a:lnTo>
                    <a:pt x="0" y="3171444"/>
                  </a:lnTo>
                  <a:lnTo>
                    <a:pt x="1801368" y="3171444"/>
                  </a:lnTo>
                  <a:lnTo>
                    <a:pt x="1801368" y="0"/>
                  </a:lnTo>
                  <a:close/>
                </a:path>
              </a:pathLst>
            </a:custGeom>
            <a:solidFill>
              <a:srgbClr val="F7F7F7"/>
            </a:solidFill>
          </p:spPr>
          <p:txBody>
            <a:bodyPr wrap="square" lIns="0" tIns="0" rIns="0" bIns="0" rtlCol="0"/>
            <a:lstStyle/>
            <a:p>
              <a:endParaRPr sz="2000"/>
            </a:p>
          </p:txBody>
        </p:sp>
      </p:grpSp>
      <p:graphicFrame>
        <p:nvGraphicFramePr>
          <p:cNvPr id="235" name="object 96">
            <a:extLst>
              <a:ext uri="{FF2B5EF4-FFF2-40B4-BE49-F238E27FC236}">
                <a16:creationId xmlns:a16="http://schemas.microsoft.com/office/drawing/2014/main" id="{377725BE-DC1D-4867-9B5E-69928CB23E92}"/>
              </a:ext>
            </a:extLst>
          </p:cNvPr>
          <p:cNvGraphicFramePr>
            <a:graphicFrameLocks noGrp="1"/>
          </p:cNvGraphicFramePr>
          <p:nvPr/>
        </p:nvGraphicFramePr>
        <p:xfrm>
          <a:off x="8180493" y="2188392"/>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0"/>
                  </a:ext>
                </a:extLst>
              </a:tr>
              <a:tr h="218441">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598A00"/>
                    </a:solidFill>
                  </a:tcPr>
                </a:tc>
                <a:extLst>
                  <a:ext uri="{0D108BD9-81ED-4DB2-BD59-A6C34878D82A}">
                    <a16:rowId xmlns:a16="http://schemas.microsoft.com/office/drawing/2014/main" val="10002"/>
                  </a:ext>
                </a:extLst>
              </a:tr>
            </a:tbl>
          </a:graphicData>
        </a:graphic>
      </p:graphicFrame>
      <p:graphicFrame>
        <p:nvGraphicFramePr>
          <p:cNvPr id="236" name="object 97">
            <a:extLst>
              <a:ext uri="{FF2B5EF4-FFF2-40B4-BE49-F238E27FC236}">
                <a16:creationId xmlns:a16="http://schemas.microsoft.com/office/drawing/2014/main" id="{2A449C53-7937-44DF-A351-39F3E90C4307}"/>
              </a:ext>
            </a:extLst>
          </p:cNvPr>
          <p:cNvGraphicFramePr>
            <a:graphicFrameLocks noGrp="1"/>
          </p:cNvGraphicFramePr>
          <p:nvPr/>
        </p:nvGraphicFramePr>
        <p:xfrm>
          <a:off x="7162800" y="2188392"/>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56462"/>
                    </a:solidFill>
                  </a:tcPr>
                </a:tc>
                <a:extLst>
                  <a:ext uri="{0D108BD9-81ED-4DB2-BD59-A6C34878D82A}">
                    <a16:rowId xmlns:a16="http://schemas.microsoft.com/office/drawing/2014/main" val="10000"/>
                  </a:ext>
                </a:extLst>
              </a:tr>
              <a:tr h="218441">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graphicFrame>
        <p:nvGraphicFramePr>
          <p:cNvPr id="237" name="object 98">
            <a:extLst>
              <a:ext uri="{FF2B5EF4-FFF2-40B4-BE49-F238E27FC236}">
                <a16:creationId xmlns:a16="http://schemas.microsoft.com/office/drawing/2014/main" id="{0E7ED27C-747C-4670-AF0B-29B1E573A932}"/>
              </a:ext>
            </a:extLst>
          </p:cNvPr>
          <p:cNvGraphicFramePr>
            <a:graphicFrameLocks noGrp="1"/>
          </p:cNvGraphicFramePr>
          <p:nvPr/>
        </p:nvGraphicFramePr>
        <p:xfrm>
          <a:off x="8735906" y="2188392"/>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6748">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4B87F"/>
                    </a:solidFill>
                  </a:tcPr>
                </a:tc>
                <a:extLst>
                  <a:ext uri="{0D108BD9-81ED-4DB2-BD59-A6C34878D82A}">
                    <a16:rowId xmlns:a16="http://schemas.microsoft.com/office/drawing/2014/main" val="10000"/>
                  </a:ext>
                </a:extLst>
              </a:tr>
              <a:tr h="218441">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238" name="object 99">
            <a:extLst>
              <a:ext uri="{FF2B5EF4-FFF2-40B4-BE49-F238E27FC236}">
                <a16:creationId xmlns:a16="http://schemas.microsoft.com/office/drawing/2014/main" id="{166CC673-4964-4AC7-8D41-6AA62BE8B95A}"/>
              </a:ext>
            </a:extLst>
          </p:cNvPr>
          <p:cNvSpPr txBox="1"/>
          <p:nvPr/>
        </p:nvSpPr>
        <p:spPr>
          <a:xfrm>
            <a:off x="7947236" y="2323580"/>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pSp>
        <p:nvGrpSpPr>
          <p:cNvPr id="239" name="object 100">
            <a:extLst>
              <a:ext uri="{FF2B5EF4-FFF2-40B4-BE49-F238E27FC236}">
                <a16:creationId xmlns:a16="http://schemas.microsoft.com/office/drawing/2014/main" id="{F9B2379B-C7AF-4DE0-9FD5-CB6361122F5D}"/>
              </a:ext>
            </a:extLst>
          </p:cNvPr>
          <p:cNvGrpSpPr/>
          <p:nvPr/>
        </p:nvGrpSpPr>
        <p:grpSpPr>
          <a:xfrm>
            <a:off x="8180493" y="3268744"/>
            <a:ext cx="756356" cy="666044"/>
            <a:chOff x="8061706" y="3040128"/>
            <a:chExt cx="680720" cy="599440"/>
          </a:xfrm>
        </p:grpSpPr>
        <p:sp>
          <p:nvSpPr>
            <p:cNvPr id="240" name="object 101">
              <a:extLst>
                <a:ext uri="{FF2B5EF4-FFF2-40B4-BE49-F238E27FC236}">
                  <a16:creationId xmlns:a16="http://schemas.microsoft.com/office/drawing/2014/main" id="{EF3B33B1-E79E-4295-BB32-5925E2188C46}"/>
                </a:ext>
              </a:extLst>
            </p:cNvPr>
            <p:cNvSpPr/>
            <p:nvPr/>
          </p:nvSpPr>
          <p:spPr>
            <a:xfrm>
              <a:off x="8068056" y="3046478"/>
              <a:ext cx="167640" cy="195580"/>
            </a:xfrm>
            <a:custGeom>
              <a:avLst/>
              <a:gdLst/>
              <a:ahLst/>
              <a:cxnLst/>
              <a:rect l="l" t="t" r="r" b="b"/>
              <a:pathLst>
                <a:path w="167640" h="195580">
                  <a:moveTo>
                    <a:pt x="167640" y="0"/>
                  </a:moveTo>
                  <a:lnTo>
                    <a:pt x="0" y="0"/>
                  </a:lnTo>
                  <a:lnTo>
                    <a:pt x="0" y="195069"/>
                  </a:lnTo>
                  <a:lnTo>
                    <a:pt x="167640" y="195069"/>
                  </a:lnTo>
                  <a:lnTo>
                    <a:pt x="167640" y="0"/>
                  </a:lnTo>
                  <a:close/>
                </a:path>
              </a:pathLst>
            </a:custGeom>
            <a:solidFill>
              <a:srgbClr val="598A00"/>
            </a:solidFill>
          </p:spPr>
          <p:txBody>
            <a:bodyPr wrap="square" lIns="0" tIns="0" rIns="0" bIns="0" rtlCol="0"/>
            <a:lstStyle/>
            <a:p>
              <a:endParaRPr sz="2000"/>
            </a:p>
          </p:txBody>
        </p:sp>
        <p:sp>
          <p:nvSpPr>
            <p:cNvPr id="241" name="object 102">
              <a:extLst>
                <a:ext uri="{FF2B5EF4-FFF2-40B4-BE49-F238E27FC236}">
                  <a16:creationId xmlns:a16="http://schemas.microsoft.com/office/drawing/2014/main" id="{4A4E853A-93FB-4EF9-895B-C6823842FDAA}"/>
                </a:ext>
              </a:extLst>
            </p:cNvPr>
            <p:cNvSpPr/>
            <p:nvPr/>
          </p:nvSpPr>
          <p:spPr>
            <a:xfrm>
              <a:off x="8068056" y="3046478"/>
              <a:ext cx="167640" cy="195580"/>
            </a:xfrm>
            <a:custGeom>
              <a:avLst/>
              <a:gdLst/>
              <a:ahLst/>
              <a:cxnLst/>
              <a:rect l="l" t="t" r="r" b="b"/>
              <a:pathLst>
                <a:path w="167640" h="195580">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42" name="object 103">
              <a:extLst>
                <a:ext uri="{FF2B5EF4-FFF2-40B4-BE49-F238E27FC236}">
                  <a16:creationId xmlns:a16="http://schemas.microsoft.com/office/drawing/2014/main" id="{D5E10D4E-9CB3-4C5F-B5A7-BF8567619D3C}"/>
                </a:ext>
              </a:extLst>
            </p:cNvPr>
            <p:cNvSpPr/>
            <p:nvPr/>
          </p:nvSpPr>
          <p:spPr>
            <a:xfrm>
              <a:off x="8068056" y="3241546"/>
              <a:ext cx="167640" cy="196850"/>
            </a:xfrm>
            <a:custGeom>
              <a:avLst/>
              <a:gdLst/>
              <a:ahLst/>
              <a:cxnLst/>
              <a:rect l="l" t="t" r="r" b="b"/>
              <a:pathLst>
                <a:path w="167640" h="196850">
                  <a:moveTo>
                    <a:pt x="167640" y="0"/>
                  </a:moveTo>
                  <a:lnTo>
                    <a:pt x="0" y="0"/>
                  </a:lnTo>
                  <a:lnTo>
                    <a:pt x="0" y="196597"/>
                  </a:lnTo>
                  <a:lnTo>
                    <a:pt x="167640" y="196597"/>
                  </a:lnTo>
                  <a:lnTo>
                    <a:pt x="167640" y="0"/>
                  </a:lnTo>
                  <a:close/>
                </a:path>
              </a:pathLst>
            </a:custGeom>
            <a:solidFill>
              <a:srgbClr val="598A00"/>
            </a:solidFill>
          </p:spPr>
          <p:txBody>
            <a:bodyPr wrap="square" lIns="0" tIns="0" rIns="0" bIns="0" rtlCol="0"/>
            <a:lstStyle/>
            <a:p>
              <a:endParaRPr sz="2000"/>
            </a:p>
          </p:txBody>
        </p:sp>
        <p:sp>
          <p:nvSpPr>
            <p:cNvPr id="243" name="object 104">
              <a:extLst>
                <a:ext uri="{FF2B5EF4-FFF2-40B4-BE49-F238E27FC236}">
                  <a16:creationId xmlns:a16="http://schemas.microsoft.com/office/drawing/2014/main" id="{85072E11-7918-4A7B-B9E4-A58467BC0175}"/>
                </a:ext>
              </a:extLst>
            </p:cNvPr>
            <p:cNvSpPr/>
            <p:nvPr/>
          </p:nvSpPr>
          <p:spPr>
            <a:xfrm>
              <a:off x="8068056" y="3241546"/>
              <a:ext cx="167640" cy="196850"/>
            </a:xfrm>
            <a:custGeom>
              <a:avLst/>
              <a:gdLst/>
              <a:ahLst/>
              <a:cxnLst/>
              <a:rect l="l" t="t" r="r" b="b"/>
              <a:pathLst>
                <a:path w="167640"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44" name="object 105">
              <a:extLst>
                <a:ext uri="{FF2B5EF4-FFF2-40B4-BE49-F238E27FC236}">
                  <a16:creationId xmlns:a16="http://schemas.microsoft.com/office/drawing/2014/main" id="{5544C2A8-FDE9-48D0-9B8F-FFE2381C9923}"/>
                </a:ext>
              </a:extLst>
            </p:cNvPr>
            <p:cNvSpPr/>
            <p:nvPr/>
          </p:nvSpPr>
          <p:spPr>
            <a:xfrm>
              <a:off x="8068056" y="3438141"/>
              <a:ext cx="167640" cy="195580"/>
            </a:xfrm>
            <a:custGeom>
              <a:avLst/>
              <a:gdLst/>
              <a:ahLst/>
              <a:cxnLst/>
              <a:rect l="l" t="t" r="r" b="b"/>
              <a:pathLst>
                <a:path w="167640" h="195579">
                  <a:moveTo>
                    <a:pt x="167640" y="0"/>
                  </a:moveTo>
                  <a:lnTo>
                    <a:pt x="0" y="0"/>
                  </a:lnTo>
                  <a:lnTo>
                    <a:pt x="0" y="195074"/>
                  </a:lnTo>
                  <a:lnTo>
                    <a:pt x="167640" y="195074"/>
                  </a:lnTo>
                  <a:lnTo>
                    <a:pt x="167640" y="0"/>
                  </a:lnTo>
                  <a:close/>
                </a:path>
              </a:pathLst>
            </a:custGeom>
            <a:solidFill>
              <a:srgbClr val="598A00"/>
            </a:solidFill>
          </p:spPr>
          <p:txBody>
            <a:bodyPr wrap="square" lIns="0" tIns="0" rIns="0" bIns="0" rtlCol="0"/>
            <a:lstStyle/>
            <a:p>
              <a:endParaRPr sz="2000"/>
            </a:p>
          </p:txBody>
        </p:sp>
        <p:sp>
          <p:nvSpPr>
            <p:cNvPr id="245" name="object 106">
              <a:extLst>
                <a:ext uri="{FF2B5EF4-FFF2-40B4-BE49-F238E27FC236}">
                  <a16:creationId xmlns:a16="http://schemas.microsoft.com/office/drawing/2014/main" id="{22EC0291-25F4-4DA1-981C-0E7EA352A184}"/>
                </a:ext>
              </a:extLst>
            </p:cNvPr>
            <p:cNvSpPr/>
            <p:nvPr/>
          </p:nvSpPr>
          <p:spPr>
            <a:xfrm>
              <a:off x="8068056" y="3438141"/>
              <a:ext cx="167640" cy="195580"/>
            </a:xfrm>
            <a:custGeom>
              <a:avLst/>
              <a:gdLst/>
              <a:ahLst/>
              <a:cxnLst/>
              <a:rect l="l" t="t" r="r" b="b"/>
              <a:pathLst>
                <a:path w="167640"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46" name="object 107">
              <a:extLst>
                <a:ext uri="{FF2B5EF4-FFF2-40B4-BE49-F238E27FC236}">
                  <a16:creationId xmlns:a16="http://schemas.microsoft.com/office/drawing/2014/main" id="{3CB4A07D-8C0B-44CA-BF49-B5264F8D6444}"/>
                </a:ext>
              </a:extLst>
            </p:cNvPr>
            <p:cNvSpPr/>
            <p:nvPr/>
          </p:nvSpPr>
          <p:spPr>
            <a:xfrm>
              <a:off x="8567928" y="3046478"/>
              <a:ext cx="167640" cy="586740"/>
            </a:xfrm>
            <a:custGeom>
              <a:avLst/>
              <a:gdLst/>
              <a:ahLst/>
              <a:cxnLst/>
              <a:rect l="l" t="t" r="r" b="b"/>
              <a:pathLst>
                <a:path w="167640" h="586739">
                  <a:moveTo>
                    <a:pt x="0" y="195069"/>
                  </a:moveTo>
                  <a:lnTo>
                    <a:pt x="167634" y="195069"/>
                  </a:lnTo>
                  <a:lnTo>
                    <a:pt x="167634" y="0"/>
                  </a:lnTo>
                  <a:lnTo>
                    <a:pt x="0" y="0"/>
                  </a:lnTo>
                  <a:lnTo>
                    <a:pt x="0" y="195069"/>
                  </a:lnTo>
                  <a:close/>
                </a:path>
                <a:path w="167640" h="586739">
                  <a:moveTo>
                    <a:pt x="0" y="586737"/>
                  </a:moveTo>
                  <a:lnTo>
                    <a:pt x="167634" y="586737"/>
                  </a:lnTo>
                  <a:lnTo>
                    <a:pt x="167634" y="391662"/>
                  </a:lnTo>
                  <a:lnTo>
                    <a:pt x="0" y="391662"/>
                  </a:lnTo>
                  <a:lnTo>
                    <a:pt x="0" y="586737"/>
                  </a:lnTo>
                  <a:close/>
                </a:path>
              </a:pathLst>
            </a:custGeom>
            <a:ln w="12700">
              <a:solidFill>
                <a:srgbClr val="BEBEBE"/>
              </a:solidFill>
            </a:ln>
          </p:spPr>
          <p:txBody>
            <a:bodyPr wrap="square" lIns="0" tIns="0" rIns="0" bIns="0" rtlCol="0"/>
            <a:lstStyle/>
            <a:p>
              <a:endParaRPr sz="2000"/>
            </a:p>
          </p:txBody>
        </p:sp>
      </p:grpSp>
      <p:graphicFrame>
        <p:nvGraphicFramePr>
          <p:cNvPr id="247" name="object 108">
            <a:extLst>
              <a:ext uri="{FF2B5EF4-FFF2-40B4-BE49-F238E27FC236}">
                <a16:creationId xmlns:a16="http://schemas.microsoft.com/office/drawing/2014/main" id="{63AB4D1A-A1D0-46DD-BE83-F18664CD3A12}"/>
              </a:ext>
            </a:extLst>
          </p:cNvPr>
          <p:cNvGraphicFramePr>
            <a:graphicFrameLocks noGrp="1"/>
          </p:cNvGraphicFramePr>
          <p:nvPr/>
        </p:nvGraphicFramePr>
        <p:xfrm>
          <a:off x="7162800" y="3268744"/>
          <a:ext cx="728133" cy="651929"/>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2">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0"/>
                  </a:ext>
                </a:extLst>
              </a:tr>
              <a:tr h="218439">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56462"/>
                    </a:solidFill>
                  </a:tcPr>
                </a:tc>
                <a:extLst>
                  <a:ext uri="{0D108BD9-81ED-4DB2-BD59-A6C34878D82A}">
                    <a16:rowId xmlns:a16="http://schemas.microsoft.com/office/drawing/2014/main" val="10001"/>
                  </a:ext>
                </a:extLst>
              </a:tr>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000000"/>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2"/>
                  </a:ext>
                </a:extLst>
              </a:tr>
            </a:tbl>
          </a:graphicData>
        </a:graphic>
      </p:graphicFrame>
      <p:sp>
        <p:nvSpPr>
          <p:cNvPr id="248" name="object 109">
            <a:extLst>
              <a:ext uri="{FF2B5EF4-FFF2-40B4-BE49-F238E27FC236}">
                <a16:creationId xmlns:a16="http://schemas.microsoft.com/office/drawing/2014/main" id="{DBEF209D-21C2-4236-8E1A-61945AA5B606}"/>
              </a:ext>
            </a:extLst>
          </p:cNvPr>
          <p:cNvSpPr txBox="1"/>
          <p:nvPr/>
        </p:nvSpPr>
        <p:spPr>
          <a:xfrm>
            <a:off x="7947236" y="3403644"/>
            <a:ext cx="694267" cy="356202"/>
          </a:xfrm>
          <a:prstGeom prst="rect">
            <a:avLst/>
          </a:prstGeom>
        </p:spPr>
        <p:txBody>
          <a:bodyPr vert="horz" wrap="square" lIns="0" tIns="14111" rIns="0" bIns="0" rtlCol="0">
            <a:spAutoFit/>
          </a:bodyPr>
          <a:lstStyle/>
          <a:p>
            <a:pPr marL="14111">
              <a:spcBef>
                <a:spcPts val="111"/>
              </a:spcBef>
              <a:tabLst>
                <a:tab pos="514345" algn="l"/>
              </a:tabLst>
            </a:pPr>
            <a:r>
              <a:rPr sz="2222" b="1" dirty="0">
                <a:latin typeface="Arial"/>
                <a:cs typeface="Arial"/>
              </a:rPr>
              <a:t>×	=</a:t>
            </a:r>
            <a:endParaRPr sz="2222">
              <a:latin typeface="Arial"/>
              <a:cs typeface="Arial"/>
            </a:endParaRPr>
          </a:p>
        </p:txBody>
      </p:sp>
      <p:graphicFrame>
        <p:nvGraphicFramePr>
          <p:cNvPr id="249" name="object 110">
            <a:extLst>
              <a:ext uri="{FF2B5EF4-FFF2-40B4-BE49-F238E27FC236}">
                <a16:creationId xmlns:a16="http://schemas.microsoft.com/office/drawing/2014/main" id="{B0EFBF32-984B-47F3-BD2A-6D36122EC507}"/>
              </a:ext>
            </a:extLst>
          </p:cNvPr>
          <p:cNvGraphicFramePr>
            <a:graphicFrameLocks noGrp="1"/>
          </p:cNvGraphicFramePr>
          <p:nvPr/>
        </p:nvGraphicFramePr>
        <p:xfrm>
          <a:off x="7162800" y="4330459"/>
          <a:ext cx="728133" cy="651933"/>
        </p:xfrm>
        <a:graphic>
          <a:graphicData uri="http://schemas.openxmlformats.org/drawingml/2006/table">
            <a:tbl>
              <a:tblPr firstRow="1" bandRow="1">
                <a:tableStyleId>{2D5ABB26-0587-4C30-8999-92F81FD0307C}</a:tableStyleId>
              </a:tblPr>
              <a:tblGrid>
                <a:gridCol w="728133">
                  <a:extLst>
                    <a:ext uri="{9D8B030D-6E8A-4147-A177-3AD203B41FA5}">
                      <a16:colId xmlns:a16="http://schemas.microsoft.com/office/drawing/2014/main" val="20000"/>
                    </a:ext>
                  </a:extLst>
                </a:gridCol>
              </a:tblGrid>
              <a:tr h="216748">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BEBEBE"/>
                      </a:solidFill>
                      <a:prstDash val="solid"/>
                    </a:lnB>
                    <a:solidFill>
                      <a:srgbClr val="F7F7F7"/>
                    </a:solidFill>
                  </a:tcPr>
                </a:tc>
                <a:extLst>
                  <a:ext uri="{0D108BD9-81ED-4DB2-BD59-A6C34878D82A}">
                    <a16:rowId xmlns:a16="http://schemas.microsoft.com/office/drawing/2014/main" val="10000"/>
                  </a:ext>
                </a:extLst>
              </a:tr>
              <a:tr h="218441">
                <a:tc>
                  <a:txBody>
                    <a:bodyPr/>
                    <a:lstStyle/>
                    <a:p>
                      <a:pPr>
                        <a:lnSpc>
                          <a:spcPct val="100000"/>
                        </a:lnSpc>
                      </a:pPr>
                      <a:endParaRPr sz="1200">
                        <a:latin typeface="Times New Roman"/>
                        <a:cs typeface="Times New Roman"/>
                      </a:endParaRPr>
                    </a:p>
                  </a:txBody>
                  <a:tcPr marL="0" marR="0" marT="0" marB="0">
                    <a:lnL w="19050">
                      <a:solidFill>
                        <a:srgbClr val="BEBEBE"/>
                      </a:solidFill>
                      <a:prstDash val="solid"/>
                    </a:lnL>
                    <a:lnR w="19050">
                      <a:solidFill>
                        <a:srgbClr val="BEBEBE"/>
                      </a:solidFill>
                      <a:prstDash val="solid"/>
                    </a:lnR>
                    <a:lnT w="19050">
                      <a:solidFill>
                        <a:srgbClr val="BEBEBE"/>
                      </a:solidFill>
                      <a:prstDash val="solid"/>
                    </a:lnT>
                    <a:lnB w="19050">
                      <a:solidFill>
                        <a:srgbClr val="000000"/>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56462"/>
                    </a:solidFill>
                  </a:tcPr>
                </a:tc>
                <a:extLst>
                  <a:ext uri="{0D108BD9-81ED-4DB2-BD59-A6C34878D82A}">
                    <a16:rowId xmlns:a16="http://schemas.microsoft.com/office/drawing/2014/main" val="10002"/>
                  </a:ext>
                </a:extLst>
              </a:tr>
            </a:tbl>
          </a:graphicData>
        </a:graphic>
      </p:graphicFrame>
      <p:grpSp>
        <p:nvGrpSpPr>
          <p:cNvPr id="250" name="object 111">
            <a:extLst>
              <a:ext uri="{FF2B5EF4-FFF2-40B4-BE49-F238E27FC236}">
                <a16:creationId xmlns:a16="http://schemas.microsoft.com/office/drawing/2014/main" id="{2E70B53D-DAB2-412D-A6E2-696419124B97}"/>
              </a:ext>
            </a:extLst>
          </p:cNvPr>
          <p:cNvGrpSpPr/>
          <p:nvPr/>
        </p:nvGrpSpPr>
        <p:grpSpPr>
          <a:xfrm>
            <a:off x="8180493" y="4330459"/>
            <a:ext cx="756356" cy="666044"/>
            <a:chOff x="8061706" y="3995671"/>
            <a:chExt cx="680720" cy="599440"/>
          </a:xfrm>
        </p:grpSpPr>
        <p:sp>
          <p:nvSpPr>
            <p:cNvPr id="251" name="object 112">
              <a:extLst>
                <a:ext uri="{FF2B5EF4-FFF2-40B4-BE49-F238E27FC236}">
                  <a16:creationId xmlns:a16="http://schemas.microsoft.com/office/drawing/2014/main" id="{6BC2F6CD-41E6-4F50-AE10-27A19F8D8B54}"/>
                </a:ext>
              </a:extLst>
            </p:cNvPr>
            <p:cNvSpPr/>
            <p:nvPr/>
          </p:nvSpPr>
          <p:spPr>
            <a:xfrm>
              <a:off x="8068056" y="4002021"/>
              <a:ext cx="167640" cy="195580"/>
            </a:xfrm>
            <a:custGeom>
              <a:avLst/>
              <a:gdLst/>
              <a:ahLst/>
              <a:cxnLst/>
              <a:rect l="l" t="t" r="r" b="b"/>
              <a:pathLst>
                <a:path w="167640" h="195579">
                  <a:moveTo>
                    <a:pt x="167640" y="0"/>
                  </a:moveTo>
                  <a:lnTo>
                    <a:pt x="0" y="0"/>
                  </a:lnTo>
                  <a:lnTo>
                    <a:pt x="0" y="195074"/>
                  </a:lnTo>
                  <a:lnTo>
                    <a:pt x="167640" y="195074"/>
                  </a:lnTo>
                  <a:lnTo>
                    <a:pt x="167640" y="0"/>
                  </a:lnTo>
                  <a:close/>
                </a:path>
              </a:pathLst>
            </a:custGeom>
            <a:solidFill>
              <a:srgbClr val="598A00"/>
            </a:solidFill>
          </p:spPr>
          <p:txBody>
            <a:bodyPr wrap="square" lIns="0" tIns="0" rIns="0" bIns="0" rtlCol="0"/>
            <a:lstStyle/>
            <a:p>
              <a:endParaRPr sz="2000"/>
            </a:p>
          </p:txBody>
        </p:sp>
        <p:sp>
          <p:nvSpPr>
            <p:cNvPr id="252" name="object 113">
              <a:extLst>
                <a:ext uri="{FF2B5EF4-FFF2-40B4-BE49-F238E27FC236}">
                  <a16:creationId xmlns:a16="http://schemas.microsoft.com/office/drawing/2014/main" id="{4FAF493E-895A-4981-8044-22C8D436A45C}"/>
                </a:ext>
              </a:extLst>
            </p:cNvPr>
            <p:cNvSpPr/>
            <p:nvPr/>
          </p:nvSpPr>
          <p:spPr>
            <a:xfrm>
              <a:off x="8068056" y="4002021"/>
              <a:ext cx="167640" cy="195580"/>
            </a:xfrm>
            <a:custGeom>
              <a:avLst/>
              <a:gdLst/>
              <a:ahLst/>
              <a:cxnLst/>
              <a:rect l="l" t="t" r="r" b="b"/>
              <a:pathLst>
                <a:path w="167640" h="195579">
                  <a:moveTo>
                    <a:pt x="0" y="195074"/>
                  </a:moveTo>
                  <a:lnTo>
                    <a:pt x="167640" y="195074"/>
                  </a:lnTo>
                  <a:lnTo>
                    <a:pt x="167640" y="0"/>
                  </a:lnTo>
                  <a:lnTo>
                    <a:pt x="0" y="0"/>
                  </a:lnTo>
                  <a:lnTo>
                    <a:pt x="0" y="195074"/>
                  </a:lnTo>
                  <a:close/>
                </a:path>
              </a:pathLst>
            </a:custGeom>
            <a:ln w="12700">
              <a:solidFill>
                <a:srgbClr val="000000"/>
              </a:solidFill>
            </a:ln>
          </p:spPr>
          <p:txBody>
            <a:bodyPr wrap="square" lIns="0" tIns="0" rIns="0" bIns="0" rtlCol="0"/>
            <a:lstStyle/>
            <a:p>
              <a:endParaRPr sz="2000"/>
            </a:p>
          </p:txBody>
        </p:sp>
        <p:sp>
          <p:nvSpPr>
            <p:cNvPr id="253" name="object 114">
              <a:extLst>
                <a:ext uri="{FF2B5EF4-FFF2-40B4-BE49-F238E27FC236}">
                  <a16:creationId xmlns:a16="http://schemas.microsoft.com/office/drawing/2014/main" id="{69394451-F34A-41CA-BFB6-95520E426ACE}"/>
                </a:ext>
              </a:extLst>
            </p:cNvPr>
            <p:cNvSpPr/>
            <p:nvPr/>
          </p:nvSpPr>
          <p:spPr>
            <a:xfrm>
              <a:off x="8068056" y="4197094"/>
              <a:ext cx="167640" cy="196850"/>
            </a:xfrm>
            <a:custGeom>
              <a:avLst/>
              <a:gdLst/>
              <a:ahLst/>
              <a:cxnLst/>
              <a:rect l="l" t="t" r="r" b="b"/>
              <a:pathLst>
                <a:path w="167640" h="196850">
                  <a:moveTo>
                    <a:pt x="167640" y="0"/>
                  </a:moveTo>
                  <a:lnTo>
                    <a:pt x="0" y="0"/>
                  </a:lnTo>
                  <a:lnTo>
                    <a:pt x="0" y="196597"/>
                  </a:lnTo>
                  <a:lnTo>
                    <a:pt x="167640" y="196597"/>
                  </a:lnTo>
                  <a:lnTo>
                    <a:pt x="167640" y="0"/>
                  </a:lnTo>
                  <a:close/>
                </a:path>
              </a:pathLst>
            </a:custGeom>
            <a:solidFill>
              <a:srgbClr val="598A00"/>
            </a:solidFill>
          </p:spPr>
          <p:txBody>
            <a:bodyPr wrap="square" lIns="0" tIns="0" rIns="0" bIns="0" rtlCol="0"/>
            <a:lstStyle/>
            <a:p>
              <a:endParaRPr sz="2000"/>
            </a:p>
          </p:txBody>
        </p:sp>
        <p:sp>
          <p:nvSpPr>
            <p:cNvPr id="254" name="object 115">
              <a:extLst>
                <a:ext uri="{FF2B5EF4-FFF2-40B4-BE49-F238E27FC236}">
                  <a16:creationId xmlns:a16="http://schemas.microsoft.com/office/drawing/2014/main" id="{2D38DE8C-20C4-40E3-97FE-AFD6A8A287D9}"/>
                </a:ext>
              </a:extLst>
            </p:cNvPr>
            <p:cNvSpPr/>
            <p:nvPr/>
          </p:nvSpPr>
          <p:spPr>
            <a:xfrm>
              <a:off x="8068056" y="4197094"/>
              <a:ext cx="167640" cy="196850"/>
            </a:xfrm>
            <a:custGeom>
              <a:avLst/>
              <a:gdLst/>
              <a:ahLst/>
              <a:cxnLst/>
              <a:rect l="l" t="t" r="r" b="b"/>
              <a:pathLst>
                <a:path w="167640" h="196850">
                  <a:moveTo>
                    <a:pt x="0" y="196597"/>
                  </a:moveTo>
                  <a:lnTo>
                    <a:pt x="167640" y="196597"/>
                  </a:lnTo>
                  <a:lnTo>
                    <a:pt x="167640"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55" name="object 116">
              <a:extLst>
                <a:ext uri="{FF2B5EF4-FFF2-40B4-BE49-F238E27FC236}">
                  <a16:creationId xmlns:a16="http://schemas.microsoft.com/office/drawing/2014/main" id="{87BD7492-625A-49D4-83B6-CFBED7171B91}"/>
                </a:ext>
              </a:extLst>
            </p:cNvPr>
            <p:cNvSpPr/>
            <p:nvPr/>
          </p:nvSpPr>
          <p:spPr>
            <a:xfrm>
              <a:off x="8068056" y="4393694"/>
              <a:ext cx="167640" cy="195580"/>
            </a:xfrm>
            <a:custGeom>
              <a:avLst/>
              <a:gdLst/>
              <a:ahLst/>
              <a:cxnLst/>
              <a:rect l="l" t="t" r="r" b="b"/>
              <a:pathLst>
                <a:path w="167640" h="195579">
                  <a:moveTo>
                    <a:pt x="167640" y="0"/>
                  </a:moveTo>
                  <a:lnTo>
                    <a:pt x="0" y="0"/>
                  </a:lnTo>
                  <a:lnTo>
                    <a:pt x="0" y="195069"/>
                  </a:lnTo>
                  <a:lnTo>
                    <a:pt x="167640" y="195069"/>
                  </a:lnTo>
                  <a:lnTo>
                    <a:pt x="167640" y="0"/>
                  </a:lnTo>
                  <a:close/>
                </a:path>
              </a:pathLst>
            </a:custGeom>
            <a:solidFill>
              <a:srgbClr val="598A00"/>
            </a:solidFill>
          </p:spPr>
          <p:txBody>
            <a:bodyPr wrap="square" lIns="0" tIns="0" rIns="0" bIns="0" rtlCol="0"/>
            <a:lstStyle/>
            <a:p>
              <a:endParaRPr sz="2000"/>
            </a:p>
          </p:txBody>
        </p:sp>
        <p:sp>
          <p:nvSpPr>
            <p:cNvPr id="256" name="object 117">
              <a:extLst>
                <a:ext uri="{FF2B5EF4-FFF2-40B4-BE49-F238E27FC236}">
                  <a16:creationId xmlns:a16="http://schemas.microsoft.com/office/drawing/2014/main" id="{7507A2EB-8CC0-46B3-93E9-A259ADAA5F87}"/>
                </a:ext>
              </a:extLst>
            </p:cNvPr>
            <p:cNvSpPr/>
            <p:nvPr/>
          </p:nvSpPr>
          <p:spPr>
            <a:xfrm>
              <a:off x="8068056" y="4393694"/>
              <a:ext cx="167640" cy="195580"/>
            </a:xfrm>
            <a:custGeom>
              <a:avLst/>
              <a:gdLst/>
              <a:ahLst/>
              <a:cxnLst/>
              <a:rect l="l" t="t" r="r" b="b"/>
              <a:pathLst>
                <a:path w="167640" h="195579">
                  <a:moveTo>
                    <a:pt x="0" y="195069"/>
                  </a:moveTo>
                  <a:lnTo>
                    <a:pt x="167640" y="195069"/>
                  </a:lnTo>
                  <a:lnTo>
                    <a:pt x="167640" y="0"/>
                  </a:lnTo>
                  <a:lnTo>
                    <a:pt x="0" y="0"/>
                  </a:lnTo>
                  <a:lnTo>
                    <a:pt x="0" y="195069"/>
                  </a:lnTo>
                  <a:close/>
                </a:path>
              </a:pathLst>
            </a:custGeom>
            <a:ln w="12700">
              <a:solidFill>
                <a:srgbClr val="000000"/>
              </a:solidFill>
            </a:ln>
          </p:spPr>
          <p:txBody>
            <a:bodyPr wrap="square" lIns="0" tIns="0" rIns="0" bIns="0" rtlCol="0"/>
            <a:lstStyle/>
            <a:p>
              <a:endParaRPr sz="2000"/>
            </a:p>
          </p:txBody>
        </p:sp>
        <p:sp>
          <p:nvSpPr>
            <p:cNvPr id="257" name="object 118">
              <a:extLst>
                <a:ext uri="{FF2B5EF4-FFF2-40B4-BE49-F238E27FC236}">
                  <a16:creationId xmlns:a16="http://schemas.microsoft.com/office/drawing/2014/main" id="{3879442D-EB0A-4C9C-A40F-A3B2F501D58D}"/>
                </a:ext>
              </a:extLst>
            </p:cNvPr>
            <p:cNvSpPr/>
            <p:nvPr/>
          </p:nvSpPr>
          <p:spPr>
            <a:xfrm>
              <a:off x="8567928" y="4002021"/>
              <a:ext cx="167640" cy="391795"/>
            </a:xfrm>
            <a:custGeom>
              <a:avLst/>
              <a:gdLst/>
              <a:ahLst/>
              <a:cxnLst/>
              <a:rect l="l" t="t" r="r" b="b"/>
              <a:pathLst>
                <a:path w="167640" h="391795">
                  <a:moveTo>
                    <a:pt x="0" y="195074"/>
                  </a:moveTo>
                  <a:lnTo>
                    <a:pt x="167634" y="195074"/>
                  </a:lnTo>
                  <a:lnTo>
                    <a:pt x="167634" y="0"/>
                  </a:lnTo>
                  <a:lnTo>
                    <a:pt x="0" y="0"/>
                  </a:lnTo>
                  <a:lnTo>
                    <a:pt x="0" y="195074"/>
                  </a:lnTo>
                  <a:close/>
                </a:path>
                <a:path w="167640" h="391795">
                  <a:moveTo>
                    <a:pt x="0" y="391670"/>
                  </a:moveTo>
                  <a:lnTo>
                    <a:pt x="167634" y="391670"/>
                  </a:lnTo>
                  <a:lnTo>
                    <a:pt x="167634" y="195073"/>
                  </a:lnTo>
                  <a:lnTo>
                    <a:pt x="0" y="195073"/>
                  </a:lnTo>
                  <a:lnTo>
                    <a:pt x="0" y="391670"/>
                  </a:lnTo>
                  <a:close/>
                </a:path>
              </a:pathLst>
            </a:custGeom>
            <a:ln w="12700">
              <a:solidFill>
                <a:srgbClr val="BEBEBE"/>
              </a:solidFill>
            </a:ln>
          </p:spPr>
          <p:txBody>
            <a:bodyPr wrap="square" lIns="0" tIns="0" rIns="0" bIns="0" rtlCol="0"/>
            <a:lstStyle/>
            <a:p>
              <a:endParaRPr sz="2000"/>
            </a:p>
          </p:txBody>
        </p:sp>
        <p:sp>
          <p:nvSpPr>
            <p:cNvPr id="258" name="object 119">
              <a:extLst>
                <a:ext uri="{FF2B5EF4-FFF2-40B4-BE49-F238E27FC236}">
                  <a16:creationId xmlns:a16="http://schemas.microsoft.com/office/drawing/2014/main" id="{4304EE63-5BBF-49D5-A453-4DB206D3A192}"/>
                </a:ext>
              </a:extLst>
            </p:cNvPr>
            <p:cNvSpPr/>
            <p:nvPr/>
          </p:nvSpPr>
          <p:spPr>
            <a:xfrm>
              <a:off x="8567928" y="4393694"/>
              <a:ext cx="167640" cy="195580"/>
            </a:xfrm>
            <a:custGeom>
              <a:avLst/>
              <a:gdLst/>
              <a:ahLst/>
              <a:cxnLst/>
              <a:rect l="l" t="t" r="r" b="b"/>
              <a:pathLst>
                <a:path w="167640" h="195579">
                  <a:moveTo>
                    <a:pt x="167634" y="0"/>
                  </a:moveTo>
                  <a:lnTo>
                    <a:pt x="0" y="0"/>
                  </a:lnTo>
                  <a:lnTo>
                    <a:pt x="0" y="195069"/>
                  </a:lnTo>
                  <a:lnTo>
                    <a:pt x="167634" y="195069"/>
                  </a:lnTo>
                  <a:lnTo>
                    <a:pt x="167634" y="0"/>
                  </a:lnTo>
                  <a:close/>
                </a:path>
              </a:pathLst>
            </a:custGeom>
            <a:solidFill>
              <a:srgbClr val="C4B87F"/>
            </a:solidFill>
          </p:spPr>
          <p:txBody>
            <a:bodyPr wrap="square" lIns="0" tIns="0" rIns="0" bIns="0" rtlCol="0"/>
            <a:lstStyle/>
            <a:p>
              <a:endParaRPr sz="2000"/>
            </a:p>
          </p:txBody>
        </p:sp>
        <p:sp>
          <p:nvSpPr>
            <p:cNvPr id="259" name="object 120">
              <a:extLst>
                <a:ext uri="{FF2B5EF4-FFF2-40B4-BE49-F238E27FC236}">
                  <a16:creationId xmlns:a16="http://schemas.microsoft.com/office/drawing/2014/main" id="{F044E9F2-88D5-4208-A4E1-54656DD8EA23}"/>
                </a:ext>
              </a:extLst>
            </p:cNvPr>
            <p:cNvSpPr/>
            <p:nvPr/>
          </p:nvSpPr>
          <p:spPr>
            <a:xfrm>
              <a:off x="8567928" y="4393694"/>
              <a:ext cx="167640" cy="195580"/>
            </a:xfrm>
            <a:custGeom>
              <a:avLst/>
              <a:gdLst/>
              <a:ahLst/>
              <a:cxnLst/>
              <a:rect l="l" t="t" r="r" b="b"/>
              <a:pathLst>
                <a:path w="167640" h="195579">
                  <a:moveTo>
                    <a:pt x="0" y="195069"/>
                  </a:moveTo>
                  <a:lnTo>
                    <a:pt x="167634" y="195069"/>
                  </a:lnTo>
                  <a:lnTo>
                    <a:pt x="167634" y="0"/>
                  </a:lnTo>
                  <a:lnTo>
                    <a:pt x="0" y="0"/>
                  </a:lnTo>
                  <a:lnTo>
                    <a:pt x="0" y="195069"/>
                  </a:lnTo>
                  <a:close/>
                </a:path>
              </a:pathLst>
            </a:custGeom>
            <a:ln w="12700">
              <a:solidFill>
                <a:srgbClr val="000000"/>
              </a:solidFill>
            </a:ln>
          </p:spPr>
          <p:txBody>
            <a:bodyPr wrap="square" lIns="0" tIns="0" rIns="0" bIns="0" rtlCol="0"/>
            <a:lstStyle/>
            <a:p>
              <a:endParaRPr sz="2000"/>
            </a:p>
          </p:txBody>
        </p:sp>
      </p:grpSp>
      <p:sp>
        <p:nvSpPr>
          <p:cNvPr id="260" name="object 121">
            <a:extLst>
              <a:ext uri="{FF2B5EF4-FFF2-40B4-BE49-F238E27FC236}">
                <a16:creationId xmlns:a16="http://schemas.microsoft.com/office/drawing/2014/main" id="{4D7B0ECD-F585-4D88-9D6A-67529DE8FE2D}"/>
              </a:ext>
            </a:extLst>
          </p:cNvPr>
          <p:cNvSpPr txBox="1"/>
          <p:nvPr/>
        </p:nvSpPr>
        <p:spPr>
          <a:xfrm>
            <a:off x="7947236" y="4465308"/>
            <a:ext cx="694267" cy="356915"/>
          </a:xfrm>
          <a:prstGeom prst="rect">
            <a:avLst/>
          </a:prstGeom>
        </p:spPr>
        <p:txBody>
          <a:bodyPr vert="horz" wrap="square" lIns="0" tIns="14817" rIns="0" bIns="0" rtlCol="0">
            <a:spAutoFit/>
          </a:bodyPr>
          <a:lstStyle/>
          <a:p>
            <a:pPr marL="14111">
              <a:spcBef>
                <a:spcPts val="117"/>
              </a:spcBef>
              <a:tabLst>
                <a:tab pos="514345" algn="l"/>
              </a:tabLst>
            </a:pPr>
            <a:r>
              <a:rPr sz="2222" b="1" dirty="0">
                <a:latin typeface="Arial"/>
                <a:cs typeface="Arial"/>
              </a:rPr>
              <a:t>×	=</a:t>
            </a:r>
            <a:endParaRPr sz="2222">
              <a:latin typeface="Arial"/>
              <a:cs typeface="Arial"/>
            </a:endParaRPr>
          </a:p>
        </p:txBody>
      </p:sp>
      <p:grpSp>
        <p:nvGrpSpPr>
          <p:cNvPr id="261" name="object 122">
            <a:extLst>
              <a:ext uri="{FF2B5EF4-FFF2-40B4-BE49-F238E27FC236}">
                <a16:creationId xmlns:a16="http://schemas.microsoft.com/office/drawing/2014/main" id="{CF24A7E0-FE87-497D-87B3-2DFE62B79428}"/>
              </a:ext>
            </a:extLst>
          </p:cNvPr>
          <p:cNvGrpSpPr/>
          <p:nvPr/>
        </p:nvGrpSpPr>
        <p:grpSpPr>
          <a:xfrm>
            <a:off x="92683" y="2342788"/>
            <a:ext cx="9051318" cy="3174296"/>
            <a:chOff x="183645" y="2197861"/>
            <a:chExt cx="8146186" cy="2856866"/>
          </a:xfrm>
        </p:grpSpPr>
        <p:sp>
          <p:nvSpPr>
            <p:cNvPr id="262" name="object 123">
              <a:extLst>
                <a:ext uri="{FF2B5EF4-FFF2-40B4-BE49-F238E27FC236}">
                  <a16:creationId xmlns:a16="http://schemas.microsoft.com/office/drawing/2014/main" id="{03BAD619-09D0-4E11-B706-386D10EF2F27}"/>
                </a:ext>
              </a:extLst>
            </p:cNvPr>
            <p:cNvSpPr/>
            <p:nvPr/>
          </p:nvSpPr>
          <p:spPr>
            <a:xfrm>
              <a:off x="5608193" y="2197861"/>
              <a:ext cx="462915" cy="2237740"/>
            </a:xfrm>
            <a:custGeom>
              <a:avLst/>
              <a:gdLst/>
              <a:ahLst/>
              <a:cxnLst/>
              <a:rect l="l" t="t" r="r" b="b"/>
              <a:pathLst>
                <a:path w="462914" h="2237740">
                  <a:moveTo>
                    <a:pt x="462915" y="405257"/>
                  </a:moveTo>
                  <a:lnTo>
                    <a:pt x="458025" y="386207"/>
                  </a:lnTo>
                  <a:lnTo>
                    <a:pt x="448818" y="350266"/>
                  </a:lnTo>
                  <a:lnTo>
                    <a:pt x="413258" y="394462"/>
                  </a:lnTo>
                  <a:lnTo>
                    <a:pt x="431914" y="398526"/>
                  </a:lnTo>
                  <a:lnTo>
                    <a:pt x="360222" y="728700"/>
                  </a:lnTo>
                  <a:lnTo>
                    <a:pt x="355815" y="719493"/>
                  </a:lnTo>
                  <a:lnTo>
                    <a:pt x="355815" y="748982"/>
                  </a:lnTo>
                  <a:lnTo>
                    <a:pt x="275513" y="1118793"/>
                  </a:lnTo>
                  <a:lnTo>
                    <a:pt x="183857" y="729462"/>
                  </a:lnTo>
                  <a:lnTo>
                    <a:pt x="264807" y="558571"/>
                  </a:lnTo>
                  <a:lnTo>
                    <a:pt x="355815" y="748982"/>
                  </a:lnTo>
                  <a:lnTo>
                    <a:pt x="355815" y="719493"/>
                  </a:lnTo>
                  <a:lnTo>
                    <a:pt x="271818" y="543750"/>
                  </a:lnTo>
                  <a:lnTo>
                    <a:pt x="432854" y="203835"/>
                  </a:lnTo>
                  <a:lnTo>
                    <a:pt x="450088" y="211963"/>
                  </a:lnTo>
                  <a:lnTo>
                    <a:pt x="449516" y="186944"/>
                  </a:lnTo>
                  <a:lnTo>
                    <a:pt x="448818" y="155194"/>
                  </a:lnTo>
                  <a:lnTo>
                    <a:pt x="404114" y="190246"/>
                  </a:lnTo>
                  <a:lnTo>
                    <a:pt x="421411" y="198424"/>
                  </a:lnTo>
                  <a:lnTo>
                    <a:pt x="264782" y="529031"/>
                  </a:lnTo>
                  <a:lnTo>
                    <a:pt x="257771" y="514375"/>
                  </a:lnTo>
                  <a:lnTo>
                    <a:pt x="257771" y="543852"/>
                  </a:lnTo>
                  <a:lnTo>
                    <a:pt x="179197" y="709701"/>
                  </a:lnTo>
                  <a:lnTo>
                    <a:pt x="25971" y="58889"/>
                  </a:lnTo>
                  <a:lnTo>
                    <a:pt x="257771" y="543852"/>
                  </a:lnTo>
                  <a:lnTo>
                    <a:pt x="257771" y="514375"/>
                  </a:lnTo>
                  <a:lnTo>
                    <a:pt x="11938" y="0"/>
                  </a:lnTo>
                  <a:lnTo>
                    <a:pt x="6223" y="2794"/>
                  </a:lnTo>
                  <a:lnTo>
                    <a:pt x="0" y="4191"/>
                  </a:lnTo>
                  <a:lnTo>
                    <a:pt x="170484" y="728103"/>
                  </a:lnTo>
                  <a:lnTo>
                    <a:pt x="2032" y="1083691"/>
                  </a:lnTo>
                  <a:lnTo>
                    <a:pt x="13462" y="1089152"/>
                  </a:lnTo>
                  <a:lnTo>
                    <a:pt x="175133" y="747864"/>
                  </a:lnTo>
                  <a:lnTo>
                    <a:pt x="269265" y="1147597"/>
                  </a:lnTo>
                  <a:lnTo>
                    <a:pt x="186728" y="1527683"/>
                  </a:lnTo>
                  <a:lnTo>
                    <a:pt x="13462" y="1170432"/>
                  </a:lnTo>
                  <a:lnTo>
                    <a:pt x="2032" y="1176020"/>
                  </a:lnTo>
                  <a:lnTo>
                    <a:pt x="182372" y="1547799"/>
                  </a:lnTo>
                  <a:lnTo>
                    <a:pt x="33528" y="2233295"/>
                  </a:lnTo>
                  <a:lnTo>
                    <a:pt x="37553" y="2234158"/>
                  </a:lnTo>
                  <a:lnTo>
                    <a:pt x="45593" y="2237740"/>
                  </a:lnTo>
                  <a:lnTo>
                    <a:pt x="272008" y="1732572"/>
                  </a:lnTo>
                  <a:lnTo>
                    <a:pt x="420941" y="2039556"/>
                  </a:lnTo>
                  <a:lnTo>
                    <a:pt x="403860" y="2047875"/>
                  </a:lnTo>
                  <a:lnTo>
                    <a:pt x="448818" y="2082419"/>
                  </a:lnTo>
                  <a:lnTo>
                    <a:pt x="449160" y="2050923"/>
                  </a:lnTo>
                  <a:lnTo>
                    <a:pt x="449453" y="2025650"/>
                  </a:lnTo>
                  <a:lnTo>
                    <a:pt x="432333" y="2034006"/>
                  </a:lnTo>
                  <a:lnTo>
                    <a:pt x="278777" y="1717459"/>
                  </a:lnTo>
                  <a:lnTo>
                    <a:pt x="360527" y="1535087"/>
                  </a:lnTo>
                  <a:lnTo>
                    <a:pt x="432066" y="1838820"/>
                  </a:lnTo>
                  <a:lnTo>
                    <a:pt x="413512" y="1843151"/>
                  </a:lnTo>
                  <a:lnTo>
                    <a:pt x="449834" y="1886839"/>
                  </a:lnTo>
                  <a:lnTo>
                    <a:pt x="458279" y="1851152"/>
                  </a:lnTo>
                  <a:lnTo>
                    <a:pt x="462915" y="1831594"/>
                  </a:lnTo>
                  <a:lnTo>
                    <a:pt x="444385" y="1835937"/>
                  </a:lnTo>
                  <a:lnTo>
                    <a:pt x="369062" y="1516049"/>
                  </a:lnTo>
                  <a:lnTo>
                    <a:pt x="433832" y="1371536"/>
                  </a:lnTo>
                  <a:lnTo>
                    <a:pt x="451231" y="1379347"/>
                  </a:lnTo>
                  <a:lnTo>
                    <a:pt x="450176" y="1354709"/>
                  </a:lnTo>
                  <a:lnTo>
                    <a:pt x="448818" y="1322578"/>
                  </a:lnTo>
                  <a:lnTo>
                    <a:pt x="404876" y="1358519"/>
                  </a:lnTo>
                  <a:lnTo>
                    <a:pt x="422262" y="1366342"/>
                  </a:lnTo>
                  <a:lnTo>
                    <a:pt x="364261" y="1495691"/>
                  </a:lnTo>
                  <a:lnTo>
                    <a:pt x="355727" y="1459445"/>
                  </a:lnTo>
                  <a:lnTo>
                    <a:pt x="355727" y="1514729"/>
                  </a:lnTo>
                  <a:lnTo>
                    <a:pt x="271538" y="1702511"/>
                  </a:lnTo>
                  <a:lnTo>
                    <a:pt x="264756" y="1688541"/>
                  </a:lnTo>
                  <a:lnTo>
                    <a:pt x="264756" y="1717624"/>
                  </a:lnTo>
                  <a:lnTo>
                    <a:pt x="58737" y="2177148"/>
                  </a:lnTo>
                  <a:lnTo>
                    <a:pt x="191338" y="1566278"/>
                  </a:lnTo>
                  <a:lnTo>
                    <a:pt x="264756" y="1717624"/>
                  </a:lnTo>
                  <a:lnTo>
                    <a:pt x="264756" y="1688541"/>
                  </a:lnTo>
                  <a:lnTo>
                    <a:pt x="195694" y="1546174"/>
                  </a:lnTo>
                  <a:lnTo>
                    <a:pt x="275996" y="1176223"/>
                  </a:lnTo>
                  <a:lnTo>
                    <a:pt x="355727" y="1514729"/>
                  </a:lnTo>
                  <a:lnTo>
                    <a:pt x="355727" y="1459445"/>
                  </a:lnTo>
                  <a:lnTo>
                    <a:pt x="282257" y="1147406"/>
                  </a:lnTo>
                  <a:lnTo>
                    <a:pt x="364705" y="767575"/>
                  </a:lnTo>
                  <a:lnTo>
                    <a:pt x="422211" y="887869"/>
                  </a:lnTo>
                  <a:lnTo>
                    <a:pt x="405003" y="896112"/>
                  </a:lnTo>
                  <a:lnTo>
                    <a:pt x="449834" y="931037"/>
                  </a:lnTo>
                  <a:lnTo>
                    <a:pt x="450392" y="899414"/>
                  </a:lnTo>
                  <a:lnTo>
                    <a:pt x="450850" y="874141"/>
                  </a:lnTo>
                  <a:lnTo>
                    <a:pt x="433679" y="882370"/>
                  </a:lnTo>
                  <a:lnTo>
                    <a:pt x="369100" y="747293"/>
                  </a:lnTo>
                  <a:lnTo>
                    <a:pt x="444233" y="401205"/>
                  </a:lnTo>
                  <a:lnTo>
                    <a:pt x="462915" y="405257"/>
                  </a:lnTo>
                  <a:close/>
                </a:path>
              </a:pathLst>
            </a:custGeom>
            <a:solidFill>
              <a:srgbClr val="000000"/>
            </a:solidFill>
          </p:spPr>
          <p:txBody>
            <a:bodyPr wrap="square" lIns="0" tIns="0" rIns="0" bIns="0" rtlCol="0"/>
            <a:lstStyle/>
            <a:p>
              <a:endParaRPr sz="2000"/>
            </a:p>
          </p:txBody>
        </p:sp>
        <p:sp>
          <p:nvSpPr>
            <p:cNvPr id="263" name="object 124">
              <a:extLst>
                <a:ext uri="{FF2B5EF4-FFF2-40B4-BE49-F238E27FC236}">
                  <a16:creationId xmlns:a16="http://schemas.microsoft.com/office/drawing/2014/main" id="{C62CC8B2-0622-40F4-83A1-2C7BC5494C3D}"/>
                </a:ext>
              </a:extLst>
            </p:cNvPr>
            <p:cNvSpPr/>
            <p:nvPr/>
          </p:nvSpPr>
          <p:spPr>
            <a:xfrm>
              <a:off x="7965955" y="3211533"/>
              <a:ext cx="167640" cy="196850"/>
            </a:xfrm>
            <a:custGeom>
              <a:avLst/>
              <a:gdLst/>
              <a:ahLst/>
              <a:cxnLst/>
              <a:rect l="l" t="t" r="r" b="b"/>
              <a:pathLst>
                <a:path w="167640" h="196850">
                  <a:moveTo>
                    <a:pt x="167634" y="0"/>
                  </a:moveTo>
                  <a:lnTo>
                    <a:pt x="0" y="0"/>
                  </a:lnTo>
                  <a:lnTo>
                    <a:pt x="0" y="196597"/>
                  </a:lnTo>
                  <a:lnTo>
                    <a:pt x="167634" y="196597"/>
                  </a:lnTo>
                  <a:lnTo>
                    <a:pt x="167634" y="0"/>
                  </a:lnTo>
                  <a:close/>
                </a:path>
              </a:pathLst>
            </a:custGeom>
            <a:solidFill>
              <a:srgbClr val="C4B87F"/>
            </a:solidFill>
          </p:spPr>
          <p:txBody>
            <a:bodyPr wrap="square" lIns="0" tIns="0" rIns="0" bIns="0" rtlCol="0"/>
            <a:lstStyle/>
            <a:p>
              <a:endParaRPr sz="2000"/>
            </a:p>
          </p:txBody>
        </p:sp>
        <p:sp>
          <p:nvSpPr>
            <p:cNvPr id="264" name="object 125">
              <a:extLst>
                <a:ext uri="{FF2B5EF4-FFF2-40B4-BE49-F238E27FC236}">
                  <a16:creationId xmlns:a16="http://schemas.microsoft.com/office/drawing/2014/main" id="{E5111AE4-88CB-4817-8412-CF6C42643969}"/>
                </a:ext>
              </a:extLst>
            </p:cNvPr>
            <p:cNvSpPr/>
            <p:nvPr/>
          </p:nvSpPr>
          <p:spPr>
            <a:xfrm>
              <a:off x="7974175" y="3226305"/>
              <a:ext cx="167640" cy="196850"/>
            </a:xfrm>
            <a:custGeom>
              <a:avLst/>
              <a:gdLst/>
              <a:ahLst/>
              <a:cxnLst/>
              <a:rect l="l" t="t" r="r" b="b"/>
              <a:pathLst>
                <a:path w="167640" h="196850">
                  <a:moveTo>
                    <a:pt x="0" y="196597"/>
                  </a:moveTo>
                  <a:lnTo>
                    <a:pt x="167634" y="196597"/>
                  </a:lnTo>
                  <a:lnTo>
                    <a:pt x="167634" y="0"/>
                  </a:lnTo>
                  <a:lnTo>
                    <a:pt x="0" y="0"/>
                  </a:lnTo>
                  <a:lnTo>
                    <a:pt x="0" y="196597"/>
                  </a:lnTo>
                  <a:close/>
                </a:path>
              </a:pathLst>
            </a:custGeom>
            <a:ln w="12700">
              <a:solidFill>
                <a:srgbClr val="000000"/>
              </a:solidFill>
            </a:ln>
          </p:spPr>
          <p:txBody>
            <a:bodyPr wrap="square" lIns="0" tIns="0" rIns="0" bIns="0" rtlCol="0"/>
            <a:lstStyle/>
            <a:p>
              <a:endParaRPr sz="2000"/>
            </a:p>
          </p:txBody>
        </p:sp>
        <p:sp>
          <p:nvSpPr>
            <p:cNvPr id="265" name="object 126">
              <a:extLst>
                <a:ext uri="{FF2B5EF4-FFF2-40B4-BE49-F238E27FC236}">
                  <a16:creationId xmlns:a16="http://schemas.microsoft.com/office/drawing/2014/main" id="{1DEE1900-8DC1-4484-8231-B5968E646D3E}"/>
                </a:ext>
              </a:extLst>
            </p:cNvPr>
            <p:cNvSpPr/>
            <p:nvPr/>
          </p:nvSpPr>
          <p:spPr>
            <a:xfrm>
              <a:off x="6478170" y="4786122"/>
              <a:ext cx="1724025" cy="268605"/>
            </a:xfrm>
            <a:custGeom>
              <a:avLst/>
              <a:gdLst/>
              <a:ahLst/>
              <a:cxnLst/>
              <a:rect l="l" t="t" r="r" b="b"/>
              <a:pathLst>
                <a:path w="1724025" h="268604">
                  <a:moveTo>
                    <a:pt x="1723644" y="0"/>
                  </a:moveTo>
                  <a:lnTo>
                    <a:pt x="1714059" y="52190"/>
                  </a:lnTo>
                  <a:lnTo>
                    <a:pt x="1687925" y="94820"/>
                  </a:lnTo>
                  <a:lnTo>
                    <a:pt x="1649170" y="123567"/>
                  </a:lnTo>
                  <a:lnTo>
                    <a:pt x="1601724" y="134110"/>
                  </a:lnTo>
                  <a:lnTo>
                    <a:pt x="983742" y="134110"/>
                  </a:lnTo>
                  <a:lnTo>
                    <a:pt x="936295" y="144650"/>
                  </a:lnTo>
                  <a:lnTo>
                    <a:pt x="897540" y="173392"/>
                  </a:lnTo>
                  <a:lnTo>
                    <a:pt x="871406" y="216022"/>
                  </a:lnTo>
                  <a:lnTo>
                    <a:pt x="861822" y="268225"/>
                  </a:lnTo>
                  <a:lnTo>
                    <a:pt x="852237" y="216022"/>
                  </a:lnTo>
                  <a:lnTo>
                    <a:pt x="826103" y="173392"/>
                  </a:lnTo>
                  <a:lnTo>
                    <a:pt x="787348" y="144650"/>
                  </a:lnTo>
                  <a:lnTo>
                    <a:pt x="739902" y="134110"/>
                  </a:lnTo>
                  <a:lnTo>
                    <a:pt x="121920" y="134110"/>
                  </a:lnTo>
                  <a:lnTo>
                    <a:pt x="74473" y="123567"/>
                  </a:lnTo>
                  <a:lnTo>
                    <a:pt x="35718" y="94820"/>
                  </a:lnTo>
                  <a:lnTo>
                    <a:pt x="9584" y="52190"/>
                  </a:lnTo>
                  <a:lnTo>
                    <a:pt x="0" y="0"/>
                  </a:lnTo>
                </a:path>
              </a:pathLst>
            </a:custGeom>
            <a:ln w="28575">
              <a:solidFill>
                <a:srgbClr val="000000"/>
              </a:solidFill>
            </a:ln>
          </p:spPr>
          <p:txBody>
            <a:bodyPr wrap="square" lIns="0" tIns="0" rIns="0" bIns="0" rtlCol="0"/>
            <a:lstStyle/>
            <a:p>
              <a:endParaRPr sz="2000"/>
            </a:p>
          </p:txBody>
        </p:sp>
        <p:sp>
          <p:nvSpPr>
            <p:cNvPr id="266" name="object 127">
              <a:extLst>
                <a:ext uri="{FF2B5EF4-FFF2-40B4-BE49-F238E27FC236}">
                  <a16:creationId xmlns:a16="http://schemas.microsoft.com/office/drawing/2014/main" id="{A75AD4AE-AEC1-4F80-8785-A0A550B879BB}"/>
                </a:ext>
              </a:extLst>
            </p:cNvPr>
            <p:cNvSpPr/>
            <p:nvPr/>
          </p:nvSpPr>
          <p:spPr>
            <a:xfrm>
              <a:off x="183645" y="2750058"/>
              <a:ext cx="8146186" cy="1029969"/>
            </a:xfrm>
            <a:custGeom>
              <a:avLst/>
              <a:gdLst/>
              <a:ahLst/>
              <a:cxnLst/>
              <a:rect l="l" t="t" r="r" b="b"/>
              <a:pathLst>
                <a:path w="8817610" h="1029970">
                  <a:moveTo>
                    <a:pt x="0" y="1029970"/>
                  </a:moveTo>
                  <a:lnTo>
                    <a:pt x="8817099" y="989076"/>
                  </a:lnTo>
                </a:path>
                <a:path w="8817610" h="1029970">
                  <a:moveTo>
                    <a:pt x="0" y="65024"/>
                  </a:moveTo>
                  <a:lnTo>
                    <a:pt x="8817099" y="0"/>
                  </a:lnTo>
                </a:path>
              </a:pathLst>
            </a:custGeom>
            <a:ln w="38100">
              <a:solidFill>
                <a:srgbClr val="008462"/>
              </a:solidFill>
              <a:prstDash val="lgDash"/>
            </a:ln>
          </p:spPr>
          <p:txBody>
            <a:bodyPr wrap="square" lIns="0" tIns="0" rIns="0" bIns="0" rtlCol="0"/>
            <a:lstStyle/>
            <a:p>
              <a:endParaRPr sz="2000"/>
            </a:p>
          </p:txBody>
        </p:sp>
      </p:grpSp>
      <p:sp>
        <p:nvSpPr>
          <p:cNvPr id="267" name="object 128">
            <a:extLst>
              <a:ext uri="{FF2B5EF4-FFF2-40B4-BE49-F238E27FC236}">
                <a16:creationId xmlns:a16="http://schemas.microsoft.com/office/drawing/2014/main" id="{85C086CF-C333-42FB-80B0-E329DEABB94E}"/>
              </a:ext>
            </a:extLst>
          </p:cNvPr>
          <p:cNvSpPr txBox="1"/>
          <p:nvPr/>
        </p:nvSpPr>
        <p:spPr>
          <a:xfrm>
            <a:off x="7302076" y="5537527"/>
            <a:ext cx="1532467" cy="253673"/>
          </a:xfrm>
          <a:prstGeom prst="rect">
            <a:avLst/>
          </a:prstGeom>
        </p:spPr>
        <p:txBody>
          <a:bodyPr vert="horz" wrap="square" lIns="0" tIns="14111" rIns="0" bIns="0" rtlCol="0">
            <a:spAutoFit/>
          </a:bodyPr>
          <a:lstStyle/>
          <a:p>
            <a:pPr marL="14111">
              <a:spcBef>
                <a:spcPts val="111"/>
              </a:spcBef>
            </a:pPr>
            <a:r>
              <a:rPr sz="1556" spc="-6" dirty="0">
                <a:latin typeface="Arial"/>
                <a:cs typeface="Arial"/>
              </a:rPr>
              <a:t>Layer </a:t>
            </a:r>
            <a:r>
              <a:rPr sz="1556" dirty="0">
                <a:latin typeface="Arial"/>
                <a:cs typeface="Arial"/>
              </a:rPr>
              <a:t>(</a:t>
            </a:r>
            <a:r>
              <a:rPr sz="1556" i="1" dirty="0">
                <a:latin typeface="Arial"/>
                <a:cs typeface="Arial"/>
              </a:rPr>
              <a:t>K </a:t>
            </a:r>
            <a:r>
              <a:rPr sz="1556" dirty="0">
                <a:latin typeface="Arial"/>
                <a:cs typeface="Arial"/>
              </a:rPr>
              <a:t>+ 2)</a:t>
            </a:r>
            <a:r>
              <a:rPr sz="1556" spc="-127" dirty="0">
                <a:latin typeface="Arial"/>
                <a:cs typeface="Arial"/>
              </a:rPr>
              <a:t> </a:t>
            </a:r>
            <a:r>
              <a:rPr sz="1556" spc="-6" dirty="0">
                <a:latin typeface="Arial"/>
                <a:cs typeface="Arial"/>
              </a:rPr>
              <a:t>fwd</a:t>
            </a:r>
            <a:endParaRPr sz="1556" dirty="0">
              <a:latin typeface="Arial"/>
              <a:cs typeface="Arial"/>
            </a:endParaRPr>
          </a:p>
        </p:txBody>
      </p:sp>
      <p:sp>
        <p:nvSpPr>
          <p:cNvPr id="268" name="object 129">
            <a:extLst>
              <a:ext uri="{FF2B5EF4-FFF2-40B4-BE49-F238E27FC236}">
                <a16:creationId xmlns:a16="http://schemas.microsoft.com/office/drawing/2014/main" id="{66CAC212-2356-443B-8584-1F48E424E5B7}"/>
              </a:ext>
            </a:extLst>
          </p:cNvPr>
          <p:cNvSpPr txBox="1"/>
          <p:nvPr/>
        </p:nvSpPr>
        <p:spPr>
          <a:xfrm>
            <a:off x="992121" y="1209062"/>
            <a:ext cx="8121347" cy="254386"/>
          </a:xfrm>
          <a:prstGeom prst="rect">
            <a:avLst/>
          </a:prstGeom>
        </p:spPr>
        <p:txBody>
          <a:bodyPr vert="horz" wrap="square" lIns="0" tIns="14817" rIns="0" bIns="0" rtlCol="0">
            <a:spAutoFit/>
          </a:bodyPr>
          <a:lstStyle/>
          <a:p>
            <a:pPr marL="14111">
              <a:spcBef>
                <a:spcPts val="117"/>
              </a:spcBef>
              <a:tabLst>
                <a:tab pos="2831366" algn="l"/>
                <a:tab pos="6660378" algn="l"/>
              </a:tabLst>
            </a:pPr>
            <a:r>
              <a:rPr sz="1556" b="1" dirty="0">
                <a:solidFill>
                  <a:srgbClr val="6F2F9F"/>
                </a:solidFill>
                <a:latin typeface="Arial"/>
                <a:cs typeface="Arial"/>
              </a:rPr>
              <a:t>Row-wise</a:t>
            </a:r>
            <a:r>
              <a:rPr sz="1556" b="1" spc="-44" dirty="0">
                <a:solidFill>
                  <a:srgbClr val="6F2F9F"/>
                </a:solidFill>
                <a:latin typeface="Arial"/>
                <a:cs typeface="Arial"/>
              </a:rPr>
              <a:t> </a:t>
            </a:r>
            <a:r>
              <a:rPr sz="1556" b="1" spc="-6" dirty="0">
                <a:solidFill>
                  <a:srgbClr val="6F2F9F"/>
                </a:solidFill>
                <a:latin typeface="Arial"/>
                <a:cs typeface="Arial"/>
              </a:rPr>
              <a:t>partitioning</a:t>
            </a:r>
            <a:r>
              <a:rPr lang="en-US" sz="1556" b="1" spc="-6" dirty="0">
                <a:solidFill>
                  <a:srgbClr val="6F2F9F"/>
                </a:solidFill>
                <a:latin typeface="Arial"/>
                <a:cs typeface="Arial"/>
              </a:rPr>
              <a:t>      </a:t>
            </a:r>
            <a:r>
              <a:rPr sz="1556" b="1" spc="-6" dirty="0">
                <a:solidFill>
                  <a:srgbClr val="6F2F9F"/>
                </a:solidFill>
                <a:latin typeface="Arial"/>
                <a:cs typeface="Arial"/>
              </a:rPr>
              <a:t>Col</a:t>
            </a:r>
            <a:r>
              <a:rPr lang="en-US" sz="1556" b="1" spc="-6" dirty="0">
                <a:solidFill>
                  <a:srgbClr val="6F2F9F"/>
                </a:solidFill>
                <a:latin typeface="Arial"/>
                <a:cs typeface="Arial"/>
              </a:rPr>
              <a:t>umn-wise</a:t>
            </a:r>
            <a:r>
              <a:rPr sz="1556" b="1" spc="6" dirty="0">
                <a:solidFill>
                  <a:srgbClr val="6F2F9F"/>
                </a:solidFill>
                <a:latin typeface="Arial"/>
                <a:cs typeface="Arial"/>
              </a:rPr>
              <a:t> </a:t>
            </a:r>
            <a:r>
              <a:rPr sz="1556" b="1" spc="-6" dirty="0">
                <a:solidFill>
                  <a:srgbClr val="6F2F9F"/>
                </a:solidFill>
                <a:latin typeface="Arial"/>
                <a:cs typeface="Arial"/>
              </a:rPr>
              <a:t>partitioning</a:t>
            </a:r>
            <a:r>
              <a:rPr lang="en-US" sz="1556" b="1" spc="-6" dirty="0">
                <a:solidFill>
                  <a:srgbClr val="6F2F9F"/>
                </a:solidFill>
                <a:latin typeface="Arial"/>
                <a:cs typeface="Arial"/>
              </a:rPr>
              <a:t>                       </a:t>
            </a:r>
            <a:r>
              <a:rPr sz="1556" b="1" dirty="0">
                <a:solidFill>
                  <a:srgbClr val="6F2F9F"/>
                </a:solidFill>
                <a:latin typeface="Arial"/>
                <a:cs typeface="Arial"/>
              </a:rPr>
              <a:t>Row-wise</a:t>
            </a:r>
            <a:r>
              <a:rPr sz="1556" b="1" spc="-106" dirty="0">
                <a:solidFill>
                  <a:srgbClr val="6F2F9F"/>
                </a:solidFill>
                <a:latin typeface="Arial"/>
                <a:cs typeface="Arial"/>
              </a:rPr>
              <a:t> </a:t>
            </a:r>
            <a:r>
              <a:rPr sz="1556" b="1" spc="-6" dirty="0">
                <a:solidFill>
                  <a:srgbClr val="6F2F9F"/>
                </a:solidFill>
                <a:latin typeface="Arial"/>
                <a:cs typeface="Arial"/>
              </a:rPr>
              <a:t>partitioning</a:t>
            </a:r>
            <a:endParaRPr sz="1556" dirty="0">
              <a:latin typeface="Arial"/>
              <a:cs typeface="Arial"/>
            </a:endParaRPr>
          </a:p>
        </p:txBody>
      </p:sp>
      <p:graphicFrame>
        <p:nvGraphicFramePr>
          <p:cNvPr id="269" name="object 31">
            <a:extLst>
              <a:ext uri="{FF2B5EF4-FFF2-40B4-BE49-F238E27FC236}">
                <a16:creationId xmlns:a16="http://schemas.microsoft.com/office/drawing/2014/main" id="{0F2BF1A8-5BFE-479D-9408-AB30354D4669}"/>
              </a:ext>
            </a:extLst>
          </p:cNvPr>
          <p:cNvGraphicFramePr>
            <a:graphicFrameLocks noGrp="1"/>
          </p:cNvGraphicFramePr>
          <p:nvPr/>
        </p:nvGraphicFramePr>
        <p:xfrm>
          <a:off x="4755012" y="2181356"/>
          <a:ext cx="186267" cy="651933"/>
        </p:xfrm>
        <a:graphic>
          <a:graphicData uri="http://schemas.openxmlformats.org/drawingml/2006/table">
            <a:tbl>
              <a:tblPr firstRow="1" bandRow="1">
                <a:tableStyleId>{2D5ABB26-0587-4C30-8999-92F81FD0307C}</a:tableStyleId>
              </a:tblPr>
              <a:tblGrid>
                <a:gridCol w="186267">
                  <a:extLst>
                    <a:ext uri="{9D8B030D-6E8A-4147-A177-3AD203B41FA5}">
                      <a16:colId xmlns:a16="http://schemas.microsoft.com/office/drawing/2014/main" val="20000"/>
                    </a:ext>
                  </a:extLst>
                </a:gridCol>
              </a:tblGrid>
              <a:tr h="218440">
                <a:tc>
                  <a:txBody>
                    <a:bodyPr/>
                    <a:lstStyle/>
                    <a:p>
                      <a:pPr>
                        <a:lnSpc>
                          <a:spcPct val="100000"/>
                        </a:lnSpc>
                      </a:pPr>
                      <a:endParaRPr sz="12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0FF7C"/>
                    </a:solidFill>
                  </a:tcPr>
                </a:tc>
                <a:extLst>
                  <a:ext uri="{0D108BD9-81ED-4DB2-BD59-A6C34878D82A}">
                    <a16:rowId xmlns:a16="http://schemas.microsoft.com/office/drawing/2014/main" val="10000"/>
                  </a:ext>
                </a:extLst>
              </a:tr>
              <a:tr h="216749">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000000"/>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1"/>
                  </a:ext>
                </a:extLst>
              </a:tr>
              <a:tr h="216744">
                <a:tc>
                  <a:txBody>
                    <a:bodyPr/>
                    <a:lstStyle/>
                    <a:p>
                      <a:pPr>
                        <a:lnSpc>
                          <a:spcPct val="100000"/>
                        </a:lnSpc>
                      </a:pPr>
                      <a:endParaRPr sz="1200">
                        <a:latin typeface="Times New Roman"/>
                        <a:cs typeface="Times New Roman"/>
                      </a:endParaRPr>
                    </a:p>
                  </a:txBody>
                  <a:tcPr marL="0" marR="0" marT="0" marB="0">
                    <a:lnL w="19050">
                      <a:solidFill>
                        <a:srgbClr val="D9D9D9"/>
                      </a:solidFill>
                      <a:prstDash val="solid"/>
                    </a:lnL>
                    <a:lnR w="19050">
                      <a:solidFill>
                        <a:srgbClr val="D9D9D9"/>
                      </a:solidFill>
                      <a:prstDash val="solid"/>
                    </a:lnR>
                    <a:lnT w="19050">
                      <a:solidFill>
                        <a:srgbClr val="D9D9D9"/>
                      </a:solidFill>
                      <a:prstDash val="solid"/>
                    </a:lnT>
                    <a:lnB w="19050">
                      <a:solidFill>
                        <a:srgbClr val="D9D9D9"/>
                      </a:solidFill>
                      <a:prstDash val="solid"/>
                    </a:lnB>
                    <a:solidFill>
                      <a:srgbClr val="F7F7F7"/>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99189258"/>
      </p:ext>
    </p:extLst>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7214619D-F0A1-1741-BD16-E551CA42E048}"/>
              </a:ext>
            </a:extLst>
          </p:cNvPr>
          <p:cNvSpPr>
            <a:spLocks noGrp="1"/>
          </p:cNvSpPr>
          <p:nvPr>
            <p:ph type="title"/>
          </p:nvPr>
        </p:nvSpPr>
        <p:spPr>
          <a:xfrm>
            <a:off x="228600" y="152400"/>
            <a:ext cx="8610600" cy="1066800"/>
          </a:xfrm>
        </p:spPr>
        <p:txBody>
          <a:bodyPr/>
          <a:lstStyle/>
          <a:p>
            <a:r>
              <a:rPr lang="en-US" altLang="zh-CN" dirty="0"/>
              <a:t>Communication Pattern</a:t>
            </a:r>
            <a:r>
              <a:rPr lang="en-US" altLang="zh-CN" spc="-117" dirty="0"/>
              <a:t> </a:t>
            </a:r>
            <a:r>
              <a:rPr lang="en-US" altLang="zh-CN" spc="-6" dirty="0"/>
              <a:t>Summary</a:t>
            </a:r>
            <a:endParaRPr lang="en-US" altLang="en-US" dirty="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C91F2A39-5E9F-DB45-8C99-DA578DF604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7FBD78-40B0-A443-B155-25A18DC37E4A}" type="slidenum">
              <a:rPr lang="en-US" altLang="en-US" sz="1600">
                <a:solidFill>
                  <a:srgbClr val="000000"/>
                </a:solidFill>
                <a:latin typeface="Garamond" panose="02020404030301010803" pitchFamily="18" charset="0"/>
              </a:rPr>
              <a:pPr eaLnBrk="1" hangingPunct="1"/>
              <a:t>174</a:t>
            </a:fld>
            <a:endParaRPr lang="en-US" altLang="en-US" sz="1600">
              <a:solidFill>
                <a:srgbClr val="000000"/>
              </a:solidFill>
              <a:latin typeface="Garamond" panose="02020404030301010803" pitchFamily="18" charset="0"/>
            </a:endParaRPr>
          </a:p>
        </p:txBody>
      </p:sp>
      <p:sp>
        <p:nvSpPr>
          <p:cNvPr id="5" name="object 3">
            <a:extLst>
              <a:ext uri="{FF2B5EF4-FFF2-40B4-BE49-F238E27FC236}">
                <a16:creationId xmlns:a16="http://schemas.microsoft.com/office/drawing/2014/main" id="{9FE04725-DBC2-4366-993A-F578EA6EF725}"/>
              </a:ext>
            </a:extLst>
          </p:cNvPr>
          <p:cNvSpPr txBox="1"/>
          <p:nvPr/>
        </p:nvSpPr>
        <p:spPr>
          <a:xfrm>
            <a:off x="228601" y="1143000"/>
            <a:ext cx="8763000" cy="4843349"/>
          </a:xfrm>
          <a:prstGeom prst="rect">
            <a:avLst/>
          </a:prstGeom>
        </p:spPr>
        <p:txBody>
          <a:bodyPr vert="horz" wrap="square" lIns="0" tIns="41628" rIns="0" bIns="0" rtlCol="0">
            <a:spAutoFit/>
          </a:bodyPr>
          <a:lstStyle/>
          <a:p>
            <a:pPr marL="332313" indent="-318908">
              <a:spcBef>
                <a:spcPts val="328"/>
              </a:spcBef>
              <a:buClr>
                <a:srgbClr val="B2B2B2"/>
              </a:buClr>
              <a:buSzPct val="120000"/>
              <a:buFont typeface="Arial"/>
              <a:buChar char="•"/>
              <a:tabLst>
                <a:tab pos="332313" algn="l"/>
                <a:tab pos="333019" algn="l"/>
              </a:tabLst>
            </a:pPr>
            <a:r>
              <a:rPr sz="2400" b="1" dirty="0">
                <a:latin typeface="Trebuchet MS"/>
                <a:cs typeface="Trebuchet MS"/>
              </a:rPr>
              <a:t>Data</a:t>
            </a:r>
            <a:r>
              <a:rPr sz="2400" b="1" spc="-11" dirty="0">
                <a:latin typeface="Trebuchet MS"/>
                <a:cs typeface="Trebuchet MS"/>
              </a:rPr>
              <a:t> </a:t>
            </a:r>
            <a:r>
              <a:rPr sz="2400" b="1" spc="-6" dirty="0">
                <a:latin typeface="Trebuchet MS"/>
                <a:cs typeface="Trebuchet MS"/>
              </a:rPr>
              <a:t>Parallel:</a:t>
            </a:r>
            <a:endParaRPr sz="24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sz="2000" i="1" u="sng" spc="-6" dirty="0">
                <a:uFill>
                  <a:solidFill>
                    <a:srgbClr val="000000"/>
                  </a:solidFill>
                </a:uFill>
                <a:latin typeface="Trebuchet MS"/>
                <a:cs typeface="Trebuchet MS"/>
              </a:rPr>
              <a:t>Allreduce</a:t>
            </a:r>
            <a:r>
              <a:rPr sz="2000" i="1" spc="-6" dirty="0">
                <a:latin typeface="Trebuchet MS"/>
                <a:cs typeface="Trebuchet MS"/>
              </a:rPr>
              <a:t> </a:t>
            </a:r>
            <a:r>
              <a:rPr sz="2000" dirty="0">
                <a:latin typeface="Trebuchet MS"/>
                <a:cs typeface="Trebuchet MS"/>
              </a:rPr>
              <a:t>of</a:t>
            </a:r>
            <a:r>
              <a:rPr sz="2000" spc="-17" dirty="0">
                <a:latin typeface="Trebuchet MS"/>
                <a:cs typeface="Trebuchet MS"/>
              </a:rPr>
              <a:t> </a:t>
            </a:r>
            <a:r>
              <a:rPr sz="2000" spc="-6" dirty="0">
                <a:solidFill>
                  <a:srgbClr val="005493"/>
                </a:solidFill>
                <a:latin typeface="Trebuchet MS"/>
                <a:cs typeface="Trebuchet MS"/>
              </a:rPr>
              <a:t>weights</a:t>
            </a:r>
            <a:endParaRPr sz="2000"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r>
              <a:rPr sz="2000" spc="-6" dirty="0">
                <a:solidFill>
                  <a:srgbClr val="598A00"/>
                </a:solidFill>
                <a:latin typeface="Trebuchet MS"/>
                <a:cs typeface="Trebuchet MS"/>
              </a:rPr>
              <a:t>Can be overlapped with</a:t>
            </a:r>
            <a:r>
              <a:rPr sz="2000" spc="-33" dirty="0">
                <a:solidFill>
                  <a:srgbClr val="598A00"/>
                </a:solidFill>
                <a:latin typeface="Trebuchet MS"/>
                <a:cs typeface="Trebuchet MS"/>
              </a:rPr>
              <a:t> </a:t>
            </a:r>
            <a:r>
              <a:rPr sz="2000" spc="-6" dirty="0">
                <a:solidFill>
                  <a:srgbClr val="598A00"/>
                </a:solidFill>
                <a:latin typeface="Trebuchet MS"/>
                <a:cs typeface="Trebuchet MS"/>
              </a:rPr>
              <a:t>computation</a:t>
            </a:r>
            <a:endParaRPr lang="en-US" altLang="zh-CN" sz="2000" spc="-6" dirty="0">
              <a:solidFill>
                <a:srgbClr val="598A00"/>
              </a:solidFill>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endParaRPr sz="2000" dirty="0">
              <a:latin typeface="Trebuchet MS"/>
              <a:cs typeface="Trebuchet MS"/>
            </a:endParaRPr>
          </a:p>
          <a:p>
            <a:pPr marL="332313" indent="-318908">
              <a:spcBef>
                <a:spcPts val="399"/>
              </a:spcBef>
              <a:buClr>
                <a:srgbClr val="B2B2B2"/>
              </a:buClr>
              <a:buSzPct val="120000"/>
              <a:buFont typeface="Arial"/>
              <a:buChar char="•"/>
              <a:tabLst>
                <a:tab pos="332313" algn="l"/>
                <a:tab pos="333019" algn="l"/>
              </a:tabLst>
            </a:pPr>
            <a:r>
              <a:rPr sz="2400" b="1" spc="-6" dirty="0">
                <a:latin typeface="Trebuchet MS"/>
                <a:cs typeface="Trebuchet MS"/>
              </a:rPr>
              <a:t>Pipeline</a:t>
            </a:r>
            <a:r>
              <a:rPr sz="2400" b="1" spc="-11" dirty="0">
                <a:latin typeface="Trebuchet MS"/>
                <a:cs typeface="Trebuchet MS"/>
              </a:rPr>
              <a:t> </a:t>
            </a:r>
            <a:r>
              <a:rPr sz="2400" b="1" spc="-6" dirty="0">
                <a:latin typeface="Trebuchet MS"/>
                <a:cs typeface="Trebuchet MS"/>
              </a:rPr>
              <a:t>Parallel:</a:t>
            </a:r>
            <a:endParaRPr sz="24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sz="2000" i="1" u="sng" spc="-6" dirty="0">
                <a:uFill>
                  <a:solidFill>
                    <a:srgbClr val="000000"/>
                  </a:solidFill>
                </a:uFill>
                <a:latin typeface="Trebuchet MS"/>
                <a:cs typeface="Trebuchet MS"/>
              </a:rPr>
              <a:t>Point-wise</a:t>
            </a:r>
            <a:r>
              <a:rPr sz="2000" i="1" spc="-6" dirty="0">
                <a:latin typeface="Trebuchet MS"/>
                <a:cs typeface="Trebuchet MS"/>
              </a:rPr>
              <a:t> </a:t>
            </a:r>
            <a:r>
              <a:rPr sz="2000" spc="-6" dirty="0">
                <a:latin typeface="Trebuchet MS"/>
                <a:cs typeface="Trebuchet MS"/>
              </a:rPr>
              <a:t>communication </a:t>
            </a:r>
            <a:r>
              <a:rPr sz="2000" dirty="0">
                <a:latin typeface="Trebuchet MS"/>
                <a:cs typeface="Trebuchet MS"/>
              </a:rPr>
              <a:t>of </a:t>
            </a:r>
            <a:r>
              <a:rPr sz="2000" spc="-6" dirty="0">
                <a:solidFill>
                  <a:srgbClr val="6F2F9F"/>
                </a:solidFill>
                <a:latin typeface="Trebuchet MS"/>
                <a:cs typeface="Trebuchet MS"/>
              </a:rPr>
              <a:t>activations and activation</a:t>
            </a:r>
            <a:r>
              <a:rPr sz="2000" spc="-56" dirty="0">
                <a:solidFill>
                  <a:srgbClr val="6F2F9F"/>
                </a:solidFill>
                <a:latin typeface="Trebuchet MS"/>
                <a:cs typeface="Trebuchet MS"/>
              </a:rPr>
              <a:t> </a:t>
            </a:r>
            <a:r>
              <a:rPr sz="2000" spc="-6" dirty="0">
                <a:solidFill>
                  <a:srgbClr val="6F2F9F"/>
                </a:solidFill>
                <a:latin typeface="Trebuchet MS"/>
                <a:cs typeface="Trebuchet MS"/>
              </a:rPr>
              <a:t>gradients</a:t>
            </a:r>
            <a:endParaRPr sz="2000"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r>
              <a:rPr sz="2000" spc="-6" dirty="0">
                <a:solidFill>
                  <a:srgbClr val="C00000"/>
                </a:solidFill>
                <a:latin typeface="Trebuchet MS"/>
                <a:cs typeface="Trebuchet MS"/>
              </a:rPr>
              <a:t>Hard to overlap with</a:t>
            </a:r>
            <a:r>
              <a:rPr sz="2000" spc="-17" dirty="0">
                <a:solidFill>
                  <a:srgbClr val="C00000"/>
                </a:solidFill>
                <a:latin typeface="Trebuchet MS"/>
                <a:cs typeface="Trebuchet MS"/>
              </a:rPr>
              <a:t> </a:t>
            </a:r>
            <a:r>
              <a:rPr sz="2000" spc="-6" dirty="0">
                <a:solidFill>
                  <a:srgbClr val="C00000"/>
                </a:solidFill>
                <a:latin typeface="Trebuchet MS"/>
                <a:cs typeface="Trebuchet MS"/>
              </a:rPr>
              <a:t>computation</a:t>
            </a:r>
            <a:endParaRPr sz="2000"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r>
              <a:rPr sz="2000" spc="-6" dirty="0">
                <a:latin typeface="Trebuchet MS"/>
                <a:cs typeface="Trebuchet MS"/>
              </a:rPr>
              <a:t>Hard to</a:t>
            </a:r>
            <a:r>
              <a:rPr sz="2000" spc="-11" dirty="0">
                <a:latin typeface="Trebuchet MS"/>
                <a:cs typeface="Trebuchet MS"/>
              </a:rPr>
              <a:t> </a:t>
            </a:r>
            <a:r>
              <a:rPr sz="2000" spc="-6" dirty="0">
                <a:latin typeface="Trebuchet MS"/>
                <a:cs typeface="Trebuchet MS"/>
              </a:rPr>
              <a:t>load-balance</a:t>
            </a:r>
            <a:endParaRPr lang="en-US" altLang="zh-CN" sz="2000" spc="-6"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endParaRPr sz="2000" dirty="0">
              <a:latin typeface="Trebuchet MS"/>
              <a:cs typeface="Trebuchet MS"/>
            </a:endParaRPr>
          </a:p>
          <a:p>
            <a:pPr marL="332313" indent="-318908">
              <a:spcBef>
                <a:spcPts val="399"/>
              </a:spcBef>
              <a:buClr>
                <a:srgbClr val="B2B2B2"/>
              </a:buClr>
              <a:buSzPct val="120000"/>
              <a:buFont typeface="Arial"/>
              <a:buChar char="•"/>
              <a:tabLst>
                <a:tab pos="332313" algn="l"/>
                <a:tab pos="333019" algn="l"/>
              </a:tabLst>
            </a:pPr>
            <a:r>
              <a:rPr sz="2400" b="1" spc="-6" dirty="0">
                <a:latin typeface="Trebuchet MS"/>
                <a:cs typeface="Trebuchet MS"/>
              </a:rPr>
              <a:t>Intra-layer</a:t>
            </a:r>
            <a:r>
              <a:rPr sz="2400" b="1" spc="-44" dirty="0">
                <a:latin typeface="Trebuchet MS"/>
                <a:cs typeface="Trebuchet MS"/>
              </a:rPr>
              <a:t> </a:t>
            </a:r>
            <a:r>
              <a:rPr sz="2400" b="1" spc="-6" dirty="0">
                <a:latin typeface="Trebuchet MS"/>
                <a:cs typeface="Trebuchet MS"/>
              </a:rPr>
              <a:t>Parallel:</a:t>
            </a:r>
            <a:endParaRPr sz="24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sz="2000" i="1" u="sng" spc="-6" dirty="0">
                <a:uFill>
                  <a:solidFill>
                    <a:srgbClr val="000000"/>
                  </a:solidFill>
                </a:uFill>
                <a:latin typeface="Trebuchet MS"/>
                <a:cs typeface="Trebuchet MS"/>
              </a:rPr>
              <a:t>Allgather, </a:t>
            </a:r>
            <a:r>
              <a:rPr sz="2000" i="1" u="sng" dirty="0">
                <a:uFill>
                  <a:solidFill>
                    <a:srgbClr val="000000"/>
                  </a:solidFill>
                </a:uFill>
                <a:latin typeface="Trebuchet MS"/>
                <a:cs typeface="Trebuchet MS"/>
              </a:rPr>
              <a:t>Reduce_scatter</a:t>
            </a:r>
            <a:r>
              <a:rPr sz="2000" i="1" dirty="0">
                <a:latin typeface="Trebuchet MS"/>
                <a:cs typeface="Trebuchet MS"/>
              </a:rPr>
              <a:t> </a:t>
            </a:r>
            <a:r>
              <a:rPr sz="2000" dirty="0">
                <a:latin typeface="Trebuchet MS"/>
                <a:cs typeface="Trebuchet MS"/>
              </a:rPr>
              <a:t>of </a:t>
            </a:r>
            <a:r>
              <a:rPr sz="2000" spc="-6" dirty="0">
                <a:solidFill>
                  <a:srgbClr val="6F2F9F"/>
                </a:solidFill>
                <a:latin typeface="Trebuchet MS"/>
                <a:cs typeface="Trebuchet MS"/>
              </a:rPr>
              <a:t>activations and activation</a:t>
            </a:r>
            <a:r>
              <a:rPr sz="2000" spc="-17" dirty="0">
                <a:solidFill>
                  <a:srgbClr val="6F2F9F"/>
                </a:solidFill>
                <a:latin typeface="Trebuchet MS"/>
                <a:cs typeface="Trebuchet MS"/>
              </a:rPr>
              <a:t> </a:t>
            </a:r>
            <a:r>
              <a:rPr sz="2000" spc="-6" dirty="0">
                <a:solidFill>
                  <a:srgbClr val="6F2F9F"/>
                </a:solidFill>
                <a:latin typeface="Trebuchet MS"/>
                <a:cs typeface="Trebuchet MS"/>
              </a:rPr>
              <a:t>gradients</a:t>
            </a:r>
            <a:endParaRPr sz="2000" dirty="0">
              <a:latin typeface="Trebuchet MS"/>
              <a:cs typeface="Trebuchet MS"/>
            </a:endParaRPr>
          </a:p>
          <a:p>
            <a:pPr marL="713310" lvl="1" indent="-319613">
              <a:spcBef>
                <a:spcPts val="439"/>
              </a:spcBef>
              <a:buClr>
                <a:srgbClr val="B2B2B2"/>
              </a:buClr>
              <a:buSzPct val="114285"/>
              <a:buFont typeface="Arial"/>
              <a:buChar char="•"/>
              <a:tabLst>
                <a:tab pos="713310" algn="l"/>
                <a:tab pos="714015" algn="l"/>
              </a:tabLst>
            </a:pPr>
            <a:r>
              <a:rPr sz="2000" i="1" u="sng" spc="-6" dirty="0">
                <a:uFill>
                  <a:solidFill>
                    <a:srgbClr val="000000"/>
                  </a:solidFill>
                </a:uFill>
                <a:latin typeface="Trebuchet MS"/>
                <a:cs typeface="Trebuchet MS"/>
              </a:rPr>
              <a:t>Allreduce</a:t>
            </a:r>
            <a:r>
              <a:rPr sz="2000" i="1" spc="-6" dirty="0">
                <a:latin typeface="Trebuchet MS"/>
                <a:cs typeface="Trebuchet MS"/>
              </a:rPr>
              <a:t> </a:t>
            </a:r>
            <a:r>
              <a:rPr sz="2000" spc="-6" dirty="0">
                <a:latin typeface="Trebuchet MS"/>
                <a:cs typeface="Trebuchet MS"/>
              </a:rPr>
              <a:t>if row-wise and col-wise partitioning is</a:t>
            </a:r>
            <a:r>
              <a:rPr sz="2000" spc="-44" dirty="0">
                <a:latin typeface="Trebuchet MS"/>
                <a:cs typeface="Trebuchet MS"/>
              </a:rPr>
              <a:t> </a:t>
            </a:r>
            <a:r>
              <a:rPr sz="2000" spc="-6" dirty="0">
                <a:latin typeface="Trebuchet MS"/>
                <a:cs typeface="Trebuchet MS"/>
              </a:rPr>
              <a:t>alternated</a:t>
            </a:r>
            <a:endParaRPr sz="2000" dirty="0">
              <a:latin typeface="Trebuchet MS"/>
              <a:cs typeface="Trebuchet MS"/>
            </a:endParaRPr>
          </a:p>
          <a:p>
            <a:pPr marL="713310" lvl="1" indent="-319613">
              <a:spcBef>
                <a:spcPts val="444"/>
              </a:spcBef>
              <a:buClr>
                <a:srgbClr val="B2B2B2"/>
              </a:buClr>
              <a:buSzPct val="114285"/>
              <a:buFont typeface="Arial"/>
              <a:buChar char="•"/>
              <a:tabLst>
                <a:tab pos="713310" algn="l"/>
                <a:tab pos="714015" algn="l"/>
              </a:tabLst>
            </a:pPr>
            <a:r>
              <a:rPr sz="2000" spc="-6" dirty="0">
                <a:solidFill>
                  <a:srgbClr val="C00000"/>
                </a:solidFill>
                <a:latin typeface="Trebuchet MS"/>
                <a:cs typeface="Trebuchet MS"/>
              </a:rPr>
              <a:t>Hard to overlap with</a:t>
            </a:r>
            <a:r>
              <a:rPr sz="2000" spc="-17" dirty="0">
                <a:solidFill>
                  <a:srgbClr val="C00000"/>
                </a:solidFill>
                <a:latin typeface="Trebuchet MS"/>
                <a:cs typeface="Trebuchet MS"/>
              </a:rPr>
              <a:t> </a:t>
            </a:r>
            <a:r>
              <a:rPr sz="2000" spc="-6" dirty="0">
                <a:solidFill>
                  <a:srgbClr val="C00000"/>
                </a:solidFill>
                <a:latin typeface="Trebuchet MS"/>
                <a:cs typeface="Trebuchet MS"/>
              </a:rPr>
              <a:t>computation</a:t>
            </a:r>
            <a:endParaRPr sz="2000" dirty="0">
              <a:latin typeface="Trebuchet MS"/>
              <a:cs typeface="Trebuchet MS"/>
            </a:endParaRPr>
          </a:p>
        </p:txBody>
      </p:sp>
    </p:spTree>
    <p:extLst>
      <p:ext uri="{BB962C8B-B14F-4D97-AF65-F5344CB8AC3E}">
        <p14:creationId xmlns:p14="http://schemas.microsoft.com/office/powerpoint/2010/main" val="1591710818"/>
      </p:ext>
    </p:extLst>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3" name="Rectangle 3"/>
          <p:cNvSpPr>
            <a:spLocks noGrp="1" noChangeArrowheads="1"/>
          </p:cNvSpPr>
          <p:nvPr>
            <p:ph idx="1"/>
          </p:nvPr>
        </p:nvSpPr>
        <p:spPr>
          <a:xfrm>
            <a:off x="457200" y="1676400"/>
            <a:ext cx="6781800" cy="3780235"/>
          </a:xfrm>
        </p:spPr>
        <p:txBody>
          <a:bodyPr/>
          <a:lstStyle/>
          <a:p>
            <a:pPr lvl="1"/>
            <a:r>
              <a:rPr lang="en-US" altLang="zh-CN" sz="2100" dirty="0"/>
              <a:t>5%:   pop quiz + checking</a:t>
            </a:r>
          </a:p>
          <a:p>
            <a:pPr lvl="1"/>
            <a:r>
              <a:rPr lang="en-US" altLang="zh-CN" sz="2100" dirty="0"/>
              <a:t>35%:   4-5 Lab assignments</a:t>
            </a:r>
          </a:p>
          <a:p>
            <a:pPr lvl="1"/>
            <a:r>
              <a:rPr lang="en-US" altLang="zh-CN" sz="2100" dirty="0"/>
              <a:t>            lab grade = report (40%) + check(60%) </a:t>
            </a:r>
            <a:endParaRPr lang="en-US" altLang="zh-CN" sz="2100" dirty="0">
              <a:solidFill>
                <a:srgbClr val="0033CC"/>
              </a:solidFill>
            </a:endParaRPr>
          </a:p>
          <a:p>
            <a:pPr lvl="1"/>
            <a:r>
              <a:rPr lang="en-US" altLang="zh-CN" sz="2100" dirty="0"/>
              <a:t> </a:t>
            </a:r>
            <a:r>
              <a:rPr lang="en-US" altLang="zh-CN" sz="2100" dirty="0">
                <a:solidFill>
                  <a:srgbClr val="0432FF"/>
                </a:solidFill>
              </a:rPr>
              <a:t>5-10%:  </a:t>
            </a:r>
            <a:r>
              <a:rPr lang="en-US" altLang="zh-CN" sz="2100" dirty="0">
                <a:solidFill>
                  <a:srgbClr val="0033CC"/>
                </a:solidFill>
              </a:rPr>
              <a:t>Bonus</a:t>
            </a:r>
            <a:endParaRPr lang="en-US" altLang="zh-CN" sz="2100" dirty="0"/>
          </a:p>
          <a:p>
            <a:pPr lvl="1"/>
            <a:endParaRPr lang="en-US" altLang="zh-CN" sz="2100" dirty="0"/>
          </a:p>
          <a:p>
            <a:pPr lvl="1"/>
            <a:r>
              <a:rPr lang="en-US" altLang="zh-CN" sz="2100" dirty="0"/>
              <a:t>60%:   Final exam </a:t>
            </a:r>
          </a:p>
          <a:p>
            <a:pPr lvl="2"/>
            <a:r>
              <a:rPr lang="en-US" altLang="zh-CN" sz="1800" dirty="0"/>
              <a:t> (close-book test with one A4 memo)</a:t>
            </a:r>
          </a:p>
          <a:p>
            <a:pPr lvl="2"/>
            <a:r>
              <a:rPr lang="en-US" altLang="zh-CN" dirty="0"/>
              <a:t>Understand the </a:t>
            </a:r>
            <a:r>
              <a:rPr lang="en-US" altLang="zh-CN" dirty="0">
                <a:solidFill>
                  <a:srgbClr val="0432FF"/>
                </a:solidFill>
              </a:rPr>
              <a:t>key idea </a:t>
            </a:r>
            <a:r>
              <a:rPr lang="en-US" altLang="zh-CN" dirty="0"/>
              <a:t>of each component</a:t>
            </a:r>
          </a:p>
          <a:p>
            <a:pPr lvl="2"/>
            <a:endParaRPr lang="en-US" altLang="zh-CN" dirty="0"/>
          </a:p>
          <a:p>
            <a:pPr lvl="1"/>
            <a:r>
              <a:rPr lang="en-US" altLang="zh-CN" sz="1800" dirty="0"/>
              <a:t>Final grade = Min(Final exam + pop quiz + Labs, 99)</a:t>
            </a:r>
          </a:p>
        </p:txBody>
      </p:sp>
      <p:sp>
        <p:nvSpPr>
          <p:cNvPr id="691202" name="Rectangle 2"/>
          <p:cNvSpPr>
            <a:spLocks noGrp="1" noChangeArrowheads="1"/>
          </p:cNvSpPr>
          <p:nvPr>
            <p:ph type="title"/>
          </p:nvPr>
        </p:nvSpPr>
        <p:spPr/>
        <p:txBody>
          <a:bodyPr/>
          <a:lstStyle/>
          <a:p>
            <a:r>
              <a:rPr lang="en-US" altLang="zh-CN" dirty="0"/>
              <a:t>Grading Policy:</a:t>
            </a:r>
          </a:p>
        </p:txBody>
      </p:sp>
      <p:sp>
        <p:nvSpPr>
          <p:cNvPr id="2" name="右大括号 1"/>
          <p:cNvSpPr/>
          <p:nvPr/>
        </p:nvSpPr>
        <p:spPr bwMode="auto">
          <a:xfrm>
            <a:off x="7315200" y="1650357"/>
            <a:ext cx="228600" cy="1546577"/>
          </a:xfrm>
          <a:prstGeom prst="rightBrace">
            <a:avLst/>
          </a:prstGeom>
          <a:noFill/>
          <a:ln w="9525" cap="flat" cmpd="sng" algn="ctr">
            <a:solidFill>
              <a:srgbClr val="0033CC"/>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spAutoFit/>
          </a:bodyPr>
          <a:lstStyle/>
          <a:p>
            <a:pPr marL="257175" indent="-257175"/>
            <a:endParaRPr lang="zh-CN" altLang="en-US" sz="9600"/>
          </a:p>
        </p:txBody>
      </p:sp>
      <p:sp>
        <p:nvSpPr>
          <p:cNvPr id="3" name="文本框 2"/>
          <p:cNvSpPr txBox="1"/>
          <p:nvPr/>
        </p:nvSpPr>
        <p:spPr>
          <a:xfrm>
            <a:off x="7543800" y="2215896"/>
            <a:ext cx="974084" cy="415498"/>
          </a:xfrm>
          <a:prstGeom prst="rect">
            <a:avLst/>
          </a:prstGeom>
          <a:noFill/>
        </p:spPr>
        <p:txBody>
          <a:bodyPr wrap="square" rtlCol="0">
            <a:spAutoFit/>
          </a:bodyPr>
          <a:lstStyle/>
          <a:p>
            <a:r>
              <a:rPr lang="en-US" altLang="zh-CN" sz="2100" dirty="0"/>
              <a:t>40%</a:t>
            </a:r>
            <a:endParaRPr lang="zh-CN" altLang="en-US" dirty="0"/>
          </a:p>
        </p:txBody>
      </p:sp>
    </p:spTree>
    <p:extLst>
      <p:ext uri="{BB962C8B-B14F-4D97-AF65-F5344CB8AC3E}">
        <p14:creationId xmlns:p14="http://schemas.microsoft.com/office/powerpoint/2010/main" val="210990637"/>
      </p:ext>
    </p:extLst>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Lab assignments 35%</a:t>
            </a:r>
            <a:endParaRPr lang="zh-CN" altLang="en-US" dirty="0"/>
          </a:p>
        </p:txBody>
      </p:sp>
      <p:sp>
        <p:nvSpPr>
          <p:cNvPr id="3" name="内容占位符 2"/>
          <p:cNvSpPr>
            <a:spLocks noGrp="1"/>
          </p:cNvSpPr>
          <p:nvPr>
            <p:ph idx="1"/>
          </p:nvPr>
        </p:nvSpPr>
        <p:spPr>
          <a:xfrm>
            <a:off x="609600" y="1143000"/>
            <a:ext cx="8458200" cy="5029200"/>
          </a:xfrm>
        </p:spPr>
        <p:txBody>
          <a:bodyPr/>
          <a:lstStyle/>
          <a:p>
            <a:pPr>
              <a:spcBef>
                <a:spcPts val="225"/>
              </a:spcBef>
            </a:pPr>
            <a:r>
              <a:rPr lang="en-US" altLang="zh-CN" dirty="0"/>
              <a:t>Objectives</a:t>
            </a:r>
          </a:p>
          <a:p>
            <a:pPr lvl="1">
              <a:spcBef>
                <a:spcPts val="225"/>
              </a:spcBef>
            </a:pPr>
            <a:r>
              <a:rPr lang="en-US" altLang="zh-CN" sz="2100" dirty="0"/>
              <a:t>Implement a </a:t>
            </a:r>
            <a:r>
              <a:rPr lang="en-US" altLang="zh-CN" sz="2100" dirty="0">
                <a:solidFill>
                  <a:srgbClr val="0033CC"/>
                </a:solidFill>
              </a:rPr>
              <a:t>pipelined CPU </a:t>
            </a:r>
            <a:r>
              <a:rPr lang="en-US" altLang="zh-CN" sz="2100" dirty="0"/>
              <a:t>with </a:t>
            </a:r>
            <a:r>
              <a:rPr lang="en-US" altLang="zh-CN" sz="2100" dirty="0">
                <a:solidFill>
                  <a:srgbClr val="0033CC"/>
                </a:solidFill>
              </a:rPr>
              <a:t>at least RISCV instructions + SIMD instructions </a:t>
            </a:r>
            <a:r>
              <a:rPr lang="en-US" altLang="zh-CN" sz="2100" dirty="0"/>
              <a:t>via Verilog in </a:t>
            </a:r>
            <a:r>
              <a:rPr lang="en-US" altLang="zh-CN" sz="2100" dirty="0" err="1"/>
              <a:t>Vivado</a:t>
            </a:r>
            <a:r>
              <a:rPr lang="en-US" altLang="zh-CN" sz="2100" dirty="0"/>
              <a:t> (15%)</a:t>
            </a:r>
          </a:p>
          <a:p>
            <a:pPr lvl="1">
              <a:spcBef>
                <a:spcPts val="225"/>
              </a:spcBef>
            </a:pPr>
            <a:r>
              <a:rPr lang="en-US" altLang="zh-CN" sz="2100" dirty="0"/>
              <a:t>GPU Programming (10%)</a:t>
            </a:r>
          </a:p>
          <a:p>
            <a:pPr lvl="1">
              <a:spcBef>
                <a:spcPts val="225"/>
              </a:spcBef>
            </a:pPr>
            <a:r>
              <a:rPr lang="en-US" altLang="zh-CN" sz="2100" dirty="0"/>
              <a:t>AI Chip Programming (10%)</a:t>
            </a:r>
          </a:p>
          <a:p>
            <a:pPr>
              <a:spcBef>
                <a:spcPts val="225"/>
              </a:spcBef>
            </a:pPr>
            <a:r>
              <a:rPr lang="en-US" altLang="zh-CN" dirty="0"/>
              <a:t>How </a:t>
            </a:r>
            <a:endParaRPr lang="zh-CN" altLang="en-US" dirty="0"/>
          </a:p>
          <a:p>
            <a:pPr lvl="1">
              <a:spcBef>
                <a:spcPts val="225"/>
              </a:spcBef>
            </a:pPr>
            <a:r>
              <a:rPr lang="en-US" altLang="zh-CN" sz="2100" dirty="0"/>
              <a:t>Do the lab </a:t>
            </a:r>
            <a:r>
              <a:rPr lang="en-US" altLang="zh-CN" sz="2100" b="1" dirty="0">
                <a:solidFill>
                  <a:srgbClr val="FF0000"/>
                </a:solidFill>
              </a:rPr>
              <a:t>by yourself </a:t>
            </a:r>
            <a:r>
              <a:rPr lang="en-US" altLang="zh-CN" sz="2100" dirty="0"/>
              <a:t>and submit </a:t>
            </a:r>
            <a:r>
              <a:rPr lang="en-US" altLang="zh-CN" sz="2100" dirty="0">
                <a:solidFill>
                  <a:srgbClr val="0033CC"/>
                </a:solidFill>
              </a:rPr>
              <a:t>lab report and code to website. </a:t>
            </a:r>
            <a:endParaRPr lang="en-US" altLang="zh-CN" sz="2100" dirty="0"/>
          </a:p>
          <a:p>
            <a:pPr lvl="1">
              <a:spcBef>
                <a:spcPts val="225"/>
              </a:spcBef>
            </a:pPr>
            <a:r>
              <a:rPr lang="en-US" altLang="zh-CN" sz="2100" dirty="0">
                <a:solidFill>
                  <a:srgbClr val="0033CC"/>
                </a:solidFill>
              </a:rPr>
              <a:t>Do 3 lab assignments gradually</a:t>
            </a:r>
            <a:r>
              <a:rPr lang="en-US" altLang="zh-CN" sz="2100" dirty="0"/>
              <a:t>, examine results each time</a:t>
            </a:r>
          </a:p>
          <a:p>
            <a:pPr lvl="1">
              <a:spcBef>
                <a:spcPts val="225"/>
              </a:spcBef>
            </a:pPr>
            <a:r>
              <a:rPr lang="en-US" altLang="zh-CN" sz="2100" dirty="0"/>
              <a:t>TAs will ask questions regarding your </a:t>
            </a:r>
            <a:r>
              <a:rPr lang="en-US" altLang="zh-CN" sz="2100" dirty="0">
                <a:solidFill>
                  <a:srgbClr val="3333FF"/>
                </a:solidFill>
              </a:rPr>
              <a:t>lab reports </a:t>
            </a:r>
            <a:r>
              <a:rPr lang="en-US" altLang="zh-CN" sz="2100" dirty="0"/>
              <a:t>and</a:t>
            </a:r>
            <a:r>
              <a:rPr lang="en-US" altLang="zh-CN" sz="2100" dirty="0">
                <a:solidFill>
                  <a:srgbClr val="3333FF"/>
                </a:solidFill>
              </a:rPr>
              <a:t> your code.</a:t>
            </a:r>
          </a:p>
          <a:p>
            <a:pPr>
              <a:spcBef>
                <a:spcPts val="225"/>
              </a:spcBef>
            </a:pPr>
            <a:r>
              <a:rPr lang="en-US" altLang="zh-CN" dirty="0"/>
              <a:t>Grading</a:t>
            </a:r>
          </a:p>
          <a:p>
            <a:pPr lvl="1">
              <a:spcBef>
                <a:spcPts val="225"/>
              </a:spcBef>
            </a:pPr>
            <a:r>
              <a:rPr lang="en-US" altLang="zh-CN" sz="2100" dirty="0"/>
              <a:t>Lab1-3: 15%, 10%, 10% + Bonus</a:t>
            </a:r>
          </a:p>
          <a:p>
            <a:pPr lvl="1">
              <a:buNone/>
            </a:pPr>
            <a:endParaRPr lang="en-US" altLang="zh-CN" dirty="0"/>
          </a:p>
        </p:txBody>
      </p:sp>
    </p:spTree>
    <p:extLst>
      <p:ext uri="{BB962C8B-B14F-4D97-AF65-F5344CB8AC3E}">
        <p14:creationId xmlns:p14="http://schemas.microsoft.com/office/powerpoint/2010/main" val="1441138014"/>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282.946456692914,&quot;width&quot;:10409.874015748032}"/>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99_Edge">
  <a:themeElements>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1_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1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1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30529</TotalTime>
  <Words>15789</Words>
  <Application>Microsoft Office PowerPoint</Application>
  <PresentationFormat>全屏显示(4:3)</PresentationFormat>
  <Paragraphs>3181</Paragraphs>
  <Slides>176</Slides>
  <Notes>56</Notes>
  <HiddenSlides>0</HiddenSlides>
  <MMClips>0</MMClips>
  <ScaleCrop>false</ScaleCrop>
  <HeadingPairs>
    <vt:vector size="8" baseType="variant">
      <vt:variant>
        <vt:lpstr>已用的字体</vt:lpstr>
      </vt:variant>
      <vt:variant>
        <vt:i4>25</vt:i4>
      </vt:variant>
      <vt:variant>
        <vt:lpstr>主题</vt:lpstr>
      </vt:variant>
      <vt:variant>
        <vt:i4>2</vt:i4>
      </vt:variant>
      <vt:variant>
        <vt:lpstr>嵌入 OLE 服务器</vt:lpstr>
      </vt:variant>
      <vt:variant>
        <vt:i4>2</vt:i4>
      </vt:variant>
      <vt:variant>
        <vt:lpstr>幻灯片标题</vt:lpstr>
      </vt:variant>
      <vt:variant>
        <vt:i4>176</vt:i4>
      </vt:variant>
    </vt:vector>
  </HeadingPairs>
  <TitlesOfParts>
    <vt:vector size="205" baseType="lpstr">
      <vt:lpstr>ArialMT</vt:lpstr>
      <vt:lpstr>DIN Alternate</vt:lpstr>
      <vt:lpstr>DIN Condensed</vt:lpstr>
      <vt:lpstr>DINPro-Bold</vt:lpstr>
      <vt:lpstr>GoogleSans</vt:lpstr>
      <vt:lpstr>intel-clear</vt:lpstr>
      <vt:lpstr>Monaco</vt:lpstr>
      <vt:lpstr>NimbusRomNo9L-Medi</vt:lpstr>
      <vt:lpstr>微软雅黑</vt:lpstr>
      <vt:lpstr>Arial</vt:lpstr>
      <vt:lpstr>Arial Narrow</vt:lpstr>
      <vt:lpstr>Bahnschrift Condensed</vt:lpstr>
      <vt:lpstr>Calibri</vt:lpstr>
      <vt:lpstr>Cambria Math</vt:lpstr>
      <vt:lpstr>Comic Sans MS</vt:lpstr>
      <vt:lpstr>Consolas</vt:lpstr>
      <vt:lpstr>Garamond</vt:lpstr>
      <vt:lpstr>Gill Sans MT</vt:lpstr>
      <vt:lpstr>Lato</vt:lpstr>
      <vt:lpstr>Lucida Console</vt:lpstr>
      <vt:lpstr>Tahoma</vt:lpstr>
      <vt:lpstr>Times New Roman</vt:lpstr>
      <vt:lpstr>Trebuchet MS</vt:lpstr>
      <vt:lpstr>Verdana</vt:lpstr>
      <vt:lpstr>Wingdings</vt:lpstr>
      <vt:lpstr>Edge</vt:lpstr>
      <vt:lpstr>99_Edge</vt:lpstr>
      <vt:lpstr>Chart</vt:lpstr>
      <vt:lpstr>VISIO</vt:lpstr>
      <vt:lpstr> Computer Arch. &amp;  AI Chip and Systems  Lecture 16: Overview </vt:lpstr>
      <vt:lpstr>Position of Systems </vt:lpstr>
      <vt:lpstr>PowerPoint 演示文稿</vt:lpstr>
      <vt:lpstr>Why Do We Have Computers?</vt:lpstr>
      <vt:lpstr>Answer</vt:lpstr>
      <vt:lpstr>How Does a Computer  Solve Problems?</vt:lpstr>
      <vt:lpstr>Answer</vt:lpstr>
      <vt:lpstr>How Do Problems   Get Solved by Electrons?</vt:lpstr>
      <vt:lpstr>The Transformation Hierarchy</vt:lpstr>
      <vt:lpstr>Axiom</vt:lpstr>
      <vt:lpstr>Why AI Systems?</vt:lpstr>
      <vt:lpstr>Topics of Computer Arch. and AI Chip</vt:lpstr>
      <vt:lpstr>Things Every Programmer Should know</vt:lpstr>
      <vt:lpstr>Amdahl’s Law</vt:lpstr>
      <vt:lpstr>Things Every Programmer Should know</vt:lpstr>
      <vt:lpstr>Why Roofline Model</vt:lpstr>
      <vt:lpstr>Key Term in Roofline Model</vt:lpstr>
      <vt:lpstr>Roofline Model’s Roof</vt:lpstr>
      <vt:lpstr>How to Compute Roofline</vt:lpstr>
      <vt:lpstr>How to Compute Roofline</vt:lpstr>
      <vt:lpstr>Compute Roofline Model</vt:lpstr>
      <vt:lpstr>Memory Roofline Model</vt:lpstr>
      <vt:lpstr>Roofline Model: Examples</vt:lpstr>
      <vt:lpstr>Roofline Model: Examples</vt:lpstr>
      <vt:lpstr>PowerPoint 演示文稿</vt:lpstr>
      <vt:lpstr>OpenAI: Compute Power Needed by NN Model</vt:lpstr>
      <vt:lpstr>OpenAI: Compute Needed by Whole Pre-training Model </vt:lpstr>
      <vt:lpstr>State-of-the-art CPU GPU and FPGA</vt:lpstr>
      <vt:lpstr>Things Every Programmer Should know</vt:lpstr>
      <vt:lpstr>Little’s Law：Intuition</vt:lpstr>
      <vt:lpstr>Little’s Law Used in Memory Subsystem</vt:lpstr>
      <vt:lpstr>Where Are We?</vt:lpstr>
      <vt:lpstr>The von Neumann Model</vt:lpstr>
      <vt:lpstr>von Neumann Model: Two Key Properties</vt:lpstr>
      <vt:lpstr>Where Are We?</vt:lpstr>
      <vt:lpstr>A Single-Cycle Microarchitecture A Closer Look</vt:lpstr>
      <vt:lpstr>Single-cycle Machine</vt:lpstr>
      <vt:lpstr>A Very Basic Instruction Processing Engine</vt:lpstr>
      <vt:lpstr>Multi-Cycle Microarchitectures </vt:lpstr>
      <vt:lpstr>Where Are We?</vt:lpstr>
      <vt:lpstr>Multi-Cycle Microarchitectures</vt:lpstr>
      <vt:lpstr>The “Process Instruction” Step of Multi-Cycle CPU </vt:lpstr>
      <vt:lpstr>Multi-Cycle Microarchitecture</vt:lpstr>
      <vt:lpstr>Where Are We?</vt:lpstr>
      <vt:lpstr>Can We Use the Idle Hardware to Improve Concurrency? </vt:lpstr>
      <vt:lpstr>Pipelining: Basic Idea</vt:lpstr>
      <vt:lpstr>Example: Execution of Four Independent ADDs</vt:lpstr>
      <vt:lpstr>Data Dependences</vt:lpstr>
      <vt:lpstr>Data Dependence Types</vt:lpstr>
      <vt:lpstr>Reorder Buffer: For False Dependencies</vt:lpstr>
      <vt:lpstr>Reorder Buffer: For False Dependencies</vt:lpstr>
      <vt:lpstr>In-Order Pipeline with Reorder Buffer</vt:lpstr>
      <vt:lpstr>Where Are We?</vt:lpstr>
      <vt:lpstr>Recall: Data Dependence Types</vt:lpstr>
      <vt:lpstr>How Can We Do Better?</vt:lpstr>
      <vt:lpstr>Preventing Dispatch Stalls</vt:lpstr>
      <vt:lpstr>Out-of-order Execution (Dynamic Scheduling)</vt:lpstr>
      <vt:lpstr>Tomasulo’s Algorithm for OoO Execution</vt:lpstr>
      <vt:lpstr>Two Humps in a Modern Pipeline</vt:lpstr>
      <vt:lpstr>In-order vs. Out-of-order Dispatch</vt:lpstr>
      <vt:lpstr>PowerPoint 演示文稿</vt:lpstr>
      <vt:lpstr>PowerPoint 演示文稿</vt:lpstr>
      <vt:lpstr>Performance Analysis</vt:lpstr>
      <vt:lpstr>PowerPoint 演示文稿</vt:lpstr>
      <vt:lpstr>Flynn’s Taxonomy of Computers</vt:lpstr>
      <vt:lpstr>Intuition of SIMD Capability</vt:lpstr>
      <vt:lpstr>GPUs are SIMD Engines Underneath</vt:lpstr>
      <vt:lpstr>Programming Model vs. Hardware Execution Model</vt:lpstr>
      <vt:lpstr>NVIDIA A100</vt:lpstr>
      <vt:lpstr>NVIDIA A100 Block Diagram</vt:lpstr>
      <vt:lpstr>A GPU is a SIMD (SIMT) Machine</vt:lpstr>
      <vt:lpstr>Warp-based SIMD vs. Traditional SIMD</vt:lpstr>
      <vt:lpstr>Control Flow Problem in GPUs/SIMT</vt:lpstr>
      <vt:lpstr>Nvidia’s Success: Transparent Scalability</vt:lpstr>
      <vt:lpstr>Memory Is Very Important</vt:lpstr>
      <vt:lpstr>Idealism</vt:lpstr>
      <vt:lpstr>DRAM Capacity, Bandwidth &amp; Latency</vt:lpstr>
      <vt:lpstr>FF vs. SRAM vs. DRAM vs. Others</vt:lpstr>
      <vt:lpstr>The DRAM Subsystem</vt:lpstr>
      <vt:lpstr>Breaking down a DIMM (module)</vt:lpstr>
      <vt:lpstr>Breaking down a DIMM (module)</vt:lpstr>
      <vt:lpstr>Rank</vt:lpstr>
      <vt:lpstr>Breaking down a Rank</vt:lpstr>
      <vt:lpstr>Breaking down a Chip</vt:lpstr>
      <vt:lpstr>Breaking down a Bank</vt:lpstr>
      <vt:lpstr>Three DRAM Access States</vt:lpstr>
      <vt:lpstr>DRAM Refresh</vt:lpstr>
      <vt:lpstr>Where Are We?</vt:lpstr>
      <vt:lpstr>The Problem of Ideal Memory</vt:lpstr>
      <vt:lpstr>Memory Hierarchy</vt:lpstr>
      <vt:lpstr>The Memory Hierarchy</vt:lpstr>
      <vt:lpstr>Why Cache Works? Locality</vt:lpstr>
      <vt:lpstr>Caching Basics: Exploit Temporal Locality</vt:lpstr>
      <vt:lpstr>Caching Basics: Exploit Spatial Locality</vt:lpstr>
      <vt:lpstr>Caching Basics</vt:lpstr>
      <vt:lpstr>Cache: Placement</vt:lpstr>
      <vt:lpstr>Three Cache Organization Methods</vt:lpstr>
      <vt:lpstr>2-way Set-Associative Cache: Structure</vt:lpstr>
      <vt:lpstr>4-way Set Associativity</vt:lpstr>
      <vt:lpstr>Set-Associative Cache: Advantage and Issue </vt:lpstr>
      <vt:lpstr>Caching Basics</vt:lpstr>
      <vt:lpstr>Replacement in Set-Associative Caches</vt:lpstr>
      <vt:lpstr>Cache Block Replacement Policy</vt:lpstr>
      <vt:lpstr>Caching Basics</vt:lpstr>
      <vt:lpstr>Cache Policies: Handling Memory Write</vt:lpstr>
      <vt:lpstr>Cache: Write-back vs. Write-through</vt:lpstr>
      <vt:lpstr>Caching Basics</vt:lpstr>
      <vt:lpstr>Cache Terminology</vt:lpstr>
      <vt:lpstr>Cache Organization Recap</vt:lpstr>
      <vt:lpstr>Memory Consistency vs. Cache Coherence</vt:lpstr>
      <vt:lpstr>PowerPoint 演示文稿</vt:lpstr>
      <vt:lpstr>Cache Coherence</vt:lpstr>
      <vt:lpstr>Hardware Architecture for Cache Coherence </vt:lpstr>
      <vt:lpstr>Cache Coherence Protocols</vt:lpstr>
      <vt:lpstr>Cache Coherence: Updating Policy</vt:lpstr>
      <vt:lpstr>Cache Coherence: Cache Tags</vt:lpstr>
      <vt:lpstr>Cache Coherence: Cache Tags</vt:lpstr>
      <vt:lpstr>The Problem with MSI</vt:lpstr>
      <vt:lpstr>MESI Protocol</vt:lpstr>
      <vt:lpstr>MESI over MSI</vt:lpstr>
      <vt:lpstr>Memory Consistency vs. Cache Coherence</vt:lpstr>
      <vt:lpstr>Ordering of Operations</vt:lpstr>
      <vt:lpstr>Four Types of Memory Barrier</vt:lpstr>
      <vt:lpstr>Four Memory Barriers vs. Consistence Model</vt:lpstr>
      <vt:lpstr>PowerPoint 演示文稿</vt:lpstr>
      <vt:lpstr>Recall: Five Design Principles of AI Accelerators</vt:lpstr>
      <vt:lpstr>Recall: Five Design Principles of AI Accelerators</vt:lpstr>
      <vt:lpstr>Matrix Multiplication Unit</vt:lpstr>
      <vt:lpstr>AI Chips</vt:lpstr>
      <vt:lpstr>晟腾310/910 芯片结构示意图</vt:lpstr>
      <vt:lpstr>华为晟腾310推理芯片</vt:lpstr>
      <vt:lpstr>华为晟腾910训练芯片</vt:lpstr>
      <vt:lpstr> Recall: Ascend Cube模块 （算力担当）</vt:lpstr>
      <vt:lpstr>Recall: Vector模块 （多面手）</vt:lpstr>
      <vt:lpstr>Recall: Scalar模块 （司令部）</vt:lpstr>
      <vt:lpstr>TPU v1</vt:lpstr>
      <vt:lpstr>Systolic Arrays in AI Accelerator</vt:lpstr>
      <vt:lpstr>Cambricon AI Accelerator DLP-S</vt:lpstr>
      <vt:lpstr>PowerPoint 演示文稿</vt:lpstr>
      <vt:lpstr>AI Architecture</vt:lpstr>
      <vt:lpstr>Compute Architecture for Neural Network (CANN) </vt:lpstr>
      <vt:lpstr>CANN算子开发方式比较</vt:lpstr>
      <vt:lpstr>初阶图优化-CSE  </vt:lpstr>
      <vt:lpstr>图优化-算子融合（Intuition）  </vt:lpstr>
      <vt:lpstr>PowerPoint 演示文稿</vt:lpstr>
      <vt:lpstr>MindSpore逻辑架构</vt:lpstr>
      <vt:lpstr>关键技术4：AI+科学计算</vt:lpstr>
      <vt:lpstr>One Iteration for a Layer</vt:lpstr>
      <vt:lpstr>Why Distributed Training?</vt:lpstr>
      <vt:lpstr>Parallelism Taxonomy</vt:lpstr>
      <vt:lpstr>Data Parallel: Forward Pass</vt:lpstr>
      <vt:lpstr>Data Parallel Training: Weight Update</vt:lpstr>
      <vt:lpstr>Data Parallel: Challenges</vt:lpstr>
      <vt:lpstr>Parallelism Taxonomy</vt:lpstr>
      <vt:lpstr>Model Parallel Training</vt:lpstr>
      <vt:lpstr>Pipeline Parallel Training</vt:lpstr>
      <vt:lpstr>Pipeline Parallel Training</vt:lpstr>
      <vt:lpstr>Pipeline Parallel Training</vt:lpstr>
      <vt:lpstr>Pipeline Parallel Training</vt:lpstr>
      <vt:lpstr>Pipeline Parallel Training</vt:lpstr>
      <vt:lpstr>Pipeline Parallel Training</vt:lpstr>
      <vt:lpstr>Pipeline Parallel Training</vt:lpstr>
      <vt:lpstr>Pipeline Parallel Training: GPipe</vt:lpstr>
      <vt:lpstr>Pipeline Parallel Training: GPipe</vt:lpstr>
      <vt:lpstr>Pipeline Parallel: Communication</vt:lpstr>
      <vt:lpstr>Pipeline Parallel: Challenges</vt:lpstr>
      <vt:lpstr>Outline</vt:lpstr>
      <vt:lpstr>Intra-layer Parallel</vt:lpstr>
      <vt:lpstr>Row-wise Partitioning: Allgather between Layers  </vt:lpstr>
      <vt:lpstr>Column-wise Partitioning: ReduceScatter between Layers  </vt:lpstr>
      <vt:lpstr>Reducing Synchronization By Alternating Partitioning</vt:lpstr>
      <vt:lpstr>Reducing Synchronization By Alternating Partitioning</vt:lpstr>
      <vt:lpstr>Reducing Synchronization By Alternating Partitioning</vt:lpstr>
      <vt:lpstr>Communication Pattern Summary</vt:lpstr>
      <vt:lpstr>Grading Policy:</vt:lpstr>
      <vt:lpstr>Lab assignments 35%</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18-741  Advanced Computer Architecture Lecture 1: Intro and Basics</dc:title>
  <dc:creator>Onur Mutlu</dc:creator>
  <cp:lastModifiedBy>DELL</cp:lastModifiedBy>
  <cp:revision>858</cp:revision>
  <cp:lastPrinted>2021-04-19T09:05:42Z</cp:lastPrinted>
  <dcterms:created xsi:type="dcterms:W3CDTF">2010-09-08T00:51:32Z</dcterms:created>
  <dcterms:modified xsi:type="dcterms:W3CDTF">2026-06-15T04:37:03Z</dcterms:modified>
</cp:coreProperties>
</file>