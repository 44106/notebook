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4640" r:id="rId2"/>
    <p:sldMasterId id="2147484700" r:id="rId3"/>
    <p:sldMasterId id="2147484726" r:id="rId4"/>
  </p:sldMasterIdLst>
  <p:notesMasterIdLst>
    <p:notesMasterId r:id="rId32"/>
  </p:notesMasterIdLst>
  <p:sldIdLst>
    <p:sldId id="5150" r:id="rId5"/>
    <p:sldId id="6394" r:id="rId6"/>
    <p:sldId id="6392" r:id="rId7"/>
    <p:sldId id="6353" r:id="rId8"/>
    <p:sldId id="6316" r:id="rId9"/>
    <p:sldId id="6347" r:id="rId10"/>
    <p:sldId id="6348" r:id="rId11"/>
    <p:sldId id="6346" r:id="rId12"/>
    <p:sldId id="6352" r:id="rId13"/>
    <p:sldId id="6395" r:id="rId14"/>
    <p:sldId id="6254" r:id="rId15"/>
    <p:sldId id="6191" r:id="rId16"/>
    <p:sldId id="6269" r:id="rId17"/>
    <p:sldId id="6270" r:id="rId18"/>
    <p:sldId id="6272" r:id="rId19"/>
    <p:sldId id="6274" r:id="rId20"/>
    <p:sldId id="6273" r:id="rId21"/>
    <p:sldId id="6275" r:id="rId22"/>
    <p:sldId id="6276" r:id="rId23"/>
    <p:sldId id="6277" r:id="rId24"/>
    <p:sldId id="6278" r:id="rId25"/>
    <p:sldId id="6279" r:id="rId26"/>
    <p:sldId id="6281" r:id="rId27"/>
    <p:sldId id="6282" r:id="rId28"/>
    <p:sldId id="6280" r:id="rId29"/>
    <p:sldId id="6283" r:id="rId30"/>
    <p:sldId id="6393" r:id="rId3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03" autoAdjust="0"/>
    <p:restoredTop sz="88912" autoAdjust="0"/>
  </p:normalViewPr>
  <p:slideViewPr>
    <p:cSldViewPr>
      <p:cViewPr>
        <p:scale>
          <a:sx n="100" d="100"/>
          <a:sy n="100" d="100"/>
        </p:scale>
        <p:origin x="228" y="2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CD74527-51F1-AB48-B4F9-BB0F8CA54FC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22B267-2E62-4941-A171-E37B410EA1D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fld id="{CF04C754-071B-AA4C-B512-F19175A1F21E}" type="datetime1">
              <a:rPr lang="en-US" altLang="en-US"/>
              <a:pPr/>
              <a:t>6/5/2026</a:t>
            </a:fld>
            <a:endParaRPr lang="en-US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9FAB851-5E73-E840-90DA-18D8D15302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CBD56D0-ADC9-F844-8DC3-3CFABC6EFF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DDC5CE-C333-3044-99DE-049D03D996F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02D0E4-AD48-3E4D-B5D6-028AA3EF79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fld id="{093286A4-7211-A74A-AC00-948057392F5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6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6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6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6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4811DDEB-23E5-1A4A-A4FA-2FB462DC49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7CF1C65-F0E2-8E44-882C-5DBA87F125D8}" type="slidenum">
              <a:rPr lang="en-US" altLang="en-US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en-US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2AB01437-07BF-AD4E-82F9-DDA0E0B2AF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55423678-1E4A-644F-87FF-81A34DC442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74162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ts val="344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这里只有在第三步是实实在在的计算动作，其余步骤都是在为计算做准备工作。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ts val="344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在性能优化工作中，宏观角度通常是通过更好的算法、数学方法来减少总计算量。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ts val="344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而在微观角度上，则是尽可能的使处理器的计算单元“忙”起来，即增大计算单元的计算时间占总运行时间的比重。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ts val="3440"/>
              </a:lnSpc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3286A4-7211-A74A-AC00-948057392F5F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4529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3286A4-7211-A74A-AC00-948057392F5F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60931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ts val="344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这里只有在第三步是实实在在的计算动作，其余步骤都是在为计算做准备工作。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ts val="344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在性能优化工作中，宏观角度通常是通过更好的算法、数学方法来减少总计算量。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ts val="344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而在微观角度上，则是尽可能的使处理器的计算单元“忙”起来，即增大计算单元的计算时间占总运行时间的比重。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ts val="3440"/>
              </a:lnSpc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3286A4-7211-A74A-AC00-948057392F5F}" type="slidenum">
              <a:rPr lang="en-US" altLang="en-US" smtClean="0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0460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>
            <a:extLst>
              <a:ext uri="{FF2B5EF4-FFF2-40B4-BE49-F238E27FC236}">
                <a16:creationId xmlns:a16="http://schemas.microsoft.com/office/drawing/2014/main" id="{8550E3ED-E896-7E48-A30B-2085D8A37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23950"/>
            <a:ext cx="8229600" cy="9144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D5DA10FF-9D63-3D4D-B0EE-D6801F29B9D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337185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10">
            <a:extLst>
              <a:ext uri="{FF2B5EF4-FFF2-40B4-BE49-F238E27FC236}">
                <a16:creationId xmlns:a16="http://schemas.microsoft.com/office/drawing/2014/main" id="{55009FA3-13B7-F945-8CF0-99FC1CB7C0A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86868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924800" cy="17526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581400"/>
            <a:ext cx="78486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3274CC4-3C31-E54D-A253-4130D73DC0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Garamond" pitchFamily="-106" charset="0"/>
                <a:ea typeface="Arial" pitchFamily="-106" charset="0"/>
                <a:cs typeface="Arial" pitchFamily="-106" charset="0"/>
              </a:defRPr>
            </a:lvl1pPr>
          </a:lstStyle>
          <a:p>
            <a:pPr>
              <a:defRPr/>
            </a:pPr>
            <a:r>
              <a:rPr lang="en-US"/>
              <a:t>Efficient Runahead Execution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153F0E5-2598-0B4E-8FB8-35438832A9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6A35344-4CED-B446-AF03-47062C5021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7BEB9E71-D8D4-7446-9D70-8A15DA6EDF5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124921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7527"/>
            <a:ext cx="8610600" cy="51937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4FA21633-04E6-8D4A-A5F6-8F306A3E30A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4CFD6D6A-3E03-3D47-8BCB-90B05E36584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D908C8-E3D5-D143-B8F7-E7AAFB3092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092129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69D6C228-CA69-3841-86C2-CBEDC6F30EA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1B7A4051-F824-F841-A1FA-346954B6653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153657-2427-9848-AA8A-531F880EB4C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8414051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47BE944C-FF48-874A-94BD-039F2C5EB10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9CA7B1E7-D97A-884E-B16C-309ED064F46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AD58A0-13DA-124A-B63C-DD962352C42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4876698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29">
            <a:extLst>
              <a:ext uri="{FF2B5EF4-FFF2-40B4-BE49-F238E27FC236}">
                <a16:creationId xmlns:a16="http://schemas.microsoft.com/office/drawing/2014/main" id="{B212EFAC-7B78-6B42-BA0F-A9ADC317243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1030">
            <a:extLst>
              <a:ext uri="{FF2B5EF4-FFF2-40B4-BE49-F238E27FC236}">
                <a16:creationId xmlns:a16="http://schemas.microsoft.com/office/drawing/2014/main" id="{DC7BA0A2-874F-8240-B95A-8B3AF325D4C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EB8FEF-1794-BD4E-A88A-A598301AE20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562227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29">
            <a:extLst>
              <a:ext uri="{FF2B5EF4-FFF2-40B4-BE49-F238E27FC236}">
                <a16:creationId xmlns:a16="http://schemas.microsoft.com/office/drawing/2014/main" id="{FDF86FE9-A271-3043-BDD6-F86D42E0DAD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>
            <a:extLst>
              <a:ext uri="{FF2B5EF4-FFF2-40B4-BE49-F238E27FC236}">
                <a16:creationId xmlns:a16="http://schemas.microsoft.com/office/drawing/2014/main" id="{F79BFB93-65D9-3047-8C2F-8EA5C22728F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0B16C4-CDE5-9B44-AF59-D00B8B436C5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229345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>
            <a:extLst>
              <a:ext uri="{FF2B5EF4-FFF2-40B4-BE49-F238E27FC236}">
                <a16:creationId xmlns:a16="http://schemas.microsoft.com/office/drawing/2014/main" id="{218B440C-3319-9747-9F3B-0021DFE5215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1030">
            <a:extLst>
              <a:ext uri="{FF2B5EF4-FFF2-40B4-BE49-F238E27FC236}">
                <a16:creationId xmlns:a16="http://schemas.microsoft.com/office/drawing/2014/main" id="{B9DEC265-519D-CA42-B99B-DDEBB085301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9A141C-751E-AA46-830B-28D62803650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7878141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58CC2959-1E39-9A4B-BD30-31FDDCC45D5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01A7326B-6B0A-D848-9248-1AB64A8B080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E11EBE-95F7-9245-938F-DCB0C2804CC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387816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918A18DD-B4B4-574A-9BE5-36221FF00F0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790A52DC-151C-D542-9C81-CC5A4B20293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01E33C-8FDF-8A4D-A336-A5F09B39C7D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47235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21A6F4B2-80B3-5748-ABAE-B0F2A6B5643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75A5D978-6982-EC49-8966-03C0953FFCA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560223-F073-A34D-9754-797C69A24C5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4450917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152400"/>
            <a:ext cx="215265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52400"/>
            <a:ext cx="630555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DC53E763-9638-694E-925C-E732E95BC63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890E1D33-AFC6-8C42-A5A6-8F739CCF541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A3954C-5B29-7F4D-BF2E-6838E52B9DB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6933053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228600" y="1371600"/>
            <a:ext cx="42291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0100" y="1371600"/>
            <a:ext cx="42291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25BA10AE-CE9D-4B47-8294-CB6398C2CC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853B2AFD-64DE-8046-AB0D-915824366C7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B239AF-E198-2C45-802D-675ED34DE15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8081287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>
            <a:extLst>
              <a:ext uri="{FF2B5EF4-FFF2-40B4-BE49-F238E27FC236}">
                <a16:creationId xmlns:a16="http://schemas.microsoft.com/office/drawing/2014/main" id="{C8EAF384-959D-6844-AA4D-961479A86D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23950"/>
            <a:ext cx="8229600" cy="9144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85E4D683-EA8E-3B4D-BF9B-04D6B1A385F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337185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10">
            <a:extLst>
              <a:ext uri="{FF2B5EF4-FFF2-40B4-BE49-F238E27FC236}">
                <a16:creationId xmlns:a16="http://schemas.microsoft.com/office/drawing/2014/main" id="{B401E838-103A-C541-B9F2-1F40587BDF4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86868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924800" cy="17526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581400"/>
            <a:ext cx="78486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78474F0-E07D-054F-8B44-B18FD289AF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fontAlgn="auto">
              <a:spcBef>
                <a:spcPts val="0"/>
              </a:spcBef>
              <a:spcAft>
                <a:spcPts val="0"/>
              </a:spcAft>
              <a:defRPr sz="1200">
                <a:solidFill>
                  <a:srgbClr val="000000"/>
                </a:solidFill>
                <a:latin typeface="Garamond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9D45F70-3DD5-2149-8C7D-532B77C369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C31F048-57A3-9747-9573-51B62FBB18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DD2BF4B0-F07D-924A-9FDF-6AD6AF8DD3F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327891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D199EB0E-DD02-BF47-8EF4-7C241048ED0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FDC7A9D1-CE24-ED41-BCC5-2CF1A1C2076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ABBDF41-BCF9-F344-980E-685F33FB658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232338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463B9780-8A7E-EA47-BC8D-A234E5C3F11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23310FCF-B6A4-F241-A777-252E522D363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482C21B-1413-E741-B90B-DCF65F2C78A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9956434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1DA94D30-016F-734A-94B0-DB0D0D14577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1493DD3E-1917-154C-A229-E8DEFAC7CDD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A0E10E7-40C5-4E49-8530-C2F10AB0055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8010518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29">
            <a:extLst>
              <a:ext uri="{FF2B5EF4-FFF2-40B4-BE49-F238E27FC236}">
                <a16:creationId xmlns:a16="http://schemas.microsoft.com/office/drawing/2014/main" id="{52A8FBA6-1142-5240-8D49-57C9A5F823A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1030">
            <a:extLst>
              <a:ext uri="{FF2B5EF4-FFF2-40B4-BE49-F238E27FC236}">
                <a16:creationId xmlns:a16="http://schemas.microsoft.com/office/drawing/2014/main" id="{679492C5-DCD7-EA4D-A911-624858973C2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D7C481E-34C9-9141-B7DF-C79E1ACCC31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8490465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29">
            <a:extLst>
              <a:ext uri="{FF2B5EF4-FFF2-40B4-BE49-F238E27FC236}">
                <a16:creationId xmlns:a16="http://schemas.microsoft.com/office/drawing/2014/main" id="{B0F67EEB-0116-D940-AFF5-7ED2D5B0FAD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>
            <a:extLst>
              <a:ext uri="{FF2B5EF4-FFF2-40B4-BE49-F238E27FC236}">
                <a16:creationId xmlns:a16="http://schemas.microsoft.com/office/drawing/2014/main" id="{FEA6CCF6-D988-E847-AC3B-EB786F96DBA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66D6B15-64D7-4543-AA86-872AEF6E89D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1829040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>
            <a:extLst>
              <a:ext uri="{FF2B5EF4-FFF2-40B4-BE49-F238E27FC236}">
                <a16:creationId xmlns:a16="http://schemas.microsoft.com/office/drawing/2014/main" id="{3A60F556-C64C-0A4F-AB97-4C3EF5D1684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1030">
            <a:extLst>
              <a:ext uri="{FF2B5EF4-FFF2-40B4-BE49-F238E27FC236}">
                <a16:creationId xmlns:a16="http://schemas.microsoft.com/office/drawing/2014/main" id="{AA7B6CE4-D1CE-7043-B1BB-8DD5CA96BBE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1DCC205-3ABF-ED43-AD98-B1A22F2E76F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072467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06C5E83E-511C-CB49-92DB-5A5722D93D2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EB2A231E-DF0E-2540-AA76-88195834859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7D80539-92FC-E845-BA40-3366231D130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9494036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966FECE4-1068-7349-AB70-5F5AC5329D5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DD690156-4C0F-4140-B172-0A474253D2A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72007A5-101E-0442-B90D-56BAB18F071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4150875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6609FFB5-AD9B-6941-A034-DE0920D1463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FFA3A3AE-7922-7F43-A33B-F1EA2B6FB91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44E72A0-A9F8-864D-9ECD-F83ECF743FF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1570882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152400"/>
            <a:ext cx="215265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52400"/>
            <a:ext cx="630555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78468325-C931-FA4E-BB3E-70B358B2A15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D8449CBC-8123-D741-BFE6-F17B93060FB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E33535F-F180-8440-B079-7DC30DDEB7E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453428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>
            <a:extLst>
              <a:ext uri="{FF2B5EF4-FFF2-40B4-BE49-F238E27FC236}">
                <a16:creationId xmlns:a16="http://schemas.microsoft.com/office/drawing/2014/main" id="{714B2CC6-BCAC-1643-AB78-C2ADF490D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23950"/>
            <a:ext cx="8229600" cy="9144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0751B17A-BF36-4842-B734-E23F1865B0C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337185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10">
            <a:extLst>
              <a:ext uri="{FF2B5EF4-FFF2-40B4-BE49-F238E27FC236}">
                <a16:creationId xmlns:a16="http://schemas.microsoft.com/office/drawing/2014/main" id="{28F08601-02AD-6D40-B66A-AFD9E5D60950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86868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924800" cy="17526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581400"/>
            <a:ext cx="78486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055B2BB-4A1A-D34E-80ED-672CDAF1AD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Garamond" pitchFamily="-106" charset="0"/>
                <a:ea typeface="Arial" pitchFamily="-106" charset="0"/>
                <a:cs typeface="Arial" pitchFamily="-106" charset="0"/>
              </a:defRPr>
            </a:lvl1pPr>
          </a:lstStyle>
          <a:p>
            <a:pPr>
              <a:defRPr/>
            </a:pPr>
            <a:r>
              <a:rPr lang="en-US"/>
              <a:t>Efficient Runahead Execution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F15F5C2-BAE1-1849-939C-51DA7DCD9A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013B461-D351-8C4C-8D06-99189598BB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DE858C0F-DBE4-7F41-93EF-EEDB90BFFB2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9533717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7527"/>
            <a:ext cx="8610600" cy="51937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1320C456-BAB2-674B-9279-F74D1E6BAEB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87C3D555-B1CA-AC40-8B14-51B307E08C9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BEC082-DB60-894D-A65F-EC5CC660E7F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0019705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5D8824E4-CBD0-324D-B203-16810E3CD22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9883843B-4311-F64D-ABF4-8C528A44005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FABF82-8CD4-944F-9794-F4BB55EAA67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0599207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BFDEB397-DCF4-E046-9CEF-3C1373D51AA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0E8B1ECD-5EF8-C347-8080-250C4829951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7531F1-CE42-F44C-9E97-BCF6159B0B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8090454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29">
            <a:extLst>
              <a:ext uri="{FF2B5EF4-FFF2-40B4-BE49-F238E27FC236}">
                <a16:creationId xmlns:a16="http://schemas.microsoft.com/office/drawing/2014/main" id="{A77F40A4-3E89-1B45-BEBF-0AA9EDBC37F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1030">
            <a:extLst>
              <a:ext uri="{FF2B5EF4-FFF2-40B4-BE49-F238E27FC236}">
                <a16:creationId xmlns:a16="http://schemas.microsoft.com/office/drawing/2014/main" id="{7B6CB434-7272-F144-B3EB-748B298E8A1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F0034D-4554-BD42-802B-E49E3DC77C9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306399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29">
            <a:extLst>
              <a:ext uri="{FF2B5EF4-FFF2-40B4-BE49-F238E27FC236}">
                <a16:creationId xmlns:a16="http://schemas.microsoft.com/office/drawing/2014/main" id="{533EA543-58EC-1145-A87A-818F11E2CBD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>
            <a:extLst>
              <a:ext uri="{FF2B5EF4-FFF2-40B4-BE49-F238E27FC236}">
                <a16:creationId xmlns:a16="http://schemas.microsoft.com/office/drawing/2014/main" id="{17CD2823-E242-7D44-9F36-68BECE5A08D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AF0954-8371-A644-8944-406A45A852A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2552468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>
            <a:extLst>
              <a:ext uri="{FF2B5EF4-FFF2-40B4-BE49-F238E27FC236}">
                <a16:creationId xmlns:a16="http://schemas.microsoft.com/office/drawing/2014/main" id="{D401DBD6-0D40-914C-A4A9-0E1A0562094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1030">
            <a:extLst>
              <a:ext uri="{FF2B5EF4-FFF2-40B4-BE49-F238E27FC236}">
                <a16:creationId xmlns:a16="http://schemas.microsoft.com/office/drawing/2014/main" id="{8D2885C7-A8DE-944D-A733-91FB1D23A91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BB2226-A9FA-DB47-9CF0-2E287A38960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2573990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6F3099B0-B9D2-8449-B33E-AE3FA8363DE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8D5B7DF8-5103-1B42-996C-8AA394272AE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674C63-9CEC-E640-98D8-DC688D3DD9E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2164847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A500CE77-FA0E-B448-AA17-55A6703F6BA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9B609F3A-95A7-5841-8128-4F348A5B515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B733DC-D3FD-4841-8A7A-4F4AB73A131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3715539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2DCD27D1-ECFD-F447-88C4-5B5CD7C6446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CFB4D705-4483-1248-A730-79BF1918ACC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317078-9EBE-8343-B263-FE4EDA0B86E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0576551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152400"/>
            <a:ext cx="215265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52400"/>
            <a:ext cx="630555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67F7E7C7-D54C-7E42-B902-18631D0E50C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B0C1EF86-4B10-0E4B-87A4-4C31410E3E8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EEAFA2-6AF3-564D-8551-0ACDAB9DDF0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2362551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228600" y="1371600"/>
            <a:ext cx="42291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0100" y="1371600"/>
            <a:ext cx="42291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2C90C948-2B96-0640-82B2-1E954D9CB72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2E2E6134-7558-6D42-88BC-6E9B9E7448A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A436F3-25BF-5246-8097-CFB6BF81F56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8719373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>
            <a:spLocks noChangeArrowheads="1"/>
          </p:cNvSpPr>
          <p:nvPr/>
        </p:nvSpPr>
        <p:spPr bwMode="auto">
          <a:xfrm>
            <a:off x="457200" y="1123950"/>
            <a:ext cx="82296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  <a:latin typeface="Tahoma"/>
            </a:endParaRPr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457200" y="337185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Tahoma"/>
            </a:endParaRPr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86868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924800" cy="17526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581400"/>
            <a:ext cx="78486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Garamond" pitchFamily="18" charset="0"/>
              </a:defRPr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7341D3D9-3FE8-4025-BF66-8DAB1ABB951F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9032665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3594FA-E141-4234-AE05-360401972BE7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1002226"/>
      </p:ext>
    </p:extLst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AC7BA1-BEA2-40AF-9056-44DC8C985687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5994559"/>
      </p:ext>
    </p:extLst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D2BBBE-2A44-4D16-8758-0239282DCC58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2048073"/>
      </p:ext>
    </p:extLst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8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FD5635-BCCD-45D2-B61E-320731E13B17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3683031"/>
      </p:ext>
    </p:extLst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8A7077-2B78-4FB5-8F56-24239751AEF0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0438650"/>
      </p:ext>
    </p:extLst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86574E-FA2E-425B-A84C-39F9592E9ECB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7268340"/>
      </p:ext>
    </p:extLst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48CFD0-6DDB-45F0-A989-9F5CE648BC1E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7176884"/>
      </p:ext>
    </p:extLst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97B092-8552-4BA4-B0E1-CE51B98A2A2D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626734"/>
      </p:ext>
    </p:extLst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4DDA66-0DFC-412A-A4B0-EFE91F0913E7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187498"/>
      </p:ext>
    </p:extLst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152400"/>
            <a:ext cx="215265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52400"/>
            <a:ext cx="630555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1F9A79-97CD-456A-8962-B51E5744B9CD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44287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6">
            <a:extLst>
              <a:ext uri="{FF2B5EF4-FFF2-40B4-BE49-F238E27FC236}">
                <a16:creationId xmlns:a16="http://schemas.microsoft.com/office/drawing/2014/main" id="{30AEAA4F-EDAA-504E-B5B4-CF8F144514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610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1027">
            <a:extLst>
              <a:ext uri="{FF2B5EF4-FFF2-40B4-BE49-F238E27FC236}">
                <a16:creationId xmlns:a16="http://schemas.microsoft.com/office/drawing/2014/main" id="{931EF2BB-3B54-DF43-8685-B93DB79050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898525"/>
            <a:ext cx="8610600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0357" name="Rectangle 1029">
            <a:extLst>
              <a:ext uri="{FF2B5EF4-FFF2-40B4-BE49-F238E27FC236}">
                <a16:creationId xmlns:a16="http://schemas.microsoft.com/office/drawing/2014/main" id="{D624DA32-BF01-BA4E-9E10-47ABCA88245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0358" name="Rectangle 1030">
            <a:extLst>
              <a:ext uri="{FF2B5EF4-FFF2-40B4-BE49-F238E27FC236}">
                <a16:creationId xmlns:a16="http://schemas.microsoft.com/office/drawing/2014/main" id="{44215C59-8EB3-1A4D-A592-4164F6136CD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77038" y="631825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0000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</a:lstStyle>
          <a:p>
            <a:fld id="{DECE033A-9A2F-7340-883E-492A11F8D22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0" name="Line 1032">
            <a:extLst>
              <a:ext uri="{FF2B5EF4-FFF2-40B4-BE49-F238E27FC236}">
                <a16:creationId xmlns:a16="http://schemas.microsoft.com/office/drawing/2014/main" id="{A41FD444-C3E5-724B-8630-9A1D244BB14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6481763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Line 1033">
            <a:extLst>
              <a:ext uri="{FF2B5EF4-FFF2-40B4-BE49-F238E27FC236}">
                <a16:creationId xmlns:a16="http://schemas.microsoft.com/office/drawing/2014/main" id="{BB4891C3-E885-DD41-A36B-469362AEF1D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28600" y="898525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87" r:id="rId1"/>
    <p:sldLayoutId id="2147484665" r:id="rId2"/>
    <p:sldLayoutId id="2147484666" r:id="rId3"/>
    <p:sldLayoutId id="2147484667" r:id="rId4"/>
    <p:sldLayoutId id="2147484668" r:id="rId5"/>
    <p:sldLayoutId id="2147484669" r:id="rId6"/>
    <p:sldLayoutId id="2147484670" r:id="rId7"/>
    <p:sldLayoutId id="2147484671" r:id="rId8"/>
    <p:sldLayoutId id="2147484672" r:id="rId9"/>
    <p:sldLayoutId id="2147484673" r:id="rId10"/>
    <p:sldLayoutId id="2147484674" r:id="rId11"/>
    <p:sldLayoutId id="2147484675" r:id="rId12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200">
          <a:solidFill>
            <a:schemeClr val="tx1"/>
          </a:solidFill>
          <a:latin typeface="+mn-lt"/>
          <a:ea typeface="ＭＳ Ｐゴシック" pitchFamily="-106" charset="-128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ＭＳ Ｐゴシック" pitchFamily="-106" charset="-128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>
          <a:solidFill>
            <a:schemeClr val="tx1"/>
          </a:solidFill>
          <a:latin typeface="+mn-lt"/>
          <a:ea typeface="ＭＳ Ｐゴシック" pitchFamily="-106" charset="-128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ＭＳ Ｐゴシック" pitchFamily="-106" charset="-128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1026">
            <a:extLst>
              <a:ext uri="{FF2B5EF4-FFF2-40B4-BE49-F238E27FC236}">
                <a16:creationId xmlns:a16="http://schemas.microsoft.com/office/drawing/2014/main" id="{BA359737-B852-D94A-975C-05392AD8E8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610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683" name="Rectangle 1027">
            <a:extLst>
              <a:ext uri="{FF2B5EF4-FFF2-40B4-BE49-F238E27FC236}">
                <a16:creationId xmlns:a16="http://schemas.microsoft.com/office/drawing/2014/main" id="{428C38A4-5EE5-5A45-B7E0-69AEC97017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10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0357" name="Rectangle 1029">
            <a:extLst>
              <a:ext uri="{FF2B5EF4-FFF2-40B4-BE49-F238E27FC236}">
                <a16:creationId xmlns:a16="http://schemas.microsoft.com/office/drawing/2014/main" id="{B0ECEFDE-5F49-D342-BBEB-C0E1FFD24D0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rgbClr val="000000"/>
                </a:solidFill>
                <a:latin typeface="Garamond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0358" name="Rectangle 1030">
            <a:extLst>
              <a:ext uri="{FF2B5EF4-FFF2-40B4-BE49-F238E27FC236}">
                <a16:creationId xmlns:a16="http://schemas.microsoft.com/office/drawing/2014/main" id="{F843798B-A7AA-234B-9DDD-AFBDE5968A5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000000"/>
                </a:solidFill>
                <a:latin typeface="Garamond" panose="02020404030301010803" pitchFamily="18" charset="0"/>
              </a:defRPr>
            </a:lvl1pPr>
          </a:lstStyle>
          <a:p>
            <a:fld id="{8BD4A072-29D8-9D49-8AB8-83424FCF796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1686" name="Line 1032">
            <a:extLst>
              <a:ext uri="{FF2B5EF4-FFF2-40B4-BE49-F238E27FC236}">
                <a16:creationId xmlns:a16="http://schemas.microsoft.com/office/drawing/2014/main" id="{83CB84E9-A589-274B-9191-F58683089956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6381750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87" name="Line 1033">
            <a:extLst>
              <a:ext uri="{FF2B5EF4-FFF2-40B4-BE49-F238E27FC236}">
                <a16:creationId xmlns:a16="http://schemas.microsoft.com/office/drawing/2014/main" id="{CC05FE3C-59F2-074D-BD41-9640F85BF84E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914400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89" r:id="rId1"/>
    <p:sldLayoutId id="2147484690" r:id="rId2"/>
    <p:sldLayoutId id="2147484691" r:id="rId3"/>
    <p:sldLayoutId id="2147484692" r:id="rId4"/>
    <p:sldLayoutId id="2147484693" r:id="rId5"/>
    <p:sldLayoutId id="2147484694" r:id="rId6"/>
    <p:sldLayoutId id="2147484695" r:id="rId7"/>
    <p:sldLayoutId id="2147484696" r:id="rId8"/>
    <p:sldLayoutId id="2147484697" r:id="rId9"/>
    <p:sldLayoutId id="2147484698" r:id="rId10"/>
    <p:sldLayoutId id="2147484699" r:id="rId11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200">
          <a:solidFill>
            <a:schemeClr val="tx1"/>
          </a:solidFill>
          <a:latin typeface="+mn-lt"/>
          <a:ea typeface="ＭＳ Ｐゴシック" charset="0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ＭＳ Ｐゴシック" charset="0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>
          <a:solidFill>
            <a:schemeClr val="tx1"/>
          </a:solidFill>
          <a:latin typeface="+mn-lt"/>
          <a:ea typeface="ＭＳ Ｐゴシック" charset="0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ＭＳ Ｐゴシック" charset="0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6">
            <a:extLst>
              <a:ext uri="{FF2B5EF4-FFF2-40B4-BE49-F238E27FC236}">
                <a16:creationId xmlns:a16="http://schemas.microsoft.com/office/drawing/2014/main" id="{E6597FE0-60A1-034A-A636-36595A800F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610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1027">
            <a:extLst>
              <a:ext uri="{FF2B5EF4-FFF2-40B4-BE49-F238E27FC236}">
                <a16:creationId xmlns:a16="http://schemas.microsoft.com/office/drawing/2014/main" id="{D0B67E57-9F41-B942-81B9-9C49558CA5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898525"/>
            <a:ext cx="8610600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0357" name="Rectangle 1029">
            <a:extLst>
              <a:ext uri="{FF2B5EF4-FFF2-40B4-BE49-F238E27FC236}">
                <a16:creationId xmlns:a16="http://schemas.microsoft.com/office/drawing/2014/main" id="{23BE90E2-0FA9-C945-9333-68CC9FE4F5D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0358" name="Rectangle 1030">
            <a:extLst>
              <a:ext uri="{FF2B5EF4-FFF2-40B4-BE49-F238E27FC236}">
                <a16:creationId xmlns:a16="http://schemas.microsoft.com/office/drawing/2014/main" id="{191BEC63-1DEA-0847-B8BC-002CCC743F2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77038" y="631825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0000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</a:lstStyle>
          <a:p>
            <a:fld id="{764B09B3-2352-4B45-BFD9-B15BF150B2F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0" name="Line 1032">
            <a:extLst>
              <a:ext uri="{FF2B5EF4-FFF2-40B4-BE49-F238E27FC236}">
                <a16:creationId xmlns:a16="http://schemas.microsoft.com/office/drawing/2014/main" id="{3B64EC2B-D863-2044-B2D5-E738C6E47F61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6481763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Line 1033">
            <a:extLst>
              <a:ext uri="{FF2B5EF4-FFF2-40B4-BE49-F238E27FC236}">
                <a16:creationId xmlns:a16="http://schemas.microsoft.com/office/drawing/2014/main" id="{A5047C56-8C24-0345-894A-0C4BCF3C536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28600" y="898525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313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01" r:id="rId1"/>
    <p:sldLayoutId id="2147484702" r:id="rId2"/>
    <p:sldLayoutId id="2147484703" r:id="rId3"/>
    <p:sldLayoutId id="2147484704" r:id="rId4"/>
    <p:sldLayoutId id="2147484705" r:id="rId5"/>
    <p:sldLayoutId id="2147484706" r:id="rId6"/>
    <p:sldLayoutId id="2147484707" r:id="rId7"/>
    <p:sldLayoutId id="2147484708" r:id="rId8"/>
    <p:sldLayoutId id="2147484709" r:id="rId9"/>
    <p:sldLayoutId id="2147484710" r:id="rId10"/>
    <p:sldLayoutId id="2147484711" r:id="rId11"/>
    <p:sldLayoutId id="2147484712" r:id="rId12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200">
          <a:solidFill>
            <a:schemeClr val="tx1"/>
          </a:solidFill>
          <a:latin typeface="+mn-lt"/>
          <a:ea typeface="ＭＳ Ｐゴシック" pitchFamily="-106" charset="-128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ＭＳ Ｐゴシック" pitchFamily="-106" charset="-128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>
          <a:solidFill>
            <a:schemeClr val="tx1"/>
          </a:solidFill>
          <a:latin typeface="+mn-lt"/>
          <a:ea typeface="ＭＳ Ｐゴシック" pitchFamily="-106" charset="-128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ＭＳ Ｐゴシック" pitchFamily="-106" charset="-128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6106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5123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106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0357" name="Rectangle 10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aramond" pitchFamily="18" charset="0"/>
              </a:defRPr>
            </a:lvl1pPr>
          </a:lstStyle>
          <a:p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00358" name="Rectangle 10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600">
                <a:latin typeface="Garamond" pitchFamily="18" charset="0"/>
              </a:defRPr>
            </a:lvl1pPr>
          </a:lstStyle>
          <a:p>
            <a:fld id="{6F400BD0-49BF-48FC-8114-37C1D4F5AB3D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00360" name="Line 1032"/>
          <p:cNvSpPr>
            <a:spLocks noChangeShapeType="1"/>
          </p:cNvSpPr>
          <p:nvPr/>
        </p:nvSpPr>
        <p:spPr bwMode="auto">
          <a:xfrm>
            <a:off x="228600" y="6381328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00361" name="Line 1033"/>
          <p:cNvSpPr>
            <a:spLocks noChangeShapeType="1"/>
          </p:cNvSpPr>
          <p:nvPr/>
        </p:nvSpPr>
        <p:spPr bwMode="auto">
          <a:xfrm>
            <a:off x="228600" y="914400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Tahoma"/>
            </a:endParaRPr>
          </a:p>
        </p:txBody>
      </p:sp>
      <p:pic>
        <p:nvPicPr>
          <p:cNvPr id="8" name="Picture 7" descr="safari.pn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179512" y="6453336"/>
            <a:ext cx="1080120" cy="312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223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27" r:id="rId1"/>
    <p:sldLayoutId id="2147484728" r:id="rId2"/>
    <p:sldLayoutId id="2147484729" r:id="rId3"/>
    <p:sldLayoutId id="2147484730" r:id="rId4"/>
    <p:sldLayoutId id="2147484731" r:id="rId5"/>
    <p:sldLayoutId id="2147484732" r:id="rId6"/>
    <p:sldLayoutId id="2147484733" r:id="rId7"/>
    <p:sldLayoutId id="2147484734" r:id="rId8"/>
    <p:sldLayoutId id="2147484735" r:id="rId9"/>
    <p:sldLayoutId id="2147484736" r:id="rId10"/>
    <p:sldLayoutId id="2147484737" r:id="rId11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200">
          <a:solidFill>
            <a:schemeClr val="tx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>
          <a:solidFill>
            <a:schemeClr val="tx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9.png"/><Relationship Id="rId4" Type="http://schemas.openxmlformats.org/officeDocument/2006/relationships/image" Target="../media/image8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4">
            <a:extLst>
              <a:ext uri="{FF2B5EF4-FFF2-40B4-BE49-F238E27FC236}">
                <a16:creationId xmlns:a16="http://schemas.microsoft.com/office/drawing/2014/main" id="{449D8DDE-B114-874A-8B5A-CE4E2F84BF7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-228600" y="382587"/>
            <a:ext cx="9829800" cy="1720850"/>
          </a:xfrm>
        </p:spPr>
        <p:txBody>
          <a:bodyPr/>
          <a:lstStyle/>
          <a:p>
            <a:pPr algn="ctr" eaLnBrk="1" hangingPunct="1"/>
            <a:br>
              <a:rPr lang="en-US" altLang="en-US" dirty="0">
                <a:ea typeface="ＭＳ Ｐゴシック" panose="020B0600070205080204" pitchFamily="34" charset="-128"/>
              </a:rPr>
            </a:br>
            <a:r>
              <a:rPr lang="en-US" altLang="en-US" sz="4500" b="1" dirty="0">
                <a:ea typeface="ＭＳ Ｐゴシック" panose="020B0600070205080204" pitchFamily="34" charset="-128"/>
              </a:rPr>
              <a:t>Computer Arch. &amp; AI Chip</a:t>
            </a:r>
            <a:br>
              <a:rPr lang="en-US" altLang="en-US" sz="1000" b="1" dirty="0">
                <a:ea typeface="ＭＳ Ｐゴシック" panose="020B0600070205080204" pitchFamily="34" charset="-128"/>
              </a:rPr>
            </a:br>
            <a:r>
              <a:rPr lang="en-US" altLang="en-US" sz="45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Lecture 15: </a:t>
            </a:r>
            <a:br>
              <a:rPr lang="en-US" altLang="en-US" sz="4500" dirty="0">
                <a:solidFill>
                  <a:srgbClr val="C00000"/>
                </a:solidFill>
                <a:ea typeface="ＭＳ Ｐゴシック" panose="020B0600070205080204" pitchFamily="34" charset="-128"/>
              </a:rPr>
            </a:br>
            <a:r>
              <a:rPr lang="en-US" altLang="zh-CN" sz="45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Flash Attention</a:t>
            </a:r>
            <a:endParaRPr lang="en-US" altLang="en-US" sz="4500" dirty="0">
              <a:solidFill>
                <a:srgbClr val="C0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22530" name="Rectangle 5">
            <a:extLst>
              <a:ext uri="{FF2B5EF4-FFF2-40B4-BE49-F238E27FC236}">
                <a16:creationId xmlns:a16="http://schemas.microsoft.com/office/drawing/2014/main" id="{435E454D-D444-0541-B91A-9C35CDC08D6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85800" y="3581400"/>
            <a:ext cx="7848600" cy="2900363"/>
          </a:xfrm>
        </p:spPr>
        <p:txBody>
          <a:bodyPr/>
          <a:lstStyle/>
          <a:p>
            <a:pPr eaLnBrk="1" hangingPunct="1"/>
            <a:endParaRPr lang="en-US" altLang="en-US" dirty="0">
              <a:solidFill>
                <a:srgbClr val="003399"/>
              </a:solidFill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sz="2800" dirty="0">
                <a:solidFill>
                  <a:srgbClr val="003399"/>
                </a:solidFill>
                <a:ea typeface="ＭＳ Ｐゴシック" panose="020B0600070205080204" pitchFamily="34" charset="-128"/>
              </a:rPr>
              <a:t>Prof. </a:t>
            </a:r>
            <a:r>
              <a:rPr lang="en-US" altLang="zh-CN" sz="2800" dirty="0">
                <a:solidFill>
                  <a:srgbClr val="003399"/>
                </a:solidFill>
                <a:ea typeface="ＭＳ Ｐゴシック" panose="020B0600070205080204" pitchFamily="34" charset="-128"/>
              </a:rPr>
              <a:t>Zeke Wang</a:t>
            </a:r>
            <a:endParaRPr lang="en-US" altLang="en-US" sz="2800" dirty="0">
              <a:solidFill>
                <a:srgbClr val="003399"/>
              </a:solidFill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 sz="2800" dirty="0">
              <a:solidFill>
                <a:srgbClr val="003399"/>
              </a:solidFill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Zhejiang University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June </a:t>
            </a:r>
            <a:r>
              <a:rPr lang="en-US" altLang="zh-CN" dirty="0">
                <a:ea typeface="ＭＳ Ｐゴシック" panose="020B0600070205080204" pitchFamily="34" charset="-128"/>
              </a:rPr>
              <a:t>1</a:t>
            </a:r>
            <a:r>
              <a:rPr lang="en-US" altLang="en-US" dirty="0">
                <a:ea typeface="ＭＳ Ｐゴシック" panose="020B0600070205080204" pitchFamily="34" charset="-128"/>
              </a:rPr>
              <a:t> 2026</a:t>
            </a:r>
          </a:p>
          <a:p>
            <a:pPr eaLnBrk="1" hangingPunct="1"/>
            <a:endParaRPr lang="en-US" altLang="en-US" dirty="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 dirty="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0085992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7214619D-F0A1-1741-BD16-E551CA42E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altLang="zh-CN" spc="-6" dirty="0"/>
              <a:t>Outline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6867" name="Slide Number Placeholder 3">
            <a:extLst>
              <a:ext uri="{FF2B5EF4-FFF2-40B4-BE49-F238E27FC236}">
                <a16:creationId xmlns:a16="http://schemas.microsoft.com/office/drawing/2014/main" id="{C91F2A39-5E9F-DB45-8C99-DA578DF604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07FBD78-40B0-A443-B155-25A18DC37E4A}" type="slidenum">
              <a:rPr lang="en-US" altLang="en-US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2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1043" name="Rectangle 4">
            <a:extLst>
              <a:ext uri="{FF2B5EF4-FFF2-40B4-BE49-F238E27FC236}">
                <a16:creationId xmlns:a16="http://schemas.microsoft.com/office/drawing/2014/main" id="{56556AFD-81E5-4C91-ACD1-3EDE2EE2191D}"/>
              </a:ext>
            </a:extLst>
          </p:cNvPr>
          <p:cNvSpPr/>
          <p:nvPr/>
        </p:nvSpPr>
        <p:spPr>
          <a:xfrm>
            <a:off x="521428" y="1410212"/>
            <a:ext cx="7772116" cy="1295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CN" sz="2600" b="1" dirty="0"/>
              <a:t>Zero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zh-CN" sz="2600" b="1" dirty="0" err="1">
                <a:solidFill>
                  <a:srgbClr val="878787"/>
                </a:solidFill>
              </a:rPr>
              <a:t>FlashAttention</a:t>
            </a:r>
            <a:endParaRPr lang="en-US" altLang="zh-CN" sz="2600" b="1" dirty="0">
              <a:solidFill>
                <a:srgbClr val="87878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6169811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>
            <a:extLst>
              <a:ext uri="{FF2B5EF4-FFF2-40B4-BE49-F238E27FC236}">
                <a16:creationId xmlns:a16="http://schemas.microsoft.com/office/drawing/2014/main" id="{1FA89F76-FD63-4EBF-B747-62CC1D8051B9}"/>
              </a:ext>
            </a:extLst>
          </p:cNvPr>
          <p:cNvSpPr txBox="1"/>
          <p:nvPr/>
        </p:nvSpPr>
        <p:spPr>
          <a:xfrm>
            <a:off x="5410200" y="3224671"/>
            <a:ext cx="19289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kern="0" dirty="0">
                <a:solidFill>
                  <a:prstClr val="black"/>
                </a:solidFill>
                <a:latin typeface="Bahnschrift Condensed" panose="020B0502040204020203" pitchFamily="34" charset="0"/>
                <a:ea typeface="宋体" panose="02010600030101010101" pitchFamily="2" charset="-122"/>
              </a:rPr>
              <a:t>Networking</a:t>
            </a:r>
            <a:endParaRPr lang="en-CN" sz="2400" dirty="0"/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1FDD6F8E-F15A-44F6-B354-59B6C754770A}"/>
              </a:ext>
            </a:extLst>
          </p:cNvPr>
          <p:cNvSpPr txBox="1"/>
          <p:nvPr/>
        </p:nvSpPr>
        <p:spPr>
          <a:xfrm>
            <a:off x="2133600" y="3224671"/>
            <a:ext cx="15518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kern="0" dirty="0">
                <a:solidFill>
                  <a:prstClr val="black"/>
                </a:solidFill>
                <a:latin typeface="Bahnschrift Condensed" panose="020B0502040204020203" pitchFamily="34" charset="0"/>
                <a:ea typeface="宋体" panose="02010600030101010101" pitchFamily="2" charset="-122"/>
              </a:rPr>
              <a:t>Storage</a:t>
            </a:r>
            <a:endParaRPr lang="en-CN" sz="2400" dirty="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04E256C-7C0C-4DB1-A84F-D330BCF76DC7}"/>
              </a:ext>
            </a:extLst>
          </p:cNvPr>
          <p:cNvSpPr txBox="1"/>
          <p:nvPr/>
        </p:nvSpPr>
        <p:spPr>
          <a:xfrm>
            <a:off x="3658100" y="2061562"/>
            <a:ext cx="15844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kern="0" dirty="0">
                <a:solidFill>
                  <a:prstClr val="black"/>
                </a:solidFill>
                <a:latin typeface="Bahnschrift Condensed" panose="020B0502040204020203" pitchFamily="34" charset="0"/>
                <a:ea typeface="宋体" panose="02010600030101010101" pitchFamily="2" charset="-122"/>
              </a:rPr>
              <a:t>Computing</a:t>
            </a:r>
            <a:endParaRPr lang="en-CN" dirty="0"/>
          </a:p>
        </p:txBody>
      </p:sp>
      <p:sp>
        <p:nvSpPr>
          <p:cNvPr id="2" name="菱形 1">
            <a:extLst>
              <a:ext uri="{FF2B5EF4-FFF2-40B4-BE49-F238E27FC236}">
                <a16:creationId xmlns:a16="http://schemas.microsoft.com/office/drawing/2014/main" id="{3B36B883-A687-4C4D-AB18-C388B2AF1B7A}"/>
              </a:ext>
            </a:extLst>
          </p:cNvPr>
          <p:cNvSpPr/>
          <p:nvPr/>
        </p:nvSpPr>
        <p:spPr bwMode="auto">
          <a:xfrm>
            <a:off x="3261336" y="2620317"/>
            <a:ext cx="1981200" cy="1752600"/>
          </a:xfrm>
          <a:prstGeom prst="diamond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800" b="1" dirty="0">
                <a:solidFill>
                  <a:schemeClr val="tx1"/>
                </a:solidFill>
                <a:latin typeface="Abadi MT Condensed Light" panose="020B0306030101010103" pitchFamily="34" charset="77"/>
              </a:rPr>
              <a:t>Model</a:t>
            </a:r>
          </a:p>
          <a:p>
            <a:pPr algn="ctr"/>
            <a:r>
              <a:rPr lang="en-CN" altLang="zh-CN" sz="1800" b="1" dirty="0">
                <a:solidFill>
                  <a:schemeClr val="tx1"/>
                </a:solidFill>
                <a:latin typeface="Abadi MT Condensed Light" panose="020B0306030101010103" pitchFamily="34" charset="77"/>
              </a:rPr>
              <a:t>Training</a:t>
            </a:r>
            <a:endParaRPr lang="en-CN" altLang="zh-CN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34BD60-9EFF-4FA8-9F70-BD6B4DE603FE}"/>
              </a:ext>
            </a:extLst>
          </p:cNvPr>
          <p:cNvSpPr txBox="1"/>
          <p:nvPr/>
        </p:nvSpPr>
        <p:spPr>
          <a:xfrm>
            <a:off x="3650166" y="4460402"/>
            <a:ext cx="15923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kern="0" dirty="0">
                <a:solidFill>
                  <a:prstClr val="black"/>
                </a:solidFill>
                <a:latin typeface="Bahnschrift Condensed" panose="020B0502040204020203" pitchFamily="34" charset="0"/>
                <a:ea typeface="宋体" panose="02010600030101010101" pitchFamily="2" charset="-122"/>
              </a:rPr>
              <a:t>Compiling</a:t>
            </a:r>
            <a:endParaRPr lang="en-CN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5EDF650-8E35-418A-86C8-6178F1B7D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altLang="zh-CN" spc="-6" dirty="0"/>
              <a:t>AI System: Four Components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4367121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itle 1">
            <a:extLst>
              <a:ext uri="{FF2B5EF4-FFF2-40B4-BE49-F238E27FC236}">
                <a16:creationId xmlns:a16="http://schemas.microsoft.com/office/drawing/2014/main" id="{9A1293F5-2F20-4E08-A0A8-0C75B73EE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altLang="zh-CN" spc="-6" dirty="0"/>
              <a:t>AI System: Storage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2BAAA5F-E4DB-4D99-A59F-D80B697CC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200"/>
            <a:ext cx="9144000" cy="5059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18564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7214619D-F0A1-1741-BD16-E551CA42E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altLang="zh-CN" dirty="0" err="1">
                <a:ea typeface="ＭＳ Ｐゴシック" panose="020B0600070205080204" pitchFamily="34" charset="-128"/>
              </a:rPr>
              <a:t>ZeRO</a:t>
            </a:r>
            <a:r>
              <a:rPr lang="en-US" altLang="zh-CN" dirty="0">
                <a:ea typeface="ＭＳ Ｐゴシック" panose="020B0600070205080204" pitchFamily="34" charset="-128"/>
              </a:rPr>
              <a:t>: </a:t>
            </a:r>
            <a:r>
              <a:rPr lang="en-US" altLang="zh-CN" dirty="0"/>
              <a:t>Zero Redundancy Optimizer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6867" name="Slide Number Placeholder 3">
            <a:extLst>
              <a:ext uri="{FF2B5EF4-FFF2-40B4-BE49-F238E27FC236}">
                <a16:creationId xmlns:a16="http://schemas.microsoft.com/office/drawing/2014/main" id="{C91F2A39-5E9F-DB45-8C99-DA578DF604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07FBD78-40B0-A443-B155-25A18DC37E4A}" type="slidenum">
              <a:rPr lang="en-US" altLang="en-US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5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98C054C3-F60C-4562-A0FF-F10A0F5D90AC}"/>
              </a:ext>
            </a:extLst>
          </p:cNvPr>
          <p:cNvSpPr txBox="1"/>
          <p:nvPr/>
        </p:nvSpPr>
        <p:spPr>
          <a:xfrm>
            <a:off x="210162" y="4800600"/>
            <a:ext cx="8915400" cy="1265446"/>
          </a:xfrm>
          <a:prstGeom prst="rect">
            <a:avLst/>
          </a:prstGeom>
        </p:spPr>
        <p:txBody>
          <a:bodyPr vert="horz" wrap="square" lIns="0" tIns="79728" rIns="0" bIns="0" rtlCol="0">
            <a:spAutoFit/>
          </a:bodyPr>
          <a:lstStyle/>
          <a:p>
            <a:pPr marL="332313" indent="-318908">
              <a:spcBef>
                <a:spcPts val="628"/>
              </a:spcBef>
              <a:buClr>
                <a:srgbClr val="B2B2B2"/>
              </a:buClr>
              <a:buFont typeface="Arial"/>
              <a:buChar char="•"/>
              <a:tabLst>
                <a:tab pos="332313" algn="l"/>
                <a:tab pos="333019" algn="l"/>
              </a:tabLst>
            </a:pPr>
            <a:r>
              <a:rPr lang="en-US" sz="2400" b="1" spc="-6" dirty="0">
                <a:latin typeface="Trebuchet MS"/>
                <a:cs typeface="Trebuchet MS"/>
              </a:rPr>
              <a:t>Key Idea: </a:t>
            </a:r>
          </a:p>
          <a:p>
            <a:pPr marL="789513" lvl="1" indent="-318908">
              <a:spcBef>
                <a:spcPts val="628"/>
              </a:spcBef>
              <a:buClr>
                <a:srgbClr val="B2B2B2"/>
              </a:buClr>
              <a:buFont typeface="Arial"/>
              <a:buChar char="•"/>
              <a:tabLst>
                <a:tab pos="332313" algn="l"/>
                <a:tab pos="333019" algn="l"/>
              </a:tabLst>
            </a:pPr>
            <a:r>
              <a:rPr lang="en-US" sz="2400" spc="-6" dirty="0">
                <a:latin typeface="Trebuchet MS"/>
                <a:cs typeface="Trebuchet MS"/>
              </a:rPr>
              <a:t>Each GPU stores a subset of optimizer states, rather than the whole states like data parallel. </a:t>
            </a:r>
            <a:endParaRPr sz="2400" dirty="0">
              <a:latin typeface="Trebuchet MS"/>
              <a:cs typeface="Trebuchet M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B89C3A9-ED5A-4365-ACF4-3025A7E20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324" y="990600"/>
            <a:ext cx="6209076" cy="321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56964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7214619D-F0A1-1741-BD16-E551CA42E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altLang="zh-CN" dirty="0" err="1">
                <a:ea typeface="ＭＳ Ｐゴシック" panose="020B0600070205080204" pitchFamily="34" charset="-128"/>
              </a:rPr>
              <a:t>ZeRO</a:t>
            </a:r>
            <a:r>
              <a:rPr lang="en-US" altLang="zh-CN" dirty="0">
                <a:ea typeface="ＭＳ Ｐゴシック" panose="020B0600070205080204" pitchFamily="34" charset="-128"/>
              </a:rPr>
              <a:t>: </a:t>
            </a:r>
            <a:r>
              <a:rPr lang="en-US" altLang="zh-CN" dirty="0"/>
              <a:t>Zero Redundancy Optimizer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6867" name="Slide Number Placeholder 3">
            <a:extLst>
              <a:ext uri="{FF2B5EF4-FFF2-40B4-BE49-F238E27FC236}">
                <a16:creationId xmlns:a16="http://schemas.microsoft.com/office/drawing/2014/main" id="{C91F2A39-5E9F-DB45-8C99-DA578DF604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07FBD78-40B0-A443-B155-25A18DC37E4A}" type="slidenum">
              <a:rPr lang="en-US" altLang="en-US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6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2AD1596-D569-4EC9-B2E2-967FBF0AE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29" y="899546"/>
            <a:ext cx="8139300" cy="4191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9611A6D8-1B2A-4545-8D4B-ADA0A807E92A}"/>
              </a:ext>
            </a:extLst>
          </p:cNvPr>
          <p:cNvSpPr/>
          <p:nvPr/>
        </p:nvSpPr>
        <p:spPr>
          <a:xfrm>
            <a:off x="228600" y="5090546"/>
            <a:ext cx="7543800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32313" indent="-318908">
              <a:spcBef>
                <a:spcPts val="628"/>
              </a:spcBef>
              <a:buClr>
                <a:srgbClr val="B2B2B2"/>
              </a:buClr>
              <a:buFont typeface="Arial"/>
              <a:buChar char="•"/>
              <a:tabLst>
                <a:tab pos="332313" algn="l"/>
                <a:tab pos="333019" algn="l"/>
              </a:tabLst>
            </a:pPr>
            <a:r>
              <a:rPr lang="en-US" altLang="zh-CN" sz="2400" b="1" spc="-6" dirty="0">
                <a:latin typeface="Trebuchet MS"/>
                <a:cs typeface="Trebuchet MS"/>
              </a:rPr>
              <a:t>Benefit: </a:t>
            </a:r>
          </a:p>
          <a:p>
            <a:pPr marL="789513" lvl="1" indent="-318908">
              <a:spcBef>
                <a:spcPts val="628"/>
              </a:spcBef>
              <a:buClr>
                <a:srgbClr val="B2B2B2"/>
              </a:buClr>
              <a:buFont typeface="Arial"/>
              <a:buChar char="•"/>
              <a:tabLst>
                <a:tab pos="332313" algn="l"/>
                <a:tab pos="333019" algn="l"/>
              </a:tabLst>
            </a:pPr>
            <a:r>
              <a:rPr lang="en-US" altLang="zh-CN" sz="2400" spc="-6" dirty="0">
                <a:latin typeface="Trebuchet MS"/>
                <a:cs typeface="Trebuchet MS"/>
              </a:rPr>
              <a:t>Training a larger model. </a:t>
            </a:r>
            <a:endParaRPr lang="en-US" altLang="zh-CN" sz="24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44563189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7214619D-F0A1-1741-BD16-E551CA42E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86800" cy="10668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Overhead of </a:t>
            </a:r>
            <a:r>
              <a:rPr lang="en-US" altLang="zh-CN" dirty="0" err="1">
                <a:ea typeface="ＭＳ Ｐゴシック" panose="020B0600070205080204" pitchFamily="34" charset="-128"/>
              </a:rPr>
              <a:t>ZeRO</a:t>
            </a:r>
            <a:r>
              <a:rPr lang="en-US" altLang="zh-CN" dirty="0">
                <a:ea typeface="ＭＳ Ｐゴシック" panose="020B0600070205080204" pitchFamily="34" charset="-128"/>
              </a:rPr>
              <a:t>: </a:t>
            </a:r>
            <a:r>
              <a:rPr lang="en-US" altLang="zh-CN" dirty="0"/>
              <a:t>More Communication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6867" name="Slide Number Placeholder 3">
            <a:extLst>
              <a:ext uri="{FF2B5EF4-FFF2-40B4-BE49-F238E27FC236}">
                <a16:creationId xmlns:a16="http://schemas.microsoft.com/office/drawing/2014/main" id="{C91F2A39-5E9F-DB45-8C99-DA578DF604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07FBD78-40B0-A443-B155-25A18DC37E4A}" type="slidenum">
              <a:rPr lang="en-US" altLang="en-US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7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4D6DA70-1473-4B35-A6B0-7726C3549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996" y="955833"/>
            <a:ext cx="3873108" cy="5296820"/>
          </a:xfrm>
          <a:prstGeom prst="rect">
            <a:avLst/>
          </a:prstGeom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912CF7E-F9DD-4D2F-9CF6-F66B8FB23A4F}"/>
              </a:ext>
            </a:extLst>
          </p:cNvPr>
          <p:cNvCxnSpPr/>
          <p:nvPr/>
        </p:nvCxnSpPr>
        <p:spPr bwMode="auto">
          <a:xfrm>
            <a:off x="4343400" y="990600"/>
            <a:ext cx="1371600" cy="0"/>
          </a:xfrm>
          <a:prstGeom prst="line">
            <a:avLst/>
          </a:prstGeom>
          <a:solidFill>
            <a:srgbClr val="C0C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F0F1F59-69D9-4EF5-A29E-72888EC86372}"/>
              </a:ext>
            </a:extLst>
          </p:cNvPr>
          <p:cNvCxnSpPr/>
          <p:nvPr/>
        </p:nvCxnSpPr>
        <p:spPr bwMode="auto">
          <a:xfrm>
            <a:off x="4343400" y="2057400"/>
            <a:ext cx="1371600" cy="0"/>
          </a:xfrm>
          <a:prstGeom prst="line">
            <a:avLst/>
          </a:prstGeom>
          <a:solidFill>
            <a:srgbClr val="C0C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65FBE858-C6BF-4636-B63D-692F54D3055C}"/>
              </a:ext>
            </a:extLst>
          </p:cNvPr>
          <p:cNvSpPr/>
          <p:nvPr/>
        </p:nvSpPr>
        <p:spPr>
          <a:xfrm>
            <a:off x="4254469" y="1207644"/>
            <a:ext cx="160624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spc="-6" dirty="0">
                <a:latin typeface="Trebuchet MS"/>
                <a:cs typeface="Trebuchet MS"/>
              </a:rPr>
              <a:t>Typical </a:t>
            </a:r>
            <a:r>
              <a:rPr lang="en-US" altLang="zh-CN" sz="1600" b="1" spc="-6" dirty="0" err="1">
                <a:latin typeface="Trebuchet MS"/>
                <a:cs typeface="Trebuchet MS"/>
              </a:rPr>
              <a:t>PyTorch</a:t>
            </a:r>
            <a:r>
              <a:rPr lang="en-US" altLang="zh-CN" sz="1600" b="1" spc="-6" dirty="0">
                <a:latin typeface="Trebuchet MS"/>
                <a:cs typeface="Trebuchet MS"/>
              </a:rPr>
              <a:t> step:</a:t>
            </a:r>
            <a:endParaRPr lang="zh-CN" altLang="en-US" sz="1600" dirty="0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FE57D67-9ED9-4938-BFE6-4D5AF7762423}"/>
              </a:ext>
            </a:extLst>
          </p:cNvPr>
          <p:cNvCxnSpPr/>
          <p:nvPr/>
        </p:nvCxnSpPr>
        <p:spPr bwMode="auto">
          <a:xfrm>
            <a:off x="4248961" y="3352800"/>
            <a:ext cx="1371600" cy="0"/>
          </a:xfrm>
          <a:prstGeom prst="line">
            <a:avLst/>
          </a:prstGeom>
          <a:solidFill>
            <a:srgbClr val="C0C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A3583702-C08A-4012-ADE6-E6F5D15C6A78}"/>
              </a:ext>
            </a:extLst>
          </p:cNvPr>
          <p:cNvCxnSpPr/>
          <p:nvPr/>
        </p:nvCxnSpPr>
        <p:spPr bwMode="auto">
          <a:xfrm>
            <a:off x="4261692" y="4343400"/>
            <a:ext cx="1371600" cy="0"/>
          </a:xfrm>
          <a:prstGeom prst="line">
            <a:avLst/>
          </a:prstGeom>
          <a:solidFill>
            <a:srgbClr val="C0C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ACDFBF8F-E3C3-4A42-A6C4-F7495E70C590}"/>
              </a:ext>
            </a:extLst>
          </p:cNvPr>
          <p:cNvSpPr/>
          <p:nvPr/>
        </p:nvSpPr>
        <p:spPr>
          <a:xfrm>
            <a:off x="4254469" y="3605410"/>
            <a:ext cx="160624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spc="-6" dirty="0">
                <a:latin typeface="Trebuchet MS"/>
                <a:cs typeface="Trebuchet MS"/>
              </a:rPr>
              <a:t>Forward:</a:t>
            </a:r>
            <a:endParaRPr lang="zh-CN" altLang="en-US" sz="1600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DA53990-2ACE-49E6-8B73-FA621F230CF1}"/>
              </a:ext>
            </a:extLst>
          </p:cNvPr>
          <p:cNvCxnSpPr/>
          <p:nvPr/>
        </p:nvCxnSpPr>
        <p:spPr bwMode="auto">
          <a:xfrm>
            <a:off x="4248961" y="5715000"/>
            <a:ext cx="1371600" cy="0"/>
          </a:xfrm>
          <a:prstGeom prst="line">
            <a:avLst/>
          </a:prstGeom>
          <a:solidFill>
            <a:srgbClr val="C0C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C2C1D06B-56ED-41E4-9B68-14631148DD9B}"/>
              </a:ext>
            </a:extLst>
          </p:cNvPr>
          <p:cNvSpPr/>
          <p:nvPr/>
        </p:nvSpPr>
        <p:spPr>
          <a:xfrm>
            <a:off x="4248961" y="5008071"/>
            <a:ext cx="160624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spc="-6" dirty="0">
                <a:latin typeface="Trebuchet MS"/>
                <a:cs typeface="Trebuchet MS"/>
              </a:rPr>
              <a:t>Backward:</a:t>
            </a:r>
            <a:endParaRPr lang="zh-CN" altLang="en-US" sz="1600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CDFCD37-73EC-454B-8A39-7D07713F8A44}"/>
              </a:ext>
            </a:extLst>
          </p:cNvPr>
          <p:cNvSpPr/>
          <p:nvPr/>
        </p:nvSpPr>
        <p:spPr>
          <a:xfrm>
            <a:off x="4261692" y="5914099"/>
            <a:ext cx="160624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spc="-6" dirty="0">
                <a:latin typeface="Trebuchet MS"/>
                <a:cs typeface="Trebuchet MS"/>
              </a:rPr>
              <a:t>Optimizer:</a:t>
            </a:r>
            <a:endParaRPr lang="zh-CN" altLang="en-US" sz="1600" dirty="0"/>
          </a:p>
        </p:txBody>
      </p:sp>
      <p:sp>
        <p:nvSpPr>
          <p:cNvPr id="20" name="Data Ar">
            <a:extLst>
              <a:ext uri="{FF2B5EF4-FFF2-40B4-BE49-F238E27FC236}">
                <a16:creationId xmlns:a16="http://schemas.microsoft.com/office/drawing/2014/main" id="{97BB6D63-35F5-4BE6-8E8B-7D944A1F49A6}"/>
              </a:ext>
            </a:extLst>
          </p:cNvPr>
          <p:cNvSpPr/>
          <p:nvPr/>
        </p:nvSpPr>
        <p:spPr>
          <a:xfrm>
            <a:off x="5486400" y="2474846"/>
            <a:ext cx="3475955" cy="584725"/>
          </a:xfrm>
          <a:prstGeom prst="rect">
            <a:avLst/>
          </a:prstGeom>
          <a:ln w="25400">
            <a:solidFill>
              <a:srgbClr val="C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695" tIns="45695" rIns="45695" bIns="45695">
            <a:spAutoFit/>
          </a:bodyPr>
          <a:lstStyle/>
          <a:p>
            <a:pPr defTabSz="914400">
              <a:defRPr sz="2400">
                <a:solidFill>
                  <a:srgbClr val="000000"/>
                </a:solidFill>
                <a:latin typeface="DINPro-Regular"/>
                <a:ea typeface="DINPro-Regular"/>
                <a:cs typeface="DINPro-Regular"/>
                <a:sym typeface="DINPro-Regular"/>
              </a:defRPr>
            </a:pPr>
            <a:r>
              <a:rPr lang="en-US" sz="3200" b="1" baseline="-5998" dirty="0">
                <a:solidFill>
                  <a:srgbClr val="FF2600"/>
                </a:solidFill>
                <a:latin typeface="DINPro-Bold"/>
                <a:ea typeface="DINPro-Bold"/>
                <a:cs typeface="DINPro-Bold"/>
                <a:sym typeface="DINPro-Bold"/>
              </a:rPr>
              <a:t>Overhead</a:t>
            </a:r>
            <a:r>
              <a:rPr lang="en-US" sz="3200" baseline="-5998" dirty="0">
                <a:solidFill>
                  <a:srgbClr val="FF2600"/>
                </a:solidFill>
                <a:latin typeface="DINPro-Bold"/>
                <a:ea typeface="DINPro-Bold"/>
                <a:cs typeface="DINPro-Bold"/>
                <a:sym typeface="DINPro-Bold"/>
              </a:rPr>
              <a:t>:</a:t>
            </a:r>
            <a:r>
              <a:rPr lang="en-US" sz="3200" dirty="0">
                <a:solidFill>
                  <a:srgbClr val="FF2600"/>
                </a:solidFill>
                <a:latin typeface="DINPro-Bold"/>
                <a:ea typeface="DINPro-Bold"/>
                <a:cs typeface="DINPro-Bold"/>
                <a:sym typeface="DINPro-Bold"/>
              </a:rPr>
              <a:t> </a:t>
            </a:r>
            <a:r>
              <a:rPr lang="en-US" sz="2400" dirty="0">
                <a:solidFill>
                  <a:srgbClr val="FF2600"/>
                </a:solidFill>
                <a:latin typeface="DINPro-Bold"/>
                <a:ea typeface="DINPro-Bold"/>
                <a:cs typeface="DINPro-Bold"/>
                <a:sym typeface="DINPro-Bold"/>
              </a:rPr>
              <a:t>more collectives</a:t>
            </a:r>
            <a:endParaRPr sz="3200" baseline="-5998" dirty="0">
              <a:solidFill>
                <a:srgbClr val="FF2600"/>
              </a:solidFill>
              <a:latin typeface="DINPro-Bold"/>
              <a:ea typeface="DINPro-Bold"/>
              <a:cs typeface="DINPro-Bold"/>
              <a:sym typeface="DINPro-Bold"/>
            </a:endParaRPr>
          </a:p>
        </p:txBody>
      </p:sp>
      <p:sp>
        <p:nvSpPr>
          <p:cNvPr id="21" name="Data Ar">
            <a:extLst>
              <a:ext uri="{FF2B5EF4-FFF2-40B4-BE49-F238E27FC236}">
                <a16:creationId xmlns:a16="http://schemas.microsoft.com/office/drawing/2014/main" id="{E5188B59-7739-4D34-9374-0ECC200A7731}"/>
              </a:ext>
            </a:extLst>
          </p:cNvPr>
          <p:cNvSpPr/>
          <p:nvPr/>
        </p:nvSpPr>
        <p:spPr>
          <a:xfrm>
            <a:off x="990600" y="3618449"/>
            <a:ext cx="3194892" cy="234954"/>
          </a:xfrm>
          <a:prstGeom prst="rect">
            <a:avLst/>
          </a:prstGeom>
          <a:ln w="25400">
            <a:solidFill>
              <a:srgbClr val="C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695" tIns="45695" rIns="45695" bIns="45695">
            <a:spAutoFit/>
          </a:bodyPr>
          <a:lstStyle/>
          <a:p>
            <a:pPr defTabSz="914400">
              <a:defRPr sz="2400">
                <a:solidFill>
                  <a:srgbClr val="000000"/>
                </a:solidFill>
                <a:latin typeface="DINPro-Regular"/>
                <a:ea typeface="DINPro-Regular"/>
                <a:cs typeface="DINPro-Regular"/>
                <a:sym typeface="DINPro-Regular"/>
              </a:defRPr>
            </a:pPr>
            <a:endParaRPr sz="3200" baseline="-5998" dirty="0">
              <a:solidFill>
                <a:srgbClr val="FF2600"/>
              </a:solidFill>
              <a:latin typeface="DINPro-Bold"/>
              <a:ea typeface="DINPro-Bold"/>
              <a:cs typeface="DINPro-Bold"/>
              <a:sym typeface="DINPro-Bold"/>
            </a:endParaRPr>
          </a:p>
        </p:txBody>
      </p:sp>
      <p:sp>
        <p:nvSpPr>
          <p:cNvPr id="22" name="Data Ar">
            <a:extLst>
              <a:ext uri="{FF2B5EF4-FFF2-40B4-BE49-F238E27FC236}">
                <a16:creationId xmlns:a16="http://schemas.microsoft.com/office/drawing/2014/main" id="{29F9D649-ED98-403B-B8F9-F8BB9AF47415}"/>
              </a:ext>
            </a:extLst>
          </p:cNvPr>
          <p:cNvSpPr/>
          <p:nvPr/>
        </p:nvSpPr>
        <p:spPr>
          <a:xfrm>
            <a:off x="1048652" y="4808973"/>
            <a:ext cx="3194892" cy="234954"/>
          </a:xfrm>
          <a:prstGeom prst="rect">
            <a:avLst/>
          </a:prstGeom>
          <a:ln w="25400">
            <a:solidFill>
              <a:srgbClr val="C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695" tIns="45695" rIns="45695" bIns="45695">
            <a:spAutoFit/>
          </a:bodyPr>
          <a:lstStyle/>
          <a:p>
            <a:pPr defTabSz="914400">
              <a:defRPr sz="2400">
                <a:solidFill>
                  <a:srgbClr val="000000"/>
                </a:solidFill>
                <a:latin typeface="DINPro-Regular"/>
                <a:ea typeface="DINPro-Regular"/>
                <a:cs typeface="DINPro-Regular"/>
                <a:sym typeface="DINPro-Regular"/>
              </a:defRPr>
            </a:pPr>
            <a:endParaRPr sz="3200" baseline="-5998" dirty="0">
              <a:solidFill>
                <a:srgbClr val="FF2600"/>
              </a:solidFill>
              <a:latin typeface="DINPro-Bold"/>
              <a:ea typeface="DINPro-Bold"/>
              <a:cs typeface="DINPro-Bold"/>
              <a:sym typeface="DINPro-Bold"/>
            </a:endParaRPr>
          </a:p>
        </p:txBody>
      </p:sp>
      <p:sp>
        <p:nvSpPr>
          <p:cNvPr id="23" name="Data Ar">
            <a:extLst>
              <a:ext uri="{FF2B5EF4-FFF2-40B4-BE49-F238E27FC236}">
                <a16:creationId xmlns:a16="http://schemas.microsoft.com/office/drawing/2014/main" id="{42ED1B2F-F74C-4E24-9001-7752AFC69E9A}"/>
              </a:ext>
            </a:extLst>
          </p:cNvPr>
          <p:cNvSpPr/>
          <p:nvPr/>
        </p:nvSpPr>
        <p:spPr>
          <a:xfrm>
            <a:off x="1045219" y="5114377"/>
            <a:ext cx="3194892" cy="234954"/>
          </a:xfrm>
          <a:prstGeom prst="rect">
            <a:avLst/>
          </a:prstGeom>
          <a:ln w="25400">
            <a:solidFill>
              <a:srgbClr val="C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695" tIns="45695" rIns="45695" bIns="45695">
            <a:spAutoFit/>
          </a:bodyPr>
          <a:lstStyle/>
          <a:p>
            <a:pPr defTabSz="914400">
              <a:defRPr sz="2400">
                <a:solidFill>
                  <a:srgbClr val="000000"/>
                </a:solidFill>
                <a:latin typeface="DINPro-Regular"/>
                <a:ea typeface="DINPro-Regular"/>
                <a:cs typeface="DINPro-Regular"/>
                <a:sym typeface="DINPro-Regular"/>
              </a:defRPr>
            </a:pPr>
            <a:endParaRPr sz="3200" baseline="-5998" dirty="0">
              <a:solidFill>
                <a:srgbClr val="FF2600"/>
              </a:solidFill>
              <a:latin typeface="DINPro-Bold"/>
              <a:ea typeface="DINPro-Bold"/>
              <a:cs typeface="DINPro-Bold"/>
              <a:sym typeface="DINPro-Bold"/>
            </a:endParaRPr>
          </a:p>
        </p:txBody>
      </p:sp>
    </p:spTree>
    <p:extLst>
      <p:ext uri="{BB962C8B-B14F-4D97-AF65-F5344CB8AC3E}">
        <p14:creationId xmlns:p14="http://schemas.microsoft.com/office/powerpoint/2010/main" val="29344424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7214619D-F0A1-1741-BD16-E551CA42E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altLang="zh-CN" spc="-6" dirty="0"/>
              <a:t>Summary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6867" name="Slide Number Placeholder 3">
            <a:extLst>
              <a:ext uri="{FF2B5EF4-FFF2-40B4-BE49-F238E27FC236}">
                <a16:creationId xmlns:a16="http://schemas.microsoft.com/office/drawing/2014/main" id="{C91F2A39-5E9F-DB45-8C99-DA578DF604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07FBD78-40B0-A443-B155-25A18DC37E4A}" type="slidenum">
              <a:rPr lang="en-US" altLang="en-US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8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98C054C3-F60C-4562-A0FF-F10A0F5D90AC}"/>
              </a:ext>
            </a:extLst>
          </p:cNvPr>
          <p:cNvSpPr txBox="1"/>
          <p:nvPr/>
        </p:nvSpPr>
        <p:spPr>
          <a:xfrm>
            <a:off x="76200" y="881007"/>
            <a:ext cx="8915400" cy="5669216"/>
          </a:xfrm>
          <a:prstGeom prst="rect">
            <a:avLst/>
          </a:prstGeom>
        </p:spPr>
        <p:txBody>
          <a:bodyPr vert="horz" wrap="square" lIns="0" tIns="79728" rIns="0" bIns="0" rtlCol="0">
            <a:spAutoFit/>
          </a:bodyPr>
          <a:lstStyle/>
          <a:p>
            <a:pPr marL="332313" indent="-318908">
              <a:spcBef>
                <a:spcPts val="628"/>
              </a:spcBef>
              <a:buClr>
                <a:srgbClr val="B2B2B2"/>
              </a:buClr>
              <a:buFont typeface="Arial"/>
              <a:buChar char="•"/>
              <a:tabLst>
                <a:tab pos="332313" algn="l"/>
                <a:tab pos="333019" algn="l"/>
              </a:tabLst>
            </a:pPr>
            <a:r>
              <a:rPr sz="2400" b="1" spc="-6" dirty="0">
                <a:latin typeface="Trebuchet MS"/>
                <a:cs typeface="Trebuchet MS"/>
              </a:rPr>
              <a:t>Networks </a:t>
            </a:r>
            <a:r>
              <a:rPr sz="2400" b="1" dirty="0">
                <a:latin typeface="Trebuchet MS"/>
                <a:cs typeface="Trebuchet MS"/>
              </a:rPr>
              <a:t>and </a:t>
            </a:r>
            <a:r>
              <a:rPr sz="2400" b="1" spc="-6" dirty="0">
                <a:latin typeface="Trebuchet MS"/>
                <a:cs typeface="Trebuchet MS"/>
              </a:rPr>
              <a:t>dataset </a:t>
            </a:r>
            <a:r>
              <a:rPr sz="2400" b="1" dirty="0">
                <a:latin typeface="Trebuchet MS"/>
                <a:cs typeface="Trebuchet MS"/>
              </a:rPr>
              <a:t>are </a:t>
            </a:r>
            <a:r>
              <a:rPr sz="2400" b="1" spc="-6" dirty="0">
                <a:latin typeface="Trebuchet MS"/>
                <a:cs typeface="Trebuchet MS"/>
              </a:rPr>
              <a:t>getting larger to </a:t>
            </a:r>
            <a:r>
              <a:rPr sz="2400" b="1" dirty="0">
                <a:latin typeface="Trebuchet MS"/>
                <a:cs typeface="Trebuchet MS"/>
              </a:rPr>
              <a:t>set new state of art</a:t>
            </a:r>
            <a:r>
              <a:rPr sz="2400" b="1" spc="-50" dirty="0">
                <a:latin typeface="Trebuchet MS"/>
                <a:cs typeface="Trebuchet MS"/>
              </a:rPr>
              <a:t> </a:t>
            </a:r>
            <a:r>
              <a:rPr sz="2400" b="1" spc="-6" dirty="0">
                <a:latin typeface="Trebuchet MS"/>
                <a:cs typeface="Trebuchet MS"/>
              </a:rPr>
              <a:t>results</a:t>
            </a:r>
            <a:endParaRPr sz="2400" dirty="0">
              <a:latin typeface="Trebuchet MS"/>
              <a:cs typeface="Trebuchet MS"/>
            </a:endParaRPr>
          </a:p>
          <a:p>
            <a:pPr marL="332313" indent="-318908">
              <a:spcBef>
                <a:spcPts val="522"/>
              </a:spcBef>
              <a:buClr>
                <a:srgbClr val="B2B2B2"/>
              </a:buClr>
              <a:buFont typeface="Arial"/>
              <a:buChar char="•"/>
              <a:tabLst>
                <a:tab pos="332313" algn="l"/>
                <a:tab pos="333019" algn="l"/>
              </a:tabLst>
            </a:pPr>
            <a:r>
              <a:rPr sz="2400" b="1" spc="-6" dirty="0">
                <a:latin typeface="Trebuchet MS"/>
                <a:cs typeface="Trebuchet MS"/>
              </a:rPr>
              <a:t>Scale-out enables these </a:t>
            </a:r>
            <a:r>
              <a:rPr lang="en-US" sz="2400" b="1" spc="-6" dirty="0">
                <a:latin typeface="Trebuchet MS"/>
                <a:cs typeface="Trebuchet MS"/>
              </a:rPr>
              <a:t>neural </a:t>
            </a:r>
            <a:r>
              <a:rPr sz="2400" b="1" spc="-6" dirty="0">
                <a:latin typeface="Trebuchet MS"/>
                <a:cs typeface="Trebuchet MS"/>
              </a:rPr>
              <a:t>networks to </a:t>
            </a:r>
            <a:r>
              <a:rPr sz="2400" b="1" dirty="0">
                <a:latin typeface="Trebuchet MS"/>
                <a:cs typeface="Trebuchet MS"/>
              </a:rPr>
              <a:t>be</a:t>
            </a:r>
            <a:r>
              <a:rPr sz="2400" b="1" spc="-17" dirty="0">
                <a:latin typeface="Trebuchet MS"/>
                <a:cs typeface="Trebuchet MS"/>
              </a:rPr>
              <a:t> </a:t>
            </a:r>
            <a:r>
              <a:rPr sz="2400" b="1" spc="-6" dirty="0">
                <a:latin typeface="Trebuchet MS"/>
                <a:cs typeface="Trebuchet MS"/>
              </a:rPr>
              <a:t>trained</a:t>
            </a:r>
            <a:endParaRPr sz="2400" dirty="0">
              <a:latin typeface="Trebuchet MS"/>
              <a:cs typeface="Trebuchet MS"/>
            </a:endParaRPr>
          </a:p>
          <a:p>
            <a:pPr marL="332313" indent="-318908">
              <a:spcBef>
                <a:spcPts val="517"/>
              </a:spcBef>
              <a:buClr>
                <a:srgbClr val="B2B2B2"/>
              </a:buClr>
              <a:buFont typeface="Arial"/>
              <a:buChar char="•"/>
              <a:tabLst>
                <a:tab pos="332313" algn="l"/>
                <a:tab pos="333019" algn="l"/>
              </a:tabLst>
            </a:pPr>
            <a:r>
              <a:rPr sz="2400" b="1" dirty="0">
                <a:latin typeface="Trebuchet MS"/>
                <a:cs typeface="Trebuchet MS"/>
              </a:rPr>
              <a:t>Success </a:t>
            </a:r>
            <a:r>
              <a:rPr sz="2400" b="1" spc="-6" dirty="0">
                <a:latin typeface="Trebuchet MS"/>
                <a:cs typeface="Trebuchet MS"/>
              </a:rPr>
              <a:t>requires many optimized</a:t>
            </a:r>
            <a:r>
              <a:rPr sz="2400" b="1" spc="-22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components:</a:t>
            </a:r>
            <a:endParaRPr sz="2400" dirty="0">
              <a:latin typeface="Trebuchet MS"/>
              <a:cs typeface="Trebuchet MS"/>
            </a:endParaRPr>
          </a:p>
          <a:p>
            <a:pPr marL="713310" lvl="1" indent="-319613">
              <a:spcBef>
                <a:spcPts val="572"/>
              </a:spcBef>
              <a:buClr>
                <a:srgbClr val="B2B2B2"/>
              </a:buClr>
              <a:buFont typeface="Arial"/>
              <a:buChar char="•"/>
              <a:tabLst>
                <a:tab pos="713310" algn="l"/>
                <a:tab pos="714015" algn="l"/>
              </a:tabLst>
            </a:pPr>
            <a:r>
              <a:rPr sz="2000" b="1" spc="-6" dirty="0">
                <a:latin typeface="Trebuchet MS"/>
                <a:cs typeface="Trebuchet MS"/>
              </a:rPr>
              <a:t>Hardware</a:t>
            </a:r>
            <a:r>
              <a:rPr sz="2000" spc="-6" dirty="0">
                <a:latin typeface="Trebuchet MS"/>
                <a:cs typeface="Trebuchet MS"/>
              </a:rPr>
              <a:t>:</a:t>
            </a:r>
            <a:endParaRPr sz="2000" dirty="0">
              <a:latin typeface="Trebuchet MS"/>
              <a:cs typeface="Trebuchet MS"/>
            </a:endParaRPr>
          </a:p>
          <a:p>
            <a:pPr marL="1031511" lvl="2" indent="-186970">
              <a:spcBef>
                <a:spcPts val="639"/>
              </a:spcBef>
              <a:buClr>
                <a:srgbClr val="B2B2B2"/>
              </a:buClr>
              <a:buFont typeface="Arial"/>
              <a:buChar char="•"/>
              <a:tabLst>
                <a:tab pos="1032217" algn="l"/>
              </a:tabLst>
            </a:pPr>
            <a:r>
              <a:rPr spc="-6" dirty="0">
                <a:latin typeface="Trebuchet MS"/>
                <a:cs typeface="Trebuchet MS"/>
              </a:rPr>
              <a:t>Fast accelerators </a:t>
            </a:r>
            <a:r>
              <a:rPr dirty="0">
                <a:latin typeface="Trebuchet MS"/>
                <a:cs typeface="Trebuchet MS"/>
              </a:rPr>
              <a:t>for</a:t>
            </a:r>
            <a:r>
              <a:rPr spc="-17" dirty="0">
                <a:latin typeface="Trebuchet MS"/>
                <a:cs typeface="Trebuchet MS"/>
              </a:rPr>
              <a:t> </a:t>
            </a:r>
            <a:r>
              <a:rPr spc="-6" dirty="0">
                <a:latin typeface="Trebuchet MS"/>
                <a:cs typeface="Trebuchet MS"/>
              </a:rPr>
              <a:t>DL</a:t>
            </a:r>
            <a:endParaRPr dirty="0">
              <a:latin typeface="Trebuchet MS"/>
              <a:cs typeface="Trebuchet MS"/>
            </a:endParaRPr>
          </a:p>
          <a:p>
            <a:pPr marL="1031511" lvl="2" indent="-186970">
              <a:spcBef>
                <a:spcPts val="622"/>
              </a:spcBef>
              <a:buClr>
                <a:srgbClr val="B2B2B2"/>
              </a:buClr>
              <a:buFont typeface="Arial"/>
              <a:buChar char="•"/>
              <a:tabLst>
                <a:tab pos="1032217" algn="l"/>
              </a:tabLst>
            </a:pPr>
            <a:r>
              <a:rPr spc="-6" dirty="0">
                <a:latin typeface="Trebuchet MS"/>
                <a:cs typeface="Trebuchet MS"/>
              </a:rPr>
              <a:t>High-bandwidth, low-latency</a:t>
            </a:r>
            <a:r>
              <a:rPr spc="-56" dirty="0">
                <a:latin typeface="Trebuchet MS"/>
                <a:cs typeface="Trebuchet MS"/>
              </a:rPr>
              <a:t> </a:t>
            </a:r>
            <a:r>
              <a:rPr spc="-11" dirty="0">
                <a:latin typeface="Trebuchet MS"/>
                <a:cs typeface="Trebuchet MS"/>
              </a:rPr>
              <a:t>interconnects</a:t>
            </a:r>
            <a:endParaRPr dirty="0">
              <a:latin typeface="Trebuchet MS"/>
              <a:cs typeface="Trebuchet MS"/>
            </a:endParaRPr>
          </a:p>
          <a:p>
            <a:pPr marL="1408980" lvl="3" indent="-254703">
              <a:spcBef>
                <a:spcPts val="850"/>
              </a:spcBef>
              <a:buClr>
                <a:srgbClr val="B2B2B2"/>
              </a:buClr>
              <a:buSzPct val="150000"/>
              <a:buFont typeface="Arial"/>
              <a:buChar char="▪"/>
              <a:tabLst>
                <a:tab pos="1408980" algn="l"/>
                <a:tab pos="1409686" algn="l"/>
              </a:tabLst>
            </a:pPr>
            <a:r>
              <a:rPr sz="1600" spc="-6" dirty="0">
                <a:latin typeface="Trebuchet MS"/>
                <a:cs typeface="Trebuchet MS"/>
              </a:rPr>
              <a:t>Topologies matter (must match communication</a:t>
            </a:r>
            <a:r>
              <a:rPr sz="1600" spc="-106" dirty="0">
                <a:latin typeface="Trebuchet MS"/>
                <a:cs typeface="Trebuchet MS"/>
              </a:rPr>
              <a:t> </a:t>
            </a:r>
            <a:r>
              <a:rPr sz="1600" spc="-6" dirty="0">
                <a:latin typeface="Trebuchet MS"/>
                <a:cs typeface="Trebuchet MS"/>
              </a:rPr>
              <a:t>patterns)</a:t>
            </a:r>
            <a:endParaRPr sz="1600" dirty="0">
              <a:latin typeface="Trebuchet MS"/>
              <a:cs typeface="Trebuchet MS"/>
            </a:endParaRPr>
          </a:p>
          <a:p>
            <a:pPr marL="1408980" lvl="3" indent="-254703">
              <a:spcBef>
                <a:spcPts val="839"/>
              </a:spcBef>
              <a:buClr>
                <a:srgbClr val="B2B2B2"/>
              </a:buClr>
              <a:buSzPct val="150000"/>
              <a:buFont typeface="Arial"/>
              <a:buChar char="▪"/>
              <a:tabLst>
                <a:tab pos="1408980" algn="l"/>
                <a:tab pos="1409686" algn="l"/>
              </a:tabLst>
            </a:pPr>
            <a:r>
              <a:rPr sz="1600" spc="-6" dirty="0">
                <a:latin typeface="Trebuchet MS"/>
                <a:cs typeface="Trebuchet MS"/>
              </a:rPr>
              <a:t>Network switches with math capabilities </a:t>
            </a:r>
            <a:r>
              <a:rPr sz="1600" dirty="0">
                <a:latin typeface="Trebuchet MS"/>
                <a:cs typeface="Trebuchet MS"/>
              </a:rPr>
              <a:t>free up </a:t>
            </a:r>
            <a:r>
              <a:rPr sz="1600" spc="-6" dirty="0">
                <a:latin typeface="Trebuchet MS"/>
                <a:cs typeface="Trebuchet MS"/>
              </a:rPr>
              <a:t>DL accelerators </a:t>
            </a:r>
            <a:r>
              <a:rPr sz="1600" dirty="0">
                <a:latin typeface="Trebuchet MS"/>
                <a:cs typeface="Trebuchet MS"/>
              </a:rPr>
              <a:t>to </a:t>
            </a:r>
            <a:r>
              <a:rPr sz="1600" spc="-6" dirty="0">
                <a:latin typeface="Trebuchet MS"/>
                <a:cs typeface="Trebuchet MS"/>
              </a:rPr>
              <a:t>do</a:t>
            </a:r>
            <a:r>
              <a:rPr sz="1600" spc="-189" dirty="0">
                <a:latin typeface="Trebuchet MS"/>
                <a:cs typeface="Trebuchet MS"/>
              </a:rPr>
              <a:t> </a:t>
            </a:r>
            <a:r>
              <a:rPr sz="1600" spc="-6" dirty="0">
                <a:latin typeface="Trebuchet MS"/>
                <a:cs typeface="Trebuchet MS"/>
              </a:rPr>
              <a:t>compute</a:t>
            </a:r>
            <a:endParaRPr lang="en-US" sz="1600" spc="-6" dirty="0">
              <a:latin typeface="Trebuchet MS"/>
              <a:cs typeface="Trebuchet MS"/>
            </a:endParaRPr>
          </a:p>
          <a:p>
            <a:pPr marL="1408980" lvl="3" indent="-254703">
              <a:spcBef>
                <a:spcPts val="839"/>
              </a:spcBef>
              <a:buClr>
                <a:srgbClr val="B2B2B2"/>
              </a:buClr>
              <a:buSzPct val="150000"/>
              <a:buFont typeface="Arial"/>
              <a:buChar char="▪"/>
              <a:tabLst>
                <a:tab pos="1408980" algn="l"/>
                <a:tab pos="1409686" algn="l"/>
              </a:tabLst>
            </a:pPr>
            <a:r>
              <a:rPr lang="en-CN" sz="1600" spc="-6" dirty="0">
                <a:latin typeface="Trebuchet MS"/>
                <a:cs typeface="Trebuchet MS"/>
              </a:rPr>
              <a:t>SmartNIC for offloaded compression/decompression</a:t>
            </a:r>
            <a:endParaRPr sz="1600" dirty="0">
              <a:latin typeface="Trebuchet MS"/>
              <a:cs typeface="Trebuchet MS"/>
            </a:endParaRPr>
          </a:p>
          <a:p>
            <a:pPr marL="713310" lvl="1" indent="-319613">
              <a:spcBef>
                <a:spcPts val="556"/>
              </a:spcBef>
              <a:buClr>
                <a:srgbClr val="B2B2B2"/>
              </a:buClr>
              <a:buFont typeface="Arial"/>
              <a:buChar char="•"/>
              <a:tabLst>
                <a:tab pos="713310" algn="l"/>
                <a:tab pos="714015" algn="l"/>
              </a:tabLst>
            </a:pPr>
            <a:r>
              <a:rPr sz="2000" b="1" spc="-6" dirty="0">
                <a:latin typeface="Trebuchet MS"/>
                <a:cs typeface="Trebuchet MS"/>
              </a:rPr>
              <a:t>Software</a:t>
            </a:r>
            <a:r>
              <a:rPr sz="2000" spc="-6" dirty="0">
                <a:latin typeface="Trebuchet MS"/>
                <a:cs typeface="Trebuchet MS"/>
              </a:rPr>
              <a:t>:</a:t>
            </a:r>
            <a:endParaRPr sz="2000" dirty="0">
              <a:latin typeface="Trebuchet MS"/>
              <a:cs typeface="Trebuchet MS"/>
            </a:endParaRPr>
          </a:p>
          <a:p>
            <a:pPr marL="1031511" lvl="2" indent="-186970">
              <a:spcBef>
                <a:spcPts val="639"/>
              </a:spcBef>
              <a:buClr>
                <a:srgbClr val="B2B2B2"/>
              </a:buClr>
              <a:buFont typeface="Arial"/>
              <a:buChar char="•"/>
              <a:tabLst>
                <a:tab pos="1032217" algn="l"/>
              </a:tabLst>
            </a:pPr>
            <a:r>
              <a:rPr spc="-6" dirty="0">
                <a:latin typeface="Trebuchet MS"/>
                <a:cs typeface="Trebuchet MS"/>
              </a:rPr>
              <a:t>Math libraries </a:t>
            </a:r>
            <a:r>
              <a:rPr dirty="0">
                <a:latin typeface="Trebuchet MS"/>
                <a:cs typeface="Trebuchet MS"/>
              </a:rPr>
              <a:t>(CUDNN, </a:t>
            </a:r>
            <a:r>
              <a:rPr spc="-6" dirty="0">
                <a:latin typeface="Trebuchet MS"/>
                <a:cs typeface="Trebuchet MS"/>
              </a:rPr>
              <a:t>CUBLAS, MKL,</a:t>
            </a:r>
            <a:r>
              <a:rPr lang="zh-CN" altLang="en-US" spc="-6" dirty="0">
                <a:latin typeface="Trebuchet MS"/>
                <a:cs typeface="Trebuchet MS"/>
              </a:rPr>
              <a:t> </a:t>
            </a:r>
            <a:r>
              <a:rPr lang="en-US" altLang="zh-CN" spc="-6" dirty="0">
                <a:latin typeface="Trebuchet MS"/>
                <a:cs typeface="Trebuchet MS"/>
              </a:rPr>
              <a:t>CANN</a:t>
            </a:r>
            <a:r>
              <a:rPr spc="-50" dirty="0">
                <a:latin typeface="Trebuchet MS"/>
                <a:cs typeface="Trebuchet MS"/>
              </a:rPr>
              <a:t> </a:t>
            </a:r>
            <a:r>
              <a:rPr spc="-6" dirty="0">
                <a:latin typeface="Trebuchet MS"/>
                <a:cs typeface="Trebuchet MS"/>
              </a:rPr>
              <a:t>…)</a:t>
            </a:r>
            <a:endParaRPr dirty="0">
              <a:latin typeface="Trebuchet MS"/>
              <a:cs typeface="Trebuchet MS"/>
            </a:endParaRPr>
          </a:p>
          <a:p>
            <a:pPr marL="1031511" lvl="2" indent="-186970">
              <a:spcBef>
                <a:spcPts val="628"/>
              </a:spcBef>
              <a:buClr>
                <a:srgbClr val="B2B2B2"/>
              </a:buClr>
              <a:buFont typeface="Arial"/>
              <a:buChar char="•"/>
              <a:tabLst>
                <a:tab pos="1032217" algn="l"/>
              </a:tabLst>
            </a:pPr>
            <a:r>
              <a:rPr spc="-6" dirty="0">
                <a:latin typeface="Trebuchet MS"/>
                <a:cs typeface="Trebuchet MS"/>
              </a:rPr>
              <a:t>Collective communication libraries (NCCL, </a:t>
            </a:r>
            <a:r>
              <a:rPr dirty="0" err="1">
                <a:latin typeface="Trebuchet MS"/>
                <a:cs typeface="Trebuchet MS"/>
              </a:rPr>
              <a:t>Horovod</a:t>
            </a:r>
            <a:r>
              <a:rPr dirty="0">
                <a:latin typeface="Trebuchet MS"/>
                <a:cs typeface="Trebuchet MS"/>
              </a:rPr>
              <a:t>,</a:t>
            </a:r>
            <a:r>
              <a:rPr lang="zh-CN" altLang="en-US" dirty="0">
                <a:latin typeface="Trebuchet MS"/>
                <a:cs typeface="Trebuchet MS"/>
              </a:rPr>
              <a:t> </a:t>
            </a:r>
            <a:r>
              <a:rPr spc="-83" dirty="0">
                <a:latin typeface="Trebuchet MS"/>
                <a:cs typeface="Trebuchet MS"/>
              </a:rPr>
              <a:t> </a:t>
            </a:r>
            <a:r>
              <a:rPr spc="-6" dirty="0">
                <a:latin typeface="Trebuchet MS"/>
                <a:cs typeface="Trebuchet MS"/>
              </a:rPr>
              <a:t>…)</a:t>
            </a:r>
            <a:endParaRPr dirty="0">
              <a:latin typeface="Trebuchet MS"/>
              <a:cs typeface="Trebuchet MS"/>
            </a:endParaRPr>
          </a:p>
          <a:p>
            <a:pPr marL="1031511" lvl="2" indent="-186970">
              <a:spcBef>
                <a:spcPts val="628"/>
              </a:spcBef>
              <a:buClr>
                <a:srgbClr val="B2B2B2"/>
              </a:buClr>
              <a:buFont typeface="Arial"/>
              <a:buChar char="•"/>
              <a:tabLst>
                <a:tab pos="1032217" algn="l"/>
              </a:tabLst>
            </a:pPr>
            <a:r>
              <a:rPr spc="-6" dirty="0">
                <a:latin typeface="Trebuchet MS"/>
                <a:cs typeface="Trebuchet MS"/>
              </a:rPr>
              <a:t>Training frameworks </a:t>
            </a:r>
            <a:r>
              <a:rPr dirty="0">
                <a:latin typeface="Trebuchet MS"/>
                <a:cs typeface="Trebuchet MS"/>
              </a:rPr>
              <a:t>(</a:t>
            </a:r>
            <a:r>
              <a:rPr lang="en-CN" dirty="0">
                <a:latin typeface="Trebuchet MS"/>
                <a:cs typeface="Trebuchet MS"/>
              </a:rPr>
              <a:t>MindSpore</a:t>
            </a:r>
            <a:r>
              <a:rPr dirty="0">
                <a:latin typeface="Trebuchet MS"/>
                <a:cs typeface="Trebuchet MS"/>
              </a:rPr>
              <a:t>, PyTorch, TensoFlow, HugeCTR,</a:t>
            </a:r>
            <a:r>
              <a:rPr spc="-144" dirty="0">
                <a:latin typeface="Trebuchet MS"/>
                <a:cs typeface="Trebuchet MS"/>
              </a:rPr>
              <a:t> </a:t>
            </a:r>
            <a:r>
              <a:rPr spc="-6" dirty="0">
                <a:latin typeface="Trebuchet MS"/>
                <a:cs typeface="Trebuchet MS"/>
              </a:rPr>
              <a:t>…)</a:t>
            </a:r>
            <a:endParaRPr dirty="0">
              <a:latin typeface="Trebuchet MS"/>
              <a:cs typeface="Trebuchet MS"/>
            </a:endParaRPr>
          </a:p>
          <a:p>
            <a:pPr marL="713310" lvl="1" indent="-319613">
              <a:spcBef>
                <a:spcPts val="566"/>
              </a:spcBef>
              <a:buClr>
                <a:srgbClr val="B2B2B2"/>
              </a:buClr>
              <a:buFont typeface="Arial"/>
              <a:buChar char="•"/>
              <a:tabLst>
                <a:tab pos="713310" algn="l"/>
                <a:tab pos="714015" algn="l"/>
              </a:tabLst>
            </a:pPr>
            <a:r>
              <a:rPr sz="2000" spc="-6" dirty="0">
                <a:latin typeface="Trebuchet MS"/>
                <a:cs typeface="Trebuchet MS"/>
              </a:rPr>
              <a:t>Proper choice </a:t>
            </a:r>
            <a:r>
              <a:rPr sz="2000" spc="-11" dirty="0">
                <a:latin typeface="Trebuchet MS"/>
                <a:cs typeface="Trebuchet MS"/>
              </a:rPr>
              <a:t>of </a:t>
            </a:r>
            <a:r>
              <a:rPr sz="2000" spc="-6" dirty="0">
                <a:latin typeface="Trebuchet MS"/>
                <a:cs typeface="Trebuchet MS"/>
              </a:rPr>
              <a:t>parallelism (manual, MeshTensorFlow, Gshard,</a:t>
            </a:r>
            <a:r>
              <a:rPr sz="2000" spc="178" dirty="0">
                <a:latin typeface="Trebuchet MS"/>
                <a:cs typeface="Trebuchet MS"/>
              </a:rPr>
              <a:t> </a:t>
            </a:r>
            <a:r>
              <a:rPr lang="en-US" sz="2000" spc="-6" dirty="0" err="1">
                <a:latin typeface="Trebuchet MS"/>
                <a:cs typeface="Trebuchet MS"/>
              </a:rPr>
              <a:t>ZeRO</a:t>
            </a:r>
            <a:r>
              <a:rPr sz="2000" spc="-6" dirty="0">
                <a:latin typeface="Trebuchet MS"/>
                <a:cs typeface="Trebuchet MS"/>
              </a:rPr>
              <a:t>)</a:t>
            </a:r>
            <a:endParaRPr sz="20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528463883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7214619D-F0A1-1741-BD16-E551CA42E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Batch Size Limitation of LLM Training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6867" name="Slide Number Placeholder 3">
            <a:extLst>
              <a:ext uri="{FF2B5EF4-FFF2-40B4-BE49-F238E27FC236}">
                <a16:creationId xmlns:a16="http://schemas.microsoft.com/office/drawing/2014/main" id="{C91F2A39-5E9F-DB45-8C99-DA578DF604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07FBD78-40B0-A443-B155-25A18DC37E4A}" type="slidenum">
              <a:rPr lang="en-US" altLang="en-US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9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CBC6EA36-F6F7-49C2-A673-5AF6D3156F65}"/>
              </a:ext>
            </a:extLst>
          </p:cNvPr>
          <p:cNvSpPr txBox="1"/>
          <p:nvPr/>
        </p:nvSpPr>
        <p:spPr>
          <a:xfrm>
            <a:off x="223838" y="1364700"/>
            <a:ext cx="8686800" cy="1563882"/>
          </a:xfrm>
          <a:prstGeom prst="rect">
            <a:avLst/>
          </a:prstGeom>
        </p:spPr>
        <p:txBody>
          <a:bodyPr vert="horz" wrap="square" lIns="0" tIns="126293" rIns="0" bIns="0" rtlCol="0">
            <a:spAutoFit/>
          </a:bodyPr>
          <a:lstStyle/>
          <a:p>
            <a:pPr marL="332313" indent="-318908">
              <a:spcBef>
                <a:spcPts val="993"/>
              </a:spcBef>
              <a:buClr>
                <a:srgbClr val="B2B2B2"/>
              </a:buClr>
              <a:buFont typeface="Arial"/>
              <a:buChar char="•"/>
              <a:tabLst>
                <a:tab pos="332313" algn="l"/>
                <a:tab pos="333019" algn="l"/>
              </a:tabLst>
            </a:pPr>
            <a:r>
              <a:rPr lang="en-US" sz="2000" b="1" spc="-6" dirty="0">
                <a:latin typeface="Trebuchet MS"/>
                <a:cs typeface="Trebuchet MS"/>
              </a:rPr>
              <a:t>Batch Size Limitation of LLM Training</a:t>
            </a:r>
            <a:endParaRPr sz="2000" dirty="0">
              <a:latin typeface="Trebuchet MS"/>
              <a:cs typeface="Trebuchet MS"/>
            </a:endParaRPr>
          </a:p>
          <a:p>
            <a:pPr marL="713310" lvl="1" indent="-319613">
              <a:spcBef>
                <a:spcPts val="783"/>
              </a:spcBef>
              <a:buClr>
                <a:srgbClr val="B2B2B2"/>
              </a:buClr>
              <a:buFont typeface="Arial"/>
              <a:buChar char="•"/>
              <a:tabLst>
                <a:tab pos="713310" algn="l"/>
                <a:tab pos="714015" algn="l"/>
              </a:tabLst>
            </a:pPr>
            <a:r>
              <a:rPr lang="en-US" sz="1778" spc="-11" dirty="0">
                <a:latin typeface="Trebuchet MS"/>
                <a:cs typeface="Trebuchet MS"/>
              </a:rPr>
              <a:t>Llama: 4M token, </a:t>
            </a:r>
          </a:p>
          <a:p>
            <a:pPr marL="1170510" lvl="2" indent="-319613">
              <a:spcBef>
                <a:spcPts val="783"/>
              </a:spcBef>
              <a:buClr>
                <a:srgbClr val="B2B2B2"/>
              </a:buClr>
              <a:buFont typeface="Arial"/>
              <a:buChar char="•"/>
              <a:tabLst>
                <a:tab pos="713310" algn="l"/>
                <a:tab pos="714015" algn="l"/>
              </a:tabLst>
            </a:pPr>
            <a:r>
              <a:rPr lang="en-US" sz="1778" spc="-11" dirty="0">
                <a:latin typeface="Trebuchet MS"/>
                <a:cs typeface="Trebuchet MS"/>
              </a:rPr>
              <a:t>Seq length: 4K,</a:t>
            </a:r>
          </a:p>
          <a:p>
            <a:pPr marL="1170510" lvl="2" indent="-319613">
              <a:spcBef>
                <a:spcPts val="783"/>
              </a:spcBef>
              <a:buClr>
                <a:srgbClr val="B2B2B2"/>
              </a:buClr>
              <a:buFont typeface="Arial"/>
              <a:buChar char="•"/>
              <a:tabLst>
                <a:tab pos="713310" algn="l"/>
                <a:tab pos="714015" algn="l"/>
              </a:tabLst>
            </a:pPr>
            <a:r>
              <a:rPr lang="en-US" altLang="zh-CN" sz="1778" spc="-11" dirty="0">
                <a:latin typeface="Trebuchet MS"/>
                <a:cs typeface="Trebuchet MS"/>
              </a:rPr>
              <a:t>Batch size: 1K</a:t>
            </a:r>
            <a:endParaRPr sz="1778" dirty="0">
              <a:latin typeface="Trebuchet MS"/>
              <a:cs typeface="Trebuchet MS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A3A43915-36A9-45DB-8F67-F0784F757174}"/>
              </a:ext>
            </a:extLst>
          </p:cNvPr>
          <p:cNvSpPr txBox="1"/>
          <p:nvPr/>
        </p:nvSpPr>
        <p:spPr>
          <a:xfrm>
            <a:off x="228600" y="3872894"/>
            <a:ext cx="6324600" cy="1307336"/>
          </a:xfrm>
          <a:prstGeom prst="rect">
            <a:avLst/>
          </a:prstGeom>
        </p:spPr>
        <p:txBody>
          <a:bodyPr vert="horz" wrap="square" lIns="0" tIns="126293" rIns="0" bIns="0" rtlCol="0">
            <a:spAutoFit/>
          </a:bodyPr>
          <a:lstStyle/>
          <a:p>
            <a:pPr marL="332313" indent="-318908">
              <a:spcBef>
                <a:spcPts val="993"/>
              </a:spcBef>
              <a:buClr>
                <a:srgbClr val="B2B2B2"/>
              </a:buClr>
              <a:buFont typeface="Arial"/>
              <a:buChar char="•"/>
              <a:tabLst>
                <a:tab pos="332313" algn="l"/>
                <a:tab pos="333019" algn="l"/>
              </a:tabLst>
            </a:pPr>
            <a:r>
              <a:rPr lang="en-US" sz="2000" b="1" spc="-6" dirty="0">
                <a:latin typeface="Trebuchet MS"/>
                <a:cs typeface="Trebuchet MS"/>
              </a:rPr>
              <a:t>How to </a:t>
            </a:r>
            <a:r>
              <a:rPr lang="en-US" altLang="zh-CN" sz="2000" b="1" spc="-6" dirty="0">
                <a:latin typeface="Trebuchet MS"/>
                <a:cs typeface="Trebuchet MS"/>
              </a:rPr>
              <a:t>c</a:t>
            </a:r>
            <a:r>
              <a:rPr lang="en-US" sz="2000" b="1" spc="-6" dirty="0">
                <a:latin typeface="Trebuchet MS"/>
                <a:cs typeface="Trebuchet MS"/>
              </a:rPr>
              <a:t>hoose the parallel training strategy?</a:t>
            </a:r>
          </a:p>
          <a:p>
            <a:pPr marL="789513" lvl="1" indent="-318908">
              <a:spcBef>
                <a:spcPts val="993"/>
              </a:spcBef>
              <a:buClr>
                <a:srgbClr val="B2B2B2"/>
              </a:buClr>
              <a:buFont typeface="Arial"/>
              <a:buChar char="•"/>
              <a:tabLst>
                <a:tab pos="332313" algn="l"/>
                <a:tab pos="333019" algn="l"/>
              </a:tabLst>
            </a:pPr>
            <a:r>
              <a:rPr lang="en-US" sz="2000" b="1" spc="-6" dirty="0">
                <a:latin typeface="Trebuchet MS"/>
                <a:cs typeface="Trebuchet MS"/>
              </a:rPr>
              <a:t>When you have 1K NPU/GPU?</a:t>
            </a:r>
          </a:p>
          <a:p>
            <a:pPr marL="789513" lvl="1" indent="-318908">
              <a:spcBef>
                <a:spcPts val="993"/>
              </a:spcBef>
              <a:buClr>
                <a:srgbClr val="B2B2B2"/>
              </a:buClr>
              <a:buFont typeface="Arial"/>
              <a:buChar char="•"/>
              <a:tabLst>
                <a:tab pos="332313" algn="l"/>
                <a:tab pos="333019" algn="l"/>
              </a:tabLst>
            </a:pPr>
            <a:r>
              <a:rPr lang="en-US" altLang="zh-CN" sz="2000" b="1" spc="-6" dirty="0">
                <a:latin typeface="Trebuchet MS"/>
                <a:cs typeface="Trebuchet MS"/>
              </a:rPr>
              <a:t>When you have 10K NPU/GPU?</a:t>
            </a:r>
          </a:p>
        </p:txBody>
      </p:sp>
    </p:spTree>
    <p:extLst>
      <p:ext uri="{BB962C8B-B14F-4D97-AF65-F5344CB8AC3E}">
        <p14:creationId xmlns:p14="http://schemas.microsoft.com/office/powerpoint/2010/main" val="37512108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7214619D-F0A1-1741-BD16-E551CA42E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altLang="zh-CN" spc="-6" dirty="0"/>
              <a:t>Outline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6867" name="Slide Number Placeholder 3">
            <a:extLst>
              <a:ext uri="{FF2B5EF4-FFF2-40B4-BE49-F238E27FC236}">
                <a16:creationId xmlns:a16="http://schemas.microsoft.com/office/drawing/2014/main" id="{C91F2A39-5E9F-DB45-8C99-DA578DF604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07FBD78-40B0-A443-B155-25A18DC37E4A}" type="slidenum">
              <a:rPr lang="en-US" altLang="en-US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10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1043" name="Rectangle 4">
            <a:extLst>
              <a:ext uri="{FF2B5EF4-FFF2-40B4-BE49-F238E27FC236}">
                <a16:creationId xmlns:a16="http://schemas.microsoft.com/office/drawing/2014/main" id="{56556AFD-81E5-4C91-ACD1-3EDE2EE2191D}"/>
              </a:ext>
            </a:extLst>
          </p:cNvPr>
          <p:cNvSpPr/>
          <p:nvPr/>
        </p:nvSpPr>
        <p:spPr>
          <a:xfrm>
            <a:off x="521428" y="1410212"/>
            <a:ext cx="7772116" cy="1295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CN" sz="2600" b="1" dirty="0">
                <a:solidFill>
                  <a:schemeClr val="bg1">
                    <a:lumMod val="50000"/>
                  </a:schemeClr>
                </a:solidFill>
              </a:rPr>
              <a:t>Zero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zh-CN" sz="2600" b="1" dirty="0" err="1"/>
              <a:t>FlashAttention</a:t>
            </a:r>
            <a:endParaRPr lang="en-US" altLang="zh-CN" sz="2600" b="1" dirty="0"/>
          </a:p>
        </p:txBody>
      </p:sp>
    </p:spTree>
    <p:extLst>
      <p:ext uri="{BB962C8B-B14F-4D97-AF65-F5344CB8AC3E}">
        <p14:creationId xmlns:p14="http://schemas.microsoft.com/office/powerpoint/2010/main" val="27652157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>
            <a:extLst>
              <a:ext uri="{FF2B5EF4-FFF2-40B4-BE49-F238E27FC236}">
                <a16:creationId xmlns:a16="http://schemas.microsoft.com/office/drawing/2014/main" id="{EAD96CAD-A9D7-8C45-AD1C-FEC20F701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610" y="232604"/>
            <a:ext cx="8610600" cy="739341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Why </a:t>
            </a:r>
            <a:r>
              <a:rPr lang="en-US" altLang="zh-CN" dirty="0" err="1">
                <a:ea typeface="ＭＳ Ｐゴシック" panose="020B0600070205080204" pitchFamily="34" charset="-128"/>
              </a:rPr>
              <a:t>FlashAttention</a:t>
            </a:r>
            <a:r>
              <a:rPr lang="zh-CN" altLang="en-US" dirty="0">
                <a:ea typeface="ＭＳ Ｐゴシック" panose="020B0600070205080204" pitchFamily="34" charset="-128"/>
              </a:rPr>
              <a:t>？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073A7333-83F5-2B47-8060-DE2CC8AC09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378637" y="6441870"/>
            <a:ext cx="1460563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F34179-0770-7443-BCBE-3A30EF193D4C}" type="slidenum"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170BF3E-893F-4328-BD14-8A26290C6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067" y="1219200"/>
            <a:ext cx="2432133" cy="256671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ED63E40-1FE9-409F-AFD2-EC56BA4E9563}"/>
              </a:ext>
            </a:extLst>
          </p:cNvPr>
          <p:cNvSpPr txBox="1">
            <a:spLocks/>
          </p:cNvSpPr>
          <p:nvPr/>
        </p:nvSpPr>
        <p:spPr bwMode="auto">
          <a:xfrm>
            <a:off x="170042" y="3949851"/>
            <a:ext cx="8374380" cy="277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altLang="en-US" kern="0" dirty="0">
              <a:ea typeface="ＭＳ Ｐゴシック" panose="020B0600070205080204" pitchFamily="34" charset="-128"/>
            </a:endParaRPr>
          </a:p>
          <a:p>
            <a:pPr lvl="0">
              <a:buClr>
                <a:srgbClr val="CC9900"/>
              </a:buClr>
              <a:defRPr/>
            </a:pPr>
            <a:r>
              <a:rPr lang="en-US" altLang="zh-CN" b="1" dirty="0"/>
              <a:t>Why </a:t>
            </a:r>
            <a:r>
              <a:rPr lang="en-US" altLang="zh-CN" b="1" dirty="0" err="1"/>
              <a:t>FlashAttention</a:t>
            </a:r>
            <a:r>
              <a:rPr lang="zh-CN" altLang="en-US" b="1" dirty="0"/>
              <a:t>？</a:t>
            </a:r>
            <a:endParaRPr lang="en-US" altLang="zh-CN" b="1" dirty="0"/>
          </a:p>
          <a:p>
            <a:pPr lvl="1">
              <a:buClr>
                <a:srgbClr val="3B812F"/>
              </a:buClr>
            </a:pPr>
            <a:r>
              <a:rPr lang="en-US" altLang="zh-CN" sz="2000" dirty="0">
                <a:latin typeface="Arial"/>
                <a:cs typeface="Arial"/>
              </a:rPr>
              <a:t>Normal attention is bound by </a:t>
            </a:r>
            <a:r>
              <a:rPr lang="en-US" altLang="zh-CN" sz="2000" b="1" dirty="0">
                <a:latin typeface="Arial"/>
                <a:cs typeface="Arial"/>
              </a:rPr>
              <a:t>IO</a:t>
            </a:r>
          </a:p>
          <a:p>
            <a:pPr lvl="1">
              <a:buClr>
                <a:srgbClr val="3B812F"/>
              </a:buClr>
            </a:pPr>
            <a:r>
              <a:rPr lang="en-US" altLang="zh-CN" sz="2000" dirty="0">
                <a:solidFill>
                  <a:srgbClr val="000000"/>
                </a:solidFill>
                <a:latin typeface="Arial"/>
                <a:cs typeface="Arial"/>
              </a:rPr>
              <a:t>GPU utilization is low</a:t>
            </a:r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382804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7214619D-F0A1-1741-BD16-E551CA42E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Naïve Attention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6867" name="Slide Number Placeholder 3">
            <a:extLst>
              <a:ext uri="{FF2B5EF4-FFF2-40B4-BE49-F238E27FC236}">
                <a16:creationId xmlns:a16="http://schemas.microsoft.com/office/drawing/2014/main" id="{C91F2A39-5E9F-DB45-8C99-DA578DF604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07FBD78-40B0-A443-B155-25A18DC37E4A}" type="slidenum">
              <a:rPr lang="en-US" altLang="en-US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12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707B904-AC87-4CAB-B266-FFB7AD7606DC}"/>
              </a:ext>
            </a:extLst>
          </p:cNvPr>
          <p:cNvSpPr txBox="1">
            <a:spLocks/>
          </p:cNvSpPr>
          <p:nvPr/>
        </p:nvSpPr>
        <p:spPr bwMode="auto">
          <a:xfrm>
            <a:off x="170042" y="3949851"/>
            <a:ext cx="8374380" cy="277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altLang="en-US" kern="0" dirty="0">
              <a:ea typeface="ＭＳ Ｐゴシック" panose="020B0600070205080204" pitchFamily="34" charset="-128"/>
            </a:endParaRPr>
          </a:p>
          <a:p>
            <a:pPr lvl="0">
              <a:buClr>
                <a:srgbClr val="CC9900"/>
              </a:buClr>
              <a:defRPr/>
            </a:pPr>
            <a:r>
              <a:rPr lang="en-US" altLang="zh-CN" b="1" dirty="0"/>
              <a:t>Naïve Attention O = </a:t>
            </a:r>
            <a:r>
              <a:rPr lang="en-US" altLang="zh-CN" b="1" dirty="0" err="1"/>
              <a:t>Softmax</a:t>
            </a:r>
            <a:r>
              <a:rPr lang="en-US" altLang="zh-CN" b="1" dirty="0"/>
              <a:t>(QK</a:t>
            </a:r>
            <a:r>
              <a:rPr lang="en-US" altLang="zh-CN" b="1" baseline="30000" dirty="0"/>
              <a:t>T</a:t>
            </a:r>
            <a:r>
              <a:rPr lang="en-US" altLang="zh-CN" b="1" dirty="0"/>
              <a:t>) V</a:t>
            </a:r>
          </a:p>
          <a:p>
            <a:pPr lvl="1">
              <a:buClr>
                <a:srgbClr val="3B812F"/>
              </a:buClr>
            </a:pPr>
            <a:r>
              <a:rPr lang="en-US" altLang="zh-CN" sz="2000" dirty="0">
                <a:latin typeface="Arial"/>
                <a:cs typeface="Arial"/>
              </a:rPr>
              <a:t>1, A = QK</a:t>
            </a:r>
            <a:r>
              <a:rPr lang="en-US" altLang="zh-CN" sz="2000" baseline="30000" dirty="0">
                <a:latin typeface="Arial"/>
                <a:cs typeface="Arial"/>
              </a:rPr>
              <a:t>T </a:t>
            </a:r>
            <a:r>
              <a:rPr lang="en-US" altLang="zh-CN" sz="2000" dirty="0">
                <a:latin typeface="Arial"/>
                <a:cs typeface="Arial"/>
              </a:rPr>
              <a:t>A: 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Load Q K from HBM, compute A, write A to HBM</a:t>
            </a:r>
            <a:endParaRPr lang="en-US" altLang="zh-CN" sz="2000" baseline="30000" dirty="0">
              <a:solidFill>
                <a:schemeClr val="bg1">
                  <a:lumMod val="50000"/>
                </a:schemeClr>
              </a:solidFill>
              <a:latin typeface="Arial"/>
              <a:cs typeface="Arial"/>
            </a:endParaRPr>
          </a:p>
          <a:p>
            <a:pPr lvl="1">
              <a:buClr>
                <a:srgbClr val="3B812F"/>
              </a:buClr>
            </a:pPr>
            <a:r>
              <a:rPr lang="en-US" altLang="zh-CN" sz="2000" dirty="0">
                <a:latin typeface="Arial"/>
                <a:cs typeface="Arial"/>
              </a:rPr>
              <a:t>2, A = </a:t>
            </a:r>
            <a:r>
              <a:rPr lang="en-US" altLang="zh-CN" sz="2000" dirty="0" err="1">
                <a:latin typeface="Arial"/>
                <a:cs typeface="Arial"/>
              </a:rPr>
              <a:t>Softmax</a:t>
            </a:r>
            <a:r>
              <a:rPr lang="en-US" altLang="zh-CN" sz="2000" dirty="0">
                <a:latin typeface="Arial"/>
                <a:cs typeface="Arial"/>
              </a:rPr>
              <a:t> (A) : 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Load A from HBM, compute A, write A to HBM</a:t>
            </a:r>
            <a:endParaRPr lang="en-US" altLang="zh-CN" dirty="0">
              <a:solidFill>
                <a:srgbClr val="000000"/>
              </a:solidFill>
            </a:endParaRPr>
          </a:p>
          <a:p>
            <a:pPr lvl="1">
              <a:buClr>
                <a:srgbClr val="3B812F"/>
              </a:buClr>
              <a:defRPr/>
            </a:pPr>
            <a:r>
              <a:rPr lang="en-US" altLang="zh-CN" sz="2000" dirty="0">
                <a:latin typeface="Arial"/>
                <a:cs typeface="Arial"/>
              </a:rPr>
              <a:t>3, O = AV: </a:t>
            </a:r>
            <a:r>
              <a:rPr lang="en-US" altLang="zh-CN" sz="2000" dirty="0">
                <a:solidFill>
                  <a:prstClr val="white">
                    <a:lumMod val="50000"/>
                  </a:prstClr>
                </a:solidFill>
                <a:latin typeface="Arial"/>
                <a:cs typeface="Arial"/>
              </a:rPr>
              <a:t>Load A V from HBM, compute O, write O to HBM</a:t>
            </a:r>
            <a:endParaRPr lang="en-US" altLang="zh-CN" dirty="0">
              <a:solidFill>
                <a:srgbClr val="000000"/>
              </a:solidFill>
            </a:endParaRPr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20F4D01E-1480-4A0C-87D3-E61FDBD1C000}"/>
              </a:ext>
            </a:extLst>
          </p:cNvPr>
          <p:cNvGrpSpPr/>
          <p:nvPr/>
        </p:nvGrpSpPr>
        <p:grpSpPr>
          <a:xfrm>
            <a:off x="152400" y="1808430"/>
            <a:ext cx="670406" cy="1854200"/>
            <a:chOff x="436562" y="1957451"/>
            <a:chExt cx="241300" cy="1854200"/>
          </a:xfrm>
        </p:grpSpPr>
        <p:sp>
          <p:nvSpPr>
            <p:cNvPr id="8" name="object 4">
              <a:extLst>
                <a:ext uri="{FF2B5EF4-FFF2-40B4-BE49-F238E27FC236}">
                  <a16:creationId xmlns:a16="http://schemas.microsoft.com/office/drawing/2014/main" id="{1F1EC2C8-59EE-42A5-B626-8C9E313D6328}"/>
                </a:ext>
              </a:extLst>
            </p:cNvPr>
            <p:cNvSpPr/>
            <p:nvPr/>
          </p:nvSpPr>
          <p:spPr>
            <a:xfrm>
              <a:off x="442912" y="1957450"/>
              <a:ext cx="228600" cy="466725"/>
            </a:xfrm>
            <a:custGeom>
              <a:avLst/>
              <a:gdLst/>
              <a:ahLst/>
              <a:cxnLst/>
              <a:rect l="l" t="t" r="r" b="b"/>
              <a:pathLst>
                <a:path w="228600" h="466725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0" y="466725"/>
                  </a:lnTo>
                  <a:lnTo>
                    <a:pt x="228600" y="466725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11A58E2C-C9DF-4B22-824B-BB0679EB4843}"/>
                </a:ext>
              </a:extLst>
            </p:cNvPr>
            <p:cNvSpPr/>
            <p:nvPr/>
          </p:nvSpPr>
          <p:spPr>
            <a:xfrm>
              <a:off x="442912" y="2186051"/>
              <a:ext cx="228600" cy="238125"/>
            </a:xfrm>
            <a:custGeom>
              <a:avLst/>
              <a:gdLst/>
              <a:ahLst/>
              <a:cxnLst/>
              <a:rect l="l" t="t" r="r" b="b"/>
              <a:pathLst>
                <a:path w="228600" h="238125">
                  <a:moveTo>
                    <a:pt x="0" y="238125"/>
                  </a:moveTo>
                  <a:lnTo>
                    <a:pt x="228600" y="238125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3812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6">
              <a:extLst>
                <a:ext uri="{FF2B5EF4-FFF2-40B4-BE49-F238E27FC236}">
                  <a16:creationId xmlns:a16="http://schemas.microsoft.com/office/drawing/2014/main" id="{3C25C026-FDF5-4291-86BC-E63652BEB612}"/>
                </a:ext>
              </a:extLst>
            </p:cNvPr>
            <p:cNvSpPr/>
            <p:nvPr/>
          </p:nvSpPr>
          <p:spPr>
            <a:xfrm>
              <a:off x="442912" y="24241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139D13FD-051D-418C-8DCE-50D0176BADAB}"/>
                </a:ext>
              </a:extLst>
            </p:cNvPr>
            <p:cNvSpPr/>
            <p:nvPr/>
          </p:nvSpPr>
          <p:spPr>
            <a:xfrm>
              <a:off x="442912" y="24241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8">
              <a:extLst>
                <a:ext uri="{FF2B5EF4-FFF2-40B4-BE49-F238E27FC236}">
                  <a16:creationId xmlns:a16="http://schemas.microsoft.com/office/drawing/2014/main" id="{B8271058-F52F-47C2-9658-6A971D9AAF89}"/>
                </a:ext>
              </a:extLst>
            </p:cNvPr>
            <p:cNvSpPr/>
            <p:nvPr/>
          </p:nvSpPr>
          <p:spPr>
            <a:xfrm>
              <a:off x="442912" y="26527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9">
              <a:extLst>
                <a:ext uri="{FF2B5EF4-FFF2-40B4-BE49-F238E27FC236}">
                  <a16:creationId xmlns:a16="http://schemas.microsoft.com/office/drawing/2014/main" id="{AF45C278-3912-4155-A69C-A9AC1FEBC637}"/>
                </a:ext>
              </a:extLst>
            </p:cNvPr>
            <p:cNvSpPr/>
            <p:nvPr/>
          </p:nvSpPr>
          <p:spPr>
            <a:xfrm>
              <a:off x="442912" y="26527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0">
              <a:extLst>
                <a:ext uri="{FF2B5EF4-FFF2-40B4-BE49-F238E27FC236}">
                  <a16:creationId xmlns:a16="http://schemas.microsoft.com/office/drawing/2014/main" id="{A6D5777C-21D6-4494-9AE3-69CB4F47FAE1}"/>
                </a:ext>
              </a:extLst>
            </p:cNvPr>
            <p:cNvSpPr/>
            <p:nvPr/>
          </p:nvSpPr>
          <p:spPr>
            <a:xfrm>
              <a:off x="442912" y="28813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120D2471-0C69-4900-92BC-4CF64A83842B}"/>
                </a:ext>
              </a:extLst>
            </p:cNvPr>
            <p:cNvSpPr/>
            <p:nvPr/>
          </p:nvSpPr>
          <p:spPr>
            <a:xfrm>
              <a:off x="442912" y="28813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2">
              <a:extLst>
                <a:ext uri="{FF2B5EF4-FFF2-40B4-BE49-F238E27FC236}">
                  <a16:creationId xmlns:a16="http://schemas.microsoft.com/office/drawing/2014/main" id="{0AFE3FD2-82FB-44BC-86B3-153B566EA5BD}"/>
                </a:ext>
              </a:extLst>
            </p:cNvPr>
            <p:cNvSpPr/>
            <p:nvPr/>
          </p:nvSpPr>
          <p:spPr>
            <a:xfrm>
              <a:off x="442912" y="3109976"/>
              <a:ext cx="228600" cy="238125"/>
            </a:xfrm>
            <a:custGeom>
              <a:avLst/>
              <a:gdLst/>
              <a:ahLst/>
              <a:cxnLst/>
              <a:rect l="l" t="t" r="r" b="b"/>
              <a:pathLst>
                <a:path w="228600" h="238125">
                  <a:moveTo>
                    <a:pt x="228600" y="0"/>
                  </a:moveTo>
                  <a:lnTo>
                    <a:pt x="0" y="0"/>
                  </a:lnTo>
                  <a:lnTo>
                    <a:pt x="0" y="238125"/>
                  </a:lnTo>
                  <a:lnTo>
                    <a:pt x="228600" y="238125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3">
              <a:extLst>
                <a:ext uri="{FF2B5EF4-FFF2-40B4-BE49-F238E27FC236}">
                  <a16:creationId xmlns:a16="http://schemas.microsoft.com/office/drawing/2014/main" id="{EBF24824-622F-4AFC-990F-90D8E56CDE00}"/>
                </a:ext>
              </a:extLst>
            </p:cNvPr>
            <p:cNvSpPr/>
            <p:nvPr/>
          </p:nvSpPr>
          <p:spPr>
            <a:xfrm>
              <a:off x="442912" y="3109976"/>
              <a:ext cx="228600" cy="238125"/>
            </a:xfrm>
            <a:custGeom>
              <a:avLst/>
              <a:gdLst/>
              <a:ahLst/>
              <a:cxnLst/>
              <a:rect l="l" t="t" r="r" b="b"/>
              <a:pathLst>
                <a:path w="228600" h="238125">
                  <a:moveTo>
                    <a:pt x="0" y="238125"/>
                  </a:moveTo>
                  <a:lnTo>
                    <a:pt x="228600" y="238125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3812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25CAD3EC-B1B6-4505-864B-BFF0719409FA}"/>
                </a:ext>
              </a:extLst>
            </p:cNvPr>
            <p:cNvSpPr/>
            <p:nvPr/>
          </p:nvSpPr>
          <p:spPr>
            <a:xfrm>
              <a:off x="442912" y="33481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84920B7A-C800-457B-B048-2DA271D6985B}"/>
                </a:ext>
              </a:extLst>
            </p:cNvPr>
            <p:cNvSpPr/>
            <p:nvPr/>
          </p:nvSpPr>
          <p:spPr>
            <a:xfrm>
              <a:off x="442912" y="33481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6">
              <a:extLst>
                <a:ext uri="{FF2B5EF4-FFF2-40B4-BE49-F238E27FC236}">
                  <a16:creationId xmlns:a16="http://schemas.microsoft.com/office/drawing/2014/main" id="{5CE42AD3-41AA-42D8-B1F1-D75CE912E79E}"/>
                </a:ext>
              </a:extLst>
            </p:cNvPr>
            <p:cNvSpPr/>
            <p:nvPr/>
          </p:nvSpPr>
          <p:spPr>
            <a:xfrm>
              <a:off x="442912" y="35767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7">
              <a:extLst>
                <a:ext uri="{FF2B5EF4-FFF2-40B4-BE49-F238E27FC236}">
                  <a16:creationId xmlns:a16="http://schemas.microsoft.com/office/drawing/2014/main" id="{3DA42B5E-66B8-4400-9E30-E6569029BA62}"/>
                </a:ext>
              </a:extLst>
            </p:cNvPr>
            <p:cNvSpPr/>
            <p:nvPr/>
          </p:nvSpPr>
          <p:spPr>
            <a:xfrm>
              <a:off x="442912" y="35767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18">
            <a:extLst>
              <a:ext uri="{FF2B5EF4-FFF2-40B4-BE49-F238E27FC236}">
                <a16:creationId xmlns:a16="http://schemas.microsoft.com/office/drawing/2014/main" id="{DD4B32F2-5C4A-4143-BFAA-F2C2C662ADA0}"/>
              </a:ext>
            </a:extLst>
          </p:cNvPr>
          <p:cNvSpPr txBox="1"/>
          <p:nvPr/>
        </p:nvSpPr>
        <p:spPr>
          <a:xfrm>
            <a:off x="-44147" y="1182733"/>
            <a:ext cx="1063498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1043940" algn="l"/>
              </a:tabLst>
            </a:pPr>
            <a:r>
              <a:rPr sz="1800" b="1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endParaRPr lang="en-US" altLang="zh-CN" sz="1800" spc="-2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1043940" algn="l"/>
              </a:tabLst>
            </a:pPr>
            <a:r>
              <a:rPr lang="en-US" altLang="zh-CN" spc="-25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(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</a:t>
            </a:r>
            <a:r>
              <a:rPr sz="1800" spc="3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spc="-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D)</a:t>
            </a:r>
            <a:endParaRPr sz="18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object 35">
            <a:extLst>
              <a:ext uri="{FF2B5EF4-FFF2-40B4-BE49-F238E27FC236}">
                <a16:creationId xmlns:a16="http://schemas.microsoft.com/office/drawing/2014/main" id="{DBCCBC54-DEEC-4ED6-8B20-A5841238AEBB}"/>
              </a:ext>
            </a:extLst>
          </p:cNvPr>
          <p:cNvSpPr/>
          <p:nvPr/>
        </p:nvSpPr>
        <p:spPr>
          <a:xfrm>
            <a:off x="2438400" y="1808430"/>
            <a:ext cx="228600" cy="466725"/>
          </a:xfrm>
          <a:custGeom>
            <a:avLst/>
            <a:gdLst/>
            <a:ahLst/>
            <a:cxnLst/>
            <a:rect l="l" t="t" r="r" b="b"/>
            <a:pathLst>
              <a:path w="228600" h="466725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0" y="466725"/>
                </a:lnTo>
                <a:lnTo>
                  <a:pt x="228600" y="466725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36">
            <a:extLst>
              <a:ext uri="{FF2B5EF4-FFF2-40B4-BE49-F238E27FC236}">
                <a16:creationId xmlns:a16="http://schemas.microsoft.com/office/drawing/2014/main" id="{D2D9E960-E473-46BD-B3C7-61B0E7B60914}"/>
              </a:ext>
            </a:extLst>
          </p:cNvPr>
          <p:cNvSpPr/>
          <p:nvPr/>
        </p:nvSpPr>
        <p:spPr>
          <a:xfrm>
            <a:off x="2438400" y="2037031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37">
            <a:extLst>
              <a:ext uri="{FF2B5EF4-FFF2-40B4-BE49-F238E27FC236}">
                <a16:creationId xmlns:a16="http://schemas.microsoft.com/office/drawing/2014/main" id="{378AC9F9-E61B-49FF-BA37-54FD3131A36E}"/>
              </a:ext>
            </a:extLst>
          </p:cNvPr>
          <p:cNvSpPr/>
          <p:nvPr/>
        </p:nvSpPr>
        <p:spPr>
          <a:xfrm>
            <a:off x="2438400" y="22751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38">
            <a:extLst>
              <a:ext uri="{FF2B5EF4-FFF2-40B4-BE49-F238E27FC236}">
                <a16:creationId xmlns:a16="http://schemas.microsoft.com/office/drawing/2014/main" id="{B949FE06-FDA7-460A-8555-FBBE6526B6C9}"/>
              </a:ext>
            </a:extLst>
          </p:cNvPr>
          <p:cNvSpPr/>
          <p:nvPr/>
        </p:nvSpPr>
        <p:spPr>
          <a:xfrm>
            <a:off x="2438400" y="22751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39">
            <a:extLst>
              <a:ext uri="{FF2B5EF4-FFF2-40B4-BE49-F238E27FC236}">
                <a16:creationId xmlns:a16="http://schemas.microsoft.com/office/drawing/2014/main" id="{C8190967-ED20-4E41-AD53-D09CBCBE6AEB}"/>
              </a:ext>
            </a:extLst>
          </p:cNvPr>
          <p:cNvSpPr/>
          <p:nvPr/>
        </p:nvSpPr>
        <p:spPr>
          <a:xfrm>
            <a:off x="2438400" y="25037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40">
            <a:extLst>
              <a:ext uri="{FF2B5EF4-FFF2-40B4-BE49-F238E27FC236}">
                <a16:creationId xmlns:a16="http://schemas.microsoft.com/office/drawing/2014/main" id="{B77C6168-E8C1-413B-8D88-D1962925D901}"/>
              </a:ext>
            </a:extLst>
          </p:cNvPr>
          <p:cNvSpPr/>
          <p:nvPr/>
        </p:nvSpPr>
        <p:spPr>
          <a:xfrm>
            <a:off x="2438400" y="25037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41">
            <a:extLst>
              <a:ext uri="{FF2B5EF4-FFF2-40B4-BE49-F238E27FC236}">
                <a16:creationId xmlns:a16="http://schemas.microsoft.com/office/drawing/2014/main" id="{4B77C7C0-FF0E-4A29-A1C7-C8E3D8CB1E64}"/>
              </a:ext>
            </a:extLst>
          </p:cNvPr>
          <p:cNvSpPr/>
          <p:nvPr/>
        </p:nvSpPr>
        <p:spPr>
          <a:xfrm>
            <a:off x="2438400" y="27323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42">
            <a:extLst>
              <a:ext uri="{FF2B5EF4-FFF2-40B4-BE49-F238E27FC236}">
                <a16:creationId xmlns:a16="http://schemas.microsoft.com/office/drawing/2014/main" id="{97B87644-6B68-4BD5-B414-D351F058A93B}"/>
              </a:ext>
            </a:extLst>
          </p:cNvPr>
          <p:cNvSpPr/>
          <p:nvPr/>
        </p:nvSpPr>
        <p:spPr>
          <a:xfrm>
            <a:off x="2438400" y="27323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43">
            <a:extLst>
              <a:ext uri="{FF2B5EF4-FFF2-40B4-BE49-F238E27FC236}">
                <a16:creationId xmlns:a16="http://schemas.microsoft.com/office/drawing/2014/main" id="{3FC9E69E-08B7-42D2-B54D-B94C6DD2F131}"/>
              </a:ext>
            </a:extLst>
          </p:cNvPr>
          <p:cNvSpPr/>
          <p:nvPr/>
        </p:nvSpPr>
        <p:spPr>
          <a:xfrm>
            <a:off x="2438400" y="2960956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44">
            <a:extLst>
              <a:ext uri="{FF2B5EF4-FFF2-40B4-BE49-F238E27FC236}">
                <a16:creationId xmlns:a16="http://schemas.microsoft.com/office/drawing/2014/main" id="{4DBA83E1-56DD-4653-B9E2-6424589630A2}"/>
              </a:ext>
            </a:extLst>
          </p:cNvPr>
          <p:cNvSpPr/>
          <p:nvPr/>
        </p:nvSpPr>
        <p:spPr>
          <a:xfrm>
            <a:off x="2438400" y="2960956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45">
            <a:extLst>
              <a:ext uri="{FF2B5EF4-FFF2-40B4-BE49-F238E27FC236}">
                <a16:creationId xmlns:a16="http://schemas.microsoft.com/office/drawing/2014/main" id="{42B9ABFB-BB1B-4EDC-81A8-5000A0B3EA1D}"/>
              </a:ext>
            </a:extLst>
          </p:cNvPr>
          <p:cNvSpPr/>
          <p:nvPr/>
        </p:nvSpPr>
        <p:spPr>
          <a:xfrm>
            <a:off x="2438400" y="31990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46">
            <a:extLst>
              <a:ext uri="{FF2B5EF4-FFF2-40B4-BE49-F238E27FC236}">
                <a16:creationId xmlns:a16="http://schemas.microsoft.com/office/drawing/2014/main" id="{CA7AD2E1-A499-4733-B1E1-D0DFD8255F27}"/>
              </a:ext>
            </a:extLst>
          </p:cNvPr>
          <p:cNvSpPr/>
          <p:nvPr/>
        </p:nvSpPr>
        <p:spPr>
          <a:xfrm>
            <a:off x="2438400" y="31990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47">
            <a:extLst>
              <a:ext uri="{FF2B5EF4-FFF2-40B4-BE49-F238E27FC236}">
                <a16:creationId xmlns:a16="http://schemas.microsoft.com/office/drawing/2014/main" id="{88F87A61-C52C-484E-8AC4-1827732B2BFC}"/>
              </a:ext>
            </a:extLst>
          </p:cNvPr>
          <p:cNvSpPr/>
          <p:nvPr/>
        </p:nvSpPr>
        <p:spPr>
          <a:xfrm>
            <a:off x="2438400" y="34276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48">
            <a:extLst>
              <a:ext uri="{FF2B5EF4-FFF2-40B4-BE49-F238E27FC236}">
                <a16:creationId xmlns:a16="http://schemas.microsoft.com/office/drawing/2014/main" id="{D32F0297-9399-4548-8E02-74ED3D03741D}"/>
              </a:ext>
            </a:extLst>
          </p:cNvPr>
          <p:cNvSpPr/>
          <p:nvPr/>
        </p:nvSpPr>
        <p:spPr>
          <a:xfrm>
            <a:off x="2438400" y="34276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49">
            <a:extLst>
              <a:ext uri="{FF2B5EF4-FFF2-40B4-BE49-F238E27FC236}">
                <a16:creationId xmlns:a16="http://schemas.microsoft.com/office/drawing/2014/main" id="{58552577-B88D-4890-B43D-14EB297C1B73}"/>
              </a:ext>
            </a:extLst>
          </p:cNvPr>
          <p:cNvSpPr/>
          <p:nvPr/>
        </p:nvSpPr>
        <p:spPr>
          <a:xfrm>
            <a:off x="2667000" y="18084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50">
            <a:extLst>
              <a:ext uri="{FF2B5EF4-FFF2-40B4-BE49-F238E27FC236}">
                <a16:creationId xmlns:a16="http://schemas.microsoft.com/office/drawing/2014/main" id="{928AF20A-7E70-4968-95C6-71378A760D29}"/>
              </a:ext>
            </a:extLst>
          </p:cNvPr>
          <p:cNvSpPr/>
          <p:nvPr/>
        </p:nvSpPr>
        <p:spPr>
          <a:xfrm>
            <a:off x="2667000" y="18084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51">
            <a:extLst>
              <a:ext uri="{FF2B5EF4-FFF2-40B4-BE49-F238E27FC236}">
                <a16:creationId xmlns:a16="http://schemas.microsoft.com/office/drawing/2014/main" id="{725B1172-AC15-4363-9B01-FF224796CAC6}"/>
              </a:ext>
            </a:extLst>
          </p:cNvPr>
          <p:cNvSpPr/>
          <p:nvPr/>
        </p:nvSpPr>
        <p:spPr>
          <a:xfrm>
            <a:off x="2667000" y="2037031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52">
            <a:extLst>
              <a:ext uri="{FF2B5EF4-FFF2-40B4-BE49-F238E27FC236}">
                <a16:creationId xmlns:a16="http://schemas.microsoft.com/office/drawing/2014/main" id="{BE5ED29D-7FEF-4261-B62A-014898DF97F4}"/>
              </a:ext>
            </a:extLst>
          </p:cNvPr>
          <p:cNvSpPr/>
          <p:nvPr/>
        </p:nvSpPr>
        <p:spPr>
          <a:xfrm>
            <a:off x="2667000" y="2037031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53">
            <a:extLst>
              <a:ext uri="{FF2B5EF4-FFF2-40B4-BE49-F238E27FC236}">
                <a16:creationId xmlns:a16="http://schemas.microsoft.com/office/drawing/2014/main" id="{E04AA12B-96F5-4EB6-81A7-F43D372CCCFE}"/>
              </a:ext>
            </a:extLst>
          </p:cNvPr>
          <p:cNvSpPr/>
          <p:nvPr/>
        </p:nvSpPr>
        <p:spPr>
          <a:xfrm>
            <a:off x="2667000" y="22751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54">
            <a:extLst>
              <a:ext uri="{FF2B5EF4-FFF2-40B4-BE49-F238E27FC236}">
                <a16:creationId xmlns:a16="http://schemas.microsoft.com/office/drawing/2014/main" id="{77501117-FA44-413F-9B6E-F22D8C8A26E0}"/>
              </a:ext>
            </a:extLst>
          </p:cNvPr>
          <p:cNvSpPr/>
          <p:nvPr/>
        </p:nvSpPr>
        <p:spPr>
          <a:xfrm>
            <a:off x="2667000" y="22751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55">
            <a:extLst>
              <a:ext uri="{FF2B5EF4-FFF2-40B4-BE49-F238E27FC236}">
                <a16:creationId xmlns:a16="http://schemas.microsoft.com/office/drawing/2014/main" id="{A52426DF-40AC-4240-B185-6397C5A15449}"/>
              </a:ext>
            </a:extLst>
          </p:cNvPr>
          <p:cNvSpPr/>
          <p:nvPr/>
        </p:nvSpPr>
        <p:spPr>
          <a:xfrm>
            <a:off x="2667000" y="25037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56">
            <a:extLst>
              <a:ext uri="{FF2B5EF4-FFF2-40B4-BE49-F238E27FC236}">
                <a16:creationId xmlns:a16="http://schemas.microsoft.com/office/drawing/2014/main" id="{181240CC-A01E-4971-9E26-878A19EF4C87}"/>
              </a:ext>
            </a:extLst>
          </p:cNvPr>
          <p:cNvSpPr/>
          <p:nvPr/>
        </p:nvSpPr>
        <p:spPr>
          <a:xfrm>
            <a:off x="2667000" y="25037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57">
            <a:extLst>
              <a:ext uri="{FF2B5EF4-FFF2-40B4-BE49-F238E27FC236}">
                <a16:creationId xmlns:a16="http://schemas.microsoft.com/office/drawing/2014/main" id="{D7137DD7-9661-4795-A17C-EFB6B113CF31}"/>
              </a:ext>
            </a:extLst>
          </p:cNvPr>
          <p:cNvSpPr/>
          <p:nvPr/>
        </p:nvSpPr>
        <p:spPr>
          <a:xfrm>
            <a:off x="2667000" y="27323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58">
            <a:extLst>
              <a:ext uri="{FF2B5EF4-FFF2-40B4-BE49-F238E27FC236}">
                <a16:creationId xmlns:a16="http://schemas.microsoft.com/office/drawing/2014/main" id="{E5A095F5-7E05-4927-AD7F-FBDBFDB0E8CD}"/>
              </a:ext>
            </a:extLst>
          </p:cNvPr>
          <p:cNvSpPr/>
          <p:nvPr/>
        </p:nvSpPr>
        <p:spPr>
          <a:xfrm>
            <a:off x="2667000" y="27323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59">
            <a:extLst>
              <a:ext uri="{FF2B5EF4-FFF2-40B4-BE49-F238E27FC236}">
                <a16:creationId xmlns:a16="http://schemas.microsoft.com/office/drawing/2014/main" id="{CD602AB2-6877-4BAB-A105-607293263FE8}"/>
              </a:ext>
            </a:extLst>
          </p:cNvPr>
          <p:cNvSpPr/>
          <p:nvPr/>
        </p:nvSpPr>
        <p:spPr>
          <a:xfrm>
            <a:off x="2667000" y="2960956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60">
            <a:extLst>
              <a:ext uri="{FF2B5EF4-FFF2-40B4-BE49-F238E27FC236}">
                <a16:creationId xmlns:a16="http://schemas.microsoft.com/office/drawing/2014/main" id="{3B18E60D-607B-46FB-A8D0-BB22DA4C0F5F}"/>
              </a:ext>
            </a:extLst>
          </p:cNvPr>
          <p:cNvSpPr/>
          <p:nvPr/>
        </p:nvSpPr>
        <p:spPr>
          <a:xfrm>
            <a:off x="2667000" y="2960956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61">
            <a:extLst>
              <a:ext uri="{FF2B5EF4-FFF2-40B4-BE49-F238E27FC236}">
                <a16:creationId xmlns:a16="http://schemas.microsoft.com/office/drawing/2014/main" id="{C14EC918-6D5C-44EF-AFAE-4D8B1708AA8B}"/>
              </a:ext>
            </a:extLst>
          </p:cNvPr>
          <p:cNvSpPr/>
          <p:nvPr/>
        </p:nvSpPr>
        <p:spPr>
          <a:xfrm>
            <a:off x="2667000" y="31990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62">
            <a:extLst>
              <a:ext uri="{FF2B5EF4-FFF2-40B4-BE49-F238E27FC236}">
                <a16:creationId xmlns:a16="http://schemas.microsoft.com/office/drawing/2014/main" id="{067F51C0-C491-484F-AF1D-B59C2D070480}"/>
              </a:ext>
            </a:extLst>
          </p:cNvPr>
          <p:cNvSpPr/>
          <p:nvPr/>
        </p:nvSpPr>
        <p:spPr>
          <a:xfrm>
            <a:off x="2667000" y="31990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63">
            <a:extLst>
              <a:ext uri="{FF2B5EF4-FFF2-40B4-BE49-F238E27FC236}">
                <a16:creationId xmlns:a16="http://schemas.microsoft.com/office/drawing/2014/main" id="{49609A7C-07A6-4E60-858F-DB224F3653B6}"/>
              </a:ext>
            </a:extLst>
          </p:cNvPr>
          <p:cNvSpPr/>
          <p:nvPr/>
        </p:nvSpPr>
        <p:spPr>
          <a:xfrm>
            <a:off x="2667000" y="34276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64">
            <a:extLst>
              <a:ext uri="{FF2B5EF4-FFF2-40B4-BE49-F238E27FC236}">
                <a16:creationId xmlns:a16="http://schemas.microsoft.com/office/drawing/2014/main" id="{DD00A795-E8D9-4333-8FBD-A05C04D996C0}"/>
              </a:ext>
            </a:extLst>
          </p:cNvPr>
          <p:cNvSpPr/>
          <p:nvPr/>
        </p:nvSpPr>
        <p:spPr>
          <a:xfrm>
            <a:off x="2667000" y="34276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65">
            <a:extLst>
              <a:ext uri="{FF2B5EF4-FFF2-40B4-BE49-F238E27FC236}">
                <a16:creationId xmlns:a16="http://schemas.microsoft.com/office/drawing/2014/main" id="{F324A308-48F6-44C3-AD6B-8EB26056744E}"/>
              </a:ext>
            </a:extLst>
          </p:cNvPr>
          <p:cNvSpPr/>
          <p:nvPr/>
        </p:nvSpPr>
        <p:spPr>
          <a:xfrm>
            <a:off x="2895600" y="18084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66">
            <a:extLst>
              <a:ext uri="{FF2B5EF4-FFF2-40B4-BE49-F238E27FC236}">
                <a16:creationId xmlns:a16="http://schemas.microsoft.com/office/drawing/2014/main" id="{460944C8-1BD6-47EE-BE39-B529A5CCB215}"/>
              </a:ext>
            </a:extLst>
          </p:cNvPr>
          <p:cNvSpPr/>
          <p:nvPr/>
        </p:nvSpPr>
        <p:spPr>
          <a:xfrm>
            <a:off x="2895600" y="18084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67">
            <a:extLst>
              <a:ext uri="{FF2B5EF4-FFF2-40B4-BE49-F238E27FC236}">
                <a16:creationId xmlns:a16="http://schemas.microsoft.com/office/drawing/2014/main" id="{2C5EB650-790D-4B2D-93EA-F95440CDFF11}"/>
              </a:ext>
            </a:extLst>
          </p:cNvPr>
          <p:cNvSpPr/>
          <p:nvPr/>
        </p:nvSpPr>
        <p:spPr>
          <a:xfrm>
            <a:off x="2895600" y="2037031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68">
            <a:extLst>
              <a:ext uri="{FF2B5EF4-FFF2-40B4-BE49-F238E27FC236}">
                <a16:creationId xmlns:a16="http://schemas.microsoft.com/office/drawing/2014/main" id="{6DAF318B-B7F9-4CB7-84B1-162E8665933D}"/>
              </a:ext>
            </a:extLst>
          </p:cNvPr>
          <p:cNvSpPr/>
          <p:nvPr/>
        </p:nvSpPr>
        <p:spPr>
          <a:xfrm>
            <a:off x="2895600" y="2037031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69">
            <a:extLst>
              <a:ext uri="{FF2B5EF4-FFF2-40B4-BE49-F238E27FC236}">
                <a16:creationId xmlns:a16="http://schemas.microsoft.com/office/drawing/2014/main" id="{5CC04E79-8442-43D2-99F1-35C42087752C}"/>
              </a:ext>
            </a:extLst>
          </p:cNvPr>
          <p:cNvSpPr/>
          <p:nvPr/>
        </p:nvSpPr>
        <p:spPr>
          <a:xfrm>
            <a:off x="2895600" y="22751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70">
            <a:extLst>
              <a:ext uri="{FF2B5EF4-FFF2-40B4-BE49-F238E27FC236}">
                <a16:creationId xmlns:a16="http://schemas.microsoft.com/office/drawing/2014/main" id="{DC1FB95E-E8E5-47E5-905C-29A3DF457179}"/>
              </a:ext>
            </a:extLst>
          </p:cNvPr>
          <p:cNvSpPr/>
          <p:nvPr/>
        </p:nvSpPr>
        <p:spPr>
          <a:xfrm>
            <a:off x="2895600" y="22751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71">
            <a:extLst>
              <a:ext uri="{FF2B5EF4-FFF2-40B4-BE49-F238E27FC236}">
                <a16:creationId xmlns:a16="http://schemas.microsoft.com/office/drawing/2014/main" id="{B7AB7F41-4703-41B0-BC1B-D3D8DE5D4D1B}"/>
              </a:ext>
            </a:extLst>
          </p:cNvPr>
          <p:cNvSpPr/>
          <p:nvPr/>
        </p:nvSpPr>
        <p:spPr>
          <a:xfrm>
            <a:off x="2895600" y="25037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72">
            <a:extLst>
              <a:ext uri="{FF2B5EF4-FFF2-40B4-BE49-F238E27FC236}">
                <a16:creationId xmlns:a16="http://schemas.microsoft.com/office/drawing/2014/main" id="{63E8EBC5-43FC-42E0-8872-C8AB2FE8C209}"/>
              </a:ext>
            </a:extLst>
          </p:cNvPr>
          <p:cNvSpPr/>
          <p:nvPr/>
        </p:nvSpPr>
        <p:spPr>
          <a:xfrm>
            <a:off x="2895600" y="25037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73">
            <a:extLst>
              <a:ext uri="{FF2B5EF4-FFF2-40B4-BE49-F238E27FC236}">
                <a16:creationId xmlns:a16="http://schemas.microsoft.com/office/drawing/2014/main" id="{029707EF-2B29-4C98-90FC-1D5DA0D1D8D2}"/>
              </a:ext>
            </a:extLst>
          </p:cNvPr>
          <p:cNvSpPr/>
          <p:nvPr/>
        </p:nvSpPr>
        <p:spPr>
          <a:xfrm>
            <a:off x="2895600" y="27323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74">
            <a:extLst>
              <a:ext uri="{FF2B5EF4-FFF2-40B4-BE49-F238E27FC236}">
                <a16:creationId xmlns:a16="http://schemas.microsoft.com/office/drawing/2014/main" id="{0053E352-51C5-4079-9D43-DD51A07DF3BA}"/>
              </a:ext>
            </a:extLst>
          </p:cNvPr>
          <p:cNvSpPr/>
          <p:nvPr/>
        </p:nvSpPr>
        <p:spPr>
          <a:xfrm>
            <a:off x="2895600" y="27323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75">
            <a:extLst>
              <a:ext uri="{FF2B5EF4-FFF2-40B4-BE49-F238E27FC236}">
                <a16:creationId xmlns:a16="http://schemas.microsoft.com/office/drawing/2014/main" id="{A45A52E2-BE84-4E3E-A848-D04844044DB3}"/>
              </a:ext>
            </a:extLst>
          </p:cNvPr>
          <p:cNvSpPr/>
          <p:nvPr/>
        </p:nvSpPr>
        <p:spPr>
          <a:xfrm>
            <a:off x="2895600" y="2960956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76">
            <a:extLst>
              <a:ext uri="{FF2B5EF4-FFF2-40B4-BE49-F238E27FC236}">
                <a16:creationId xmlns:a16="http://schemas.microsoft.com/office/drawing/2014/main" id="{E2E94EB4-23F9-4BB3-B6E0-A60BD75558A3}"/>
              </a:ext>
            </a:extLst>
          </p:cNvPr>
          <p:cNvSpPr/>
          <p:nvPr/>
        </p:nvSpPr>
        <p:spPr>
          <a:xfrm>
            <a:off x="2895600" y="2960956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77">
            <a:extLst>
              <a:ext uri="{FF2B5EF4-FFF2-40B4-BE49-F238E27FC236}">
                <a16:creationId xmlns:a16="http://schemas.microsoft.com/office/drawing/2014/main" id="{995C352D-1855-4299-8AD9-47993B87A29B}"/>
              </a:ext>
            </a:extLst>
          </p:cNvPr>
          <p:cNvSpPr/>
          <p:nvPr/>
        </p:nvSpPr>
        <p:spPr>
          <a:xfrm>
            <a:off x="2895600" y="31990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78">
            <a:extLst>
              <a:ext uri="{FF2B5EF4-FFF2-40B4-BE49-F238E27FC236}">
                <a16:creationId xmlns:a16="http://schemas.microsoft.com/office/drawing/2014/main" id="{D9F5270E-1C31-44C3-95C4-49E9B1D3BCEE}"/>
              </a:ext>
            </a:extLst>
          </p:cNvPr>
          <p:cNvSpPr/>
          <p:nvPr/>
        </p:nvSpPr>
        <p:spPr>
          <a:xfrm>
            <a:off x="2895600" y="31990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79">
            <a:extLst>
              <a:ext uri="{FF2B5EF4-FFF2-40B4-BE49-F238E27FC236}">
                <a16:creationId xmlns:a16="http://schemas.microsoft.com/office/drawing/2014/main" id="{7F66809A-CD33-4BF7-ACAD-49021513E13F}"/>
              </a:ext>
            </a:extLst>
          </p:cNvPr>
          <p:cNvSpPr/>
          <p:nvPr/>
        </p:nvSpPr>
        <p:spPr>
          <a:xfrm>
            <a:off x="2895600" y="34276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80">
            <a:extLst>
              <a:ext uri="{FF2B5EF4-FFF2-40B4-BE49-F238E27FC236}">
                <a16:creationId xmlns:a16="http://schemas.microsoft.com/office/drawing/2014/main" id="{DA9AD8F3-2297-4470-9CEA-73FD1D5A2160}"/>
              </a:ext>
            </a:extLst>
          </p:cNvPr>
          <p:cNvSpPr/>
          <p:nvPr/>
        </p:nvSpPr>
        <p:spPr>
          <a:xfrm>
            <a:off x="2895600" y="34276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81">
            <a:extLst>
              <a:ext uri="{FF2B5EF4-FFF2-40B4-BE49-F238E27FC236}">
                <a16:creationId xmlns:a16="http://schemas.microsoft.com/office/drawing/2014/main" id="{B9CBF1A7-AD44-4508-90D7-79EA18EB0E73}"/>
              </a:ext>
            </a:extLst>
          </p:cNvPr>
          <p:cNvSpPr/>
          <p:nvPr/>
        </p:nvSpPr>
        <p:spPr>
          <a:xfrm>
            <a:off x="3124200" y="1808431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82">
            <a:extLst>
              <a:ext uri="{FF2B5EF4-FFF2-40B4-BE49-F238E27FC236}">
                <a16:creationId xmlns:a16="http://schemas.microsoft.com/office/drawing/2014/main" id="{1F772E51-B0F4-4435-B994-B20A3FCEA2CA}"/>
              </a:ext>
            </a:extLst>
          </p:cNvPr>
          <p:cNvSpPr/>
          <p:nvPr/>
        </p:nvSpPr>
        <p:spPr>
          <a:xfrm>
            <a:off x="3124200" y="1808431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83">
            <a:extLst>
              <a:ext uri="{FF2B5EF4-FFF2-40B4-BE49-F238E27FC236}">
                <a16:creationId xmlns:a16="http://schemas.microsoft.com/office/drawing/2014/main" id="{24C9C642-5947-40F6-8D23-4C6C2A89762C}"/>
              </a:ext>
            </a:extLst>
          </p:cNvPr>
          <p:cNvSpPr/>
          <p:nvPr/>
        </p:nvSpPr>
        <p:spPr>
          <a:xfrm>
            <a:off x="3124200" y="2037031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38125" y="0"/>
                </a:moveTo>
                <a:lnTo>
                  <a:pt x="0" y="0"/>
                </a:lnTo>
                <a:lnTo>
                  <a:pt x="0" y="238125"/>
                </a:lnTo>
                <a:lnTo>
                  <a:pt x="238125" y="238125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84">
            <a:extLst>
              <a:ext uri="{FF2B5EF4-FFF2-40B4-BE49-F238E27FC236}">
                <a16:creationId xmlns:a16="http://schemas.microsoft.com/office/drawing/2014/main" id="{55C657C1-9522-432C-9154-7487BCB7946F}"/>
              </a:ext>
            </a:extLst>
          </p:cNvPr>
          <p:cNvSpPr/>
          <p:nvPr/>
        </p:nvSpPr>
        <p:spPr>
          <a:xfrm>
            <a:off x="3124200" y="2037031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0" y="238125"/>
                </a:moveTo>
                <a:lnTo>
                  <a:pt x="238125" y="238125"/>
                </a:lnTo>
                <a:lnTo>
                  <a:pt x="238125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85">
            <a:extLst>
              <a:ext uri="{FF2B5EF4-FFF2-40B4-BE49-F238E27FC236}">
                <a16:creationId xmlns:a16="http://schemas.microsoft.com/office/drawing/2014/main" id="{ED517EED-DAEB-4F5B-92E7-F9C0E6CB5C2F}"/>
              </a:ext>
            </a:extLst>
          </p:cNvPr>
          <p:cNvSpPr/>
          <p:nvPr/>
        </p:nvSpPr>
        <p:spPr>
          <a:xfrm>
            <a:off x="3124200" y="2275156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86">
            <a:extLst>
              <a:ext uri="{FF2B5EF4-FFF2-40B4-BE49-F238E27FC236}">
                <a16:creationId xmlns:a16="http://schemas.microsoft.com/office/drawing/2014/main" id="{AEF0935C-64D5-45AE-8633-8E18052B3E4E}"/>
              </a:ext>
            </a:extLst>
          </p:cNvPr>
          <p:cNvSpPr/>
          <p:nvPr/>
        </p:nvSpPr>
        <p:spPr>
          <a:xfrm>
            <a:off x="3124200" y="2275156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87">
            <a:extLst>
              <a:ext uri="{FF2B5EF4-FFF2-40B4-BE49-F238E27FC236}">
                <a16:creationId xmlns:a16="http://schemas.microsoft.com/office/drawing/2014/main" id="{54529851-3A54-4E6D-A8A9-E87C59C91DC7}"/>
              </a:ext>
            </a:extLst>
          </p:cNvPr>
          <p:cNvSpPr/>
          <p:nvPr/>
        </p:nvSpPr>
        <p:spPr>
          <a:xfrm>
            <a:off x="3124200" y="2503756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88">
            <a:extLst>
              <a:ext uri="{FF2B5EF4-FFF2-40B4-BE49-F238E27FC236}">
                <a16:creationId xmlns:a16="http://schemas.microsoft.com/office/drawing/2014/main" id="{6BEEF34C-84C6-4A60-AEF0-28D73FD6093B}"/>
              </a:ext>
            </a:extLst>
          </p:cNvPr>
          <p:cNvSpPr/>
          <p:nvPr/>
        </p:nvSpPr>
        <p:spPr>
          <a:xfrm>
            <a:off x="3124200" y="2503756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89">
            <a:extLst>
              <a:ext uri="{FF2B5EF4-FFF2-40B4-BE49-F238E27FC236}">
                <a16:creationId xmlns:a16="http://schemas.microsoft.com/office/drawing/2014/main" id="{FBE09EE0-FAF4-47D5-8F2C-52690EAF2195}"/>
              </a:ext>
            </a:extLst>
          </p:cNvPr>
          <p:cNvSpPr/>
          <p:nvPr/>
        </p:nvSpPr>
        <p:spPr>
          <a:xfrm>
            <a:off x="3124200" y="2732356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90">
            <a:extLst>
              <a:ext uri="{FF2B5EF4-FFF2-40B4-BE49-F238E27FC236}">
                <a16:creationId xmlns:a16="http://schemas.microsoft.com/office/drawing/2014/main" id="{215BA462-A1A0-4BDC-828B-28EAF2CB26FE}"/>
              </a:ext>
            </a:extLst>
          </p:cNvPr>
          <p:cNvSpPr/>
          <p:nvPr/>
        </p:nvSpPr>
        <p:spPr>
          <a:xfrm>
            <a:off x="3124200" y="2732356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91">
            <a:extLst>
              <a:ext uri="{FF2B5EF4-FFF2-40B4-BE49-F238E27FC236}">
                <a16:creationId xmlns:a16="http://schemas.microsoft.com/office/drawing/2014/main" id="{E6FC31DA-3C57-4E94-891C-9825B61C13D1}"/>
              </a:ext>
            </a:extLst>
          </p:cNvPr>
          <p:cNvSpPr/>
          <p:nvPr/>
        </p:nvSpPr>
        <p:spPr>
          <a:xfrm>
            <a:off x="3124200" y="2960956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38125" y="0"/>
                </a:moveTo>
                <a:lnTo>
                  <a:pt x="0" y="0"/>
                </a:lnTo>
                <a:lnTo>
                  <a:pt x="0" y="238125"/>
                </a:lnTo>
                <a:lnTo>
                  <a:pt x="238125" y="238125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92">
            <a:extLst>
              <a:ext uri="{FF2B5EF4-FFF2-40B4-BE49-F238E27FC236}">
                <a16:creationId xmlns:a16="http://schemas.microsoft.com/office/drawing/2014/main" id="{E73A2FA1-7E17-4652-92C1-30932AF2F107}"/>
              </a:ext>
            </a:extLst>
          </p:cNvPr>
          <p:cNvSpPr/>
          <p:nvPr/>
        </p:nvSpPr>
        <p:spPr>
          <a:xfrm>
            <a:off x="3124200" y="2960956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0" y="238125"/>
                </a:moveTo>
                <a:lnTo>
                  <a:pt x="238125" y="238125"/>
                </a:lnTo>
                <a:lnTo>
                  <a:pt x="238125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93">
            <a:extLst>
              <a:ext uri="{FF2B5EF4-FFF2-40B4-BE49-F238E27FC236}">
                <a16:creationId xmlns:a16="http://schemas.microsoft.com/office/drawing/2014/main" id="{266F2E72-5139-4B7F-AA7F-1E8D7FE21D92}"/>
              </a:ext>
            </a:extLst>
          </p:cNvPr>
          <p:cNvSpPr/>
          <p:nvPr/>
        </p:nvSpPr>
        <p:spPr>
          <a:xfrm>
            <a:off x="3124200" y="3199081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94">
            <a:extLst>
              <a:ext uri="{FF2B5EF4-FFF2-40B4-BE49-F238E27FC236}">
                <a16:creationId xmlns:a16="http://schemas.microsoft.com/office/drawing/2014/main" id="{B8DB92F4-B368-4F7C-BCBF-6EBA968F8A86}"/>
              </a:ext>
            </a:extLst>
          </p:cNvPr>
          <p:cNvSpPr/>
          <p:nvPr/>
        </p:nvSpPr>
        <p:spPr>
          <a:xfrm>
            <a:off x="3124200" y="3199081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95">
            <a:extLst>
              <a:ext uri="{FF2B5EF4-FFF2-40B4-BE49-F238E27FC236}">
                <a16:creationId xmlns:a16="http://schemas.microsoft.com/office/drawing/2014/main" id="{DB6F819B-56BE-41A5-A3AC-A0E03F266ED9}"/>
              </a:ext>
            </a:extLst>
          </p:cNvPr>
          <p:cNvSpPr/>
          <p:nvPr/>
        </p:nvSpPr>
        <p:spPr>
          <a:xfrm>
            <a:off x="3124200" y="3427681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96">
            <a:extLst>
              <a:ext uri="{FF2B5EF4-FFF2-40B4-BE49-F238E27FC236}">
                <a16:creationId xmlns:a16="http://schemas.microsoft.com/office/drawing/2014/main" id="{ECC92197-9B5B-4EDB-ABA9-54E2B7F95917}"/>
              </a:ext>
            </a:extLst>
          </p:cNvPr>
          <p:cNvSpPr/>
          <p:nvPr/>
        </p:nvSpPr>
        <p:spPr>
          <a:xfrm>
            <a:off x="3124200" y="3427681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97">
            <a:extLst>
              <a:ext uri="{FF2B5EF4-FFF2-40B4-BE49-F238E27FC236}">
                <a16:creationId xmlns:a16="http://schemas.microsoft.com/office/drawing/2014/main" id="{CE4D4EF9-341A-46A5-AF0B-500982FC28E1}"/>
              </a:ext>
            </a:extLst>
          </p:cNvPr>
          <p:cNvSpPr/>
          <p:nvPr/>
        </p:nvSpPr>
        <p:spPr>
          <a:xfrm>
            <a:off x="3362325" y="18084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98">
            <a:extLst>
              <a:ext uri="{FF2B5EF4-FFF2-40B4-BE49-F238E27FC236}">
                <a16:creationId xmlns:a16="http://schemas.microsoft.com/office/drawing/2014/main" id="{D36DA964-82D6-4C7A-A571-8E3C43857DCB}"/>
              </a:ext>
            </a:extLst>
          </p:cNvPr>
          <p:cNvSpPr/>
          <p:nvPr/>
        </p:nvSpPr>
        <p:spPr>
          <a:xfrm>
            <a:off x="3362325" y="18084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99">
            <a:extLst>
              <a:ext uri="{FF2B5EF4-FFF2-40B4-BE49-F238E27FC236}">
                <a16:creationId xmlns:a16="http://schemas.microsoft.com/office/drawing/2014/main" id="{193AA72A-51F6-41F0-A495-44EB5FE10B93}"/>
              </a:ext>
            </a:extLst>
          </p:cNvPr>
          <p:cNvSpPr/>
          <p:nvPr/>
        </p:nvSpPr>
        <p:spPr>
          <a:xfrm>
            <a:off x="3362325" y="2037031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100">
            <a:extLst>
              <a:ext uri="{FF2B5EF4-FFF2-40B4-BE49-F238E27FC236}">
                <a16:creationId xmlns:a16="http://schemas.microsoft.com/office/drawing/2014/main" id="{2211BEE4-A16C-4C99-AE28-5F62ACC6A296}"/>
              </a:ext>
            </a:extLst>
          </p:cNvPr>
          <p:cNvSpPr/>
          <p:nvPr/>
        </p:nvSpPr>
        <p:spPr>
          <a:xfrm>
            <a:off x="3362325" y="2037031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101">
            <a:extLst>
              <a:ext uri="{FF2B5EF4-FFF2-40B4-BE49-F238E27FC236}">
                <a16:creationId xmlns:a16="http://schemas.microsoft.com/office/drawing/2014/main" id="{BF50E66D-080A-4EDB-99ED-8F9981793853}"/>
              </a:ext>
            </a:extLst>
          </p:cNvPr>
          <p:cNvSpPr/>
          <p:nvPr/>
        </p:nvSpPr>
        <p:spPr>
          <a:xfrm>
            <a:off x="3362325" y="22751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102">
            <a:extLst>
              <a:ext uri="{FF2B5EF4-FFF2-40B4-BE49-F238E27FC236}">
                <a16:creationId xmlns:a16="http://schemas.microsoft.com/office/drawing/2014/main" id="{54909346-D617-42B5-8572-EDF4A2E7D871}"/>
              </a:ext>
            </a:extLst>
          </p:cNvPr>
          <p:cNvSpPr/>
          <p:nvPr/>
        </p:nvSpPr>
        <p:spPr>
          <a:xfrm>
            <a:off x="3362325" y="22751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103">
            <a:extLst>
              <a:ext uri="{FF2B5EF4-FFF2-40B4-BE49-F238E27FC236}">
                <a16:creationId xmlns:a16="http://schemas.microsoft.com/office/drawing/2014/main" id="{62088198-DA9F-476B-8910-F65A2E137313}"/>
              </a:ext>
            </a:extLst>
          </p:cNvPr>
          <p:cNvSpPr/>
          <p:nvPr/>
        </p:nvSpPr>
        <p:spPr>
          <a:xfrm>
            <a:off x="3362325" y="25037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104">
            <a:extLst>
              <a:ext uri="{FF2B5EF4-FFF2-40B4-BE49-F238E27FC236}">
                <a16:creationId xmlns:a16="http://schemas.microsoft.com/office/drawing/2014/main" id="{BF840157-0E6B-4D6D-BBEA-92922053F398}"/>
              </a:ext>
            </a:extLst>
          </p:cNvPr>
          <p:cNvSpPr/>
          <p:nvPr/>
        </p:nvSpPr>
        <p:spPr>
          <a:xfrm>
            <a:off x="3362325" y="25037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105">
            <a:extLst>
              <a:ext uri="{FF2B5EF4-FFF2-40B4-BE49-F238E27FC236}">
                <a16:creationId xmlns:a16="http://schemas.microsoft.com/office/drawing/2014/main" id="{9B946AFD-902B-4209-B7BF-5129BBBEE154}"/>
              </a:ext>
            </a:extLst>
          </p:cNvPr>
          <p:cNvSpPr/>
          <p:nvPr/>
        </p:nvSpPr>
        <p:spPr>
          <a:xfrm>
            <a:off x="3362325" y="27323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106">
            <a:extLst>
              <a:ext uri="{FF2B5EF4-FFF2-40B4-BE49-F238E27FC236}">
                <a16:creationId xmlns:a16="http://schemas.microsoft.com/office/drawing/2014/main" id="{38356084-2E8D-43EA-9B82-7FD279247216}"/>
              </a:ext>
            </a:extLst>
          </p:cNvPr>
          <p:cNvSpPr/>
          <p:nvPr/>
        </p:nvSpPr>
        <p:spPr>
          <a:xfrm>
            <a:off x="3362325" y="27323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107">
            <a:extLst>
              <a:ext uri="{FF2B5EF4-FFF2-40B4-BE49-F238E27FC236}">
                <a16:creationId xmlns:a16="http://schemas.microsoft.com/office/drawing/2014/main" id="{81CA6EC4-C4E2-410C-B372-D816F99E022D}"/>
              </a:ext>
            </a:extLst>
          </p:cNvPr>
          <p:cNvSpPr/>
          <p:nvPr/>
        </p:nvSpPr>
        <p:spPr>
          <a:xfrm>
            <a:off x="3362325" y="2960956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108">
            <a:extLst>
              <a:ext uri="{FF2B5EF4-FFF2-40B4-BE49-F238E27FC236}">
                <a16:creationId xmlns:a16="http://schemas.microsoft.com/office/drawing/2014/main" id="{A8FB500F-FA44-4499-9EE7-27B0E9D66794}"/>
              </a:ext>
            </a:extLst>
          </p:cNvPr>
          <p:cNvSpPr/>
          <p:nvPr/>
        </p:nvSpPr>
        <p:spPr>
          <a:xfrm>
            <a:off x="3362325" y="2960956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109">
            <a:extLst>
              <a:ext uri="{FF2B5EF4-FFF2-40B4-BE49-F238E27FC236}">
                <a16:creationId xmlns:a16="http://schemas.microsoft.com/office/drawing/2014/main" id="{CEEE3BA7-A97F-4E61-B775-1F6DAA8EF96D}"/>
              </a:ext>
            </a:extLst>
          </p:cNvPr>
          <p:cNvSpPr/>
          <p:nvPr/>
        </p:nvSpPr>
        <p:spPr>
          <a:xfrm>
            <a:off x="3362325" y="31990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10">
            <a:extLst>
              <a:ext uri="{FF2B5EF4-FFF2-40B4-BE49-F238E27FC236}">
                <a16:creationId xmlns:a16="http://schemas.microsoft.com/office/drawing/2014/main" id="{91B3AE14-CD70-4451-BD41-7E4033B4B5BC}"/>
              </a:ext>
            </a:extLst>
          </p:cNvPr>
          <p:cNvSpPr/>
          <p:nvPr/>
        </p:nvSpPr>
        <p:spPr>
          <a:xfrm>
            <a:off x="3362325" y="31990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11">
            <a:extLst>
              <a:ext uri="{FF2B5EF4-FFF2-40B4-BE49-F238E27FC236}">
                <a16:creationId xmlns:a16="http://schemas.microsoft.com/office/drawing/2014/main" id="{F5038A9C-E762-45B4-87CC-31AB8F763F6A}"/>
              </a:ext>
            </a:extLst>
          </p:cNvPr>
          <p:cNvSpPr/>
          <p:nvPr/>
        </p:nvSpPr>
        <p:spPr>
          <a:xfrm>
            <a:off x="3362325" y="34276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12">
            <a:extLst>
              <a:ext uri="{FF2B5EF4-FFF2-40B4-BE49-F238E27FC236}">
                <a16:creationId xmlns:a16="http://schemas.microsoft.com/office/drawing/2014/main" id="{584FF3F2-06DE-4CAC-9F75-CBA176F86FFD}"/>
              </a:ext>
            </a:extLst>
          </p:cNvPr>
          <p:cNvSpPr/>
          <p:nvPr/>
        </p:nvSpPr>
        <p:spPr>
          <a:xfrm>
            <a:off x="3362325" y="34276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13">
            <a:extLst>
              <a:ext uri="{FF2B5EF4-FFF2-40B4-BE49-F238E27FC236}">
                <a16:creationId xmlns:a16="http://schemas.microsoft.com/office/drawing/2014/main" id="{96BD4023-2684-490B-927A-075BCFCF93C2}"/>
              </a:ext>
            </a:extLst>
          </p:cNvPr>
          <p:cNvSpPr/>
          <p:nvPr/>
        </p:nvSpPr>
        <p:spPr>
          <a:xfrm>
            <a:off x="3590925" y="18084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14">
            <a:extLst>
              <a:ext uri="{FF2B5EF4-FFF2-40B4-BE49-F238E27FC236}">
                <a16:creationId xmlns:a16="http://schemas.microsoft.com/office/drawing/2014/main" id="{46BA4C7C-07AE-4D8F-8E8F-EB6A1B73A5EE}"/>
              </a:ext>
            </a:extLst>
          </p:cNvPr>
          <p:cNvSpPr/>
          <p:nvPr/>
        </p:nvSpPr>
        <p:spPr>
          <a:xfrm>
            <a:off x="3590925" y="18084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15">
            <a:extLst>
              <a:ext uri="{FF2B5EF4-FFF2-40B4-BE49-F238E27FC236}">
                <a16:creationId xmlns:a16="http://schemas.microsoft.com/office/drawing/2014/main" id="{91ACF05E-133B-4CDB-884D-83C8E108D051}"/>
              </a:ext>
            </a:extLst>
          </p:cNvPr>
          <p:cNvSpPr/>
          <p:nvPr/>
        </p:nvSpPr>
        <p:spPr>
          <a:xfrm>
            <a:off x="3590925" y="2037031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16">
            <a:extLst>
              <a:ext uri="{FF2B5EF4-FFF2-40B4-BE49-F238E27FC236}">
                <a16:creationId xmlns:a16="http://schemas.microsoft.com/office/drawing/2014/main" id="{4B42E276-3E97-4B8F-98D7-A85EA11DB24E}"/>
              </a:ext>
            </a:extLst>
          </p:cNvPr>
          <p:cNvSpPr/>
          <p:nvPr/>
        </p:nvSpPr>
        <p:spPr>
          <a:xfrm>
            <a:off x="3590925" y="2037031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17">
            <a:extLst>
              <a:ext uri="{FF2B5EF4-FFF2-40B4-BE49-F238E27FC236}">
                <a16:creationId xmlns:a16="http://schemas.microsoft.com/office/drawing/2014/main" id="{3685C78C-66C6-4509-8B36-82541801C13F}"/>
              </a:ext>
            </a:extLst>
          </p:cNvPr>
          <p:cNvSpPr/>
          <p:nvPr/>
        </p:nvSpPr>
        <p:spPr>
          <a:xfrm>
            <a:off x="3590925" y="22751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18">
            <a:extLst>
              <a:ext uri="{FF2B5EF4-FFF2-40B4-BE49-F238E27FC236}">
                <a16:creationId xmlns:a16="http://schemas.microsoft.com/office/drawing/2014/main" id="{9D3E9E2A-0041-4F46-B4BD-EB9B99A4F535}"/>
              </a:ext>
            </a:extLst>
          </p:cNvPr>
          <p:cNvSpPr/>
          <p:nvPr/>
        </p:nvSpPr>
        <p:spPr>
          <a:xfrm>
            <a:off x="3590925" y="22751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19">
            <a:extLst>
              <a:ext uri="{FF2B5EF4-FFF2-40B4-BE49-F238E27FC236}">
                <a16:creationId xmlns:a16="http://schemas.microsoft.com/office/drawing/2014/main" id="{D2C89844-F015-4FA7-A5E8-D35A60D34CF8}"/>
              </a:ext>
            </a:extLst>
          </p:cNvPr>
          <p:cNvSpPr/>
          <p:nvPr/>
        </p:nvSpPr>
        <p:spPr>
          <a:xfrm>
            <a:off x="3590925" y="25037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20">
            <a:extLst>
              <a:ext uri="{FF2B5EF4-FFF2-40B4-BE49-F238E27FC236}">
                <a16:creationId xmlns:a16="http://schemas.microsoft.com/office/drawing/2014/main" id="{C7CC1798-C83B-4B6A-85C4-51E29F2DFCB0}"/>
              </a:ext>
            </a:extLst>
          </p:cNvPr>
          <p:cNvSpPr/>
          <p:nvPr/>
        </p:nvSpPr>
        <p:spPr>
          <a:xfrm>
            <a:off x="3590925" y="25037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21">
            <a:extLst>
              <a:ext uri="{FF2B5EF4-FFF2-40B4-BE49-F238E27FC236}">
                <a16:creationId xmlns:a16="http://schemas.microsoft.com/office/drawing/2014/main" id="{CEC34B7E-21A7-49EF-9BFA-A7A81D417231}"/>
              </a:ext>
            </a:extLst>
          </p:cNvPr>
          <p:cNvSpPr/>
          <p:nvPr/>
        </p:nvSpPr>
        <p:spPr>
          <a:xfrm>
            <a:off x="3590925" y="27323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22">
            <a:extLst>
              <a:ext uri="{FF2B5EF4-FFF2-40B4-BE49-F238E27FC236}">
                <a16:creationId xmlns:a16="http://schemas.microsoft.com/office/drawing/2014/main" id="{2743482B-524D-4115-BF65-2D59CB2EC172}"/>
              </a:ext>
            </a:extLst>
          </p:cNvPr>
          <p:cNvSpPr/>
          <p:nvPr/>
        </p:nvSpPr>
        <p:spPr>
          <a:xfrm>
            <a:off x="3590925" y="27323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23">
            <a:extLst>
              <a:ext uri="{FF2B5EF4-FFF2-40B4-BE49-F238E27FC236}">
                <a16:creationId xmlns:a16="http://schemas.microsoft.com/office/drawing/2014/main" id="{8C16C6E4-B77A-4549-8316-FDF552CD6401}"/>
              </a:ext>
            </a:extLst>
          </p:cNvPr>
          <p:cNvSpPr/>
          <p:nvPr/>
        </p:nvSpPr>
        <p:spPr>
          <a:xfrm>
            <a:off x="3590925" y="2960956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24">
            <a:extLst>
              <a:ext uri="{FF2B5EF4-FFF2-40B4-BE49-F238E27FC236}">
                <a16:creationId xmlns:a16="http://schemas.microsoft.com/office/drawing/2014/main" id="{70DF9D26-9562-4D54-97A7-AFB14F8B49B0}"/>
              </a:ext>
            </a:extLst>
          </p:cNvPr>
          <p:cNvSpPr/>
          <p:nvPr/>
        </p:nvSpPr>
        <p:spPr>
          <a:xfrm>
            <a:off x="3590925" y="2960956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25">
            <a:extLst>
              <a:ext uri="{FF2B5EF4-FFF2-40B4-BE49-F238E27FC236}">
                <a16:creationId xmlns:a16="http://schemas.microsoft.com/office/drawing/2014/main" id="{67EA865B-EA3B-4A03-B014-C363CFE32D07}"/>
              </a:ext>
            </a:extLst>
          </p:cNvPr>
          <p:cNvSpPr/>
          <p:nvPr/>
        </p:nvSpPr>
        <p:spPr>
          <a:xfrm>
            <a:off x="3590925" y="31990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26">
            <a:extLst>
              <a:ext uri="{FF2B5EF4-FFF2-40B4-BE49-F238E27FC236}">
                <a16:creationId xmlns:a16="http://schemas.microsoft.com/office/drawing/2014/main" id="{D1D097F6-3169-48EC-8B4E-37DB2DDB655C}"/>
              </a:ext>
            </a:extLst>
          </p:cNvPr>
          <p:cNvSpPr/>
          <p:nvPr/>
        </p:nvSpPr>
        <p:spPr>
          <a:xfrm>
            <a:off x="3590925" y="31990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27">
            <a:extLst>
              <a:ext uri="{FF2B5EF4-FFF2-40B4-BE49-F238E27FC236}">
                <a16:creationId xmlns:a16="http://schemas.microsoft.com/office/drawing/2014/main" id="{DEC50888-2BFB-4A17-A7A1-DD49B7EF6460}"/>
              </a:ext>
            </a:extLst>
          </p:cNvPr>
          <p:cNvSpPr/>
          <p:nvPr/>
        </p:nvSpPr>
        <p:spPr>
          <a:xfrm>
            <a:off x="3590925" y="34276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28">
            <a:extLst>
              <a:ext uri="{FF2B5EF4-FFF2-40B4-BE49-F238E27FC236}">
                <a16:creationId xmlns:a16="http://schemas.microsoft.com/office/drawing/2014/main" id="{E953D402-009D-4043-A4D8-29BA51AC00E8}"/>
              </a:ext>
            </a:extLst>
          </p:cNvPr>
          <p:cNvSpPr/>
          <p:nvPr/>
        </p:nvSpPr>
        <p:spPr>
          <a:xfrm>
            <a:off x="3590925" y="34276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29">
            <a:extLst>
              <a:ext uri="{FF2B5EF4-FFF2-40B4-BE49-F238E27FC236}">
                <a16:creationId xmlns:a16="http://schemas.microsoft.com/office/drawing/2014/main" id="{F34F3823-0216-41C6-9E35-FC5B26954EA6}"/>
              </a:ext>
            </a:extLst>
          </p:cNvPr>
          <p:cNvSpPr/>
          <p:nvPr/>
        </p:nvSpPr>
        <p:spPr>
          <a:xfrm>
            <a:off x="3819525" y="18084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30">
            <a:extLst>
              <a:ext uri="{FF2B5EF4-FFF2-40B4-BE49-F238E27FC236}">
                <a16:creationId xmlns:a16="http://schemas.microsoft.com/office/drawing/2014/main" id="{89C97B84-0063-446A-9CB9-97F6504F140E}"/>
              </a:ext>
            </a:extLst>
          </p:cNvPr>
          <p:cNvSpPr/>
          <p:nvPr/>
        </p:nvSpPr>
        <p:spPr>
          <a:xfrm>
            <a:off x="3819525" y="18084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31">
            <a:extLst>
              <a:ext uri="{FF2B5EF4-FFF2-40B4-BE49-F238E27FC236}">
                <a16:creationId xmlns:a16="http://schemas.microsoft.com/office/drawing/2014/main" id="{1B6A0AF9-1DD2-4E18-AF6F-F616F61E566F}"/>
              </a:ext>
            </a:extLst>
          </p:cNvPr>
          <p:cNvSpPr/>
          <p:nvPr/>
        </p:nvSpPr>
        <p:spPr>
          <a:xfrm>
            <a:off x="3819525" y="2037031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32">
            <a:extLst>
              <a:ext uri="{FF2B5EF4-FFF2-40B4-BE49-F238E27FC236}">
                <a16:creationId xmlns:a16="http://schemas.microsoft.com/office/drawing/2014/main" id="{7B9E6A02-4947-45F7-AA6A-7492D032DF53}"/>
              </a:ext>
            </a:extLst>
          </p:cNvPr>
          <p:cNvSpPr/>
          <p:nvPr/>
        </p:nvSpPr>
        <p:spPr>
          <a:xfrm>
            <a:off x="3819525" y="2037031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33">
            <a:extLst>
              <a:ext uri="{FF2B5EF4-FFF2-40B4-BE49-F238E27FC236}">
                <a16:creationId xmlns:a16="http://schemas.microsoft.com/office/drawing/2014/main" id="{192D3009-B1AF-4DD0-925A-64EDC4A738C3}"/>
              </a:ext>
            </a:extLst>
          </p:cNvPr>
          <p:cNvSpPr/>
          <p:nvPr/>
        </p:nvSpPr>
        <p:spPr>
          <a:xfrm>
            <a:off x="3819525" y="22751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34">
            <a:extLst>
              <a:ext uri="{FF2B5EF4-FFF2-40B4-BE49-F238E27FC236}">
                <a16:creationId xmlns:a16="http://schemas.microsoft.com/office/drawing/2014/main" id="{590BBADF-4D04-4372-8B08-B45C76D10A97}"/>
              </a:ext>
            </a:extLst>
          </p:cNvPr>
          <p:cNvSpPr/>
          <p:nvPr/>
        </p:nvSpPr>
        <p:spPr>
          <a:xfrm>
            <a:off x="3819525" y="22751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35">
            <a:extLst>
              <a:ext uri="{FF2B5EF4-FFF2-40B4-BE49-F238E27FC236}">
                <a16:creationId xmlns:a16="http://schemas.microsoft.com/office/drawing/2014/main" id="{F2A3C537-D028-452D-AA8D-E4533FA6C502}"/>
              </a:ext>
            </a:extLst>
          </p:cNvPr>
          <p:cNvSpPr/>
          <p:nvPr/>
        </p:nvSpPr>
        <p:spPr>
          <a:xfrm>
            <a:off x="3819525" y="25037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36">
            <a:extLst>
              <a:ext uri="{FF2B5EF4-FFF2-40B4-BE49-F238E27FC236}">
                <a16:creationId xmlns:a16="http://schemas.microsoft.com/office/drawing/2014/main" id="{700495EA-6600-42B0-975B-0EAB65A17DFB}"/>
              </a:ext>
            </a:extLst>
          </p:cNvPr>
          <p:cNvSpPr/>
          <p:nvPr/>
        </p:nvSpPr>
        <p:spPr>
          <a:xfrm>
            <a:off x="3819525" y="25037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37">
            <a:extLst>
              <a:ext uri="{FF2B5EF4-FFF2-40B4-BE49-F238E27FC236}">
                <a16:creationId xmlns:a16="http://schemas.microsoft.com/office/drawing/2014/main" id="{67DDB96F-1D15-431E-915C-3F9481E3EC29}"/>
              </a:ext>
            </a:extLst>
          </p:cNvPr>
          <p:cNvSpPr/>
          <p:nvPr/>
        </p:nvSpPr>
        <p:spPr>
          <a:xfrm>
            <a:off x="3819525" y="27323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38">
            <a:extLst>
              <a:ext uri="{FF2B5EF4-FFF2-40B4-BE49-F238E27FC236}">
                <a16:creationId xmlns:a16="http://schemas.microsoft.com/office/drawing/2014/main" id="{512D6EF7-FA67-43B9-8137-6E7ABABEB690}"/>
              </a:ext>
            </a:extLst>
          </p:cNvPr>
          <p:cNvSpPr/>
          <p:nvPr/>
        </p:nvSpPr>
        <p:spPr>
          <a:xfrm>
            <a:off x="3819525" y="27323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39">
            <a:extLst>
              <a:ext uri="{FF2B5EF4-FFF2-40B4-BE49-F238E27FC236}">
                <a16:creationId xmlns:a16="http://schemas.microsoft.com/office/drawing/2014/main" id="{C9B4DF87-767B-4115-B21D-56C883820F0B}"/>
              </a:ext>
            </a:extLst>
          </p:cNvPr>
          <p:cNvSpPr/>
          <p:nvPr/>
        </p:nvSpPr>
        <p:spPr>
          <a:xfrm>
            <a:off x="3819525" y="2960956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40">
            <a:extLst>
              <a:ext uri="{FF2B5EF4-FFF2-40B4-BE49-F238E27FC236}">
                <a16:creationId xmlns:a16="http://schemas.microsoft.com/office/drawing/2014/main" id="{7839C408-7B2C-4D82-BC3A-A4919FCD8F00}"/>
              </a:ext>
            </a:extLst>
          </p:cNvPr>
          <p:cNvSpPr/>
          <p:nvPr/>
        </p:nvSpPr>
        <p:spPr>
          <a:xfrm>
            <a:off x="3819525" y="2960956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41">
            <a:extLst>
              <a:ext uri="{FF2B5EF4-FFF2-40B4-BE49-F238E27FC236}">
                <a16:creationId xmlns:a16="http://schemas.microsoft.com/office/drawing/2014/main" id="{F497F681-9906-4785-A6CB-EA873284A392}"/>
              </a:ext>
            </a:extLst>
          </p:cNvPr>
          <p:cNvSpPr/>
          <p:nvPr/>
        </p:nvSpPr>
        <p:spPr>
          <a:xfrm>
            <a:off x="3819525" y="31990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42">
            <a:extLst>
              <a:ext uri="{FF2B5EF4-FFF2-40B4-BE49-F238E27FC236}">
                <a16:creationId xmlns:a16="http://schemas.microsoft.com/office/drawing/2014/main" id="{836AA3A9-E31E-4582-B7F1-51ACA9E520B5}"/>
              </a:ext>
            </a:extLst>
          </p:cNvPr>
          <p:cNvSpPr/>
          <p:nvPr/>
        </p:nvSpPr>
        <p:spPr>
          <a:xfrm>
            <a:off x="3819525" y="31990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43">
            <a:extLst>
              <a:ext uri="{FF2B5EF4-FFF2-40B4-BE49-F238E27FC236}">
                <a16:creationId xmlns:a16="http://schemas.microsoft.com/office/drawing/2014/main" id="{D5EC24FD-F732-4810-A478-877229BD1616}"/>
              </a:ext>
            </a:extLst>
          </p:cNvPr>
          <p:cNvSpPr/>
          <p:nvPr/>
        </p:nvSpPr>
        <p:spPr>
          <a:xfrm>
            <a:off x="3819525" y="34276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44">
            <a:extLst>
              <a:ext uri="{FF2B5EF4-FFF2-40B4-BE49-F238E27FC236}">
                <a16:creationId xmlns:a16="http://schemas.microsoft.com/office/drawing/2014/main" id="{63AA79B8-67B5-4420-8CD4-F7980FA83ED4}"/>
              </a:ext>
            </a:extLst>
          </p:cNvPr>
          <p:cNvSpPr/>
          <p:nvPr/>
        </p:nvSpPr>
        <p:spPr>
          <a:xfrm>
            <a:off x="3819525" y="34276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45">
            <a:extLst>
              <a:ext uri="{FF2B5EF4-FFF2-40B4-BE49-F238E27FC236}">
                <a16:creationId xmlns:a16="http://schemas.microsoft.com/office/drawing/2014/main" id="{982560BA-F760-40DF-8977-C9DB20B0146E}"/>
              </a:ext>
            </a:extLst>
          </p:cNvPr>
          <p:cNvSpPr/>
          <p:nvPr/>
        </p:nvSpPr>
        <p:spPr>
          <a:xfrm>
            <a:off x="4048125" y="1808431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46">
            <a:extLst>
              <a:ext uri="{FF2B5EF4-FFF2-40B4-BE49-F238E27FC236}">
                <a16:creationId xmlns:a16="http://schemas.microsoft.com/office/drawing/2014/main" id="{98C0C9C2-C7BF-43D8-94E7-4744FB4D43AF}"/>
              </a:ext>
            </a:extLst>
          </p:cNvPr>
          <p:cNvSpPr/>
          <p:nvPr/>
        </p:nvSpPr>
        <p:spPr>
          <a:xfrm>
            <a:off x="4048125" y="1808431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47">
            <a:extLst>
              <a:ext uri="{FF2B5EF4-FFF2-40B4-BE49-F238E27FC236}">
                <a16:creationId xmlns:a16="http://schemas.microsoft.com/office/drawing/2014/main" id="{80BCF011-796E-4E7C-B3DB-7E0282B9278F}"/>
              </a:ext>
            </a:extLst>
          </p:cNvPr>
          <p:cNvSpPr/>
          <p:nvPr/>
        </p:nvSpPr>
        <p:spPr>
          <a:xfrm>
            <a:off x="4048125" y="2037031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38125" y="0"/>
                </a:moveTo>
                <a:lnTo>
                  <a:pt x="0" y="0"/>
                </a:lnTo>
                <a:lnTo>
                  <a:pt x="0" y="238125"/>
                </a:lnTo>
                <a:lnTo>
                  <a:pt x="238125" y="238125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48">
            <a:extLst>
              <a:ext uri="{FF2B5EF4-FFF2-40B4-BE49-F238E27FC236}">
                <a16:creationId xmlns:a16="http://schemas.microsoft.com/office/drawing/2014/main" id="{DD41F93F-4C2B-41F9-9F8E-C50D72582446}"/>
              </a:ext>
            </a:extLst>
          </p:cNvPr>
          <p:cNvSpPr/>
          <p:nvPr/>
        </p:nvSpPr>
        <p:spPr>
          <a:xfrm>
            <a:off x="4048125" y="2037031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0" y="238125"/>
                </a:moveTo>
                <a:lnTo>
                  <a:pt x="238125" y="238125"/>
                </a:lnTo>
                <a:lnTo>
                  <a:pt x="238125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49">
            <a:extLst>
              <a:ext uri="{FF2B5EF4-FFF2-40B4-BE49-F238E27FC236}">
                <a16:creationId xmlns:a16="http://schemas.microsoft.com/office/drawing/2014/main" id="{A3DB9C2B-06D5-47D1-844D-7BEB89E4276C}"/>
              </a:ext>
            </a:extLst>
          </p:cNvPr>
          <p:cNvSpPr/>
          <p:nvPr/>
        </p:nvSpPr>
        <p:spPr>
          <a:xfrm>
            <a:off x="4048125" y="2275156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50">
            <a:extLst>
              <a:ext uri="{FF2B5EF4-FFF2-40B4-BE49-F238E27FC236}">
                <a16:creationId xmlns:a16="http://schemas.microsoft.com/office/drawing/2014/main" id="{CFCBAB8B-0528-4753-885F-700729F21198}"/>
              </a:ext>
            </a:extLst>
          </p:cNvPr>
          <p:cNvSpPr/>
          <p:nvPr/>
        </p:nvSpPr>
        <p:spPr>
          <a:xfrm>
            <a:off x="4048125" y="2275156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51">
            <a:extLst>
              <a:ext uri="{FF2B5EF4-FFF2-40B4-BE49-F238E27FC236}">
                <a16:creationId xmlns:a16="http://schemas.microsoft.com/office/drawing/2014/main" id="{9DCB8FBB-15EB-4DDE-B804-466B6E211906}"/>
              </a:ext>
            </a:extLst>
          </p:cNvPr>
          <p:cNvSpPr/>
          <p:nvPr/>
        </p:nvSpPr>
        <p:spPr>
          <a:xfrm>
            <a:off x="4048125" y="2503756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52">
            <a:extLst>
              <a:ext uri="{FF2B5EF4-FFF2-40B4-BE49-F238E27FC236}">
                <a16:creationId xmlns:a16="http://schemas.microsoft.com/office/drawing/2014/main" id="{DD697D8A-8757-46F5-A495-22BCD702059C}"/>
              </a:ext>
            </a:extLst>
          </p:cNvPr>
          <p:cNvSpPr/>
          <p:nvPr/>
        </p:nvSpPr>
        <p:spPr>
          <a:xfrm>
            <a:off x="4048125" y="2503756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53">
            <a:extLst>
              <a:ext uri="{FF2B5EF4-FFF2-40B4-BE49-F238E27FC236}">
                <a16:creationId xmlns:a16="http://schemas.microsoft.com/office/drawing/2014/main" id="{4C0AF24E-F77C-4015-82F0-D049F7CEA901}"/>
              </a:ext>
            </a:extLst>
          </p:cNvPr>
          <p:cNvSpPr/>
          <p:nvPr/>
        </p:nvSpPr>
        <p:spPr>
          <a:xfrm>
            <a:off x="4048125" y="2732356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54">
            <a:extLst>
              <a:ext uri="{FF2B5EF4-FFF2-40B4-BE49-F238E27FC236}">
                <a16:creationId xmlns:a16="http://schemas.microsoft.com/office/drawing/2014/main" id="{B9C45B67-627D-45D8-86D5-E091A751C43A}"/>
              </a:ext>
            </a:extLst>
          </p:cNvPr>
          <p:cNvSpPr/>
          <p:nvPr/>
        </p:nvSpPr>
        <p:spPr>
          <a:xfrm>
            <a:off x="4048125" y="2732356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55">
            <a:extLst>
              <a:ext uri="{FF2B5EF4-FFF2-40B4-BE49-F238E27FC236}">
                <a16:creationId xmlns:a16="http://schemas.microsoft.com/office/drawing/2014/main" id="{65703451-4C9F-4DC7-AAA7-73E54F146C8E}"/>
              </a:ext>
            </a:extLst>
          </p:cNvPr>
          <p:cNvSpPr/>
          <p:nvPr/>
        </p:nvSpPr>
        <p:spPr>
          <a:xfrm>
            <a:off x="4048125" y="2960956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38125" y="0"/>
                </a:moveTo>
                <a:lnTo>
                  <a:pt x="0" y="0"/>
                </a:lnTo>
                <a:lnTo>
                  <a:pt x="0" y="238125"/>
                </a:lnTo>
                <a:lnTo>
                  <a:pt x="238125" y="238125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56">
            <a:extLst>
              <a:ext uri="{FF2B5EF4-FFF2-40B4-BE49-F238E27FC236}">
                <a16:creationId xmlns:a16="http://schemas.microsoft.com/office/drawing/2014/main" id="{AE9B23A3-048A-4A40-9DAD-370E3476E28A}"/>
              </a:ext>
            </a:extLst>
          </p:cNvPr>
          <p:cNvSpPr/>
          <p:nvPr/>
        </p:nvSpPr>
        <p:spPr>
          <a:xfrm>
            <a:off x="4048125" y="2960956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0" y="238125"/>
                </a:moveTo>
                <a:lnTo>
                  <a:pt x="238125" y="238125"/>
                </a:lnTo>
                <a:lnTo>
                  <a:pt x="238125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57">
            <a:extLst>
              <a:ext uri="{FF2B5EF4-FFF2-40B4-BE49-F238E27FC236}">
                <a16:creationId xmlns:a16="http://schemas.microsoft.com/office/drawing/2014/main" id="{F1419107-1C0A-49F1-957F-C47711B05451}"/>
              </a:ext>
            </a:extLst>
          </p:cNvPr>
          <p:cNvSpPr/>
          <p:nvPr/>
        </p:nvSpPr>
        <p:spPr>
          <a:xfrm>
            <a:off x="4048125" y="3199081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58">
            <a:extLst>
              <a:ext uri="{FF2B5EF4-FFF2-40B4-BE49-F238E27FC236}">
                <a16:creationId xmlns:a16="http://schemas.microsoft.com/office/drawing/2014/main" id="{C7CD707F-74AA-491C-B659-9AD0683FE9CD}"/>
              </a:ext>
            </a:extLst>
          </p:cNvPr>
          <p:cNvSpPr/>
          <p:nvPr/>
        </p:nvSpPr>
        <p:spPr>
          <a:xfrm>
            <a:off x="4048125" y="3199081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59">
            <a:extLst>
              <a:ext uri="{FF2B5EF4-FFF2-40B4-BE49-F238E27FC236}">
                <a16:creationId xmlns:a16="http://schemas.microsoft.com/office/drawing/2014/main" id="{6017C5C8-6440-417E-A1D2-A1413BEF0D74}"/>
              </a:ext>
            </a:extLst>
          </p:cNvPr>
          <p:cNvSpPr/>
          <p:nvPr/>
        </p:nvSpPr>
        <p:spPr>
          <a:xfrm>
            <a:off x="4048125" y="3427681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60">
            <a:extLst>
              <a:ext uri="{FF2B5EF4-FFF2-40B4-BE49-F238E27FC236}">
                <a16:creationId xmlns:a16="http://schemas.microsoft.com/office/drawing/2014/main" id="{99EA0E41-0E6E-4153-844C-F258F6CA046C}"/>
              </a:ext>
            </a:extLst>
          </p:cNvPr>
          <p:cNvSpPr/>
          <p:nvPr/>
        </p:nvSpPr>
        <p:spPr>
          <a:xfrm>
            <a:off x="4048125" y="3427681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61">
            <a:extLst>
              <a:ext uri="{FF2B5EF4-FFF2-40B4-BE49-F238E27FC236}">
                <a16:creationId xmlns:a16="http://schemas.microsoft.com/office/drawing/2014/main" id="{3EF8FAEB-72D8-48CD-8D07-1936B46F7CDE}"/>
              </a:ext>
            </a:extLst>
          </p:cNvPr>
          <p:cNvSpPr/>
          <p:nvPr/>
        </p:nvSpPr>
        <p:spPr>
          <a:xfrm>
            <a:off x="1876791" y="2479401"/>
            <a:ext cx="2904762" cy="323215"/>
          </a:xfrm>
          <a:custGeom>
            <a:avLst/>
            <a:gdLst/>
            <a:ahLst/>
            <a:cxnLst/>
            <a:rect l="l" t="t" r="r" b="b"/>
            <a:pathLst>
              <a:path w="3047365" h="323214">
                <a:moveTo>
                  <a:pt x="570242" y="169799"/>
                </a:moveTo>
                <a:lnTo>
                  <a:pt x="546760" y="145872"/>
                </a:lnTo>
                <a:lnTo>
                  <a:pt x="493204" y="93230"/>
                </a:lnTo>
                <a:lnTo>
                  <a:pt x="414718" y="16649"/>
                </a:lnTo>
                <a:lnTo>
                  <a:pt x="414718" y="93230"/>
                </a:lnTo>
                <a:lnTo>
                  <a:pt x="0" y="169799"/>
                </a:lnTo>
                <a:lnTo>
                  <a:pt x="414718" y="246380"/>
                </a:lnTo>
                <a:lnTo>
                  <a:pt x="414718" y="322961"/>
                </a:lnTo>
                <a:lnTo>
                  <a:pt x="570242" y="169799"/>
                </a:lnTo>
                <a:close/>
              </a:path>
              <a:path w="3047365" h="323214">
                <a:moveTo>
                  <a:pt x="3046742" y="155511"/>
                </a:moveTo>
                <a:lnTo>
                  <a:pt x="3023260" y="131216"/>
                </a:lnTo>
                <a:lnTo>
                  <a:pt x="2969704" y="77762"/>
                </a:lnTo>
                <a:lnTo>
                  <a:pt x="2891218" y="0"/>
                </a:lnTo>
                <a:lnTo>
                  <a:pt x="2891218" y="77762"/>
                </a:lnTo>
                <a:lnTo>
                  <a:pt x="2476500" y="155511"/>
                </a:lnTo>
                <a:lnTo>
                  <a:pt x="2891218" y="233273"/>
                </a:lnTo>
                <a:lnTo>
                  <a:pt x="2891218" y="311023"/>
                </a:lnTo>
                <a:lnTo>
                  <a:pt x="3046742" y="1555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289">
            <a:extLst>
              <a:ext uri="{FF2B5EF4-FFF2-40B4-BE49-F238E27FC236}">
                <a16:creationId xmlns:a16="http://schemas.microsoft.com/office/drawing/2014/main" id="{645473D6-3357-496E-AA67-0F084F360661}"/>
              </a:ext>
            </a:extLst>
          </p:cNvPr>
          <p:cNvSpPr/>
          <p:nvPr/>
        </p:nvSpPr>
        <p:spPr>
          <a:xfrm>
            <a:off x="871855" y="2549201"/>
            <a:ext cx="271145" cy="271145"/>
          </a:xfrm>
          <a:custGeom>
            <a:avLst/>
            <a:gdLst/>
            <a:ahLst/>
            <a:cxnLst/>
            <a:rect l="l" t="t" r="r" b="b"/>
            <a:pathLst>
              <a:path w="271144" h="271144">
                <a:moveTo>
                  <a:pt x="238553" y="0"/>
                </a:moveTo>
                <a:lnTo>
                  <a:pt x="135550" y="102997"/>
                </a:lnTo>
                <a:lnTo>
                  <a:pt x="32548" y="0"/>
                </a:lnTo>
                <a:lnTo>
                  <a:pt x="0" y="32545"/>
                </a:lnTo>
                <a:lnTo>
                  <a:pt x="103003" y="135543"/>
                </a:lnTo>
                <a:lnTo>
                  <a:pt x="0" y="238540"/>
                </a:lnTo>
                <a:lnTo>
                  <a:pt x="32548" y="271086"/>
                </a:lnTo>
                <a:lnTo>
                  <a:pt x="135551" y="168088"/>
                </a:lnTo>
                <a:lnTo>
                  <a:pt x="238553" y="271086"/>
                </a:lnTo>
                <a:lnTo>
                  <a:pt x="271100" y="238540"/>
                </a:lnTo>
                <a:lnTo>
                  <a:pt x="168098" y="135543"/>
                </a:lnTo>
                <a:lnTo>
                  <a:pt x="271100" y="32545"/>
                </a:lnTo>
                <a:lnTo>
                  <a:pt x="2385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418">
            <a:extLst>
              <a:ext uri="{FF2B5EF4-FFF2-40B4-BE49-F238E27FC236}">
                <a16:creationId xmlns:a16="http://schemas.microsoft.com/office/drawing/2014/main" id="{7E560483-26DB-4D82-AA10-AC0F0B975464}"/>
              </a:ext>
            </a:extLst>
          </p:cNvPr>
          <p:cNvSpPr txBox="1"/>
          <p:nvPr/>
        </p:nvSpPr>
        <p:spPr>
          <a:xfrm>
            <a:off x="4793273" y="1184252"/>
            <a:ext cx="1951683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-1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softmax(A)</a:t>
            </a:r>
            <a:r>
              <a:rPr sz="1800" b="1" spc="15" dirty="0">
                <a:latin typeface="Arial"/>
                <a:cs typeface="Arial"/>
              </a:rPr>
              <a:t> </a:t>
            </a:r>
            <a:endParaRPr lang="en-US" altLang="zh-CN" sz="1800" b="1" spc="15" dirty="0">
              <a:latin typeface="Arial"/>
              <a:cs typeface="Arial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(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</a:t>
            </a:r>
            <a:r>
              <a:rPr sz="1800" spc="-1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x</a:t>
            </a:r>
            <a:r>
              <a:rPr sz="1800" spc="2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800" spc="-5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S)</a:t>
            </a:r>
            <a:endParaRPr sz="1800" dirty="0">
              <a:solidFill>
                <a:schemeClr val="bg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54" name="object 434">
            <a:extLst>
              <a:ext uri="{FF2B5EF4-FFF2-40B4-BE49-F238E27FC236}">
                <a16:creationId xmlns:a16="http://schemas.microsoft.com/office/drawing/2014/main" id="{E966C195-7CA6-45ED-A470-33A79248C988}"/>
              </a:ext>
            </a:extLst>
          </p:cNvPr>
          <p:cNvSpPr txBox="1"/>
          <p:nvPr/>
        </p:nvSpPr>
        <p:spPr>
          <a:xfrm>
            <a:off x="6920480" y="1193576"/>
            <a:ext cx="923358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V</a:t>
            </a:r>
            <a:endParaRPr lang="en-US" altLang="zh-CN" sz="1800" b="1" dirty="0">
              <a:latin typeface="Arial"/>
              <a:cs typeface="Arial"/>
            </a:endParaRPr>
          </a:p>
          <a:p>
            <a:pPr marL="12700" algn="ctr">
              <a:spcBef>
                <a:spcPts val="100"/>
              </a:spcBef>
            </a:pPr>
            <a:r>
              <a:rPr lang="en-US" altLang="zh-CN" spc="-25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(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S x</a:t>
            </a:r>
            <a:r>
              <a:rPr lang="en-US" altLang="zh-CN" spc="30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altLang="zh-CN" spc="-50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D)</a:t>
            </a:r>
            <a:endParaRPr lang="en-US" altLang="zh-CN" dirty="0">
              <a:solidFill>
                <a:schemeClr val="bg1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55" name="object 435">
            <a:extLst>
              <a:ext uri="{FF2B5EF4-FFF2-40B4-BE49-F238E27FC236}">
                <a16:creationId xmlns:a16="http://schemas.microsoft.com/office/drawing/2014/main" id="{F44A249C-EF05-473E-89AF-2CE89A10A0E7}"/>
              </a:ext>
            </a:extLst>
          </p:cNvPr>
          <p:cNvSpPr/>
          <p:nvPr/>
        </p:nvSpPr>
        <p:spPr>
          <a:xfrm>
            <a:off x="7716366" y="2500221"/>
            <a:ext cx="570865" cy="306705"/>
          </a:xfrm>
          <a:custGeom>
            <a:avLst/>
            <a:gdLst/>
            <a:ahLst/>
            <a:cxnLst/>
            <a:rect l="l" t="t" r="r" b="b"/>
            <a:pathLst>
              <a:path w="570865" h="306705">
                <a:moveTo>
                  <a:pt x="414720" y="306310"/>
                </a:moveTo>
                <a:lnTo>
                  <a:pt x="570242" y="153155"/>
                </a:lnTo>
                <a:lnTo>
                  <a:pt x="546762" y="129224"/>
                </a:lnTo>
                <a:lnTo>
                  <a:pt x="493210" y="76577"/>
                </a:lnTo>
                <a:lnTo>
                  <a:pt x="414720" y="0"/>
                </a:lnTo>
                <a:lnTo>
                  <a:pt x="414720" y="76577"/>
                </a:lnTo>
                <a:lnTo>
                  <a:pt x="0" y="153155"/>
                </a:lnTo>
                <a:lnTo>
                  <a:pt x="414720" y="229732"/>
                </a:lnTo>
                <a:lnTo>
                  <a:pt x="414720" y="3063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436">
            <a:extLst>
              <a:ext uri="{FF2B5EF4-FFF2-40B4-BE49-F238E27FC236}">
                <a16:creationId xmlns:a16="http://schemas.microsoft.com/office/drawing/2014/main" id="{04480038-E5EF-454B-B79A-446BA1E64FA6}"/>
              </a:ext>
            </a:extLst>
          </p:cNvPr>
          <p:cNvSpPr/>
          <p:nvPr/>
        </p:nvSpPr>
        <p:spPr>
          <a:xfrm>
            <a:off x="6781800" y="2473954"/>
            <a:ext cx="264160" cy="271145"/>
          </a:xfrm>
          <a:custGeom>
            <a:avLst/>
            <a:gdLst/>
            <a:ahLst/>
            <a:cxnLst/>
            <a:rect l="l" t="t" r="r" b="b"/>
            <a:pathLst>
              <a:path w="264159" h="271144">
                <a:moveTo>
                  <a:pt x="232434" y="0"/>
                </a:moveTo>
                <a:lnTo>
                  <a:pt x="132074" y="102997"/>
                </a:lnTo>
                <a:lnTo>
                  <a:pt x="31713" y="0"/>
                </a:lnTo>
                <a:lnTo>
                  <a:pt x="0" y="32545"/>
                </a:lnTo>
                <a:lnTo>
                  <a:pt x="100361" y="135543"/>
                </a:lnTo>
                <a:lnTo>
                  <a:pt x="0" y="238540"/>
                </a:lnTo>
                <a:lnTo>
                  <a:pt x="31713" y="271086"/>
                </a:lnTo>
                <a:lnTo>
                  <a:pt x="132074" y="168088"/>
                </a:lnTo>
                <a:lnTo>
                  <a:pt x="232435" y="271086"/>
                </a:lnTo>
                <a:lnTo>
                  <a:pt x="264147" y="238540"/>
                </a:lnTo>
                <a:lnTo>
                  <a:pt x="163786" y="135543"/>
                </a:lnTo>
                <a:lnTo>
                  <a:pt x="264147" y="32545"/>
                </a:lnTo>
                <a:lnTo>
                  <a:pt x="2324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452">
            <a:extLst>
              <a:ext uri="{FF2B5EF4-FFF2-40B4-BE49-F238E27FC236}">
                <a16:creationId xmlns:a16="http://schemas.microsoft.com/office/drawing/2014/main" id="{26F3D6DC-0B63-4730-A5F2-1F6918EEE616}"/>
              </a:ext>
            </a:extLst>
          </p:cNvPr>
          <p:cNvSpPr txBox="1"/>
          <p:nvPr/>
        </p:nvSpPr>
        <p:spPr>
          <a:xfrm>
            <a:off x="8085309" y="1179199"/>
            <a:ext cx="1196178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spc="-70" dirty="0">
                <a:latin typeface="Arial"/>
                <a:cs typeface="Arial"/>
              </a:rPr>
              <a:t>AV</a:t>
            </a:r>
            <a:endParaRPr lang="en-US" altLang="zh-CN" sz="1800" b="1" spc="-70" dirty="0">
              <a:latin typeface="Arial"/>
              <a:cs typeface="Arial"/>
            </a:endParaRPr>
          </a:p>
          <a:p>
            <a:pPr marL="12700" algn="ctr">
              <a:spcBef>
                <a:spcPts val="100"/>
              </a:spcBef>
            </a:pPr>
            <a:r>
              <a:rPr lang="en-US" altLang="zh-CN" spc="-25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(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S x</a:t>
            </a:r>
            <a:r>
              <a:rPr lang="en-US" altLang="zh-CN" spc="30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altLang="zh-CN" spc="-50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D)</a:t>
            </a:r>
            <a:endParaRPr lang="en-US" altLang="zh-CN" dirty="0">
              <a:solidFill>
                <a:schemeClr val="bg1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grpSp>
        <p:nvGrpSpPr>
          <p:cNvPr id="158" name="object 3">
            <a:extLst>
              <a:ext uri="{FF2B5EF4-FFF2-40B4-BE49-F238E27FC236}">
                <a16:creationId xmlns:a16="http://schemas.microsoft.com/office/drawing/2014/main" id="{8BA7DD34-46C5-486B-818A-78C00AA72EC0}"/>
              </a:ext>
            </a:extLst>
          </p:cNvPr>
          <p:cNvGrpSpPr/>
          <p:nvPr/>
        </p:nvGrpSpPr>
        <p:grpSpPr>
          <a:xfrm>
            <a:off x="1224027" y="1809155"/>
            <a:ext cx="670406" cy="1854200"/>
            <a:chOff x="436562" y="1957451"/>
            <a:chExt cx="241300" cy="1854200"/>
          </a:xfrm>
        </p:grpSpPr>
        <p:sp>
          <p:nvSpPr>
            <p:cNvPr id="159" name="object 4">
              <a:extLst>
                <a:ext uri="{FF2B5EF4-FFF2-40B4-BE49-F238E27FC236}">
                  <a16:creationId xmlns:a16="http://schemas.microsoft.com/office/drawing/2014/main" id="{C1861734-A8C1-4A35-8A14-945AB9FDBAB1}"/>
                </a:ext>
              </a:extLst>
            </p:cNvPr>
            <p:cNvSpPr/>
            <p:nvPr/>
          </p:nvSpPr>
          <p:spPr>
            <a:xfrm>
              <a:off x="442912" y="1957450"/>
              <a:ext cx="228600" cy="466725"/>
            </a:xfrm>
            <a:custGeom>
              <a:avLst/>
              <a:gdLst/>
              <a:ahLst/>
              <a:cxnLst/>
              <a:rect l="l" t="t" r="r" b="b"/>
              <a:pathLst>
                <a:path w="228600" h="466725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0" y="466725"/>
                  </a:lnTo>
                  <a:lnTo>
                    <a:pt x="228600" y="466725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5">
              <a:extLst>
                <a:ext uri="{FF2B5EF4-FFF2-40B4-BE49-F238E27FC236}">
                  <a16:creationId xmlns:a16="http://schemas.microsoft.com/office/drawing/2014/main" id="{2C9635C9-3CAC-4EB7-80CD-54B7084AED76}"/>
                </a:ext>
              </a:extLst>
            </p:cNvPr>
            <p:cNvSpPr/>
            <p:nvPr/>
          </p:nvSpPr>
          <p:spPr>
            <a:xfrm>
              <a:off x="442912" y="2186051"/>
              <a:ext cx="228600" cy="238125"/>
            </a:xfrm>
            <a:custGeom>
              <a:avLst/>
              <a:gdLst/>
              <a:ahLst/>
              <a:cxnLst/>
              <a:rect l="l" t="t" r="r" b="b"/>
              <a:pathLst>
                <a:path w="228600" h="238125">
                  <a:moveTo>
                    <a:pt x="0" y="238125"/>
                  </a:moveTo>
                  <a:lnTo>
                    <a:pt x="228600" y="238125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3812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6">
              <a:extLst>
                <a:ext uri="{FF2B5EF4-FFF2-40B4-BE49-F238E27FC236}">
                  <a16:creationId xmlns:a16="http://schemas.microsoft.com/office/drawing/2014/main" id="{AD31CA3F-8403-4F13-B3AE-F77F26A3AC11}"/>
                </a:ext>
              </a:extLst>
            </p:cNvPr>
            <p:cNvSpPr/>
            <p:nvPr/>
          </p:nvSpPr>
          <p:spPr>
            <a:xfrm>
              <a:off x="442912" y="24241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7">
              <a:extLst>
                <a:ext uri="{FF2B5EF4-FFF2-40B4-BE49-F238E27FC236}">
                  <a16:creationId xmlns:a16="http://schemas.microsoft.com/office/drawing/2014/main" id="{B95B19B1-3C36-4DED-93B5-4F282623FD1F}"/>
                </a:ext>
              </a:extLst>
            </p:cNvPr>
            <p:cNvSpPr/>
            <p:nvPr/>
          </p:nvSpPr>
          <p:spPr>
            <a:xfrm>
              <a:off x="442912" y="24241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8">
              <a:extLst>
                <a:ext uri="{FF2B5EF4-FFF2-40B4-BE49-F238E27FC236}">
                  <a16:creationId xmlns:a16="http://schemas.microsoft.com/office/drawing/2014/main" id="{5BD1BEB8-BCCA-451A-923E-2B9AB4FEF22F}"/>
                </a:ext>
              </a:extLst>
            </p:cNvPr>
            <p:cNvSpPr/>
            <p:nvPr/>
          </p:nvSpPr>
          <p:spPr>
            <a:xfrm>
              <a:off x="442912" y="26527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9">
              <a:extLst>
                <a:ext uri="{FF2B5EF4-FFF2-40B4-BE49-F238E27FC236}">
                  <a16:creationId xmlns:a16="http://schemas.microsoft.com/office/drawing/2014/main" id="{2B9AFE32-0156-49FE-A6C4-CC1F3F030946}"/>
                </a:ext>
              </a:extLst>
            </p:cNvPr>
            <p:cNvSpPr/>
            <p:nvPr/>
          </p:nvSpPr>
          <p:spPr>
            <a:xfrm>
              <a:off x="442912" y="26527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0">
              <a:extLst>
                <a:ext uri="{FF2B5EF4-FFF2-40B4-BE49-F238E27FC236}">
                  <a16:creationId xmlns:a16="http://schemas.microsoft.com/office/drawing/2014/main" id="{70705F53-247D-4FEB-AC23-9BD4E5D382E0}"/>
                </a:ext>
              </a:extLst>
            </p:cNvPr>
            <p:cNvSpPr/>
            <p:nvPr/>
          </p:nvSpPr>
          <p:spPr>
            <a:xfrm>
              <a:off x="442912" y="28813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1">
              <a:extLst>
                <a:ext uri="{FF2B5EF4-FFF2-40B4-BE49-F238E27FC236}">
                  <a16:creationId xmlns:a16="http://schemas.microsoft.com/office/drawing/2014/main" id="{322F5BA3-4B00-4A69-BC35-D67C997CF025}"/>
                </a:ext>
              </a:extLst>
            </p:cNvPr>
            <p:cNvSpPr/>
            <p:nvPr/>
          </p:nvSpPr>
          <p:spPr>
            <a:xfrm>
              <a:off x="442912" y="28813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2">
              <a:extLst>
                <a:ext uri="{FF2B5EF4-FFF2-40B4-BE49-F238E27FC236}">
                  <a16:creationId xmlns:a16="http://schemas.microsoft.com/office/drawing/2014/main" id="{634AE104-1AC7-4439-A95C-22BCA3885DFE}"/>
                </a:ext>
              </a:extLst>
            </p:cNvPr>
            <p:cNvSpPr/>
            <p:nvPr/>
          </p:nvSpPr>
          <p:spPr>
            <a:xfrm>
              <a:off x="442912" y="3109976"/>
              <a:ext cx="228600" cy="238125"/>
            </a:xfrm>
            <a:custGeom>
              <a:avLst/>
              <a:gdLst/>
              <a:ahLst/>
              <a:cxnLst/>
              <a:rect l="l" t="t" r="r" b="b"/>
              <a:pathLst>
                <a:path w="228600" h="238125">
                  <a:moveTo>
                    <a:pt x="228600" y="0"/>
                  </a:moveTo>
                  <a:lnTo>
                    <a:pt x="0" y="0"/>
                  </a:lnTo>
                  <a:lnTo>
                    <a:pt x="0" y="238125"/>
                  </a:lnTo>
                  <a:lnTo>
                    <a:pt x="228600" y="238125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3">
              <a:extLst>
                <a:ext uri="{FF2B5EF4-FFF2-40B4-BE49-F238E27FC236}">
                  <a16:creationId xmlns:a16="http://schemas.microsoft.com/office/drawing/2014/main" id="{220730ED-54EC-4EBF-8A1B-A6FE87204C3D}"/>
                </a:ext>
              </a:extLst>
            </p:cNvPr>
            <p:cNvSpPr/>
            <p:nvPr/>
          </p:nvSpPr>
          <p:spPr>
            <a:xfrm>
              <a:off x="442912" y="3109976"/>
              <a:ext cx="228600" cy="238125"/>
            </a:xfrm>
            <a:custGeom>
              <a:avLst/>
              <a:gdLst/>
              <a:ahLst/>
              <a:cxnLst/>
              <a:rect l="l" t="t" r="r" b="b"/>
              <a:pathLst>
                <a:path w="228600" h="238125">
                  <a:moveTo>
                    <a:pt x="0" y="238125"/>
                  </a:moveTo>
                  <a:lnTo>
                    <a:pt x="228600" y="238125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3812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4">
              <a:extLst>
                <a:ext uri="{FF2B5EF4-FFF2-40B4-BE49-F238E27FC236}">
                  <a16:creationId xmlns:a16="http://schemas.microsoft.com/office/drawing/2014/main" id="{1924CB74-6562-43D4-8DB0-753F90BF8CB4}"/>
                </a:ext>
              </a:extLst>
            </p:cNvPr>
            <p:cNvSpPr/>
            <p:nvPr/>
          </p:nvSpPr>
          <p:spPr>
            <a:xfrm>
              <a:off x="442912" y="33481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5">
              <a:extLst>
                <a:ext uri="{FF2B5EF4-FFF2-40B4-BE49-F238E27FC236}">
                  <a16:creationId xmlns:a16="http://schemas.microsoft.com/office/drawing/2014/main" id="{FCB8CC68-85BE-45E4-ACD8-788CAD31753B}"/>
                </a:ext>
              </a:extLst>
            </p:cNvPr>
            <p:cNvSpPr/>
            <p:nvPr/>
          </p:nvSpPr>
          <p:spPr>
            <a:xfrm>
              <a:off x="442912" y="33481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6">
              <a:extLst>
                <a:ext uri="{FF2B5EF4-FFF2-40B4-BE49-F238E27FC236}">
                  <a16:creationId xmlns:a16="http://schemas.microsoft.com/office/drawing/2014/main" id="{2B375014-11AD-45B1-8FC0-9D907D2CF559}"/>
                </a:ext>
              </a:extLst>
            </p:cNvPr>
            <p:cNvSpPr/>
            <p:nvPr/>
          </p:nvSpPr>
          <p:spPr>
            <a:xfrm>
              <a:off x="442912" y="35767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">
              <a:extLst>
                <a:ext uri="{FF2B5EF4-FFF2-40B4-BE49-F238E27FC236}">
                  <a16:creationId xmlns:a16="http://schemas.microsoft.com/office/drawing/2014/main" id="{70852D26-1FAF-4192-AD45-2AD84586D214}"/>
                </a:ext>
              </a:extLst>
            </p:cNvPr>
            <p:cNvSpPr/>
            <p:nvPr/>
          </p:nvSpPr>
          <p:spPr>
            <a:xfrm>
              <a:off x="442912" y="35767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3" name="object 35">
            <a:extLst>
              <a:ext uri="{FF2B5EF4-FFF2-40B4-BE49-F238E27FC236}">
                <a16:creationId xmlns:a16="http://schemas.microsoft.com/office/drawing/2014/main" id="{8B0D04A4-4A8C-41D2-9F00-EF562A9E2D42}"/>
              </a:ext>
            </a:extLst>
          </p:cNvPr>
          <p:cNvSpPr/>
          <p:nvPr/>
        </p:nvSpPr>
        <p:spPr>
          <a:xfrm>
            <a:off x="4792864" y="1783836"/>
            <a:ext cx="228600" cy="466725"/>
          </a:xfrm>
          <a:custGeom>
            <a:avLst/>
            <a:gdLst/>
            <a:ahLst/>
            <a:cxnLst/>
            <a:rect l="l" t="t" r="r" b="b"/>
            <a:pathLst>
              <a:path w="228600" h="466725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0" y="466725"/>
                </a:lnTo>
                <a:lnTo>
                  <a:pt x="228600" y="466725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36">
            <a:extLst>
              <a:ext uri="{FF2B5EF4-FFF2-40B4-BE49-F238E27FC236}">
                <a16:creationId xmlns:a16="http://schemas.microsoft.com/office/drawing/2014/main" id="{C4017E28-2923-4596-A5F8-3398E433162B}"/>
              </a:ext>
            </a:extLst>
          </p:cNvPr>
          <p:cNvSpPr/>
          <p:nvPr/>
        </p:nvSpPr>
        <p:spPr>
          <a:xfrm>
            <a:off x="4792864" y="2012437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37">
            <a:extLst>
              <a:ext uri="{FF2B5EF4-FFF2-40B4-BE49-F238E27FC236}">
                <a16:creationId xmlns:a16="http://schemas.microsoft.com/office/drawing/2014/main" id="{C17F4D35-2B18-431E-BE91-C25C76589128}"/>
              </a:ext>
            </a:extLst>
          </p:cNvPr>
          <p:cNvSpPr/>
          <p:nvPr/>
        </p:nvSpPr>
        <p:spPr>
          <a:xfrm>
            <a:off x="4792864" y="22505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38">
            <a:extLst>
              <a:ext uri="{FF2B5EF4-FFF2-40B4-BE49-F238E27FC236}">
                <a16:creationId xmlns:a16="http://schemas.microsoft.com/office/drawing/2014/main" id="{A71EBCB5-31E9-4EEC-B387-567B2188343D}"/>
              </a:ext>
            </a:extLst>
          </p:cNvPr>
          <p:cNvSpPr/>
          <p:nvPr/>
        </p:nvSpPr>
        <p:spPr>
          <a:xfrm>
            <a:off x="4792864" y="22505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39">
            <a:extLst>
              <a:ext uri="{FF2B5EF4-FFF2-40B4-BE49-F238E27FC236}">
                <a16:creationId xmlns:a16="http://schemas.microsoft.com/office/drawing/2014/main" id="{BF660E9B-A066-4D91-A867-29A7E03DD1BC}"/>
              </a:ext>
            </a:extLst>
          </p:cNvPr>
          <p:cNvSpPr/>
          <p:nvPr/>
        </p:nvSpPr>
        <p:spPr>
          <a:xfrm>
            <a:off x="4792864" y="24791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40">
            <a:extLst>
              <a:ext uri="{FF2B5EF4-FFF2-40B4-BE49-F238E27FC236}">
                <a16:creationId xmlns:a16="http://schemas.microsoft.com/office/drawing/2014/main" id="{FF4244F1-5066-443C-876B-96BF43270ABC}"/>
              </a:ext>
            </a:extLst>
          </p:cNvPr>
          <p:cNvSpPr/>
          <p:nvPr/>
        </p:nvSpPr>
        <p:spPr>
          <a:xfrm>
            <a:off x="4792864" y="24791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41">
            <a:extLst>
              <a:ext uri="{FF2B5EF4-FFF2-40B4-BE49-F238E27FC236}">
                <a16:creationId xmlns:a16="http://schemas.microsoft.com/office/drawing/2014/main" id="{2F9DC7CB-BF5A-4689-BFB3-6CDEEDBFFDB9}"/>
              </a:ext>
            </a:extLst>
          </p:cNvPr>
          <p:cNvSpPr/>
          <p:nvPr/>
        </p:nvSpPr>
        <p:spPr>
          <a:xfrm>
            <a:off x="4792864" y="27077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42">
            <a:extLst>
              <a:ext uri="{FF2B5EF4-FFF2-40B4-BE49-F238E27FC236}">
                <a16:creationId xmlns:a16="http://schemas.microsoft.com/office/drawing/2014/main" id="{C606286D-C98A-4082-9174-B2CFD01F965E}"/>
              </a:ext>
            </a:extLst>
          </p:cNvPr>
          <p:cNvSpPr/>
          <p:nvPr/>
        </p:nvSpPr>
        <p:spPr>
          <a:xfrm>
            <a:off x="4792864" y="27077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43">
            <a:extLst>
              <a:ext uri="{FF2B5EF4-FFF2-40B4-BE49-F238E27FC236}">
                <a16:creationId xmlns:a16="http://schemas.microsoft.com/office/drawing/2014/main" id="{6C1C7156-E37D-4580-8F0E-0560CA443381}"/>
              </a:ext>
            </a:extLst>
          </p:cNvPr>
          <p:cNvSpPr/>
          <p:nvPr/>
        </p:nvSpPr>
        <p:spPr>
          <a:xfrm>
            <a:off x="4792864" y="2936362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44">
            <a:extLst>
              <a:ext uri="{FF2B5EF4-FFF2-40B4-BE49-F238E27FC236}">
                <a16:creationId xmlns:a16="http://schemas.microsoft.com/office/drawing/2014/main" id="{E351B270-0A41-4006-98E7-3C66406C8199}"/>
              </a:ext>
            </a:extLst>
          </p:cNvPr>
          <p:cNvSpPr/>
          <p:nvPr/>
        </p:nvSpPr>
        <p:spPr>
          <a:xfrm>
            <a:off x="4792864" y="2936362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45">
            <a:extLst>
              <a:ext uri="{FF2B5EF4-FFF2-40B4-BE49-F238E27FC236}">
                <a16:creationId xmlns:a16="http://schemas.microsoft.com/office/drawing/2014/main" id="{5142022F-6818-438C-84C3-0BBDF5881F3C}"/>
              </a:ext>
            </a:extLst>
          </p:cNvPr>
          <p:cNvSpPr/>
          <p:nvPr/>
        </p:nvSpPr>
        <p:spPr>
          <a:xfrm>
            <a:off x="4792864" y="31744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46">
            <a:extLst>
              <a:ext uri="{FF2B5EF4-FFF2-40B4-BE49-F238E27FC236}">
                <a16:creationId xmlns:a16="http://schemas.microsoft.com/office/drawing/2014/main" id="{E8B1F0BB-BCA2-45E9-BB27-3B0B358894D7}"/>
              </a:ext>
            </a:extLst>
          </p:cNvPr>
          <p:cNvSpPr/>
          <p:nvPr/>
        </p:nvSpPr>
        <p:spPr>
          <a:xfrm>
            <a:off x="4792864" y="31744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47">
            <a:extLst>
              <a:ext uri="{FF2B5EF4-FFF2-40B4-BE49-F238E27FC236}">
                <a16:creationId xmlns:a16="http://schemas.microsoft.com/office/drawing/2014/main" id="{36F363C4-6904-4C22-B041-FF2C16DA702D}"/>
              </a:ext>
            </a:extLst>
          </p:cNvPr>
          <p:cNvSpPr/>
          <p:nvPr/>
        </p:nvSpPr>
        <p:spPr>
          <a:xfrm>
            <a:off x="4792864" y="34030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48">
            <a:extLst>
              <a:ext uri="{FF2B5EF4-FFF2-40B4-BE49-F238E27FC236}">
                <a16:creationId xmlns:a16="http://schemas.microsoft.com/office/drawing/2014/main" id="{199BCC6D-AD09-4C6E-A468-26A98EF3272C}"/>
              </a:ext>
            </a:extLst>
          </p:cNvPr>
          <p:cNvSpPr/>
          <p:nvPr/>
        </p:nvSpPr>
        <p:spPr>
          <a:xfrm>
            <a:off x="4792864" y="34030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49">
            <a:extLst>
              <a:ext uri="{FF2B5EF4-FFF2-40B4-BE49-F238E27FC236}">
                <a16:creationId xmlns:a16="http://schemas.microsoft.com/office/drawing/2014/main" id="{03DF1C81-5E52-47D6-82C6-11BC598AA043}"/>
              </a:ext>
            </a:extLst>
          </p:cNvPr>
          <p:cNvSpPr/>
          <p:nvPr/>
        </p:nvSpPr>
        <p:spPr>
          <a:xfrm>
            <a:off x="5021464" y="178383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50">
            <a:extLst>
              <a:ext uri="{FF2B5EF4-FFF2-40B4-BE49-F238E27FC236}">
                <a16:creationId xmlns:a16="http://schemas.microsoft.com/office/drawing/2014/main" id="{735A6563-7CE3-488B-865C-CC6259E2A5AC}"/>
              </a:ext>
            </a:extLst>
          </p:cNvPr>
          <p:cNvSpPr/>
          <p:nvPr/>
        </p:nvSpPr>
        <p:spPr>
          <a:xfrm>
            <a:off x="5021464" y="178383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51">
            <a:extLst>
              <a:ext uri="{FF2B5EF4-FFF2-40B4-BE49-F238E27FC236}">
                <a16:creationId xmlns:a16="http://schemas.microsoft.com/office/drawing/2014/main" id="{30C72056-3419-4EB6-B456-F40BD661677D}"/>
              </a:ext>
            </a:extLst>
          </p:cNvPr>
          <p:cNvSpPr/>
          <p:nvPr/>
        </p:nvSpPr>
        <p:spPr>
          <a:xfrm>
            <a:off x="5021464" y="2012437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52">
            <a:extLst>
              <a:ext uri="{FF2B5EF4-FFF2-40B4-BE49-F238E27FC236}">
                <a16:creationId xmlns:a16="http://schemas.microsoft.com/office/drawing/2014/main" id="{6BA1185E-094E-4F97-ABFE-A222825BE83B}"/>
              </a:ext>
            </a:extLst>
          </p:cNvPr>
          <p:cNvSpPr/>
          <p:nvPr/>
        </p:nvSpPr>
        <p:spPr>
          <a:xfrm>
            <a:off x="5021464" y="2012437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53">
            <a:extLst>
              <a:ext uri="{FF2B5EF4-FFF2-40B4-BE49-F238E27FC236}">
                <a16:creationId xmlns:a16="http://schemas.microsoft.com/office/drawing/2014/main" id="{8F62B944-A564-4387-89D3-D43AAE41C910}"/>
              </a:ext>
            </a:extLst>
          </p:cNvPr>
          <p:cNvSpPr/>
          <p:nvPr/>
        </p:nvSpPr>
        <p:spPr>
          <a:xfrm>
            <a:off x="5021464" y="22505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54">
            <a:extLst>
              <a:ext uri="{FF2B5EF4-FFF2-40B4-BE49-F238E27FC236}">
                <a16:creationId xmlns:a16="http://schemas.microsoft.com/office/drawing/2014/main" id="{E1BC54FA-65D5-4745-96CC-C433769D7D4A}"/>
              </a:ext>
            </a:extLst>
          </p:cNvPr>
          <p:cNvSpPr/>
          <p:nvPr/>
        </p:nvSpPr>
        <p:spPr>
          <a:xfrm>
            <a:off x="5021464" y="22505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55">
            <a:extLst>
              <a:ext uri="{FF2B5EF4-FFF2-40B4-BE49-F238E27FC236}">
                <a16:creationId xmlns:a16="http://schemas.microsoft.com/office/drawing/2014/main" id="{CA923274-24E7-46C0-AAD1-B32499859FA4}"/>
              </a:ext>
            </a:extLst>
          </p:cNvPr>
          <p:cNvSpPr/>
          <p:nvPr/>
        </p:nvSpPr>
        <p:spPr>
          <a:xfrm>
            <a:off x="5021464" y="24791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56">
            <a:extLst>
              <a:ext uri="{FF2B5EF4-FFF2-40B4-BE49-F238E27FC236}">
                <a16:creationId xmlns:a16="http://schemas.microsoft.com/office/drawing/2014/main" id="{96F782B3-EC24-4C3A-8681-01E4AE7EB5BF}"/>
              </a:ext>
            </a:extLst>
          </p:cNvPr>
          <p:cNvSpPr/>
          <p:nvPr/>
        </p:nvSpPr>
        <p:spPr>
          <a:xfrm>
            <a:off x="5021464" y="24791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57">
            <a:extLst>
              <a:ext uri="{FF2B5EF4-FFF2-40B4-BE49-F238E27FC236}">
                <a16:creationId xmlns:a16="http://schemas.microsoft.com/office/drawing/2014/main" id="{A12D73BF-0CBA-40A5-8A8D-7EDD77A21B6A}"/>
              </a:ext>
            </a:extLst>
          </p:cNvPr>
          <p:cNvSpPr/>
          <p:nvPr/>
        </p:nvSpPr>
        <p:spPr>
          <a:xfrm>
            <a:off x="5021464" y="27077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58">
            <a:extLst>
              <a:ext uri="{FF2B5EF4-FFF2-40B4-BE49-F238E27FC236}">
                <a16:creationId xmlns:a16="http://schemas.microsoft.com/office/drawing/2014/main" id="{78A30530-3D3A-42C6-8D7E-67F6E51FFF1C}"/>
              </a:ext>
            </a:extLst>
          </p:cNvPr>
          <p:cNvSpPr/>
          <p:nvPr/>
        </p:nvSpPr>
        <p:spPr>
          <a:xfrm>
            <a:off x="5021464" y="27077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59">
            <a:extLst>
              <a:ext uri="{FF2B5EF4-FFF2-40B4-BE49-F238E27FC236}">
                <a16:creationId xmlns:a16="http://schemas.microsoft.com/office/drawing/2014/main" id="{2F6AA474-59E9-4DFA-B126-9313676A2B10}"/>
              </a:ext>
            </a:extLst>
          </p:cNvPr>
          <p:cNvSpPr/>
          <p:nvPr/>
        </p:nvSpPr>
        <p:spPr>
          <a:xfrm>
            <a:off x="5021464" y="2936362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60">
            <a:extLst>
              <a:ext uri="{FF2B5EF4-FFF2-40B4-BE49-F238E27FC236}">
                <a16:creationId xmlns:a16="http://schemas.microsoft.com/office/drawing/2014/main" id="{D70EB1BA-AB51-4A02-BD6C-580C76634116}"/>
              </a:ext>
            </a:extLst>
          </p:cNvPr>
          <p:cNvSpPr/>
          <p:nvPr/>
        </p:nvSpPr>
        <p:spPr>
          <a:xfrm>
            <a:off x="5021464" y="2936362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61">
            <a:extLst>
              <a:ext uri="{FF2B5EF4-FFF2-40B4-BE49-F238E27FC236}">
                <a16:creationId xmlns:a16="http://schemas.microsoft.com/office/drawing/2014/main" id="{D9754D65-B81E-44AB-94EF-83959589E010}"/>
              </a:ext>
            </a:extLst>
          </p:cNvPr>
          <p:cNvSpPr/>
          <p:nvPr/>
        </p:nvSpPr>
        <p:spPr>
          <a:xfrm>
            <a:off x="5021464" y="31744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62">
            <a:extLst>
              <a:ext uri="{FF2B5EF4-FFF2-40B4-BE49-F238E27FC236}">
                <a16:creationId xmlns:a16="http://schemas.microsoft.com/office/drawing/2014/main" id="{A975F81A-1FB9-42CC-A43D-D4C7A52A3AB8}"/>
              </a:ext>
            </a:extLst>
          </p:cNvPr>
          <p:cNvSpPr/>
          <p:nvPr/>
        </p:nvSpPr>
        <p:spPr>
          <a:xfrm>
            <a:off x="5021464" y="31744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63">
            <a:extLst>
              <a:ext uri="{FF2B5EF4-FFF2-40B4-BE49-F238E27FC236}">
                <a16:creationId xmlns:a16="http://schemas.microsoft.com/office/drawing/2014/main" id="{7E3826ED-B9B4-4899-B12D-A64B2F0035B3}"/>
              </a:ext>
            </a:extLst>
          </p:cNvPr>
          <p:cNvSpPr/>
          <p:nvPr/>
        </p:nvSpPr>
        <p:spPr>
          <a:xfrm>
            <a:off x="5021464" y="34030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64">
            <a:extLst>
              <a:ext uri="{FF2B5EF4-FFF2-40B4-BE49-F238E27FC236}">
                <a16:creationId xmlns:a16="http://schemas.microsoft.com/office/drawing/2014/main" id="{8C0FF0E3-8648-4F62-9EA5-F543C0EED053}"/>
              </a:ext>
            </a:extLst>
          </p:cNvPr>
          <p:cNvSpPr/>
          <p:nvPr/>
        </p:nvSpPr>
        <p:spPr>
          <a:xfrm>
            <a:off x="5021464" y="34030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65">
            <a:extLst>
              <a:ext uri="{FF2B5EF4-FFF2-40B4-BE49-F238E27FC236}">
                <a16:creationId xmlns:a16="http://schemas.microsoft.com/office/drawing/2014/main" id="{28EA96C8-7E44-4486-88F7-BE018E54084A}"/>
              </a:ext>
            </a:extLst>
          </p:cNvPr>
          <p:cNvSpPr/>
          <p:nvPr/>
        </p:nvSpPr>
        <p:spPr>
          <a:xfrm>
            <a:off x="5250064" y="178383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66">
            <a:extLst>
              <a:ext uri="{FF2B5EF4-FFF2-40B4-BE49-F238E27FC236}">
                <a16:creationId xmlns:a16="http://schemas.microsoft.com/office/drawing/2014/main" id="{863320FE-D2DA-4901-86DB-78C185531184}"/>
              </a:ext>
            </a:extLst>
          </p:cNvPr>
          <p:cNvSpPr/>
          <p:nvPr/>
        </p:nvSpPr>
        <p:spPr>
          <a:xfrm>
            <a:off x="5250064" y="178383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67">
            <a:extLst>
              <a:ext uri="{FF2B5EF4-FFF2-40B4-BE49-F238E27FC236}">
                <a16:creationId xmlns:a16="http://schemas.microsoft.com/office/drawing/2014/main" id="{9F675594-E6CB-4A53-8402-9229087AF50C}"/>
              </a:ext>
            </a:extLst>
          </p:cNvPr>
          <p:cNvSpPr/>
          <p:nvPr/>
        </p:nvSpPr>
        <p:spPr>
          <a:xfrm>
            <a:off x="5250064" y="2012437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68">
            <a:extLst>
              <a:ext uri="{FF2B5EF4-FFF2-40B4-BE49-F238E27FC236}">
                <a16:creationId xmlns:a16="http://schemas.microsoft.com/office/drawing/2014/main" id="{E0C89FE9-0C80-4284-B83A-147E8E74D388}"/>
              </a:ext>
            </a:extLst>
          </p:cNvPr>
          <p:cNvSpPr/>
          <p:nvPr/>
        </p:nvSpPr>
        <p:spPr>
          <a:xfrm>
            <a:off x="5250064" y="2012437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69">
            <a:extLst>
              <a:ext uri="{FF2B5EF4-FFF2-40B4-BE49-F238E27FC236}">
                <a16:creationId xmlns:a16="http://schemas.microsoft.com/office/drawing/2014/main" id="{3F799E59-1826-4025-82CC-7231EF242D6A}"/>
              </a:ext>
            </a:extLst>
          </p:cNvPr>
          <p:cNvSpPr/>
          <p:nvPr/>
        </p:nvSpPr>
        <p:spPr>
          <a:xfrm>
            <a:off x="5250064" y="22505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70">
            <a:extLst>
              <a:ext uri="{FF2B5EF4-FFF2-40B4-BE49-F238E27FC236}">
                <a16:creationId xmlns:a16="http://schemas.microsoft.com/office/drawing/2014/main" id="{BEEE5821-4721-4E46-8F22-C745494CF99C}"/>
              </a:ext>
            </a:extLst>
          </p:cNvPr>
          <p:cNvSpPr/>
          <p:nvPr/>
        </p:nvSpPr>
        <p:spPr>
          <a:xfrm>
            <a:off x="5250064" y="22505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71">
            <a:extLst>
              <a:ext uri="{FF2B5EF4-FFF2-40B4-BE49-F238E27FC236}">
                <a16:creationId xmlns:a16="http://schemas.microsoft.com/office/drawing/2014/main" id="{1AF3DD69-3C67-4F93-9599-F5E4910D2F65}"/>
              </a:ext>
            </a:extLst>
          </p:cNvPr>
          <p:cNvSpPr/>
          <p:nvPr/>
        </p:nvSpPr>
        <p:spPr>
          <a:xfrm>
            <a:off x="5250064" y="24791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72">
            <a:extLst>
              <a:ext uri="{FF2B5EF4-FFF2-40B4-BE49-F238E27FC236}">
                <a16:creationId xmlns:a16="http://schemas.microsoft.com/office/drawing/2014/main" id="{2400993A-78B6-43E8-8DD9-B8A9D9048542}"/>
              </a:ext>
            </a:extLst>
          </p:cNvPr>
          <p:cNvSpPr/>
          <p:nvPr/>
        </p:nvSpPr>
        <p:spPr>
          <a:xfrm>
            <a:off x="5250064" y="24791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73">
            <a:extLst>
              <a:ext uri="{FF2B5EF4-FFF2-40B4-BE49-F238E27FC236}">
                <a16:creationId xmlns:a16="http://schemas.microsoft.com/office/drawing/2014/main" id="{71C391F8-2F83-4EAF-B241-04F0B84E5B74}"/>
              </a:ext>
            </a:extLst>
          </p:cNvPr>
          <p:cNvSpPr/>
          <p:nvPr/>
        </p:nvSpPr>
        <p:spPr>
          <a:xfrm>
            <a:off x="5250064" y="27077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74">
            <a:extLst>
              <a:ext uri="{FF2B5EF4-FFF2-40B4-BE49-F238E27FC236}">
                <a16:creationId xmlns:a16="http://schemas.microsoft.com/office/drawing/2014/main" id="{5EF974C4-13D6-4D00-8F65-84003DDA8DC4}"/>
              </a:ext>
            </a:extLst>
          </p:cNvPr>
          <p:cNvSpPr/>
          <p:nvPr/>
        </p:nvSpPr>
        <p:spPr>
          <a:xfrm>
            <a:off x="5250064" y="27077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75">
            <a:extLst>
              <a:ext uri="{FF2B5EF4-FFF2-40B4-BE49-F238E27FC236}">
                <a16:creationId xmlns:a16="http://schemas.microsoft.com/office/drawing/2014/main" id="{54BE36B7-6266-4FE0-8322-4568C30D5159}"/>
              </a:ext>
            </a:extLst>
          </p:cNvPr>
          <p:cNvSpPr/>
          <p:nvPr/>
        </p:nvSpPr>
        <p:spPr>
          <a:xfrm>
            <a:off x="5250064" y="2936362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76">
            <a:extLst>
              <a:ext uri="{FF2B5EF4-FFF2-40B4-BE49-F238E27FC236}">
                <a16:creationId xmlns:a16="http://schemas.microsoft.com/office/drawing/2014/main" id="{E801AA3D-75DA-47C8-B6C2-05C18E5A40A3}"/>
              </a:ext>
            </a:extLst>
          </p:cNvPr>
          <p:cNvSpPr/>
          <p:nvPr/>
        </p:nvSpPr>
        <p:spPr>
          <a:xfrm>
            <a:off x="5250064" y="2936362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77">
            <a:extLst>
              <a:ext uri="{FF2B5EF4-FFF2-40B4-BE49-F238E27FC236}">
                <a16:creationId xmlns:a16="http://schemas.microsoft.com/office/drawing/2014/main" id="{0CDFE066-0DD8-4456-B8E0-AF51113D60D0}"/>
              </a:ext>
            </a:extLst>
          </p:cNvPr>
          <p:cNvSpPr/>
          <p:nvPr/>
        </p:nvSpPr>
        <p:spPr>
          <a:xfrm>
            <a:off x="5250064" y="31744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78">
            <a:extLst>
              <a:ext uri="{FF2B5EF4-FFF2-40B4-BE49-F238E27FC236}">
                <a16:creationId xmlns:a16="http://schemas.microsoft.com/office/drawing/2014/main" id="{CC448256-DA5E-4C98-B4E4-3295035F75DC}"/>
              </a:ext>
            </a:extLst>
          </p:cNvPr>
          <p:cNvSpPr/>
          <p:nvPr/>
        </p:nvSpPr>
        <p:spPr>
          <a:xfrm>
            <a:off x="5250064" y="31744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79">
            <a:extLst>
              <a:ext uri="{FF2B5EF4-FFF2-40B4-BE49-F238E27FC236}">
                <a16:creationId xmlns:a16="http://schemas.microsoft.com/office/drawing/2014/main" id="{9DB70970-E451-4652-B31E-C43770FFC4ED}"/>
              </a:ext>
            </a:extLst>
          </p:cNvPr>
          <p:cNvSpPr/>
          <p:nvPr/>
        </p:nvSpPr>
        <p:spPr>
          <a:xfrm>
            <a:off x="5250064" y="34030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80">
            <a:extLst>
              <a:ext uri="{FF2B5EF4-FFF2-40B4-BE49-F238E27FC236}">
                <a16:creationId xmlns:a16="http://schemas.microsoft.com/office/drawing/2014/main" id="{F727FF5B-17F3-465F-A5E9-9E6FEDFDBB0B}"/>
              </a:ext>
            </a:extLst>
          </p:cNvPr>
          <p:cNvSpPr/>
          <p:nvPr/>
        </p:nvSpPr>
        <p:spPr>
          <a:xfrm>
            <a:off x="5250064" y="34030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81">
            <a:extLst>
              <a:ext uri="{FF2B5EF4-FFF2-40B4-BE49-F238E27FC236}">
                <a16:creationId xmlns:a16="http://schemas.microsoft.com/office/drawing/2014/main" id="{089B0B26-0E76-4096-ACDA-79768CC9914D}"/>
              </a:ext>
            </a:extLst>
          </p:cNvPr>
          <p:cNvSpPr/>
          <p:nvPr/>
        </p:nvSpPr>
        <p:spPr>
          <a:xfrm>
            <a:off x="5478664" y="1783837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82">
            <a:extLst>
              <a:ext uri="{FF2B5EF4-FFF2-40B4-BE49-F238E27FC236}">
                <a16:creationId xmlns:a16="http://schemas.microsoft.com/office/drawing/2014/main" id="{3AC6EDAF-8139-414A-9B12-D9FD2571F700}"/>
              </a:ext>
            </a:extLst>
          </p:cNvPr>
          <p:cNvSpPr/>
          <p:nvPr/>
        </p:nvSpPr>
        <p:spPr>
          <a:xfrm>
            <a:off x="5478664" y="1783837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83">
            <a:extLst>
              <a:ext uri="{FF2B5EF4-FFF2-40B4-BE49-F238E27FC236}">
                <a16:creationId xmlns:a16="http://schemas.microsoft.com/office/drawing/2014/main" id="{87E94DAC-9492-4719-A628-F95085B54F3D}"/>
              </a:ext>
            </a:extLst>
          </p:cNvPr>
          <p:cNvSpPr/>
          <p:nvPr/>
        </p:nvSpPr>
        <p:spPr>
          <a:xfrm>
            <a:off x="5478664" y="2012437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38125" y="0"/>
                </a:moveTo>
                <a:lnTo>
                  <a:pt x="0" y="0"/>
                </a:lnTo>
                <a:lnTo>
                  <a:pt x="0" y="238125"/>
                </a:lnTo>
                <a:lnTo>
                  <a:pt x="238125" y="238125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84">
            <a:extLst>
              <a:ext uri="{FF2B5EF4-FFF2-40B4-BE49-F238E27FC236}">
                <a16:creationId xmlns:a16="http://schemas.microsoft.com/office/drawing/2014/main" id="{B653FBF9-915A-4C42-A97E-EC9325349A4D}"/>
              </a:ext>
            </a:extLst>
          </p:cNvPr>
          <p:cNvSpPr/>
          <p:nvPr/>
        </p:nvSpPr>
        <p:spPr>
          <a:xfrm>
            <a:off x="5478664" y="2012437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0" y="238125"/>
                </a:moveTo>
                <a:lnTo>
                  <a:pt x="238125" y="238125"/>
                </a:lnTo>
                <a:lnTo>
                  <a:pt x="238125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85">
            <a:extLst>
              <a:ext uri="{FF2B5EF4-FFF2-40B4-BE49-F238E27FC236}">
                <a16:creationId xmlns:a16="http://schemas.microsoft.com/office/drawing/2014/main" id="{47E70B99-88D4-425D-B907-8E63D058EF10}"/>
              </a:ext>
            </a:extLst>
          </p:cNvPr>
          <p:cNvSpPr/>
          <p:nvPr/>
        </p:nvSpPr>
        <p:spPr>
          <a:xfrm>
            <a:off x="5478664" y="2250562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86">
            <a:extLst>
              <a:ext uri="{FF2B5EF4-FFF2-40B4-BE49-F238E27FC236}">
                <a16:creationId xmlns:a16="http://schemas.microsoft.com/office/drawing/2014/main" id="{FA7EA4F2-717E-4313-BC67-430BFB356A4F}"/>
              </a:ext>
            </a:extLst>
          </p:cNvPr>
          <p:cNvSpPr/>
          <p:nvPr/>
        </p:nvSpPr>
        <p:spPr>
          <a:xfrm>
            <a:off x="5478664" y="2250562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87">
            <a:extLst>
              <a:ext uri="{FF2B5EF4-FFF2-40B4-BE49-F238E27FC236}">
                <a16:creationId xmlns:a16="http://schemas.microsoft.com/office/drawing/2014/main" id="{4DD450F9-B231-4AD6-A663-09C3C82118E5}"/>
              </a:ext>
            </a:extLst>
          </p:cNvPr>
          <p:cNvSpPr/>
          <p:nvPr/>
        </p:nvSpPr>
        <p:spPr>
          <a:xfrm>
            <a:off x="5478664" y="2479162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88">
            <a:extLst>
              <a:ext uri="{FF2B5EF4-FFF2-40B4-BE49-F238E27FC236}">
                <a16:creationId xmlns:a16="http://schemas.microsoft.com/office/drawing/2014/main" id="{8A48FCC9-3221-4273-91CD-E943DF3EF375}"/>
              </a:ext>
            </a:extLst>
          </p:cNvPr>
          <p:cNvSpPr/>
          <p:nvPr/>
        </p:nvSpPr>
        <p:spPr>
          <a:xfrm>
            <a:off x="5478664" y="2479162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89">
            <a:extLst>
              <a:ext uri="{FF2B5EF4-FFF2-40B4-BE49-F238E27FC236}">
                <a16:creationId xmlns:a16="http://schemas.microsoft.com/office/drawing/2014/main" id="{E70F3986-5E05-4425-BE2A-14403F13D1C3}"/>
              </a:ext>
            </a:extLst>
          </p:cNvPr>
          <p:cNvSpPr/>
          <p:nvPr/>
        </p:nvSpPr>
        <p:spPr>
          <a:xfrm>
            <a:off x="5478664" y="2707762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90">
            <a:extLst>
              <a:ext uri="{FF2B5EF4-FFF2-40B4-BE49-F238E27FC236}">
                <a16:creationId xmlns:a16="http://schemas.microsoft.com/office/drawing/2014/main" id="{445D77E1-4778-414E-833C-4339F55626D6}"/>
              </a:ext>
            </a:extLst>
          </p:cNvPr>
          <p:cNvSpPr/>
          <p:nvPr/>
        </p:nvSpPr>
        <p:spPr>
          <a:xfrm>
            <a:off x="5478664" y="2707762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91">
            <a:extLst>
              <a:ext uri="{FF2B5EF4-FFF2-40B4-BE49-F238E27FC236}">
                <a16:creationId xmlns:a16="http://schemas.microsoft.com/office/drawing/2014/main" id="{E9246ABE-6AED-4155-8835-E529E29C7C94}"/>
              </a:ext>
            </a:extLst>
          </p:cNvPr>
          <p:cNvSpPr/>
          <p:nvPr/>
        </p:nvSpPr>
        <p:spPr>
          <a:xfrm>
            <a:off x="5478664" y="2936362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38125" y="0"/>
                </a:moveTo>
                <a:lnTo>
                  <a:pt x="0" y="0"/>
                </a:lnTo>
                <a:lnTo>
                  <a:pt x="0" y="238125"/>
                </a:lnTo>
                <a:lnTo>
                  <a:pt x="238125" y="238125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92">
            <a:extLst>
              <a:ext uri="{FF2B5EF4-FFF2-40B4-BE49-F238E27FC236}">
                <a16:creationId xmlns:a16="http://schemas.microsoft.com/office/drawing/2014/main" id="{A61AD56D-BE1A-4E35-8783-5570F94B758A}"/>
              </a:ext>
            </a:extLst>
          </p:cNvPr>
          <p:cNvSpPr/>
          <p:nvPr/>
        </p:nvSpPr>
        <p:spPr>
          <a:xfrm>
            <a:off x="5478664" y="2936362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0" y="238125"/>
                </a:moveTo>
                <a:lnTo>
                  <a:pt x="238125" y="238125"/>
                </a:lnTo>
                <a:lnTo>
                  <a:pt x="238125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93">
            <a:extLst>
              <a:ext uri="{FF2B5EF4-FFF2-40B4-BE49-F238E27FC236}">
                <a16:creationId xmlns:a16="http://schemas.microsoft.com/office/drawing/2014/main" id="{63C25217-2A06-41A6-8FFF-42CFA28D5A1A}"/>
              </a:ext>
            </a:extLst>
          </p:cNvPr>
          <p:cNvSpPr/>
          <p:nvPr/>
        </p:nvSpPr>
        <p:spPr>
          <a:xfrm>
            <a:off x="5478664" y="3174487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94">
            <a:extLst>
              <a:ext uri="{FF2B5EF4-FFF2-40B4-BE49-F238E27FC236}">
                <a16:creationId xmlns:a16="http://schemas.microsoft.com/office/drawing/2014/main" id="{E6371E2F-3303-43E7-BA20-CE22194731AC}"/>
              </a:ext>
            </a:extLst>
          </p:cNvPr>
          <p:cNvSpPr/>
          <p:nvPr/>
        </p:nvSpPr>
        <p:spPr>
          <a:xfrm>
            <a:off x="5478664" y="3174487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95">
            <a:extLst>
              <a:ext uri="{FF2B5EF4-FFF2-40B4-BE49-F238E27FC236}">
                <a16:creationId xmlns:a16="http://schemas.microsoft.com/office/drawing/2014/main" id="{22505FC0-9E97-425E-8402-75331E63F7DD}"/>
              </a:ext>
            </a:extLst>
          </p:cNvPr>
          <p:cNvSpPr/>
          <p:nvPr/>
        </p:nvSpPr>
        <p:spPr>
          <a:xfrm>
            <a:off x="5478664" y="3403087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96">
            <a:extLst>
              <a:ext uri="{FF2B5EF4-FFF2-40B4-BE49-F238E27FC236}">
                <a16:creationId xmlns:a16="http://schemas.microsoft.com/office/drawing/2014/main" id="{6D3F8C78-FDC5-4EF7-BC4A-B461C5B60514}"/>
              </a:ext>
            </a:extLst>
          </p:cNvPr>
          <p:cNvSpPr/>
          <p:nvPr/>
        </p:nvSpPr>
        <p:spPr>
          <a:xfrm>
            <a:off x="5478664" y="3403087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97">
            <a:extLst>
              <a:ext uri="{FF2B5EF4-FFF2-40B4-BE49-F238E27FC236}">
                <a16:creationId xmlns:a16="http://schemas.microsoft.com/office/drawing/2014/main" id="{DAAE658F-9E29-4107-B0B5-56B3EFF82171}"/>
              </a:ext>
            </a:extLst>
          </p:cNvPr>
          <p:cNvSpPr/>
          <p:nvPr/>
        </p:nvSpPr>
        <p:spPr>
          <a:xfrm>
            <a:off x="5716789" y="178383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98">
            <a:extLst>
              <a:ext uri="{FF2B5EF4-FFF2-40B4-BE49-F238E27FC236}">
                <a16:creationId xmlns:a16="http://schemas.microsoft.com/office/drawing/2014/main" id="{E6AD419D-BCD1-41C0-B1C1-C2ACEC801BA3}"/>
              </a:ext>
            </a:extLst>
          </p:cNvPr>
          <p:cNvSpPr/>
          <p:nvPr/>
        </p:nvSpPr>
        <p:spPr>
          <a:xfrm>
            <a:off x="5716789" y="178383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99">
            <a:extLst>
              <a:ext uri="{FF2B5EF4-FFF2-40B4-BE49-F238E27FC236}">
                <a16:creationId xmlns:a16="http://schemas.microsoft.com/office/drawing/2014/main" id="{0E7BCCE3-6D15-4631-85EF-F5A8EE59F72A}"/>
              </a:ext>
            </a:extLst>
          </p:cNvPr>
          <p:cNvSpPr/>
          <p:nvPr/>
        </p:nvSpPr>
        <p:spPr>
          <a:xfrm>
            <a:off x="5716789" y="2012437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100">
            <a:extLst>
              <a:ext uri="{FF2B5EF4-FFF2-40B4-BE49-F238E27FC236}">
                <a16:creationId xmlns:a16="http://schemas.microsoft.com/office/drawing/2014/main" id="{793151A3-71FF-47B3-8F2C-F1F8BE4C66E4}"/>
              </a:ext>
            </a:extLst>
          </p:cNvPr>
          <p:cNvSpPr/>
          <p:nvPr/>
        </p:nvSpPr>
        <p:spPr>
          <a:xfrm>
            <a:off x="5716789" y="2012437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101">
            <a:extLst>
              <a:ext uri="{FF2B5EF4-FFF2-40B4-BE49-F238E27FC236}">
                <a16:creationId xmlns:a16="http://schemas.microsoft.com/office/drawing/2014/main" id="{F0297B1B-1A5E-4633-8D0A-871064FADE2C}"/>
              </a:ext>
            </a:extLst>
          </p:cNvPr>
          <p:cNvSpPr/>
          <p:nvPr/>
        </p:nvSpPr>
        <p:spPr>
          <a:xfrm>
            <a:off x="5716789" y="22505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102">
            <a:extLst>
              <a:ext uri="{FF2B5EF4-FFF2-40B4-BE49-F238E27FC236}">
                <a16:creationId xmlns:a16="http://schemas.microsoft.com/office/drawing/2014/main" id="{8050EB4A-436F-40B5-AA57-308C786705D0}"/>
              </a:ext>
            </a:extLst>
          </p:cNvPr>
          <p:cNvSpPr/>
          <p:nvPr/>
        </p:nvSpPr>
        <p:spPr>
          <a:xfrm>
            <a:off x="5716789" y="22505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103">
            <a:extLst>
              <a:ext uri="{FF2B5EF4-FFF2-40B4-BE49-F238E27FC236}">
                <a16:creationId xmlns:a16="http://schemas.microsoft.com/office/drawing/2014/main" id="{DFA1B1CD-7847-433D-9401-DA535D26CE74}"/>
              </a:ext>
            </a:extLst>
          </p:cNvPr>
          <p:cNvSpPr/>
          <p:nvPr/>
        </p:nvSpPr>
        <p:spPr>
          <a:xfrm>
            <a:off x="5716789" y="24791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104">
            <a:extLst>
              <a:ext uri="{FF2B5EF4-FFF2-40B4-BE49-F238E27FC236}">
                <a16:creationId xmlns:a16="http://schemas.microsoft.com/office/drawing/2014/main" id="{2BFD4236-29AF-40D4-AF27-29E7B0FE928C}"/>
              </a:ext>
            </a:extLst>
          </p:cNvPr>
          <p:cNvSpPr/>
          <p:nvPr/>
        </p:nvSpPr>
        <p:spPr>
          <a:xfrm>
            <a:off x="5716789" y="24791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105">
            <a:extLst>
              <a:ext uri="{FF2B5EF4-FFF2-40B4-BE49-F238E27FC236}">
                <a16:creationId xmlns:a16="http://schemas.microsoft.com/office/drawing/2014/main" id="{E22CFBA3-5A69-45B4-87E8-FB8FDA2FDFD7}"/>
              </a:ext>
            </a:extLst>
          </p:cNvPr>
          <p:cNvSpPr/>
          <p:nvPr/>
        </p:nvSpPr>
        <p:spPr>
          <a:xfrm>
            <a:off x="5716789" y="27077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106">
            <a:extLst>
              <a:ext uri="{FF2B5EF4-FFF2-40B4-BE49-F238E27FC236}">
                <a16:creationId xmlns:a16="http://schemas.microsoft.com/office/drawing/2014/main" id="{773CB861-FA8C-4AFE-AE49-D9AE5A803505}"/>
              </a:ext>
            </a:extLst>
          </p:cNvPr>
          <p:cNvSpPr/>
          <p:nvPr/>
        </p:nvSpPr>
        <p:spPr>
          <a:xfrm>
            <a:off x="5716789" y="27077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107">
            <a:extLst>
              <a:ext uri="{FF2B5EF4-FFF2-40B4-BE49-F238E27FC236}">
                <a16:creationId xmlns:a16="http://schemas.microsoft.com/office/drawing/2014/main" id="{4838D37E-1BD3-42B0-95EB-EA09839CC81E}"/>
              </a:ext>
            </a:extLst>
          </p:cNvPr>
          <p:cNvSpPr/>
          <p:nvPr/>
        </p:nvSpPr>
        <p:spPr>
          <a:xfrm>
            <a:off x="5716789" y="2936362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108">
            <a:extLst>
              <a:ext uri="{FF2B5EF4-FFF2-40B4-BE49-F238E27FC236}">
                <a16:creationId xmlns:a16="http://schemas.microsoft.com/office/drawing/2014/main" id="{3CAF8935-79CA-4293-8431-D6EE0844532B}"/>
              </a:ext>
            </a:extLst>
          </p:cNvPr>
          <p:cNvSpPr/>
          <p:nvPr/>
        </p:nvSpPr>
        <p:spPr>
          <a:xfrm>
            <a:off x="5716789" y="2936362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object 109">
            <a:extLst>
              <a:ext uri="{FF2B5EF4-FFF2-40B4-BE49-F238E27FC236}">
                <a16:creationId xmlns:a16="http://schemas.microsoft.com/office/drawing/2014/main" id="{AE98A17A-00E5-4F59-A12B-155A2D867E85}"/>
              </a:ext>
            </a:extLst>
          </p:cNvPr>
          <p:cNvSpPr/>
          <p:nvPr/>
        </p:nvSpPr>
        <p:spPr>
          <a:xfrm>
            <a:off x="5716789" y="31744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110">
            <a:extLst>
              <a:ext uri="{FF2B5EF4-FFF2-40B4-BE49-F238E27FC236}">
                <a16:creationId xmlns:a16="http://schemas.microsoft.com/office/drawing/2014/main" id="{DCD66762-1AA0-4924-B5F9-D3EB3533527F}"/>
              </a:ext>
            </a:extLst>
          </p:cNvPr>
          <p:cNvSpPr/>
          <p:nvPr/>
        </p:nvSpPr>
        <p:spPr>
          <a:xfrm>
            <a:off x="5716789" y="31744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111">
            <a:extLst>
              <a:ext uri="{FF2B5EF4-FFF2-40B4-BE49-F238E27FC236}">
                <a16:creationId xmlns:a16="http://schemas.microsoft.com/office/drawing/2014/main" id="{42DFAE3A-837B-423B-A03B-4E664A656A2E}"/>
              </a:ext>
            </a:extLst>
          </p:cNvPr>
          <p:cNvSpPr/>
          <p:nvPr/>
        </p:nvSpPr>
        <p:spPr>
          <a:xfrm>
            <a:off x="5716789" y="34030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112">
            <a:extLst>
              <a:ext uri="{FF2B5EF4-FFF2-40B4-BE49-F238E27FC236}">
                <a16:creationId xmlns:a16="http://schemas.microsoft.com/office/drawing/2014/main" id="{29DDDEB0-1C24-4275-90C6-E2ED3A0190B2}"/>
              </a:ext>
            </a:extLst>
          </p:cNvPr>
          <p:cNvSpPr/>
          <p:nvPr/>
        </p:nvSpPr>
        <p:spPr>
          <a:xfrm>
            <a:off x="5716789" y="34030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113">
            <a:extLst>
              <a:ext uri="{FF2B5EF4-FFF2-40B4-BE49-F238E27FC236}">
                <a16:creationId xmlns:a16="http://schemas.microsoft.com/office/drawing/2014/main" id="{1E71D24F-117D-4D31-95A7-C3F1B8FF823F}"/>
              </a:ext>
            </a:extLst>
          </p:cNvPr>
          <p:cNvSpPr/>
          <p:nvPr/>
        </p:nvSpPr>
        <p:spPr>
          <a:xfrm>
            <a:off x="5945389" y="178383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114">
            <a:extLst>
              <a:ext uri="{FF2B5EF4-FFF2-40B4-BE49-F238E27FC236}">
                <a16:creationId xmlns:a16="http://schemas.microsoft.com/office/drawing/2014/main" id="{C04C4065-815B-4575-B9EE-8E4110A59B9A}"/>
              </a:ext>
            </a:extLst>
          </p:cNvPr>
          <p:cNvSpPr/>
          <p:nvPr/>
        </p:nvSpPr>
        <p:spPr>
          <a:xfrm>
            <a:off x="5945389" y="178383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object 115">
            <a:extLst>
              <a:ext uri="{FF2B5EF4-FFF2-40B4-BE49-F238E27FC236}">
                <a16:creationId xmlns:a16="http://schemas.microsoft.com/office/drawing/2014/main" id="{17848CBB-94AF-4EB2-976A-FABD606AB9B2}"/>
              </a:ext>
            </a:extLst>
          </p:cNvPr>
          <p:cNvSpPr/>
          <p:nvPr/>
        </p:nvSpPr>
        <p:spPr>
          <a:xfrm>
            <a:off x="5945389" y="2012437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object 116">
            <a:extLst>
              <a:ext uri="{FF2B5EF4-FFF2-40B4-BE49-F238E27FC236}">
                <a16:creationId xmlns:a16="http://schemas.microsoft.com/office/drawing/2014/main" id="{6F7688D8-08FE-4E54-932C-0D9B04A5602A}"/>
              </a:ext>
            </a:extLst>
          </p:cNvPr>
          <p:cNvSpPr/>
          <p:nvPr/>
        </p:nvSpPr>
        <p:spPr>
          <a:xfrm>
            <a:off x="5945389" y="2012437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117">
            <a:extLst>
              <a:ext uri="{FF2B5EF4-FFF2-40B4-BE49-F238E27FC236}">
                <a16:creationId xmlns:a16="http://schemas.microsoft.com/office/drawing/2014/main" id="{E67FD864-071B-4C7F-B8CE-07FAA079A096}"/>
              </a:ext>
            </a:extLst>
          </p:cNvPr>
          <p:cNvSpPr/>
          <p:nvPr/>
        </p:nvSpPr>
        <p:spPr>
          <a:xfrm>
            <a:off x="5945389" y="22505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object 118">
            <a:extLst>
              <a:ext uri="{FF2B5EF4-FFF2-40B4-BE49-F238E27FC236}">
                <a16:creationId xmlns:a16="http://schemas.microsoft.com/office/drawing/2014/main" id="{EBF7BB82-71C8-46C6-A59E-2CF9030CA4AD}"/>
              </a:ext>
            </a:extLst>
          </p:cNvPr>
          <p:cNvSpPr/>
          <p:nvPr/>
        </p:nvSpPr>
        <p:spPr>
          <a:xfrm>
            <a:off x="5945389" y="22505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object 119">
            <a:extLst>
              <a:ext uri="{FF2B5EF4-FFF2-40B4-BE49-F238E27FC236}">
                <a16:creationId xmlns:a16="http://schemas.microsoft.com/office/drawing/2014/main" id="{1476FFDD-A42A-47CD-989D-3C260A5FC985}"/>
              </a:ext>
            </a:extLst>
          </p:cNvPr>
          <p:cNvSpPr/>
          <p:nvPr/>
        </p:nvSpPr>
        <p:spPr>
          <a:xfrm>
            <a:off x="5945389" y="24791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object 120">
            <a:extLst>
              <a:ext uri="{FF2B5EF4-FFF2-40B4-BE49-F238E27FC236}">
                <a16:creationId xmlns:a16="http://schemas.microsoft.com/office/drawing/2014/main" id="{D63CBA8D-1C91-4459-96AD-C4025AEB37BC}"/>
              </a:ext>
            </a:extLst>
          </p:cNvPr>
          <p:cNvSpPr/>
          <p:nvPr/>
        </p:nvSpPr>
        <p:spPr>
          <a:xfrm>
            <a:off x="5945389" y="24791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object 121">
            <a:extLst>
              <a:ext uri="{FF2B5EF4-FFF2-40B4-BE49-F238E27FC236}">
                <a16:creationId xmlns:a16="http://schemas.microsoft.com/office/drawing/2014/main" id="{E6265F8F-9002-4BC3-BC3B-8A12A5BCD34F}"/>
              </a:ext>
            </a:extLst>
          </p:cNvPr>
          <p:cNvSpPr/>
          <p:nvPr/>
        </p:nvSpPr>
        <p:spPr>
          <a:xfrm>
            <a:off x="5945389" y="27077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object 122">
            <a:extLst>
              <a:ext uri="{FF2B5EF4-FFF2-40B4-BE49-F238E27FC236}">
                <a16:creationId xmlns:a16="http://schemas.microsoft.com/office/drawing/2014/main" id="{E36A9990-AA6E-416B-AC6C-9710C77EF294}"/>
              </a:ext>
            </a:extLst>
          </p:cNvPr>
          <p:cNvSpPr/>
          <p:nvPr/>
        </p:nvSpPr>
        <p:spPr>
          <a:xfrm>
            <a:off x="5945389" y="27077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object 123">
            <a:extLst>
              <a:ext uri="{FF2B5EF4-FFF2-40B4-BE49-F238E27FC236}">
                <a16:creationId xmlns:a16="http://schemas.microsoft.com/office/drawing/2014/main" id="{5FEE9C4E-572D-43A5-B7F5-547D171CE0DF}"/>
              </a:ext>
            </a:extLst>
          </p:cNvPr>
          <p:cNvSpPr/>
          <p:nvPr/>
        </p:nvSpPr>
        <p:spPr>
          <a:xfrm>
            <a:off x="5945389" y="2936362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object 124">
            <a:extLst>
              <a:ext uri="{FF2B5EF4-FFF2-40B4-BE49-F238E27FC236}">
                <a16:creationId xmlns:a16="http://schemas.microsoft.com/office/drawing/2014/main" id="{B59059E8-6AF0-408D-8129-D670361DAAFC}"/>
              </a:ext>
            </a:extLst>
          </p:cNvPr>
          <p:cNvSpPr/>
          <p:nvPr/>
        </p:nvSpPr>
        <p:spPr>
          <a:xfrm>
            <a:off x="5945389" y="2936362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object 125">
            <a:extLst>
              <a:ext uri="{FF2B5EF4-FFF2-40B4-BE49-F238E27FC236}">
                <a16:creationId xmlns:a16="http://schemas.microsoft.com/office/drawing/2014/main" id="{FF2A5F33-016C-4F3A-A602-A80E3E64F3AA}"/>
              </a:ext>
            </a:extLst>
          </p:cNvPr>
          <p:cNvSpPr/>
          <p:nvPr/>
        </p:nvSpPr>
        <p:spPr>
          <a:xfrm>
            <a:off x="5945389" y="31744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object 126">
            <a:extLst>
              <a:ext uri="{FF2B5EF4-FFF2-40B4-BE49-F238E27FC236}">
                <a16:creationId xmlns:a16="http://schemas.microsoft.com/office/drawing/2014/main" id="{318C6C79-1415-48C4-B395-4C8500DB65AA}"/>
              </a:ext>
            </a:extLst>
          </p:cNvPr>
          <p:cNvSpPr/>
          <p:nvPr/>
        </p:nvSpPr>
        <p:spPr>
          <a:xfrm>
            <a:off x="5945389" y="31744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object 127">
            <a:extLst>
              <a:ext uri="{FF2B5EF4-FFF2-40B4-BE49-F238E27FC236}">
                <a16:creationId xmlns:a16="http://schemas.microsoft.com/office/drawing/2014/main" id="{FF39B6DF-7E85-4078-87EC-BBDDB8B24C61}"/>
              </a:ext>
            </a:extLst>
          </p:cNvPr>
          <p:cNvSpPr/>
          <p:nvPr/>
        </p:nvSpPr>
        <p:spPr>
          <a:xfrm>
            <a:off x="5945389" y="34030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object 128">
            <a:extLst>
              <a:ext uri="{FF2B5EF4-FFF2-40B4-BE49-F238E27FC236}">
                <a16:creationId xmlns:a16="http://schemas.microsoft.com/office/drawing/2014/main" id="{5075BA5E-8E22-4D99-A69F-BBA7CCE98EB2}"/>
              </a:ext>
            </a:extLst>
          </p:cNvPr>
          <p:cNvSpPr/>
          <p:nvPr/>
        </p:nvSpPr>
        <p:spPr>
          <a:xfrm>
            <a:off x="5945389" y="34030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object 129">
            <a:extLst>
              <a:ext uri="{FF2B5EF4-FFF2-40B4-BE49-F238E27FC236}">
                <a16:creationId xmlns:a16="http://schemas.microsoft.com/office/drawing/2014/main" id="{A06E5CBB-841E-4162-A0FD-3427A5242561}"/>
              </a:ext>
            </a:extLst>
          </p:cNvPr>
          <p:cNvSpPr/>
          <p:nvPr/>
        </p:nvSpPr>
        <p:spPr>
          <a:xfrm>
            <a:off x="6173989" y="178383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object 130">
            <a:extLst>
              <a:ext uri="{FF2B5EF4-FFF2-40B4-BE49-F238E27FC236}">
                <a16:creationId xmlns:a16="http://schemas.microsoft.com/office/drawing/2014/main" id="{86694738-320F-4250-AD20-128BDF5272F7}"/>
              </a:ext>
            </a:extLst>
          </p:cNvPr>
          <p:cNvSpPr/>
          <p:nvPr/>
        </p:nvSpPr>
        <p:spPr>
          <a:xfrm>
            <a:off x="6173989" y="178383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object 131">
            <a:extLst>
              <a:ext uri="{FF2B5EF4-FFF2-40B4-BE49-F238E27FC236}">
                <a16:creationId xmlns:a16="http://schemas.microsoft.com/office/drawing/2014/main" id="{772B5EE6-6220-486C-BB8F-75042B58CD94}"/>
              </a:ext>
            </a:extLst>
          </p:cNvPr>
          <p:cNvSpPr/>
          <p:nvPr/>
        </p:nvSpPr>
        <p:spPr>
          <a:xfrm>
            <a:off x="6173989" y="2012437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object 132">
            <a:extLst>
              <a:ext uri="{FF2B5EF4-FFF2-40B4-BE49-F238E27FC236}">
                <a16:creationId xmlns:a16="http://schemas.microsoft.com/office/drawing/2014/main" id="{44B62F84-977F-4E87-AF11-EBBB810521BA}"/>
              </a:ext>
            </a:extLst>
          </p:cNvPr>
          <p:cNvSpPr/>
          <p:nvPr/>
        </p:nvSpPr>
        <p:spPr>
          <a:xfrm>
            <a:off x="6173989" y="2012437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object 133">
            <a:extLst>
              <a:ext uri="{FF2B5EF4-FFF2-40B4-BE49-F238E27FC236}">
                <a16:creationId xmlns:a16="http://schemas.microsoft.com/office/drawing/2014/main" id="{7344B0C9-4B03-464D-B32A-CDB7E2692F43}"/>
              </a:ext>
            </a:extLst>
          </p:cNvPr>
          <p:cNvSpPr/>
          <p:nvPr/>
        </p:nvSpPr>
        <p:spPr>
          <a:xfrm>
            <a:off x="6173989" y="22505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object 134">
            <a:extLst>
              <a:ext uri="{FF2B5EF4-FFF2-40B4-BE49-F238E27FC236}">
                <a16:creationId xmlns:a16="http://schemas.microsoft.com/office/drawing/2014/main" id="{CB8A29B4-A390-4B4B-BC94-2172C4768AF2}"/>
              </a:ext>
            </a:extLst>
          </p:cNvPr>
          <p:cNvSpPr/>
          <p:nvPr/>
        </p:nvSpPr>
        <p:spPr>
          <a:xfrm>
            <a:off x="6173989" y="22505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object 135">
            <a:extLst>
              <a:ext uri="{FF2B5EF4-FFF2-40B4-BE49-F238E27FC236}">
                <a16:creationId xmlns:a16="http://schemas.microsoft.com/office/drawing/2014/main" id="{48C6FC56-05A9-465F-ABFC-D16B3DBF244B}"/>
              </a:ext>
            </a:extLst>
          </p:cNvPr>
          <p:cNvSpPr/>
          <p:nvPr/>
        </p:nvSpPr>
        <p:spPr>
          <a:xfrm>
            <a:off x="6173989" y="24791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object 136">
            <a:extLst>
              <a:ext uri="{FF2B5EF4-FFF2-40B4-BE49-F238E27FC236}">
                <a16:creationId xmlns:a16="http://schemas.microsoft.com/office/drawing/2014/main" id="{C1542054-2D9E-429B-A703-96702E05A3A1}"/>
              </a:ext>
            </a:extLst>
          </p:cNvPr>
          <p:cNvSpPr/>
          <p:nvPr/>
        </p:nvSpPr>
        <p:spPr>
          <a:xfrm>
            <a:off x="6173989" y="24791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object 137">
            <a:extLst>
              <a:ext uri="{FF2B5EF4-FFF2-40B4-BE49-F238E27FC236}">
                <a16:creationId xmlns:a16="http://schemas.microsoft.com/office/drawing/2014/main" id="{79BF62E9-3209-4D40-8B44-B7983301507C}"/>
              </a:ext>
            </a:extLst>
          </p:cNvPr>
          <p:cNvSpPr/>
          <p:nvPr/>
        </p:nvSpPr>
        <p:spPr>
          <a:xfrm>
            <a:off x="6173989" y="27077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object 138">
            <a:extLst>
              <a:ext uri="{FF2B5EF4-FFF2-40B4-BE49-F238E27FC236}">
                <a16:creationId xmlns:a16="http://schemas.microsoft.com/office/drawing/2014/main" id="{F6000EAC-078C-451C-9CB4-4EA6B495F35C}"/>
              </a:ext>
            </a:extLst>
          </p:cNvPr>
          <p:cNvSpPr/>
          <p:nvPr/>
        </p:nvSpPr>
        <p:spPr>
          <a:xfrm>
            <a:off x="6173989" y="27077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object 139">
            <a:extLst>
              <a:ext uri="{FF2B5EF4-FFF2-40B4-BE49-F238E27FC236}">
                <a16:creationId xmlns:a16="http://schemas.microsoft.com/office/drawing/2014/main" id="{4E4B7C79-8B14-44BD-BDC1-36423E8CAFA0}"/>
              </a:ext>
            </a:extLst>
          </p:cNvPr>
          <p:cNvSpPr/>
          <p:nvPr/>
        </p:nvSpPr>
        <p:spPr>
          <a:xfrm>
            <a:off x="6173989" y="2936362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object 140">
            <a:extLst>
              <a:ext uri="{FF2B5EF4-FFF2-40B4-BE49-F238E27FC236}">
                <a16:creationId xmlns:a16="http://schemas.microsoft.com/office/drawing/2014/main" id="{910799E1-F472-4A8E-A79E-130A88396703}"/>
              </a:ext>
            </a:extLst>
          </p:cNvPr>
          <p:cNvSpPr/>
          <p:nvPr/>
        </p:nvSpPr>
        <p:spPr>
          <a:xfrm>
            <a:off x="6173989" y="2936362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object 141">
            <a:extLst>
              <a:ext uri="{FF2B5EF4-FFF2-40B4-BE49-F238E27FC236}">
                <a16:creationId xmlns:a16="http://schemas.microsoft.com/office/drawing/2014/main" id="{1304C9BC-1DD2-4F8D-B1B1-4CF47DA6607E}"/>
              </a:ext>
            </a:extLst>
          </p:cNvPr>
          <p:cNvSpPr/>
          <p:nvPr/>
        </p:nvSpPr>
        <p:spPr>
          <a:xfrm>
            <a:off x="6173989" y="31744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object 142">
            <a:extLst>
              <a:ext uri="{FF2B5EF4-FFF2-40B4-BE49-F238E27FC236}">
                <a16:creationId xmlns:a16="http://schemas.microsoft.com/office/drawing/2014/main" id="{DDA3D67F-69BA-4D0A-84E6-E09F59C8166C}"/>
              </a:ext>
            </a:extLst>
          </p:cNvPr>
          <p:cNvSpPr/>
          <p:nvPr/>
        </p:nvSpPr>
        <p:spPr>
          <a:xfrm>
            <a:off x="6173989" y="31744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object 143">
            <a:extLst>
              <a:ext uri="{FF2B5EF4-FFF2-40B4-BE49-F238E27FC236}">
                <a16:creationId xmlns:a16="http://schemas.microsoft.com/office/drawing/2014/main" id="{C4D943F4-162C-42CA-AF57-A4B51F434D5F}"/>
              </a:ext>
            </a:extLst>
          </p:cNvPr>
          <p:cNvSpPr/>
          <p:nvPr/>
        </p:nvSpPr>
        <p:spPr>
          <a:xfrm>
            <a:off x="6173989" y="34030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object 144">
            <a:extLst>
              <a:ext uri="{FF2B5EF4-FFF2-40B4-BE49-F238E27FC236}">
                <a16:creationId xmlns:a16="http://schemas.microsoft.com/office/drawing/2014/main" id="{CF0EC22E-C828-42EC-A64B-11568C9EA3B3}"/>
              </a:ext>
            </a:extLst>
          </p:cNvPr>
          <p:cNvSpPr/>
          <p:nvPr/>
        </p:nvSpPr>
        <p:spPr>
          <a:xfrm>
            <a:off x="6173989" y="34030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object 145">
            <a:extLst>
              <a:ext uri="{FF2B5EF4-FFF2-40B4-BE49-F238E27FC236}">
                <a16:creationId xmlns:a16="http://schemas.microsoft.com/office/drawing/2014/main" id="{AA29E40D-98E8-42E8-B44E-61AFB91219E0}"/>
              </a:ext>
            </a:extLst>
          </p:cNvPr>
          <p:cNvSpPr/>
          <p:nvPr/>
        </p:nvSpPr>
        <p:spPr>
          <a:xfrm>
            <a:off x="6402589" y="1783837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object 146">
            <a:extLst>
              <a:ext uri="{FF2B5EF4-FFF2-40B4-BE49-F238E27FC236}">
                <a16:creationId xmlns:a16="http://schemas.microsoft.com/office/drawing/2014/main" id="{07DE0EC6-61BC-452A-9F2F-62DF68FABC98}"/>
              </a:ext>
            </a:extLst>
          </p:cNvPr>
          <p:cNvSpPr/>
          <p:nvPr/>
        </p:nvSpPr>
        <p:spPr>
          <a:xfrm>
            <a:off x="6402589" y="1783837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object 147">
            <a:extLst>
              <a:ext uri="{FF2B5EF4-FFF2-40B4-BE49-F238E27FC236}">
                <a16:creationId xmlns:a16="http://schemas.microsoft.com/office/drawing/2014/main" id="{6F247DD4-A496-4D72-916C-C210D859E8F7}"/>
              </a:ext>
            </a:extLst>
          </p:cNvPr>
          <p:cNvSpPr/>
          <p:nvPr/>
        </p:nvSpPr>
        <p:spPr>
          <a:xfrm>
            <a:off x="6402589" y="2012437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38125" y="0"/>
                </a:moveTo>
                <a:lnTo>
                  <a:pt x="0" y="0"/>
                </a:lnTo>
                <a:lnTo>
                  <a:pt x="0" y="238125"/>
                </a:lnTo>
                <a:lnTo>
                  <a:pt x="238125" y="238125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object 148">
            <a:extLst>
              <a:ext uri="{FF2B5EF4-FFF2-40B4-BE49-F238E27FC236}">
                <a16:creationId xmlns:a16="http://schemas.microsoft.com/office/drawing/2014/main" id="{1092CB18-076F-46D4-87EB-AC591900462C}"/>
              </a:ext>
            </a:extLst>
          </p:cNvPr>
          <p:cNvSpPr/>
          <p:nvPr/>
        </p:nvSpPr>
        <p:spPr>
          <a:xfrm>
            <a:off x="6402589" y="2012437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0" y="238125"/>
                </a:moveTo>
                <a:lnTo>
                  <a:pt x="238125" y="238125"/>
                </a:lnTo>
                <a:lnTo>
                  <a:pt x="238125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object 149">
            <a:extLst>
              <a:ext uri="{FF2B5EF4-FFF2-40B4-BE49-F238E27FC236}">
                <a16:creationId xmlns:a16="http://schemas.microsoft.com/office/drawing/2014/main" id="{0B894134-A8F2-4C50-8FE3-3F620B63071E}"/>
              </a:ext>
            </a:extLst>
          </p:cNvPr>
          <p:cNvSpPr/>
          <p:nvPr/>
        </p:nvSpPr>
        <p:spPr>
          <a:xfrm>
            <a:off x="6402589" y="2250562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object 150">
            <a:extLst>
              <a:ext uri="{FF2B5EF4-FFF2-40B4-BE49-F238E27FC236}">
                <a16:creationId xmlns:a16="http://schemas.microsoft.com/office/drawing/2014/main" id="{E775A516-22FA-4576-90B0-6AF794D6B4AC}"/>
              </a:ext>
            </a:extLst>
          </p:cNvPr>
          <p:cNvSpPr/>
          <p:nvPr/>
        </p:nvSpPr>
        <p:spPr>
          <a:xfrm>
            <a:off x="6402589" y="2250562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object 151">
            <a:extLst>
              <a:ext uri="{FF2B5EF4-FFF2-40B4-BE49-F238E27FC236}">
                <a16:creationId xmlns:a16="http://schemas.microsoft.com/office/drawing/2014/main" id="{94565873-C7E7-4D05-AF57-568A417D6913}"/>
              </a:ext>
            </a:extLst>
          </p:cNvPr>
          <p:cNvSpPr/>
          <p:nvPr/>
        </p:nvSpPr>
        <p:spPr>
          <a:xfrm>
            <a:off x="6402589" y="2479162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object 152">
            <a:extLst>
              <a:ext uri="{FF2B5EF4-FFF2-40B4-BE49-F238E27FC236}">
                <a16:creationId xmlns:a16="http://schemas.microsoft.com/office/drawing/2014/main" id="{9CBC10AE-4164-46B1-9C0E-CD375FB1C869}"/>
              </a:ext>
            </a:extLst>
          </p:cNvPr>
          <p:cNvSpPr/>
          <p:nvPr/>
        </p:nvSpPr>
        <p:spPr>
          <a:xfrm>
            <a:off x="6402589" y="2479162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object 153">
            <a:extLst>
              <a:ext uri="{FF2B5EF4-FFF2-40B4-BE49-F238E27FC236}">
                <a16:creationId xmlns:a16="http://schemas.microsoft.com/office/drawing/2014/main" id="{0F58E3CD-07DE-4394-A1F8-52F331AB38BE}"/>
              </a:ext>
            </a:extLst>
          </p:cNvPr>
          <p:cNvSpPr/>
          <p:nvPr/>
        </p:nvSpPr>
        <p:spPr>
          <a:xfrm>
            <a:off x="6402589" y="2707762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object 154">
            <a:extLst>
              <a:ext uri="{FF2B5EF4-FFF2-40B4-BE49-F238E27FC236}">
                <a16:creationId xmlns:a16="http://schemas.microsoft.com/office/drawing/2014/main" id="{997B8BAD-76F2-4A3E-AB4F-DA2F18405F05}"/>
              </a:ext>
            </a:extLst>
          </p:cNvPr>
          <p:cNvSpPr/>
          <p:nvPr/>
        </p:nvSpPr>
        <p:spPr>
          <a:xfrm>
            <a:off x="6402589" y="2707762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object 155">
            <a:extLst>
              <a:ext uri="{FF2B5EF4-FFF2-40B4-BE49-F238E27FC236}">
                <a16:creationId xmlns:a16="http://schemas.microsoft.com/office/drawing/2014/main" id="{06EC69E9-E548-474E-83F8-9440FDBFF76B}"/>
              </a:ext>
            </a:extLst>
          </p:cNvPr>
          <p:cNvSpPr/>
          <p:nvPr/>
        </p:nvSpPr>
        <p:spPr>
          <a:xfrm>
            <a:off x="6402589" y="2936362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38125" y="0"/>
                </a:moveTo>
                <a:lnTo>
                  <a:pt x="0" y="0"/>
                </a:lnTo>
                <a:lnTo>
                  <a:pt x="0" y="238125"/>
                </a:lnTo>
                <a:lnTo>
                  <a:pt x="238125" y="238125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object 156">
            <a:extLst>
              <a:ext uri="{FF2B5EF4-FFF2-40B4-BE49-F238E27FC236}">
                <a16:creationId xmlns:a16="http://schemas.microsoft.com/office/drawing/2014/main" id="{B9656668-7598-4765-9C1B-41C607D6EC03}"/>
              </a:ext>
            </a:extLst>
          </p:cNvPr>
          <p:cNvSpPr/>
          <p:nvPr/>
        </p:nvSpPr>
        <p:spPr>
          <a:xfrm>
            <a:off x="6402589" y="2936362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0" y="238125"/>
                </a:moveTo>
                <a:lnTo>
                  <a:pt x="238125" y="238125"/>
                </a:lnTo>
                <a:lnTo>
                  <a:pt x="238125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object 157">
            <a:extLst>
              <a:ext uri="{FF2B5EF4-FFF2-40B4-BE49-F238E27FC236}">
                <a16:creationId xmlns:a16="http://schemas.microsoft.com/office/drawing/2014/main" id="{B125FC43-3062-4F7E-9176-B11103F325B2}"/>
              </a:ext>
            </a:extLst>
          </p:cNvPr>
          <p:cNvSpPr/>
          <p:nvPr/>
        </p:nvSpPr>
        <p:spPr>
          <a:xfrm>
            <a:off x="6402589" y="3174487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object 158">
            <a:extLst>
              <a:ext uri="{FF2B5EF4-FFF2-40B4-BE49-F238E27FC236}">
                <a16:creationId xmlns:a16="http://schemas.microsoft.com/office/drawing/2014/main" id="{67A650E7-022B-4A53-9BEB-08699170CDB5}"/>
              </a:ext>
            </a:extLst>
          </p:cNvPr>
          <p:cNvSpPr/>
          <p:nvPr/>
        </p:nvSpPr>
        <p:spPr>
          <a:xfrm>
            <a:off x="6402589" y="3174487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object 159">
            <a:extLst>
              <a:ext uri="{FF2B5EF4-FFF2-40B4-BE49-F238E27FC236}">
                <a16:creationId xmlns:a16="http://schemas.microsoft.com/office/drawing/2014/main" id="{5AF4A27B-C1FD-45B4-8B73-2C1FC925FA9D}"/>
              </a:ext>
            </a:extLst>
          </p:cNvPr>
          <p:cNvSpPr/>
          <p:nvPr/>
        </p:nvSpPr>
        <p:spPr>
          <a:xfrm>
            <a:off x="6402589" y="3403087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object 160">
            <a:extLst>
              <a:ext uri="{FF2B5EF4-FFF2-40B4-BE49-F238E27FC236}">
                <a16:creationId xmlns:a16="http://schemas.microsoft.com/office/drawing/2014/main" id="{1CE13B6C-F47E-40F7-8B30-5CE8883E019A}"/>
              </a:ext>
            </a:extLst>
          </p:cNvPr>
          <p:cNvSpPr/>
          <p:nvPr/>
        </p:nvSpPr>
        <p:spPr>
          <a:xfrm>
            <a:off x="6402589" y="3403087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99" name="object 3">
            <a:extLst>
              <a:ext uri="{FF2B5EF4-FFF2-40B4-BE49-F238E27FC236}">
                <a16:creationId xmlns:a16="http://schemas.microsoft.com/office/drawing/2014/main" id="{0A7655B6-1ACB-432C-B392-EB29BE5E7C52}"/>
              </a:ext>
            </a:extLst>
          </p:cNvPr>
          <p:cNvGrpSpPr/>
          <p:nvPr/>
        </p:nvGrpSpPr>
        <p:grpSpPr>
          <a:xfrm>
            <a:off x="7126100" y="1802096"/>
            <a:ext cx="670406" cy="1854200"/>
            <a:chOff x="436562" y="1957451"/>
            <a:chExt cx="241300" cy="1854200"/>
          </a:xfrm>
        </p:grpSpPr>
        <p:sp>
          <p:nvSpPr>
            <p:cNvPr id="300" name="object 4">
              <a:extLst>
                <a:ext uri="{FF2B5EF4-FFF2-40B4-BE49-F238E27FC236}">
                  <a16:creationId xmlns:a16="http://schemas.microsoft.com/office/drawing/2014/main" id="{A5BDAC5E-436A-49E3-BD58-C4473CD52A1F}"/>
                </a:ext>
              </a:extLst>
            </p:cNvPr>
            <p:cNvSpPr/>
            <p:nvPr/>
          </p:nvSpPr>
          <p:spPr>
            <a:xfrm>
              <a:off x="442912" y="1957450"/>
              <a:ext cx="228600" cy="466725"/>
            </a:xfrm>
            <a:custGeom>
              <a:avLst/>
              <a:gdLst/>
              <a:ahLst/>
              <a:cxnLst/>
              <a:rect l="l" t="t" r="r" b="b"/>
              <a:pathLst>
                <a:path w="228600" h="466725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0" y="466725"/>
                  </a:lnTo>
                  <a:lnTo>
                    <a:pt x="228600" y="466725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1" name="object 5">
              <a:extLst>
                <a:ext uri="{FF2B5EF4-FFF2-40B4-BE49-F238E27FC236}">
                  <a16:creationId xmlns:a16="http://schemas.microsoft.com/office/drawing/2014/main" id="{15042244-E75F-4D2D-917B-5AE47F4686CB}"/>
                </a:ext>
              </a:extLst>
            </p:cNvPr>
            <p:cNvSpPr/>
            <p:nvPr/>
          </p:nvSpPr>
          <p:spPr>
            <a:xfrm>
              <a:off x="442912" y="2186051"/>
              <a:ext cx="228600" cy="238125"/>
            </a:xfrm>
            <a:custGeom>
              <a:avLst/>
              <a:gdLst/>
              <a:ahLst/>
              <a:cxnLst/>
              <a:rect l="l" t="t" r="r" b="b"/>
              <a:pathLst>
                <a:path w="228600" h="238125">
                  <a:moveTo>
                    <a:pt x="0" y="238125"/>
                  </a:moveTo>
                  <a:lnTo>
                    <a:pt x="228600" y="238125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3812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2" name="object 6">
              <a:extLst>
                <a:ext uri="{FF2B5EF4-FFF2-40B4-BE49-F238E27FC236}">
                  <a16:creationId xmlns:a16="http://schemas.microsoft.com/office/drawing/2014/main" id="{2A5CBB9E-B6F9-4C6F-BB73-5D5BFE520C95}"/>
                </a:ext>
              </a:extLst>
            </p:cNvPr>
            <p:cNvSpPr/>
            <p:nvPr/>
          </p:nvSpPr>
          <p:spPr>
            <a:xfrm>
              <a:off x="442912" y="24241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3" name="object 7">
              <a:extLst>
                <a:ext uri="{FF2B5EF4-FFF2-40B4-BE49-F238E27FC236}">
                  <a16:creationId xmlns:a16="http://schemas.microsoft.com/office/drawing/2014/main" id="{97939932-B1CC-4CB2-9897-0599BC8F0096}"/>
                </a:ext>
              </a:extLst>
            </p:cNvPr>
            <p:cNvSpPr/>
            <p:nvPr/>
          </p:nvSpPr>
          <p:spPr>
            <a:xfrm>
              <a:off x="442912" y="24241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4" name="object 8">
              <a:extLst>
                <a:ext uri="{FF2B5EF4-FFF2-40B4-BE49-F238E27FC236}">
                  <a16:creationId xmlns:a16="http://schemas.microsoft.com/office/drawing/2014/main" id="{E90ED9DE-370F-4C47-BEF2-ED53D7CC433B}"/>
                </a:ext>
              </a:extLst>
            </p:cNvPr>
            <p:cNvSpPr/>
            <p:nvPr/>
          </p:nvSpPr>
          <p:spPr>
            <a:xfrm>
              <a:off x="442912" y="26527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5" name="object 9">
              <a:extLst>
                <a:ext uri="{FF2B5EF4-FFF2-40B4-BE49-F238E27FC236}">
                  <a16:creationId xmlns:a16="http://schemas.microsoft.com/office/drawing/2014/main" id="{5C3C3A4F-B690-4E05-990A-ED1281CDCA5F}"/>
                </a:ext>
              </a:extLst>
            </p:cNvPr>
            <p:cNvSpPr/>
            <p:nvPr/>
          </p:nvSpPr>
          <p:spPr>
            <a:xfrm>
              <a:off x="442912" y="26527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6" name="object 10">
              <a:extLst>
                <a:ext uri="{FF2B5EF4-FFF2-40B4-BE49-F238E27FC236}">
                  <a16:creationId xmlns:a16="http://schemas.microsoft.com/office/drawing/2014/main" id="{C43FC8AF-8E16-49B1-A243-80965592F516}"/>
                </a:ext>
              </a:extLst>
            </p:cNvPr>
            <p:cNvSpPr/>
            <p:nvPr/>
          </p:nvSpPr>
          <p:spPr>
            <a:xfrm>
              <a:off x="442912" y="28813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7" name="object 11">
              <a:extLst>
                <a:ext uri="{FF2B5EF4-FFF2-40B4-BE49-F238E27FC236}">
                  <a16:creationId xmlns:a16="http://schemas.microsoft.com/office/drawing/2014/main" id="{5E227DD3-A17A-413B-8EBA-13EA8B702DAF}"/>
                </a:ext>
              </a:extLst>
            </p:cNvPr>
            <p:cNvSpPr/>
            <p:nvPr/>
          </p:nvSpPr>
          <p:spPr>
            <a:xfrm>
              <a:off x="442912" y="28813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8" name="object 12">
              <a:extLst>
                <a:ext uri="{FF2B5EF4-FFF2-40B4-BE49-F238E27FC236}">
                  <a16:creationId xmlns:a16="http://schemas.microsoft.com/office/drawing/2014/main" id="{6BD012C9-4D16-4BD3-9B21-226A81D71B37}"/>
                </a:ext>
              </a:extLst>
            </p:cNvPr>
            <p:cNvSpPr/>
            <p:nvPr/>
          </p:nvSpPr>
          <p:spPr>
            <a:xfrm>
              <a:off x="442912" y="3109976"/>
              <a:ext cx="228600" cy="238125"/>
            </a:xfrm>
            <a:custGeom>
              <a:avLst/>
              <a:gdLst/>
              <a:ahLst/>
              <a:cxnLst/>
              <a:rect l="l" t="t" r="r" b="b"/>
              <a:pathLst>
                <a:path w="228600" h="238125">
                  <a:moveTo>
                    <a:pt x="228600" y="0"/>
                  </a:moveTo>
                  <a:lnTo>
                    <a:pt x="0" y="0"/>
                  </a:lnTo>
                  <a:lnTo>
                    <a:pt x="0" y="238125"/>
                  </a:lnTo>
                  <a:lnTo>
                    <a:pt x="228600" y="238125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9" name="object 13">
              <a:extLst>
                <a:ext uri="{FF2B5EF4-FFF2-40B4-BE49-F238E27FC236}">
                  <a16:creationId xmlns:a16="http://schemas.microsoft.com/office/drawing/2014/main" id="{6ACC6967-DA9F-46D9-BBF0-B871223396CA}"/>
                </a:ext>
              </a:extLst>
            </p:cNvPr>
            <p:cNvSpPr/>
            <p:nvPr/>
          </p:nvSpPr>
          <p:spPr>
            <a:xfrm>
              <a:off x="442912" y="3109976"/>
              <a:ext cx="228600" cy="238125"/>
            </a:xfrm>
            <a:custGeom>
              <a:avLst/>
              <a:gdLst/>
              <a:ahLst/>
              <a:cxnLst/>
              <a:rect l="l" t="t" r="r" b="b"/>
              <a:pathLst>
                <a:path w="228600" h="238125">
                  <a:moveTo>
                    <a:pt x="0" y="238125"/>
                  </a:moveTo>
                  <a:lnTo>
                    <a:pt x="228600" y="238125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3812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0" name="object 14">
              <a:extLst>
                <a:ext uri="{FF2B5EF4-FFF2-40B4-BE49-F238E27FC236}">
                  <a16:creationId xmlns:a16="http://schemas.microsoft.com/office/drawing/2014/main" id="{BAF26538-B771-41AE-907E-7E74D6EE7AFF}"/>
                </a:ext>
              </a:extLst>
            </p:cNvPr>
            <p:cNvSpPr/>
            <p:nvPr/>
          </p:nvSpPr>
          <p:spPr>
            <a:xfrm>
              <a:off x="442912" y="33481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1" name="object 15">
              <a:extLst>
                <a:ext uri="{FF2B5EF4-FFF2-40B4-BE49-F238E27FC236}">
                  <a16:creationId xmlns:a16="http://schemas.microsoft.com/office/drawing/2014/main" id="{37A115D6-8DF8-4C59-9C69-54335CF7FA11}"/>
                </a:ext>
              </a:extLst>
            </p:cNvPr>
            <p:cNvSpPr/>
            <p:nvPr/>
          </p:nvSpPr>
          <p:spPr>
            <a:xfrm>
              <a:off x="442912" y="33481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2" name="object 16">
              <a:extLst>
                <a:ext uri="{FF2B5EF4-FFF2-40B4-BE49-F238E27FC236}">
                  <a16:creationId xmlns:a16="http://schemas.microsoft.com/office/drawing/2014/main" id="{5FB68DEA-254E-4DD3-980E-3BECDFA93557}"/>
                </a:ext>
              </a:extLst>
            </p:cNvPr>
            <p:cNvSpPr/>
            <p:nvPr/>
          </p:nvSpPr>
          <p:spPr>
            <a:xfrm>
              <a:off x="442912" y="35767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3" name="object 17">
              <a:extLst>
                <a:ext uri="{FF2B5EF4-FFF2-40B4-BE49-F238E27FC236}">
                  <a16:creationId xmlns:a16="http://schemas.microsoft.com/office/drawing/2014/main" id="{F5A1FF16-7B91-4FF5-8E84-5B6CE42D2389}"/>
                </a:ext>
              </a:extLst>
            </p:cNvPr>
            <p:cNvSpPr/>
            <p:nvPr/>
          </p:nvSpPr>
          <p:spPr>
            <a:xfrm>
              <a:off x="442912" y="35767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4" name="object 3">
            <a:extLst>
              <a:ext uri="{FF2B5EF4-FFF2-40B4-BE49-F238E27FC236}">
                <a16:creationId xmlns:a16="http://schemas.microsoft.com/office/drawing/2014/main" id="{32D6136C-0050-4DA1-91CA-EA1F5B3D705E}"/>
              </a:ext>
            </a:extLst>
          </p:cNvPr>
          <p:cNvGrpSpPr/>
          <p:nvPr/>
        </p:nvGrpSpPr>
        <p:grpSpPr>
          <a:xfrm>
            <a:off x="8363652" y="1795942"/>
            <a:ext cx="670406" cy="1854200"/>
            <a:chOff x="436562" y="1957451"/>
            <a:chExt cx="241300" cy="1854200"/>
          </a:xfrm>
        </p:grpSpPr>
        <p:sp>
          <p:nvSpPr>
            <p:cNvPr id="315" name="object 4">
              <a:extLst>
                <a:ext uri="{FF2B5EF4-FFF2-40B4-BE49-F238E27FC236}">
                  <a16:creationId xmlns:a16="http://schemas.microsoft.com/office/drawing/2014/main" id="{8F770415-D1D6-4152-BC7A-FD6835B2BE0B}"/>
                </a:ext>
              </a:extLst>
            </p:cNvPr>
            <p:cNvSpPr/>
            <p:nvPr/>
          </p:nvSpPr>
          <p:spPr>
            <a:xfrm>
              <a:off x="442912" y="1957450"/>
              <a:ext cx="228600" cy="466725"/>
            </a:xfrm>
            <a:custGeom>
              <a:avLst/>
              <a:gdLst/>
              <a:ahLst/>
              <a:cxnLst/>
              <a:rect l="l" t="t" r="r" b="b"/>
              <a:pathLst>
                <a:path w="228600" h="466725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0" y="466725"/>
                  </a:lnTo>
                  <a:lnTo>
                    <a:pt x="228600" y="466725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6" name="object 5">
              <a:extLst>
                <a:ext uri="{FF2B5EF4-FFF2-40B4-BE49-F238E27FC236}">
                  <a16:creationId xmlns:a16="http://schemas.microsoft.com/office/drawing/2014/main" id="{35B0DC80-BFCA-44C4-8A16-1ED92A85ECD9}"/>
                </a:ext>
              </a:extLst>
            </p:cNvPr>
            <p:cNvSpPr/>
            <p:nvPr/>
          </p:nvSpPr>
          <p:spPr>
            <a:xfrm>
              <a:off x="442912" y="2186051"/>
              <a:ext cx="228600" cy="238125"/>
            </a:xfrm>
            <a:custGeom>
              <a:avLst/>
              <a:gdLst/>
              <a:ahLst/>
              <a:cxnLst/>
              <a:rect l="l" t="t" r="r" b="b"/>
              <a:pathLst>
                <a:path w="228600" h="238125">
                  <a:moveTo>
                    <a:pt x="0" y="238125"/>
                  </a:moveTo>
                  <a:lnTo>
                    <a:pt x="228600" y="238125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3812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7" name="object 6">
              <a:extLst>
                <a:ext uri="{FF2B5EF4-FFF2-40B4-BE49-F238E27FC236}">
                  <a16:creationId xmlns:a16="http://schemas.microsoft.com/office/drawing/2014/main" id="{0A32164A-E520-4894-8918-A2ABBFFFFA93}"/>
                </a:ext>
              </a:extLst>
            </p:cNvPr>
            <p:cNvSpPr/>
            <p:nvPr/>
          </p:nvSpPr>
          <p:spPr>
            <a:xfrm>
              <a:off x="442912" y="24241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8" name="object 7">
              <a:extLst>
                <a:ext uri="{FF2B5EF4-FFF2-40B4-BE49-F238E27FC236}">
                  <a16:creationId xmlns:a16="http://schemas.microsoft.com/office/drawing/2014/main" id="{31267062-C6A2-444F-9BE2-26D389905FF2}"/>
                </a:ext>
              </a:extLst>
            </p:cNvPr>
            <p:cNvSpPr/>
            <p:nvPr/>
          </p:nvSpPr>
          <p:spPr>
            <a:xfrm>
              <a:off x="442912" y="24241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9" name="object 8">
              <a:extLst>
                <a:ext uri="{FF2B5EF4-FFF2-40B4-BE49-F238E27FC236}">
                  <a16:creationId xmlns:a16="http://schemas.microsoft.com/office/drawing/2014/main" id="{7D567987-A8C9-4078-BEC3-2A4174D1237C}"/>
                </a:ext>
              </a:extLst>
            </p:cNvPr>
            <p:cNvSpPr/>
            <p:nvPr/>
          </p:nvSpPr>
          <p:spPr>
            <a:xfrm>
              <a:off x="442912" y="26527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0" name="object 9">
              <a:extLst>
                <a:ext uri="{FF2B5EF4-FFF2-40B4-BE49-F238E27FC236}">
                  <a16:creationId xmlns:a16="http://schemas.microsoft.com/office/drawing/2014/main" id="{C493A054-BF2D-4A58-90DF-03DC71BFD380}"/>
                </a:ext>
              </a:extLst>
            </p:cNvPr>
            <p:cNvSpPr/>
            <p:nvPr/>
          </p:nvSpPr>
          <p:spPr>
            <a:xfrm>
              <a:off x="442912" y="26527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1" name="object 10">
              <a:extLst>
                <a:ext uri="{FF2B5EF4-FFF2-40B4-BE49-F238E27FC236}">
                  <a16:creationId xmlns:a16="http://schemas.microsoft.com/office/drawing/2014/main" id="{73898FFA-17CE-46CC-B615-D59EC22BD4CD}"/>
                </a:ext>
              </a:extLst>
            </p:cNvPr>
            <p:cNvSpPr/>
            <p:nvPr/>
          </p:nvSpPr>
          <p:spPr>
            <a:xfrm>
              <a:off x="442912" y="28813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2" name="object 11">
              <a:extLst>
                <a:ext uri="{FF2B5EF4-FFF2-40B4-BE49-F238E27FC236}">
                  <a16:creationId xmlns:a16="http://schemas.microsoft.com/office/drawing/2014/main" id="{037FD7E2-136C-4E97-9187-31AB9B43978A}"/>
                </a:ext>
              </a:extLst>
            </p:cNvPr>
            <p:cNvSpPr/>
            <p:nvPr/>
          </p:nvSpPr>
          <p:spPr>
            <a:xfrm>
              <a:off x="442912" y="28813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3" name="object 12">
              <a:extLst>
                <a:ext uri="{FF2B5EF4-FFF2-40B4-BE49-F238E27FC236}">
                  <a16:creationId xmlns:a16="http://schemas.microsoft.com/office/drawing/2014/main" id="{F319F24B-FBA9-48FF-A375-7646824CB487}"/>
                </a:ext>
              </a:extLst>
            </p:cNvPr>
            <p:cNvSpPr/>
            <p:nvPr/>
          </p:nvSpPr>
          <p:spPr>
            <a:xfrm>
              <a:off x="442912" y="3109976"/>
              <a:ext cx="228600" cy="238125"/>
            </a:xfrm>
            <a:custGeom>
              <a:avLst/>
              <a:gdLst/>
              <a:ahLst/>
              <a:cxnLst/>
              <a:rect l="l" t="t" r="r" b="b"/>
              <a:pathLst>
                <a:path w="228600" h="238125">
                  <a:moveTo>
                    <a:pt x="228600" y="0"/>
                  </a:moveTo>
                  <a:lnTo>
                    <a:pt x="0" y="0"/>
                  </a:lnTo>
                  <a:lnTo>
                    <a:pt x="0" y="238125"/>
                  </a:lnTo>
                  <a:lnTo>
                    <a:pt x="228600" y="238125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4" name="object 13">
              <a:extLst>
                <a:ext uri="{FF2B5EF4-FFF2-40B4-BE49-F238E27FC236}">
                  <a16:creationId xmlns:a16="http://schemas.microsoft.com/office/drawing/2014/main" id="{23BD5F80-12C4-4767-A5B8-F39BB439AAFE}"/>
                </a:ext>
              </a:extLst>
            </p:cNvPr>
            <p:cNvSpPr/>
            <p:nvPr/>
          </p:nvSpPr>
          <p:spPr>
            <a:xfrm>
              <a:off x="442912" y="3109976"/>
              <a:ext cx="228600" cy="238125"/>
            </a:xfrm>
            <a:custGeom>
              <a:avLst/>
              <a:gdLst/>
              <a:ahLst/>
              <a:cxnLst/>
              <a:rect l="l" t="t" r="r" b="b"/>
              <a:pathLst>
                <a:path w="228600" h="238125">
                  <a:moveTo>
                    <a:pt x="0" y="238125"/>
                  </a:moveTo>
                  <a:lnTo>
                    <a:pt x="228600" y="238125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3812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5" name="object 14">
              <a:extLst>
                <a:ext uri="{FF2B5EF4-FFF2-40B4-BE49-F238E27FC236}">
                  <a16:creationId xmlns:a16="http://schemas.microsoft.com/office/drawing/2014/main" id="{21D159EE-0DDD-427B-B66C-2CC90AC35BD6}"/>
                </a:ext>
              </a:extLst>
            </p:cNvPr>
            <p:cNvSpPr/>
            <p:nvPr/>
          </p:nvSpPr>
          <p:spPr>
            <a:xfrm>
              <a:off x="442912" y="33481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6" name="object 15">
              <a:extLst>
                <a:ext uri="{FF2B5EF4-FFF2-40B4-BE49-F238E27FC236}">
                  <a16:creationId xmlns:a16="http://schemas.microsoft.com/office/drawing/2014/main" id="{2354E2FE-E134-406E-9659-DCA2D7C8116F}"/>
                </a:ext>
              </a:extLst>
            </p:cNvPr>
            <p:cNvSpPr/>
            <p:nvPr/>
          </p:nvSpPr>
          <p:spPr>
            <a:xfrm>
              <a:off x="442912" y="33481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7" name="object 16">
              <a:extLst>
                <a:ext uri="{FF2B5EF4-FFF2-40B4-BE49-F238E27FC236}">
                  <a16:creationId xmlns:a16="http://schemas.microsoft.com/office/drawing/2014/main" id="{F74C2790-84FF-4DA8-8E7D-FE20CA0F8A0C}"/>
                </a:ext>
              </a:extLst>
            </p:cNvPr>
            <p:cNvSpPr/>
            <p:nvPr/>
          </p:nvSpPr>
          <p:spPr>
            <a:xfrm>
              <a:off x="442912" y="35767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8" name="object 17">
              <a:extLst>
                <a:ext uri="{FF2B5EF4-FFF2-40B4-BE49-F238E27FC236}">
                  <a16:creationId xmlns:a16="http://schemas.microsoft.com/office/drawing/2014/main" id="{7CE7328E-F280-4413-B245-E0108F0ACDA9}"/>
                </a:ext>
              </a:extLst>
            </p:cNvPr>
            <p:cNvSpPr/>
            <p:nvPr/>
          </p:nvSpPr>
          <p:spPr>
            <a:xfrm>
              <a:off x="442912" y="35767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9" name="object 288">
            <a:extLst>
              <a:ext uri="{FF2B5EF4-FFF2-40B4-BE49-F238E27FC236}">
                <a16:creationId xmlns:a16="http://schemas.microsoft.com/office/drawing/2014/main" id="{7FC9C970-1765-432C-B651-49E942B89B63}"/>
              </a:ext>
            </a:extLst>
          </p:cNvPr>
          <p:cNvSpPr txBox="1"/>
          <p:nvPr/>
        </p:nvSpPr>
        <p:spPr>
          <a:xfrm>
            <a:off x="2937405" y="1186117"/>
            <a:ext cx="1152017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2586355" algn="l"/>
              </a:tabLst>
            </a:pP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-1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QK</a:t>
            </a:r>
            <a:r>
              <a:rPr sz="1800" b="1" baseline="23148" dirty="0">
                <a:latin typeface="Arial"/>
                <a:cs typeface="Arial"/>
              </a:rPr>
              <a:t>T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2586355" algn="l"/>
              </a:tabLst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(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</a:t>
            </a:r>
            <a:r>
              <a:rPr sz="1800" spc="-5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x</a:t>
            </a:r>
            <a:r>
              <a:rPr sz="1800" spc="25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800" spc="-5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S)</a:t>
            </a:r>
            <a:endParaRPr sz="1800" dirty="0">
              <a:solidFill>
                <a:schemeClr val="bg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651" name="object 18">
            <a:extLst>
              <a:ext uri="{FF2B5EF4-FFF2-40B4-BE49-F238E27FC236}">
                <a16:creationId xmlns:a16="http://schemas.microsoft.com/office/drawing/2014/main" id="{52601984-D7F5-4FED-B0C3-7AE00D0BDA23}"/>
              </a:ext>
            </a:extLst>
          </p:cNvPr>
          <p:cNvSpPr txBox="1"/>
          <p:nvPr/>
        </p:nvSpPr>
        <p:spPr>
          <a:xfrm>
            <a:off x="989333" y="1182381"/>
            <a:ext cx="1063498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1043940" algn="l"/>
              </a:tabLst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endParaRPr lang="en-US" altLang="zh-CN" sz="1800" spc="-2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1043940" algn="l"/>
              </a:tabLst>
            </a:pPr>
            <a:r>
              <a:rPr lang="en-US" altLang="zh-CN" spc="-25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(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</a:t>
            </a:r>
            <a:r>
              <a:rPr sz="1800" spc="3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spc="-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D)</a:t>
            </a:r>
            <a:endParaRPr sz="18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43286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7214619D-F0A1-1741-BD16-E551CA42E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Two Issues of Naïve Attention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6867" name="Slide Number Placeholder 3">
            <a:extLst>
              <a:ext uri="{FF2B5EF4-FFF2-40B4-BE49-F238E27FC236}">
                <a16:creationId xmlns:a16="http://schemas.microsoft.com/office/drawing/2014/main" id="{C91F2A39-5E9F-DB45-8C99-DA578DF604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07FBD78-40B0-A443-B155-25A18DC37E4A}" type="slidenum">
              <a:rPr lang="en-US" altLang="en-US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13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707B904-AC87-4CAB-B266-FFB7AD7606DC}"/>
              </a:ext>
            </a:extLst>
          </p:cNvPr>
          <p:cNvSpPr txBox="1">
            <a:spLocks/>
          </p:cNvSpPr>
          <p:nvPr/>
        </p:nvSpPr>
        <p:spPr bwMode="auto">
          <a:xfrm>
            <a:off x="170042" y="3949851"/>
            <a:ext cx="8374380" cy="277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altLang="en-US" kern="0" dirty="0">
              <a:ea typeface="ＭＳ Ｐゴシック" panose="020B0600070205080204" pitchFamily="34" charset="-128"/>
            </a:endParaRPr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20F4D01E-1480-4A0C-87D3-E61FDBD1C000}"/>
              </a:ext>
            </a:extLst>
          </p:cNvPr>
          <p:cNvGrpSpPr/>
          <p:nvPr/>
        </p:nvGrpSpPr>
        <p:grpSpPr>
          <a:xfrm>
            <a:off x="152400" y="1808430"/>
            <a:ext cx="670406" cy="1854200"/>
            <a:chOff x="436562" y="1957451"/>
            <a:chExt cx="241300" cy="1854200"/>
          </a:xfrm>
        </p:grpSpPr>
        <p:sp>
          <p:nvSpPr>
            <p:cNvPr id="8" name="object 4">
              <a:extLst>
                <a:ext uri="{FF2B5EF4-FFF2-40B4-BE49-F238E27FC236}">
                  <a16:creationId xmlns:a16="http://schemas.microsoft.com/office/drawing/2014/main" id="{1F1EC2C8-59EE-42A5-B626-8C9E313D6328}"/>
                </a:ext>
              </a:extLst>
            </p:cNvPr>
            <p:cNvSpPr/>
            <p:nvPr/>
          </p:nvSpPr>
          <p:spPr>
            <a:xfrm>
              <a:off x="442912" y="1957450"/>
              <a:ext cx="228600" cy="466725"/>
            </a:xfrm>
            <a:custGeom>
              <a:avLst/>
              <a:gdLst/>
              <a:ahLst/>
              <a:cxnLst/>
              <a:rect l="l" t="t" r="r" b="b"/>
              <a:pathLst>
                <a:path w="228600" h="466725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0" y="466725"/>
                  </a:lnTo>
                  <a:lnTo>
                    <a:pt x="228600" y="466725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11A58E2C-C9DF-4B22-824B-BB0679EB4843}"/>
                </a:ext>
              </a:extLst>
            </p:cNvPr>
            <p:cNvSpPr/>
            <p:nvPr/>
          </p:nvSpPr>
          <p:spPr>
            <a:xfrm>
              <a:off x="442912" y="2186051"/>
              <a:ext cx="228600" cy="238125"/>
            </a:xfrm>
            <a:custGeom>
              <a:avLst/>
              <a:gdLst/>
              <a:ahLst/>
              <a:cxnLst/>
              <a:rect l="l" t="t" r="r" b="b"/>
              <a:pathLst>
                <a:path w="228600" h="238125">
                  <a:moveTo>
                    <a:pt x="0" y="238125"/>
                  </a:moveTo>
                  <a:lnTo>
                    <a:pt x="228600" y="238125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3812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6">
              <a:extLst>
                <a:ext uri="{FF2B5EF4-FFF2-40B4-BE49-F238E27FC236}">
                  <a16:creationId xmlns:a16="http://schemas.microsoft.com/office/drawing/2014/main" id="{3C25C026-FDF5-4291-86BC-E63652BEB612}"/>
                </a:ext>
              </a:extLst>
            </p:cNvPr>
            <p:cNvSpPr/>
            <p:nvPr/>
          </p:nvSpPr>
          <p:spPr>
            <a:xfrm>
              <a:off x="442912" y="24241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139D13FD-051D-418C-8DCE-50D0176BADAB}"/>
                </a:ext>
              </a:extLst>
            </p:cNvPr>
            <p:cNvSpPr/>
            <p:nvPr/>
          </p:nvSpPr>
          <p:spPr>
            <a:xfrm>
              <a:off x="442912" y="24241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8">
              <a:extLst>
                <a:ext uri="{FF2B5EF4-FFF2-40B4-BE49-F238E27FC236}">
                  <a16:creationId xmlns:a16="http://schemas.microsoft.com/office/drawing/2014/main" id="{B8271058-F52F-47C2-9658-6A971D9AAF89}"/>
                </a:ext>
              </a:extLst>
            </p:cNvPr>
            <p:cNvSpPr/>
            <p:nvPr/>
          </p:nvSpPr>
          <p:spPr>
            <a:xfrm>
              <a:off x="442912" y="26527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9">
              <a:extLst>
                <a:ext uri="{FF2B5EF4-FFF2-40B4-BE49-F238E27FC236}">
                  <a16:creationId xmlns:a16="http://schemas.microsoft.com/office/drawing/2014/main" id="{AF45C278-3912-4155-A69C-A9AC1FEBC637}"/>
                </a:ext>
              </a:extLst>
            </p:cNvPr>
            <p:cNvSpPr/>
            <p:nvPr/>
          </p:nvSpPr>
          <p:spPr>
            <a:xfrm>
              <a:off x="442912" y="26527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0">
              <a:extLst>
                <a:ext uri="{FF2B5EF4-FFF2-40B4-BE49-F238E27FC236}">
                  <a16:creationId xmlns:a16="http://schemas.microsoft.com/office/drawing/2014/main" id="{A6D5777C-21D6-4494-9AE3-69CB4F47FAE1}"/>
                </a:ext>
              </a:extLst>
            </p:cNvPr>
            <p:cNvSpPr/>
            <p:nvPr/>
          </p:nvSpPr>
          <p:spPr>
            <a:xfrm>
              <a:off x="442912" y="28813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120D2471-0C69-4900-92BC-4CF64A83842B}"/>
                </a:ext>
              </a:extLst>
            </p:cNvPr>
            <p:cNvSpPr/>
            <p:nvPr/>
          </p:nvSpPr>
          <p:spPr>
            <a:xfrm>
              <a:off x="442912" y="28813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2">
              <a:extLst>
                <a:ext uri="{FF2B5EF4-FFF2-40B4-BE49-F238E27FC236}">
                  <a16:creationId xmlns:a16="http://schemas.microsoft.com/office/drawing/2014/main" id="{0AFE3FD2-82FB-44BC-86B3-153B566EA5BD}"/>
                </a:ext>
              </a:extLst>
            </p:cNvPr>
            <p:cNvSpPr/>
            <p:nvPr/>
          </p:nvSpPr>
          <p:spPr>
            <a:xfrm>
              <a:off x="442912" y="3109976"/>
              <a:ext cx="228600" cy="238125"/>
            </a:xfrm>
            <a:custGeom>
              <a:avLst/>
              <a:gdLst/>
              <a:ahLst/>
              <a:cxnLst/>
              <a:rect l="l" t="t" r="r" b="b"/>
              <a:pathLst>
                <a:path w="228600" h="238125">
                  <a:moveTo>
                    <a:pt x="228600" y="0"/>
                  </a:moveTo>
                  <a:lnTo>
                    <a:pt x="0" y="0"/>
                  </a:lnTo>
                  <a:lnTo>
                    <a:pt x="0" y="238125"/>
                  </a:lnTo>
                  <a:lnTo>
                    <a:pt x="228600" y="238125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3">
              <a:extLst>
                <a:ext uri="{FF2B5EF4-FFF2-40B4-BE49-F238E27FC236}">
                  <a16:creationId xmlns:a16="http://schemas.microsoft.com/office/drawing/2014/main" id="{EBF24824-622F-4AFC-990F-90D8E56CDE00}"/>
                </a:ext>
              </a:extLst>
            </p:cNvPr>
            <p:cNvSpPr/>
            <p:nvPr/>
          </p:nvSpPr>
          <p:spPr>
            <a:xfrm>
              <a:off x="442912" y="3109976"/>
              <a:ext cx="228600" cy="238125"/>
            </a:xfrm>
            <a:custGeom>
              <a:avLst/>
              <a:gdLst/>
              <a:ahLst/>
              <a:cxnLst/>
              <a:rect l="l" t="t" r="r" b="b"/>
              <a:pathLst>
                <a:path w="228600" h="238125">
                  <a:moveTo>
                    <a:pt x="0" y="238125"/>
                  </a:moveTo>
                  <a:lnTo>
                    <a:pt x="228600" y="238125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3812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25CAD3EC-B1B6-4505-864B-BFF0719409FA}"/>
                </a:ext>
              </a:extLst>
            </p:cNvPr>
            <p:cNvSpPr/>
            <p:nvPr/>
          </p:nvSpPr>
          <p:spPr>
            <a:xfrm>
              <a:off x="442912" y="33481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84920B7A-C800-457B-B048-2DA271D6985B}"/>
                </a:ext>
              </a:extLst>
            </p:cNvPr>
            <p:cNvSpPr/>
            <p:nvPr/>
          </p:nvSpPr>
          <p:spPr>
            <a:xfrm>
              <a:off x="442912" y="33481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6">
              <a:extLst>
                <a:ext uri="{FF2B5EF4-FFF2-40B4-BE49-F238E27FC236}">
                  <a16:creationId xmlns:a16="http://schemas.microsoft.com/office/drawing/2014/main" id="{5CE42AD3-41AA-42D8-B1F1-D75CE912E79E}"/>
                </a:ext>
              </a:extLst>
            </p:cNvPr>
            <p:cNvSpPr/>
            <p:nvPr/>
          </p:nvSpPr>
          <p:spPr>
            <a:xfrm>
              <a:off x="442912" y="35767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7">
              <a:extLst>
                <a:ext uri="{FF2B5EF4-FFF2-40B4-BE49-F238E27FC236}">
                  <a16:creationId xmlns:a16="http://schemas.microsoft.com/office/drawing/2014/main" id="{3DA42B5E-66B8-4400-9E30-E6569029BA62}"/>
                </a:ext>
              </a:extLst>
            </p:cNvPr>
            <p:cNvSpPr/>
            <p:nvPr/>
          </p:nvSpPr>
          <p:spPr>
            <a:xfrm>
              <a:off x="442912" y="35767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18">
            <a:extLst>
              <a:ext uri="{FF2B5EF4-FFF2-40B4-BE49-F238E27FC236}">
                <a16:creationId xmlns:a16="http://schemas.microsoft.com/office/drawing/2014/main" id="{DD4B32F2-5C4A-4143-BFAA-F2C2C662ADA0}"/>
              </a:ext>
            </a:extLst>
          </p:cNvPr>
          <p:cNvSpPr txBox="1"/>
          <p:nvPr/>
        </p:nvSpPr>
        <p:spPr>
          <a:xfrm>
            <a:off x="-44147" y="1182733"/>
            <a:ext cx="1063498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1043940" algn="l"/>
              </a:tabLst>
            </a:pPr>
            <a:r>
              <a:rPr sz="1800" b="1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endParaRPr lang="en-US" altLang="zh-CN" sz="1800" spc="-2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1043940" algn="l"/>
              </a:tabLst>
            </a:pPr>
            <a:r>
              <a:rPr lang="en-US" altLang="zh-CN" spc="-25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(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</a:t>
            </a:r>
            <a:r>
              <a:rPr sz="1800" spc="3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spc="-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D)</a:t>
            </a:r>
            <a:endParaRPr sz="18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object 35">
            <a:extLst>
              <a:ext uri="{FF2B5EF4-FFF2-40B4-BE49-F238E27FC236}">
                <a16:creationId xmlns:a16="http://schemas.microsoft.com/office/drawing/2014/main" id="{DBCCBC54-DEEC-4ED6-8B20-A5841238AEBB}"/>
              </a:ext>
            </a:extLst>
          </p:cNvPr>
          <p:cNvSpPr/>
          <p:nvPr/>
        </p:nvSpPr>
        <p:spPr>
          <a:xfrm>
            <a:off x="2438400" y="1808430"/>
            <a:ext cx="228600" cy="466725"/>
          </a:xfrm>
          <a:custGeom>
            <a:avLst/>
            <a:gdLst/>
            <a:ahLst/>
            <a:cxnLst/>
            <a:rect l="l" t="t" r="r" b="b"/>
            <a:pathLst>
              <a:path w="228600" h="466725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0" y="466725"/>
                </a:lnTo>
                <a:lnTo>
                  <a:pt x="228600" y="466725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36">
            <a:extLst>
              <a:ext uri="{FF2B5EF4-FFF2-40B4-BE49-F238E27FC236}">
                <a16:creationId xmlns:a16="http://schemas.microsoft.com/office/drawing/2014/main" id="{D2D9E960-E473-46BD-B3C7-61B0E7B60914}"/>
              </a:ext>
            </a:extLst>
          </p:cNvPr>
          <p:cNvSpPr/>
          <p:nvPr/>
        </p:nvSpPr>
        <p:spPr>
          <a:xfrm>
            <a:off x="2438400" y="2037031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37">
            <a:extLst>
              <a:ext uri="{FF2B5EF4-FFF2-40B4-BE49-F238E27FC236}">
                <a16:creationId xmlns:a16="http://schemas.microsoft.com/office/drawing/2014/main" id="{378AC9F9-E61B-49FF-BA37-54FD3131A36E}"/>
              </a:ext>
            </a:extLst>
          </p:cNvPr>
          <p:cNvSpPr/>
          <p:nvPr/>
        </p:nvSpPr>
        <p:spPr>
          <a:xfrm>
            <a:off x="2438400" y="22751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38">
            <a:extLst>
              <a:ext uri="{FF2B5EF4-FFF2-40B4-BE49-F238E27FC236}">
                <a16:creationId xmlns:a16="http://schemas.microsoft.com/office/drawing/2014/main" id="{B949FE06-FDA7-460A-8555-FBBE6526B6C9}"/>
              </a:ext>
            </a:extLst>
          </p:cNvPr>
          <p:cNvSpPr/>
          <p:nvPr/>
        </p:nvSpPr>
        <p:spPr>
          <a:xfrm>
            <a:off x="2438400" y="22751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39">
            <a:extLst>
              <a:ext uri="{FF2B5EF4-FFF2-40B4-BE49-F238E27FC236}">
                <a16:creationId xmlns:a16="http://schemas.microsoft.com/office/drawing/2014/main" id="{C8190967-ED20-4E41-AD53-D09CBCBE6AEB}"/>
              </a:ext>
            </a:extLst>
          </p:cNvPr>
          <p:cNvSpPr/>
          <p:nvPr/>
        </p:nvSpPr>
        <p:spPr>
          <a:xfrm>
            <a:off x="2438400" y="25037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40">
            <a:extLst>
              <a:ext uri="{FF2B5EF4-FFF2-40B4-BE49-F238E27FC236}">
                <a16:creationId xmlns:a16="http://schemas.microsoft.com/office/drawing/2014/main" id="{B77C6168-E8C1-413B-8D88-D1962925D901}"/>
              </a:ext>
            </a:extLst>
          </p:cNvPr>
          <p:cNvSpPr/>
          <p:nvPr/>
        </p:nvSpPr>
        <p:spPr>
          <a:xfrm>
            <a:off x="2438400" y="25037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41">
            <a:extLst>
              <a:ext uri="{FF2B5EF4-FFF2-40B4-BE49-F238E27FC236}">
                <a16:creationId xmlns:a16="http://schemas.microsoft.com/office/drawing/2014/main" id="{4B77C7C0-FF0E-4A29-A1C7-C8E3D8CB1E64}"/>
              </a:ext>
            </a:extLst>
          </p:cNvPr>
          <p:cNvSpPr/>
          <p:nvPr/>
        </p:nvSpPr>
        <p:spPr>
          <a:xfrm>
            <a:off x="2438400" y="27323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42">
            <a:extLst>
              <a:ext uri="{FF2B5EF4-FFF2-40B4-BE49-F238E27FC236}">
                <a16:creationId xmlns:a16="http://schemas.microsoft.com/office/drawing/2014/main" id="{97B87644-6B68-4BD5-B414-D351F058A93B}"/>
              </a:ext>
            </a:extLst>
          </p:cNvPr>
          <p:cNvSpPr/>
          <p:nvPr/>
        </p:nvSpPr>
        <p:spPr>
          <a:xfrm>
            <a:off x="2438400" y="27323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43">
            <a:extLst>
              <a:ext uri="{FF2B5EF4-FFF2-40B4-BE49-F238E27FC236}">
                <a16:creationId xmlns:a16="http://schemas.microsoft.com/office/drawing/2014/main" id="{3FC9E69E-08B7-42D2-B54D-B94C6DD2F131}"/>
              </a:ext>
            </a:extLst>
          </p:cNvPr>
          <p:cNvSpPr/>
          <p:nvPr/>
        </p:nvSpPr>
        <p:spPr>
          <a:xfrm>
            <a:off x="2438400" y="2960956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44">
            <a:extLst>
              <a:ext uri="{FF2B5EF4-FFF2-40B4-BE49-F238E27FC236}">
                <a16:creationId xmlns:a16="http://schemas.microsoft.com/office/drawing/2014/main" id="{4DBA83E1-56DD-4653-B9E2-6424589630A2}"/>
              </a:ext>
            </a:extLst>
          </p:cNvPr>
          <p:cNvSpPr/>
          <p:nvPr/>
        </p:nvSpPr>
        <p:spPr>
          <a:xfrm>
            <a:off x="2438400" y="2960956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45">
            <a:extLst>
              <a:ext uri="{FF2B5EF4-FFF2-40B4-BE49-F238E27FC236}">
                <a16:creationId xmlns:a16="http://schemas.microsoft.com/office/drawing/2014/main" id="{42B9ABFB-BB1B-4EDC-81A8-5000A0B3EA1D}"/>
              </a:ext>
            </a:extLst>
          </p:cNvPr>
          <p:cNvSpPr/>
          <p:nvPr/>
        </p:nvSpPr>
        <p:spPr>
          <a:xfrm>
            <a:off x="2438400" y="31990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46">
            <a:extLst>
              <a:ext uri="{FF2B5EF4-FFF2-40B4-BE49-F238E27FC236}">
                <a16:creationId xmlns:a16="http://schemas.microsoft.com/office/drawing/2014/main" id="{CA7AD2E1-A499-4733-B1E1-D0DFD8255F27}"/>
              </a:ext>
            </a:extLst>
          </p:cNvPr>
          <p:cNvSpPr/>
          <p:nvPr/>
        </p:nvSpPr>
        <p:spPr>
          <a:xfrm>
            <a:off x="2438400" y="31990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47">
            <a:extLst>
              <a:ext uri="{FF2B5EF4-FFF2-40B4-BE49-F238E27FC236}">
                <a16:creationId xmlns:a16="http://schemas.microsoft.com/office/drawing/2014/main" id="{88F87A61-C52C-484E-8AC4-1827732B2BFC}"/>
              </a:ext>
            </a:extLst>
          </p:cNvPr>
          <p:cNvSpPr/>
          <p:nvPr/>
        </p:nvSpPr>
        <p:spPr>
          <a:xfrm>
            <a:off x="2438400" y="34276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48">
            <a:extLst>
              <a:ext uri="{FF2B5EF4-FFF2-40B4-BE49-F238E27FC236}">
                <a16:creationId xmlns:a16="http://schemas.microsoft.com/office/drawing/2014/main" id="{D32F0297-9399-4548-8E02-74ED3D03741D}"/>
              </a:ext>
            </a:extLst>
          </p:cNvPr>
          <p:cNvSpPr/>
          <p:nvPr/>
        </p:nvSpPr>
        <p:spPr>
          <a:xfrm>
            <a:off x="2438400" y="34276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49">
            <a:extLst>
              <a:ext uri="{FF2B5EF4-FFF2-40B4-BE49-F238E27FC236}">
                <a16:creationId xmlns:a16="http://schemas.microsoft.com/office/drawing/2014/main" id="{58552577-B88D-4890-B43D-14EB297C1B73}"/>
              </a:ext>
            </a:extLst>
          </p:cNvPr>
          <p:cNvSpPr/>
          <p:nvPr/>
        </p:nvSpPr>
        <p:spPr>
          <a:xfrm>
            <a:off x="2667000" y="18084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50">
            <a:extLst>
              <a:ext uri="{FF2B5EF4-FFF2-40B4-BE49-F238E27FC236}">
                <a16:creationId xmlns:a16="http://schemas.microsoft.com/office/drawing/2014/main" id="{928AF20A-7E70-4968-95C6-71378A760D29}"/>
              </a:ext>
            </a:extLst>
          </p:cNvPr>
          <p:cNvSpPr/>
          <p:nvPr/>
        </p:nvSpPr>
        <p:spPr>
          <a:xfrm>
            <a:off x="2667000" y="18084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51">
            <a:extLst>
              <a:ext uri="{FF2B5EF4-FFF2-40B4-BE49-F238E27FC236}">
                <a16:creationId xmlns:a16="http://schemas.microsoft.com/office/drawing/2014/main" id="{725B1172-AC15-4363-9B01-FF224796CAC6}"/>
              </a:ext>
            </a:extLst>
          </p:cNvPr>
          <p:cNvSpPr/>
          <p:nvPr/>
        </p:nvSpPr>
        <p:spPr>
          <a:xfrm>
            <a:off x="2667000" y="2037031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52">
            <a:extLst>
              <a:ext uri="{FF2B5EF4-FFF2-40B4-BE49-F238E27FC236}">
                <a16:creationId xmlns:a16="http://schemas.microsoft.com/office/drawing/2014/main" id="{BE5ED29D-7FEF-4261-B62A-014898DF97F4}"/>
              </a:ext>
            </a:extLst>
          </p:cNvPr>
          <p:cNvSpPr/>
          <p:nvPr/>
        </p:nvSpPr>
        <p:spPr>
          <a:xfrm>
            <a:off x="2667000" y="2037031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53">
            <a:extLst>
              <a:ext uri="{FF2B5EF4-FFF2-40B4-BE49-F238E27FC236}">
                <a16:creationId xmlns:a16="http://schemas.microsoft.com/office/drawing/2014/main" id="{E04AA12B-96F5-4EB6-81A7-F43D372CCCFE}"/>
              </a:ext>
            </a:extLst>
          </p:cNvPr>
          <p:cNvSpPr/>
          <p:nvPr/>
        </p:nvSpPr>
        <p:spPr>
          <a:xfrm>
            <a:off x="2667000" y="22751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54">
            <a:extLst>
              <a:ext uri="{FF2B5EF4-FFF2-40B4-BE49-F238E27FC236}">
                <a16:creationId xmlns:a16="http://schemas.microsoft.com/office/drawing/2014/main" id="{77501117-FA44-413F-9B6E-F22D8C8A26E0}"/>
              </a:ext>
            </a:extLst>
          </p:cNvPr>
          <p:cNvSpPr/>
          <p:nvPr/>
        </p:nvSpPr>
        <p:spPr>
          <a:xfrm>
            <a:off x="2667000" y="22751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55">
            <a:extLst>
              <a:ext uri="{FF2B5EF4-FFF2-40B4-BE49-F238E27FC236}">
                <a16:creationId xmlns:a16="http://schemas.microsoft.com/office/drawing/2014/main" id="{A52426DF-40AC-4240-B185-6397C5A15449}"/>
              </a:ext>
            </a:extLst>
          </p:cNvPr>
          <p:cNvSpPr/>
          <p:nvPr/>
        </p:nvSpPr>
        <p:spPr>
          <a:xfrm>
            <a:off x="2667000" y="25037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56">
            <a:extLst>
              <a:ext uri="{FF2B5EF4-FFF2-40B4-BE49-F238E27FC236}">
                <a16:creationId xmlns:a16="http://schemas.microsoft.com/office/drawing/2014/main" id="{181240CC-A01E-4971-9E26-878A19EF4C87}"/>
              </a:ext>
            </a:extLst>
          </p:cNvPr>
          <p:cNvSpPr/>
          <p:nvPr/>
        </p:nvSpPr>
        <p:spPr>
          <a:xfrm>
            <a:off x="2667000" y="25037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57">
            <a:extLst>
              <a:ext uri="{FF2B5EF4-FFF2-40B4-BE49-F238E27FC236}">
                <a16:creationId xmlns:a16="http://schemas.microsoft.com/office/drawing/2014/main" id="{D7137DD7-9661-4795-A17C-EFB6B113CF31}"/>
              </a:ext>
            </a:extLst>
          </p:cNvPr>
          <p:cNvSpPr/>
          <p:nvPr/>
        </p:nvSpPr>
        <p:spPr>
          <a:xfrm>
            <a:off x="2667000" y="27323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58">
            <a:extLst>
              <a:ext uri="{FF2B5EF4-FFF2-40B4-BE49-F238E27FC236}">
                <a16:creationId xmlns:a16="http://schemas.microsoft.com/office/drawing/2014/main" id="{E5A095F5-7E05-4927-AD7F-FBDBFDB0E8CD}"/>
              </a:ext>
            </a:extLst>
          </p:cNvPr>
          <p:cNvSpPr/>
          <p:nvPr/>
        </p:nvSpPr>
        <p:spPr>
          <a:xfrm>
            <a:off x="2667000" y="27323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59">
            <a:extLst>
              <a:ext uri="{FF2B5EF4-FFF2-40B4-BE49-F238E27FC236}">
                <a16:creationId xmlns:a16="http://schemas.microsoft.com/office/drawing/2014/main" id="{CD602AB2-6877-4BAB-A105-607293263FE8}"/>
              </a:ext>
            </a:extLst>
          </p:cNvPr>
          <p:cNvSpPr/>
          <p:nvPr/>
        </p:nvSpPr>
        <p:spPr>
          <a:xfrm>
            <a:off x="2667000" y="2960956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60">
            <a:extLst>
              <a:ext uri="{FF2B5EF4-FFF2-40B4-BE49-F238E27FC236}">
                <a16:creationId xmlns:a16="http://schemas.microsoft.com/office/drawing/2014/main" id="{3B18E60D-607B-46FB-A8D0-BB22DA4C0F5F}"/>
              </a:ext>
            </a:extLst>
          </p:cNvPr>
          <p:cNvSpPr/>
          <p:nvPr/>
        </p:nvSpPr>
        <p:spPr>
          <a:xfrm>
            <a:off x="2667000" y="2960956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61">
            <a:extLst>
              <a:ext uri="{FF2B5EF4-FFF2-40B4-BE49-F238E27FC236}">
                <a16:creationId xmlns:a16="http://schemas.microsoft.com/office/drawing/2014/main" id="{C14EC918-6D5C-44EF-AFAE-4D8B1708AA8B}"/>
              </a:ext>
            </a:extLst>
          </p:cNvPr>
          <p:cNvSpPr/>
          <p:nvPr/>
        </p:nvSpPr>
        <p:spPr>
          <a:xfrm>
            <a:off x="2667000" y="31990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62">
            <a:extLst>
              <a:ext uri="{FF2B5EF4-FFF2-40B4-BE49-F238E27FC236}">
                <a16:creationId xmlns:a16="http://schemas.microsoft.com/office/drawing/2014/main" id="{067F51C0-C491-484F-AF1D-B59C2D070480}"/>
              </a:ext>
            </a:extLst>
          </p:cNvPr>
          <p:cNvSpPr/>
          <p:nvPr/>
        </p:nvSpPr>
        <p:spPr>
          <a:xfrm>
            <a:off x="2667000" y="31990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63">
            <a:extLst>
              <a:ext uri="{FF2B5EF4-FFF2-40B4-BE49-F238E27FC236}">
                <a16:creationId xmlns:a16="http://schemas.microsoft.com/office/drawing/2014/main" id="{49609A7C-07A6-4E60-858F-DB224F3653B6}"/>
              </a:ext>
            </a:extLst>
          </p:cNvPr>
          <p:cNvSpPr/>
          <p:nvPr/>
        </p:nvSpPr>
        <p:spPr>
          <a:xfrm>
            <a:off x="2667000" y="34276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64">
            <a:extLst>
              <a:ext uri="{FF2B5EF4-FFF2-40B4-BE49-F238E27FC236}">
                <a16:creationId xmlns:a16="http://schemas.microsoft.com/office/drawing/2014/main" id="{DD00A795-E8D9-4333-8FBD-A05C04D996C0}"/>
              </a:ext>
            </a:extLst>
          </p:cNvPr>
          <p:cNvSpPr/>
          <p:nvPr/>
        </p:nvSpPr>
        <p:spPr>
          <a:xfrm>
            <a:off x="2667000" y="34276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65">
            <a:extLst>
              <a:ext uri="{FF2B5EF4-FFF2-40B4-BE49-F238E27FC236}">
                <a16:creationId xmlns:a16="http://schemas.microsoft.com/office/drawing/2014/main" id="{F324A308-48F6-44C3-AD6B-8EB26056744E}"/>
              </a:ext>
            </a:extLst>
          </p:cNvPr>
          <p:cNvSpPr/>
          <p:nvPr/>
        </p:nvSpPr>
        <p:spPr>
          <a:xfrm>
            <a:off x="2895600" y="18084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66">
            <a:extLst>
              <a:ext uri="{FF2B5EF4-FFF2-40B4-BE49-F238E27FC236}">
                <a16:creationId xmlns:a16="http://schemas.microsoft.com/office/drawing/2014/main" id="{460944C8-1BD6-47EE-BE39-B529A5CCB215}"/>
              </a:ext>
            </a:extLst>
          </p:cNvPr>
          <p:cNvSpPr/>
          <p:nvPr/>
        </p:nvSpPr>
        <p:spPr>
          <a:xfrm>
            <a:off x="2895600" y="18084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67">
            <a:extLst>
              <a:ext uri="{FF2B5EF4-FFF2-40B4-BE49-F238E27FC236}">
                <a16:creationId xmlns:a16="http://schemas.microsoft.com/office/drawing/2014/main" id="{2C5EB650-790D-4B2D-93EA-F95440CDFF11}"/>
              </a:ext>
            </a:extLst>
          </p:cNvPr>
          <p:cNvSpPr/>
          <p:nvPr/>
        </p:nvSpPr>
        <p:spPr>
          <a:xfrm>
            <a:off x="2895600" y="2037031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68">
            <a:extLst>
              <a:ext uri="{FF2B5EF4-FFF2-40B4-BE49-F238E27FC236}">
                <a16:creationId xmlns:a16="http://schemas.microsoft.com/office/drawing/2014/main" id="{6DAF318B-B7F9-4CB7-84B1-162E8665933D}"/>
              </a:ext>
            </a:extLst>
          </p:cNvPr>
          <p:cNvSpPr/>
          <p:nvPr/>
        </p:nvSpPr>
        <p:spPr>
          <a:xfrm>
            <a:off x="2895600" y="2037031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69">
            <a:extLst>
              <a:ext uri="{FF2B5EF4-FFF2-40B4-BE49-F238E27FC236}">
                <a16:creationId xmlns:a16="http://schemas.microsoft.com/office/drawing/2014/main" id="{5CC04E79-8442-43D2-99F1-35C42087752C}"/>
              </a:ext>
            </a:extLst>
          </p:cNvPr>
          <p:cNvSpPr/>
          <p:nvPr/>
        </p:nvSpPr>
        <p:spPr>
          <a:xfrm>
            <a:off x="2895600" y="22751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70">
            <a:extLst>
              <a:ext uri="{FF2B5EF4-FFF2-40B4-BE49-F238E27FC236}">
                <a16:creationId xmlns:a16="http://schemas.microsoft.com/office/drawing/2014/main" id="{DC1FB95E-E8E5-47E5-905C-29A3DF457179}"/>
              </a:ext>
            </a:extLst>
          </p:cNvPr>
          <p:cNvSpPr/>
          <p:nvPr/>
        </p:nvSpPr>
        <p:spPr>
          <a:xfrm>
            <a:off x="2895600" y="22751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71">
            <a:extLst>
              <a:ext uri="{FF2B5EF4-FFF2-40B4-BE49-F238E27FC236}">
                <a16:creationId xmlns:a16="http://schemas.microsoft.com/office/drawing/2014/main" id="{B7AB7F41-4703-41B0-BC1B-D3D8DE5D4D1B}"/>
              </a:ext>
            </a:extLst>
          </p:cNvPr>
          <p:cNvSpPr/>
          <p:nvPr/>
        </p:nvSpPr>
        <p:spPr>
          <a:xfrm>
            <a:off x="2895600" y="25037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72">
            <a:extLst>
              <a:ext uri="{FF2B5EF4-FFF2-40B4-BE49-F238E27FC236}">
                <a16:creationId xmlns:a16="http://schemas.microsoft.com/office/drawing/2014/main" id="{63E8EBC5-43FC-42E0-8872-C8AB2FE8C209}"/>
              </a:ext>
            </a:extLst>
          </p:cNvPr>
          <p:cNvSpPr/>
          <p:nvPr/>
        </p:nvSpPr>
        <p:spPr>
          <a:xfrm>
            <a:off x="2895600" y="25037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73">
            <a:extLst>
              <a:ext uri="{FF2B5EF4-FFF2-40B4-BE49-F238E27FC236}">
                <a16:creationId xmlns:a16="http://schemas.microsoft.com/office/drawing/2014/main" id="{029707EF-2B29-4C98-90FC-1D5DA0D1D8D2}"/>
              </a:ext>
            </a:extLst>
          </p:cNvPr>
          <p:cNvSpPr/>
          <p:nvPr/>
        </p:nvSpPr>
        <p:spPr>
          <a:xfrm>
            <a:off x="2895600" y="27323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74">
            <a:extLst>
              <a:ext uri="{FF2B5EF4-FFF2-40B4-BE49-F238E27FC236}">
                <a16:creationId xmlns:a16="http://schemas.microsoft.com/office/drawing/2014/main" id="{0053E352-51C5-4079-9D43-DD51A07DF3BA}"/>
              </a:ext>
            </a:extLst>
          </p:cNvPr>
          <p:cNvSpPr/>
          <p:nvPr/>
        </p:nvSpPr>
        <p:spPr>
          <a:xfrm>
            <a:off x="2895600" y="27323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75">
            <a:extLst>
              <a:ext uri="{FF2B5EF4-FFF2-40B4-BE49-F238E27FC236}">
                <a16:creationId xmlns:a16="http://schemas.microsoft.com/office/drawing/2014/main" id="{A45A52E2-BE84-4E3E-A848-D04844044DB3}"/>
              </a:ext>
            </a:extLst>
          </p:cNvPr>
          <p:cNvSpPr/>
          <p:nvPr/>
        </p:nvSpPr>
        <p:spPr>
          <a:xfrm>
            <a:off x="2895600" y="2960956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76">
            <a:extLst>
              <a:ext uri="{FF2B5EF4-FFF2-40B4-BE49-F238E27FC236}">
                <a16:creationId xmlns:a16="http://schemas.microsoft.com/office/drawing/2014/main" id="{E2E94EB4-23F9-4BB3-B6E0-A60BD75558A3}"/>
              </a:ext>
            </a:extLst>
          </p:cNvPr>
          <p:cNvSpPr/>
          <p:nvPr/>
        </p:nvSpPr>
        <p:spPr>
          <a:xfrm>
            <a:off x="2895600" y="2960956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77">
            <a:extLst>
              <a:ext uri="{FF2B5EF4-FFF2-40B4-BE49-F238E27FC236}">
                <a16:creationId xmlns:a16="http://schemas.microsoft.com/office/drawing/2014/main" id="{995C352D-1855-4299-8AD9-47993B87A29B}"/>
              </a:ext>
            </a:extLst>
          </p:cNvPr>
          <p:cNvSpPr/>
          <p:nvPr/>
        </p:nvSpPr>
        <p:spPr>
          <a:xfrm>
            <a:off x="2895600" y="31990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78">
            <a:extLst>
              <a:ext uri="{FF2B5EF4-FFF2-40B4-BE49-F238E27FC236}">
                <a16:creationId xmlns:a16="http://schemas.microsoft.com/office/drawing/2014/main" id="{D9F5270E-1C31-44C3-95C4-49E9B1D3BCEE}"/>
              </a:ext>
            </a:extLst>
          </p:cNvPr>
          <p:cNvSpPr/>
          <p:nvPr/>
        </p:nvSpPr>
        <p:spPr>
          <a:xfrm>
            <a:off x="2895600" y="31990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79">
            <a:extLst>
              <a:ext uri="{FF2B5EF4-FFF2-40B4-BE49-F238E27FC236}">
                <a16:creationId xmlns:a16="http://schemas.microsoft.com/office/drawing/2014/main" id="{7F66809A-CD33-4BF7-ACAD-49021513E13F}"/>
              </a:ext>
            </a:extLst>
          </p:cNvPr>
          <p:cNvSpPr/>
          <p:nvPr/>
        </p:nvSpPr>
        <p:spPr>
          <a:xfrm>
            <a:off x="2895600" y="34276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80">
            <a:extLst>
              <a:ext uri="{FF2B5EF4-FFF2-40B4-BE49-F238E27FC236}">
                <a16:creationId xmlns:a16="http://schemas.microsoft.com/office/drawing/2014/main" id="{DA9AD8F3-2297-4470-9CEA-73FD1D5A2160}"/>
              </a:ext>
            </a:extLst>
          </p:cNvPr>
          <p:cNvSpPr/>
          <p:nvPr/>
        </p:nvSpPr>
        <p:spPr>
          <a:xfrm>
            <a:off x="2895600" y="34276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81">
            <a:extLst>
              <a:ext uri="{FF2B5EF4-FFF2-40B4-BE49-F238E27FC236}">
                <a16:creationId xmlns:a16="http://schemas.microsoft.com/office/drawing/2014/main" id="{B9CBF1A7-AD44-4508-90D7-79EA18EB0E73}"/>
              </a:ext>
            </a:extLst>
          </p:cNvPr>
          <p:cNvSpPr/>
          <p:nvPr/>
        </p:nvSpPr>
        <p:spPr>
          <a:xfrm>
            <a:off x="3124200" y="1808431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82">
            <a:extLst>
              <a:ext uri="{FF2B5EF4-FFF2-40B4-BE49-F238E27FC236}">
                <a16:creationId xmlns:a16="http://schemas.microsoft.com/office/drawing/2014/main" id="{1F772E51-B0F4-4435-B994-B20A3FCEA2CA}"/>
              </a:ext>
            </a:extLst>
          </p:cNvPr>
          <p:cNvSpPr/>
          <p:nvPr/>
        </p:nvSpPr>
        <p:spPr>
          <a:xfrm>
            <a:off x="3124200" y="1808431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83">
            <a:extLst>
              <a:ext uri="{FF2B5EF4-FFF2-40B4-BE49-F238E27FC236}">
                <a16:creationId xmlns:a16="http://schemas.microsoft.com/office/drawing/2014/main" id="{24C9C642-5947-40F6-8D23-4C6C2A89762C}"/>
              </a:ext>
            </a:extLst>
          </p:cNvPr>
          <p:cNvSpPr/>
          <p:nvPr/>
        </p:nvSpPr>
        <p:spPr>
          <a:xfrm>
            <a:off x="3124200" y="2037031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38125" y="0"/>
                </a:moveTo>
                <a:lnTo>
                  <a:pt x="0" y="0"/>
                </a:lnTo>
                <a:lnTo>
                  <a:pt x="0" y="238125"/>
                </a:lnTo>
                <a:lnTo>
                  <a:pt x="238125" y="238125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84">
            <a:extLst>
              <a:ext uri="{FF2B5EF4-FFF2-40B4-BE49-F238E27FC236}">
                <a16:creationId xmlns:a16="http://schemas.microsoft.com/office/drawing/2014/main" id="{55C657C1-9522-432C-9154-7487BCB7946F}"/>
              </a:ext>
            </a:extLst>
          </p:cNvPr>
          <p:cNvSpPr/>
          <p:nvPr/>
        </p:nvSpPr>
        <p:spPr>
          <a:xfrm>
            <a:off x="3124200" y="2037031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0" y="238125"/>
                </a:moveTo>
                <a:lnTo>
                  <a:pt x="238125" y="238125"/>
                </a:lnTo>
                <a:lnTo>
                  <a:pt x="238125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85">
            <a:extLst>
              <a:ext uri="{FF2B5EF4-FFF2-40B4-BE49-F238E27FC236}">
                <a16:creationId xmlns:a16="http://schemas.microsoft.com/office/drawing/2014/main" id="{ED517EED-DAEB-4F5B-92E7-F9C0E6CB5C2F}"/>
              </a:ext>
            </a:extLst>
          </p:cNvPr>
          <p:cNvSpPr/>
          <p:nvPr/>
        </p:nvSpPr>
        <p:spPr>
          <a:xfrm>
            <a:off x="3124200" y="2275156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86">
            <a:extLst>
              <a:ext uri="{FF2B5EF4-FFF2-40B4-BE49-F238E27FC236}">
                <a16:creationId xmlns:a16="http://schemas.microsoft.com/office/drawing/2014/main" id="{AEF0935C-64D5-45AE-8633-8E18052B3E4E}"/>
              </a:ext>
            </a:extLst>
          </p:cNvPr>
          <p:cNvSpPr/>
          <p:nvPr/>
        </p:nvSpPr>
        <p:spPr>
          <a:xfrm>
            <a:off x="3124200" y="2275156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87">
            <a:extLst>
              <a:ext uri="{FF2B5EF4-FFF2-40B4-BE49-F238E27FC236}">
                <a16:creationId xmlns:a16="http://schemas.microsoft.com/office/drawing/2014/main" id="{54529851-3A54-4E6D-A8A9-E87C59C91DC7}"/>
              </a:ext>
            </a:extLst>
          </p:cNvPr>
          <p:cNvSpPr/>
          <p:nvPr/>
        </p:nvSpPr>
        <p:spPr>
          <a:xfrm>
            <a:off x="3124200" y="2503756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88">
            <a:extLst>
              <a:ext uri="{FF2B5EF4-FFF2-40B4-BE49-F238E27FC236}">
                <a16:creationId xmlns:a16="http://schemas.microsoft.com/office/drawing/2014/main" id="{6BEEF34C-84C6-4A60-AEF0-28D73FD6093B}"/>
              </a:ext>
            </a:extLst>
          </p:cNvPr>
          <p:cNvSpPr/>
          <p:nvPr/>
        </p:nvSpPr>
        <p:spPr>
          <a:xfrm>
            <a:off x="3124200" y="2503756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89">
            <a:extLst>
              <a:ext uri="{FF2B5EF4-FFF2-40B4-BE49-F238E27FC236}">
                <a16:creationId xmlns:a16="http://schemas.microsoft.com/office/drawing/2014/main" id="{FBE09EE0-FAF4-47D5-8F2C-52690EAF2195}"/>
              </a:ext>
            </a:extLst>
          </p:cNvPr>
          <p:cNvSpPr/>
          <p:nvPr/>
        </p:nvSpPr>
        <p:spPr>
          <a:xfrm>
            <a:off x="3124200" y="2732356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90">
            <a:extLst>
              <a:ext uri="{FF2B5EF4-FFF2-40B4-BE49-F238E27FC236}">
                <a16:creationId xmlns:a16="http://schemas.microsoft.com/office/drawing/2014/main" id="{215BA462-A1A0-4BDC-828B-28EAF2CB26FE}"/>
              </a:ext>
            </a:extLst>
          </p:cNvPr>
          <p:cNvSpPr/>
          <p:nvPr/>
        </p:nvSpPr>
        <p:spPr>
          <a:xfrm>
            <a:off x="3124200" y="2732356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91">
            <a:extLst>
              <a:ext uri="{FF2B5EF4-FFF2-40B4-BE49-F238E27FC236}">
                <a16:creationId xmlns:a16="http://schemas.microsoft.com/office/drawing/2014/main" id="{E6FC31DA-3C57-4E94-891C-9825B61C13D1}"/>
              </a:ext>
            </a:extLst>
          </p:cNvPr>
          <p:cNvSpPr/>
          <p:nvPr/>
        </p:nvSpPr>
        <p:spPr>
          <a:xfrm>
            <a:off x="3124200" y="2960956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38125" y="0"/>
                </a:moveTo>
                <a:lnTo>
                  <a:pt x="0" y="0"/>
                </a:lnTo>
                <a:lnTo>
                  <a:pt x="0" y="238125"/>
                </a:lnTo>
                <a:lnTo>
                  <a:pt x="238125" y="238125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92">
            <a:extLst>
              <a:ext uri="{FF2B5EF4-FFF2-40B4-BE49-F238E27FC236}">
                <a16:creationId xmlns:a16="http://schemas.microsoft.com/office/drawing/2014/main" id="{E73A2FA1-7E17-4652-92C1-30932AF2F107}"/>
              </a:ext>
            </a:extLst>
          </p:cNvPr>
          <p:cNvSpPr/>
          <p:nvPr/>
        </p:nvSpPr>
        <p:spPr>
          <a:xfrm>
            <a:off x="3124200" y="2960956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0" y="238125"/>
                </a:moveTo>
                <a:lnTo>
                  <a:pt x="238125" y="238125"/>
                </a:lnTo>
                <a:lnTo>
                  <a:pt x="238125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93">
            <a:extLst>
              <a:ext uri="{FF2B5EF4-FFF2-40B4-BE49-F238E27FC236}">
                <a16:creationId xmlns:a16="http://schemas.microsoft.com/office/drawing/2014/main" id="{266F2E72-5139-4B7F-AA7F-1E8D7FE21D92}"/>
              </a:ext>
            </a:extLst>
          </p:cNvPr>
          <p:cNvSpPr/>
          <p:nvPr/>
        </p:nvSpPr>
        <p:spPr>
          <a:xfrm>
            <a:off x="3124200" y="3199081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94">
            <a:extLst>
              <a:ext uri="{FF2B5EF4-FFF2-40B4-BE49-F238E27FC236}">
                <a16:creationId xmlns:a16="http://schemas.microsoft.com/office/drawing/2014/main" id="{B8DB92F4-B368-4F7C-BCBF-6EBA968F8A86}"/>
              </a:ext>
            </a:extLst>
          </p:cNvPr>
          <p:cNvSpPr/>
          <p:nvPr/>
        </p:nvSpPr>
        <p:spPr>
          <a:xfrm>
            <a:off x="3124200" y="3199081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95">
            <a:extLst>
              <a:ext uri="{FF2B5EF4-FFF2-40B4-BE49-F238E27FC236}">
                <a16:creationId xmlns:a16="http://schemas.microsoft.com/office/drawing/2014/main" id="{DB6F819B-56BE-41A5-A3AC-A0E03F266ED9}"/>
              </a:ext>
            </a:extLst>
          </p:cNvPr>
          <p:cNvSpPr/>
          <p:nvPr/>
        </p:nvSpPr>
        <p:spPr>
          <a:xfrm>
            <a:off x="3124200" y="3427681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96">
            <a:extLst>
              <a:ext uri="{FF2B5EF4-FFF2-40B4-BE49-F238E27FC236}">
                <a16:creationId xmlns:a16="http://schemas.microsoft.com/office/drawing/2014/main" id="{ECC92197-9B5B-4EDB-ABA9-54E2B7F95917}"/>
              </a:ext>
            </a:extLst>
          </p:cNvPr>
          <p:cNvSpPr/>
          <p:nvPr/>
        </p:nvSpPr>
        <p:spPr>
          <a:xfrm>
            <a:off x="3124200" y="3427681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97">
            <a:extLst>
              <a:ext uri="{FF2B5EF4-FFF2-40B4-BE49-F238E27FC236}">
                <a16:creationId xmlns:a16="http://schemas.microsoft.com/office/drawing/2014/main" id="{CE4D4EF9-341A-46A5-AF0B-500982FC28E1}"/>
              </a:ext>
            </a:extLst>
          </p:cNvPr>
          <p:cNvSpPr/>
          <p:nvPr/>
        </p:nvSpPr>
        <p:spPr>
          <a:xfrm>
            <a:off x="3362325" y="18084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98">
            <a:extLst>
              <a:ext uri="{FF2B5EF4-FFF2-40B4-BE49-F238E27FC236}">
                <a16:creationId xmlns:a16="http://schemas.microsoft.com/office/drawing/2014/main" id="{D36DA964-82D6-4C7A-A571-8E3C43857DCB}"/>
              </a:ext>
            </a:extLst>
          </p:cNvPr>
          <p:cNvSpPr/>
          <p:nvPr/>
        </p:nvSpPr>
        <p:spPr>
          <a:xfrm>
            <a:off x="3362325" y="18084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99">
            <a:extLst>
              <a:ext uri="{FF2B5EF4-FFF2-40B4-BE49-F238E27FC236}">
                <a16:creationId xmlns:a16="http://schemas.microsoft.com/office/drawing/2014/main" id="{193AA72A-51F6-41F0-A495-44EB5FE10B93}"/>
              </a:ext>
            </a:extLst>
          </p:cNvPr>
          <p:cNvSpPr/>
          <p:nvPr/>
        </p:nvSpPr>
        <p:spPr>
          <a:xfrm>
            <a:off x="3362325" y="2037031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100">
            <a:extLst>
              <a:ext uri="{FF2B5EF4-FFF2-40B4-BE49-F238E27FC236}">
                <a16:creationId xmlns:a16="http://schemas.microsoft.com/office/drawing/2014/main" id="{2211BEE4-A16C-4C99-AE28-5F62ACC6A296}"/>
              </a:ext>
            </a:extLst>
          </p:cNvPr>
          <p:cNvSpPr/>
          <p:nvPr/>
        </p:nvSpPr>
        <p:spPr>
          <a:xfrm>
            <a:off x="3362325" y="2037031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101">
            <a:extLst>
              <a:ext uri="{FF2B5EF4-FFF2-40B4-BE49-F238E27FC236}">
                <a16:creationId xmlns:a16="http://schemas.microsoft.com/office/drawing/2014/main" id="{BF50E66D-080A-4EDB-99ED-8F9981793853}"/>
              </a:ext>
            </a:extLst>
          </p:cNvPr>
          <p:cNvSpPr/>
          <p:nvPr/>
        </p:nvSpPr>
        <p:spPr>
          <a:xfrm>
            <a:off x="3362325" y="22751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102">
            <a:extLst>
              <a:ext uri="{FF2B5EF4-FFF2-40B4-BE49-F238E27FC236}">
                <a16:creationId xmlns:a16="http://schemas.microsoft.com/office/drawing/2014/main" id="{54909346-D617-42B5-8572-EDF4A2E7D871}"/>
              </a:ext>
            </a:extLst>
          </p:cNvPr>
          <p:cNvSpPr/>
          <p:nvPr/>
        </p:nvSpPr>
        <p:spPr>
          <a:xfrm>
            <a:off x="3362325" y="22751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103">
            <a:extLst>
              <a:ext uri="{FF2B5EF4-FFF2-40B4-BE49-F238E27FC236}">
                <a16:creationId xmlns:a16="http://schemas.microsoft.com/office/drawing/2014/main" id="{62088198-DA9F-476B-8910-F65A2E137313}"/>
              </a:ext>
            </a:extLst>
          </p:cNvPr>
          <p:cNvSpPr/>
          <p:nvPr/>
        </p:nvSpPr>
        <p:spPr>
          <a:xfrm>
            <a:off x="3362325" y="25037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104">
            <a:extLst>
              <a:ext uri="{FF2B5EF4-FFF2-40B4-BE49-F238E27FC236}">
                <a16:creationId xmlns:a16="http://schemas.microsoft.com/office/drawing/2014/main" id="{BF840157-0E6B-4D6D-BBEA-92922053F398}"/>
              </a:ext>
            </a:extLst>
          </p:cNvPr>
          <p:cNvSpPr/>
          <p:nvPr/>
        </p:nvSpPr>
        <p:spPr>
          <a:xfrm>
            <a:off x="3362325" y="25037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105">
            <a:extLst>
              <a:ext uri="{FF2B5EF4-FFF2-40B4-BE49-F238E27FC236}">
                <a16:creationId xmlns:a16="http://schemas.microsoft.com/office/drawing/2014/main" id="{9B946AFD-902B-4209-B7BF-5129BBBEE154}"/>
              </a:ext>
            </a:extLst>
          </p:cNvPr>
          <p:cNvSpPr/>
          <p:nvPr/>
        </p:nvSpPr>
        <p:spPr>
          <a:xfrm>
            <a:off x="3362325" y="27323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106">
            <a:extLst>
              <a:ext uri="{FF2B5EF4-FFF2-40B4-BE49-F238E27FC236}">
                <a16:creationId xmlns:a16="http://schemas.microsoft.com/office/drawing/2014/main" id="{38356084-2E8D-43EA-9B82-7FD279247216}"/>
              </a:ext>
            </a:extLst>
          </p:cNvPr>
          <p:cNvSpPr/>
          <p:nvPr/>
        </p:nvSpPr>
        <p:spPr>
          <a:xfrm>
            <a:off x="3362325" y="27323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107">
            <a:extLst>
              <a:ext uri="{FF2B5EF4-FFF2-40B4-BE49-F238E27FC236}">
                <a16:creationId xmlns:a16="http://schemas.microsoft.com/office/drawing/2014/main" id="{81CA6EC4-C4E2-410C-B372-D816F99E022D}"/>
              </a:ext>
            </a:extLst>
          </p:cNvPr>
          <p:cNvSpPr/>
          <p:nvPr/>
        </p:nvSpPr>
        <p:spPr>
          <a:xfrm>
            <a:off x="3362325" y="2960956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108">
            <a:extLst>
              <a:ext uri="{FF2B5EF4-FFF2-40B4-BE49-F238E27FC236}">
                <a16:creationId xmlns:a16="http://schemas.microsoft.com/office/drawing/2014/main" id="{A8FB500F-FA44-4499-9EE7-27B0E9D66794}"/>
              </a:ext>
            </a:extLst>
          </p:cNvPr>
          <p:cNvSpPr/>
          <p:nvPr/>
        </p:nvSpPr>
        <p:spPr>
          <a:xfrm>
            <a:off x="3362325" y="2960956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109">
            <a:extLst>
              <a:ext uri="{FF2B5EF4-FFF2-40B4-BE49-F238E27FC236}">
                <a16:creationId xmlns:a16="http://schemas.microsoft.com/office/drawing/2014/main" id="{CEEE3BA7-A97F-4E61-B775-1F6DAA8EF96D}"/>
              </a:ext>
            </a:extLst>
          </p:cNvPr>
          <p:cNvSpPr/>
          <p:nvPr/>
        </p:nvSpPr>
        <p:spPr>
          <a:xfrm>
            <a:off x="3362325" y="31990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10">
            <a:extLst>
              <a:ext uri="{FF2B5EF4-FFF2-40B4-BE49-F238E27FC236}">
                <a16:creationId xmlns:a16="http://schemas.microsoft.com/office/drawing/2014/main" id="{91B3AE14-CD70-4451-BD41-7E4033B4B5BC}"/>
              </a:ext>
            </a:extLst>
          </p:cNvPr>
          <p:cNvSpPr/>
          <p:nvPr/>
        </p:nvSpPr>
        <p:spPr>
          <a:xfrm>
            <a:off x="3362325" y="31990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11">
            <a:extLst>
              <a:ext uri="{FF2B5EF4-FFF2-40B4-BE49-F238E27FC236}">
                <a16:creationId xmlns:a16="http://schemas.microsoft.com/office/drawing/2014/main" id="{F5038A9C-E762-45B4-87CC-31AB8F763F6A}"/>
              </a:ext>
            </a:extLst>
          </p:cNvPr>
          <p:cNvSpPr/>
          <p:nvPr/>
        </p:nvSpPr>
        <p:spPr>
          <a:xfrm>
            <a:off x="3362325" y="34276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12">
            <a:extLst>
              <a:ext uri="{FF2B5EF4-FFF2-40B4-BE49-F238E27FC236}">
                <a16:creationId xmlns:a16="http://schemas.microsoft.com/office/drawing/2014/main" id="{584FF3F2-06DE-4CAC-9F75-CBA176F86FFD}"/>
              </a:ext>
            </a:extLst>
          </p:cNvPr>
          <p:cNvSpPr/>
          <p:nvPr/>
        </p:nvSpPr>
        <p:spPr>
          <a:xfrm>
            <a:off x="3362325" y="34276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13">
            <a:extLst>
              <a:ext uri="{FF2B5EF4-FFF2-40B4-BE49-F238E27FC236}">
                <a16:creationId xmlns:a16="http://schemas.microsoft.com/office/drawing/2014/main" id="{96BD4023-2684-490B-927A-075BCFCF93C2}"/>
              </a:ext>
            </a:extLst>
          </p:cNvPr>
          <p:cNvSpPr/>
          <p:nvPr/>
        </p:nvSpPr>
        <p:spPr>
          <a:xfrm>
            <a:off x="3590925" y="18084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14">
            <a:extLst>
              <a:ext uri="{FF2B5EF4-FFF2-40B4-BE49-F238E27FC236}">
                <a16:creationId xmlns:a16="http://schemas.microsoft.com/office/drawing/2014/main" id="{46BA4C7C-07AE-4D8F-8E8F-EB6A1B73A5EE}"/>
              </a:ext>
            </a:extLst>
          </p:cNvPr>
          <p:cNvSpPr/>
          <p:nvPr/>
        </p:nvSpPr>
        <p:spPr>
          <a:xfrm>
            <a:off x="3590925" y="18084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15">
            <a:extLst>
              <a:ext uri="{FF2B5EF4-FFF2-40B4-BE49-F238E27FC236}">
                <a16:creationId xmlns:a16="http://schemas.microsoft.com/office/drawing/2014/main" id="{91ACF05E-133B-4CDB-884D-83C8E108D051}"/>
              </a:ext>
            </a:extLst>
          </p:cNvPr>
          <p:cNvSpPr/>
          <p:nvPr/>
        </p:nvSpPr>
        <p:spPr>
          <a:xfrm>
            <a:off x="3590925" y="2037031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16">
            <a:extLst>
              <a:ext uri="{FF2B5EF4-FFF2-40B4-BE49-F238E27FC236}">
                <a16:creationId xmlns:a16="http://schemas.microsoft.com/office/drawing/2014/main" id="{4B42E276-3E97-4B8F-98D7-A85EA11DB24E}"/>
              </a:ext>
            </a:extLst>
          </p:cNvPr>
          <p:cNvSpPr/>
          <p:nvPr/>
        </p:nvSpPr>
        <p:spPr>
          <a:xfrm>
            <a:off x="3590925" y="2037031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17">
            <a:extLst>
              <a:ext uri="{FF2B5EF4-FFF2-40B4-BE49-F238E27FC236}">
                <a16:creationId xmlns:a16="http://schemas.microsoft.com/office/drawing/2014/main" id="{3685C78C-66C6-4509-8B36-82541801C13F}"/>
              </a:ext>
            </a:extLst>
          </p:cNvPr>
          <p:cNvSpPr/>
          <p:nvPr/>
        </p:nvSpPr>
        <p:spPr>
          <a:xfrm>
            <a:off x="3590925" y="22751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18">
            <a:extLst>
              <a:ext uri="{FF2B5EF4-FFF2-40B4-BE49-F238E27FC236}">
                <a16:creationId xmlns:a16="http://schemas.microsoft.com/office/drawing/2014/main" id="{9D3E9E2A-0041-4F46-B4BD-EB9B99A4F535}"/>
              </a:ext>
            </a:extLst>
          </p:cNvPr>
          <p:cNvSpPr/>
          <p:nvPr/>
        </p:nvSpPr>
        <p:spPr>
          <a:xfrm>
            <a:off x="3590925" y="22751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19">
            <a:extLst>
              <a:ext uri="{FF2B5EF4-FFF2-40B4-BE49-F238E27FC236}">
                <a16:creationId xmlns:a16="http://schemas.microsoft.com/office/drawing/2014/main" id="{D2C89844-F015-4FA7-A5E8-D35A60D34CF8}"/>
              </a:ext>
            </a:extLst>
          </p:cNvPr>
          <p:cNvSpPr/>
          <p:nvPr/>
        </p:nvSpPr>
        <p:spPr>
          <a:xfrm>
            <a:off x="3590925" y="25037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20">
            <a:extLst>
              <a:ext uri="{FF2B5EF4-FFF2-40B4-BE49-F238E27FC236}">
                <a16:creationId xmlns:a16="http://schemas.microsoft.com/office/drawing/2014/main" id="{C7CC1798-C83B-4B6A-85C4-51E29F2DFCB0}"/>
              </a:ext>
            </a:extLst>
          </p:cNvPr>
          <p:cNvSpPr/>
          <p:nvPr/>
        </p:nvSpPr>
        <p:spPr>
          <a:xfrm>
            <a:off x="3590925" y="25037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21">
            <a:extLst>
              <a:ext uri="{FF2B5EF4-FFF2-40B4-BE49-F238E27FC236}">
                <a16:creationId xmlns:a16="http://schemas.microsoft.com/office/drawing/2014/main" id="{CEC34B7E-21A7-49EF-9BFA-A7A81D417231}"/>
              </a:ext>
            </a:extLst>
          </p:cNvPr>
          <p:cNvSpPr/>
          <p:nvPr/>
        </p:nvSpPr>
        <p:spPr>
          <a:xfrm>
            <a:off x="3590925" y="27323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22">
            <a:extLst>
              <a:ext uri="{FF2B5EF4-FFF2-40B4-BE49-F238E27FC236}">
                <a16:creationId xmlns:a16="http://schemas.microsoft.com/office/drawing/2014/main" id="{2743482B-524D-4115-BF65-2D59CB2EC172}"/>
              </a:ext>
            </a:extLst>
          </p:cNvPr>
          <p:cNvSpPr/>
          <p:nvPr/>
        </p:nvSpPr>
        <p:spPr>
          <a:xfrm>
            <a:off x="3590925" y="27323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23">
            <a:extLst>
              <a:ext uri="{FF2B5EF4-FFF2-40B4-BE49-F238E27FC236}">
                <a16:creationId xmlns:a16="http://schemas.microsoft.com/office/drawing/2014/main" id="{8C16C6E4-B77A-4549-8316-FDF552CD6401}"/>
              </a:ext>
            </a:extLst>
          </p:cNvPr>
          <p:cNvSpPr/>
          <p:nvPr/>
        </p:nvSpPr>
        <p:spPr>
          <a:xfrm>
            <a:off x="3590925" y="2960956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24">
            <a:extLst>
              <a:ext uri="{FF2B5EF4-FFF2-40B4-BE49-F238E27FC236}">
                <a16:creationId xmlns:a16="http://schemas.microsoft.com/office/drawing/2014/main" id="{70DF9D26-9562-4D54-97A7-AFB14F8B49B0}"/>
              </a:ext>
            </a:extLst>
          </p:cNvPr>
          <p:cNvSpPr/>
          <p:nvPr/>
        </p:nvSpPr>
        <p:spPr>
          <a:xfrm>
            <a:off x="3590925" y="2960956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25">
            <a:extLst>
              <a:ext uri="{FF2B5EF4-FFF2-40B4-BE49-F238E27FC236}">
                <a16:creationId xmlns:a16="http://schemas.microsoft.com/office/drawing/2014/main" id="{67EA865B-EA3B-4A03-B014-C363CFE32D07}"/>
              </a:ext>
            </a:extLst>
          </p:cNvPr>
          <p:cNvSpPr/>
          <p:nvPr/>
        </p:nvSpPr>
        <p:spPr>
          <a:xfrm>
            <a:off x="3590925" y="31990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26">
            <a:extLst>
              <a:ext uri="{FF2B5EF4-FFF2-40B4-BE49-F238E27FC236}">
                <a16:creationId xmlns:a16="http://schemas.microsoft.com/office/drawing/2014/main" id="{D1D097F6-3169-48EC-8B4E-37DB2DDB655C}"/>
              </a:ext>
            </a:extLst>
          </p:cNvPr>
          <p:cNvSpPr/>
          <p:nvPr/>
        </p:nvSpPr>
        <p:spPr>
          <a:xfrm>
            <a:off x="3590925" y="31990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27">
            <a:extLst>
              <a:ext uri="{FF2B5EF4-FFF2-40B4-BE49-F238E27FC236}">
                <a16:creationId xmlns:a16="http://schemas.microsoft.com/office/drawing/2014/main" id="{DEC50888-2BFB-4A17-A7A1-DD49B7EF6460}"/>
              </a:ext>
            </a:extLst>
          </p:cNvPr>
          <p:cNvSpPr/>
          <p:nvPr/>
        </p:nvSpPr>
        <p:spPr>
          <a:xfrm>
            <a:off x="3590925" y="34276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28">
            <a:extLst>
              <a:ext uri="{FF2B5EF4-FFF2-40B4-BE49-F238E27FC236}">
                <a16:creationId xmlns:a16="http://schemas.microsoft.com/office/drawing/2014/main" id="{E953D402-009D-4043-A4D8-29BA51AC00E8}"/>
              </a:ext>
            </a:extLst>
          </p:cNvPr>
          <p:cNvSpPr/>
          <p:nvPr/>
        </p:nvSpPr>
        <p:spPr>
          <a:xfrm>
            <a:off x="3590925" y="34276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29">
            <a:extLst>
              <a:ext uri="{FF2B5EF4-FFF2-40B4-BE49-F238E27FC236}">
                <a16:creationId xmlns:a16="http://schemas.microsoft.com/office/drawing/2014/main" id="{F34F3823-0216-41C6-9E35-FC5B26954EA6}"/>
              </a:ext>
            </a:extLst>
          </p:cNvPr>
          <p:cNvSpPr/>
          <p:nvPr/>
        </p:nvSpPr>
        <p:spPr>
          <a:xfrm>
            <a:off x="3819525" y="18084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30">
            <a:extLst>
              <a:ext uri="{FF2B5EF4-FFF2-40B4-BE49-F238E27FC236}">
                <a16:creationId xmlns:a16="http://schemas.microsoft.com/office/drawing/2014/main" id="{89C97B84-0063-446A-9CB9-97F6504F140E}"/>
              </a:ext>
            </a:extLst>
          </p:cNvPr>
          <p:cNvSpPr/>
          <p:nvPr/>
        </p:nvSpPr>
        <p:spPr>
          <a:xfrm>
            <a:off x="3819525" y="18084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31">
            <a:extLst>
              <a:ext uri="{FF2B5EF4-FFF2-40B4-BE49-F238E27FC236}">
                <a16:creationId xmlns:a16="http://schemas.microsoft.com/office/drawing/2014/main" id="{1B6A0AF9-1DD2-4E18-AF6F-F616F61E566F}"/>
              </a:ext>
            </a:extLst>
          </p:cNvPr>
          <p:cNvSpPr/>
          <p:nvPr/>
        </p:nvSpPr>
        <p:spPr>
          <a:xfrm>
            <a:off x="3819525" y="2037031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32">
            <a:extLst>
              <a:ext uri="{FF2B5EF4-FFF2-40B4-BE49-F238E27FC236}">
                <a16:creationId xmlns:a16="http://schemas.microsoft.com/office/drawing/2014/main" id="{7B9E6A02-4947-45F7-AA6A-7492D032DF53}"/>
              </a:ext>
            </a:extLst>
          </p:cNvPr>
          <p:cNvSpPr/>
          <p:nvPr/>
        </p:nvSpPr>
        <p:spPr>
          <a:xfrm>
            <a:off x="3819525" y="2037031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33">
            <a:extLst>
              <a:ext uri="{FF2B5EF4-FFF2-40B4-BE49-F238E27FC236}">
                <a16:creationId xmlns:a16="http://schemas.microsoft.com/office/drawing/2014/main" id="{192D3009-B1AF-4DD0-925A-64EDC4A738C3}"/>
              </a:ext>
            </a:extLst>
          </p:cNvPr>
          <p:cNvSpPr/>
          <p:nvPr/>
        </p:nvSpPr>
        <p:spPr>
          <a:xfrm>
            <a:off x="3819525" y="22751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34">
            <a:extLst>
              <a:ext uri="{FF2B5EF4-FFF2-40B4-BE49-F238E27FC236}">
                <a16:creationId xmlns:a16="http://schemas.microsoft.com/office/drawing/2014/main" id="{590BBADF-4D04-4372-8B08-B45C76D10A97}"/>
              </a:ext>
            </a:extLst>
          </p:cNvPr>
          <p:cNvSpPr/>
          <p:nvPr/>
        </p:nvSpPr>
        <p:spPr>
          <a:xfrm>
            <a:off x="3819525" y="22751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35">
            <a:extLst>
              <a:ext uri="{FF2B5EF4-FFF2-40B4-BE49-F238E27FC236}">
                <a16:creationId xmlns:a16="http://schemas.microsoft.com/office/drawing/2014/main" id="{F2A3C537-D028-452D-AA8D-E4533FA6C502}"/>
              </a:ext>
            </a:extLst>
          </p:cNvPr>
          <p:cNvSpPr/>
          <p:nvPr/>
        </p:nvSpPr>
        <p:spPr>
          <a:xfrm>
            <a:off x="3819525" y="25037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36">
            <a:extLst>
              <a:ext uri="{FF2B5EF4-FFF2-40B4-BE49-F238E27FC236}">
                <a16:creationId xmlns:a16="http://schemas.microsoft.com/office/drawing/2014/main" id="{700495EA-6600-42B0-975B-0EAB65A17DFB}"/>
              </a:ext>
            </a:extLst>
          </p:cNvPr>
          <p:cNvSpPr/>
          <p:nvPr/>
        </p:nvSpPr>
        <p:spPr>
          <a:xfrm>
            <a:off x="3819525" y="25037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37">
            <a:extLst>
              <a:ext uri="{FF2B5EF4-FFF2-40B4-BE49-F238E27FC236}">
                <a16:creationId xmlns:a16="http://schemas.microsoft.com/office/drawing/2014/main" id="{67DDB96F-1D15-431E-915C-3F9481E3EC29}"/>
              </a:ext>
            </a:extLst>
          </p:cNvPr>
          <p:cNvSpPr/>
          <p:nvPr/>
        </p:nvSpPr>
        <p:spPr>
          <a:xfrm>
            <a:off x="3819525" y="27323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38">
            <a:extLst>
              <a:ext uri="{FF2B5EF4-FFF2-40B4-BE49-F238E27FC236}">
                <a16:creationId xmlns:a16="http://schemas.microsoft.com/office/drawing/2014/main" id="{512D6EF7-FA67-43B9-8137-6E7ABABEB690}"/>
              </a:ext>
            </a:extLst>
          </p:cNvPr>
          <p:cNvSpPr/>
          <p:nvPr/>
        </p:nvSpPr>
        <p:spPr>
          <a:xfrm>
            <a:off x="3819525" y="27323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39">
            <a:extLst>
              <a:ext uri="{FF2B5EF4-FFF2-40B4-BE49-F238E27FC236}">
                <a16:creationId xmlns:a16="http://schemas.microsoft.com/office/drawing/2014/main" id="{C9B4DF87-767B-4115-B21D-56C883820F0B}"/>
              </a:ext>
            </a:extLst>
          </p:cNvPr>
          <p:cNvSpPr/>
          <p:nvPr/>
        </p:nvSpPr>
        <p:spPr>
          <a:xfrm>
            <a:off x="3819525" y="2960956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40">
            <a:extLst>
              <a:ext uri="{FF2B5EF4-FFF2-40B4-BE49-F238E27FC236}">
                <a16:creationId xmlns:a16="http://schemas.microsoft.com/office/drawing/2014/main" id="{7839C408-7B2C-4D82-BC3A-A4919FCD8F00}"/>
              </a:ext>
            </a:extLst>
          </p:cNvPr>
          <p:cNvSpPr/>
          <p:nvPr/>
        </p:nvSpPr>
        <p:spPr>
          <a:xfrm>
            <a:off x="3819525" y="2960956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41">
            <a:extLst>
              <a:ext uri="{FF2B5EF4-FFF2-40B4-BE49-F238E27FC236}">
                <a16:creationId xmlns:a16="http://schemas.microsoft.com/office/drawing/2014/main" id="{F497F681-9906-4785-A6CB-EA873284A392}"/>
              </a:ext>
            </a:extLst>
          </p:cNvPr>
          <p:cNvSpPr/>
          <p:nvPr/>
        </p:nvSpPr>
        <p:spPr>
          <a:xfrm>
            <a:off x="3819525" y="31990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42">
            <a:extLst>
              <a:ext uri="{FF2B5EF4-FFF2-40B4-BE49-F238E27FC236}">
                <a16:creationId xmlns:a16="http://schemas.microsoft.com/office/drawing/2014/main" id="{836AA3A9-E31E-4582-B7F1-51ACA9E520B5}"/>
              </a:ext>
            </a:extLst>
          </p:cNvPr>
          <p:cNvSpPr/>
          <p:nvPr/>
        </p:nvSpPr>
        <p:spPr>
          <a:xfrm>
            <a:off x="3819525" y="31990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43">
            <a:extLst>
              <a:ext uri="{FF2B5EF4-FFF2-40B4-BE49-F238E27FC236}">
                <a16:creationId xmlns:a16="http://schemas.microsoft.com/office/drawing/2014/main" id="{D5EC24FD-F732-4810-A478-877229BD1616}"/>
              </a:ext>
            </a:extLst>
          </p:cNvPr>
          <p:cNvSpPr/>
          <p:nvPr/>
        </p:nvSpPr>
        <p:spPr>
          <a:xfrm>
            <a:off x="3819525" y="34276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44">
            <a:extLst>
              <a:ext uri="{FF2B5EF4-FFF2-40B4-BE49-F238E27FC236}">
                <a16:creationId xmlns:a16="http://schemas.microsoft.com/office/drawing/2014/main" id="{63AA79B8-67B5-4420-8CD4-F7980FA83ED4}"/>
              </a:ext>
            </a:extLst>
          </p:cNvPr>
          <p:cNvSpPr/>
          <p:nvPr/>
        </p:nvSpPr>
        <p:spPr>
          <a:xfrm>
            <a:off x="3819525" y="34276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45">
            <a:extLst>
              <a:ext uri="{FF2B5EF4-FFF2-40B4-BE49-F238E27FC236}">
                <a16:creationId xmlns:a16="http://schemas.microsoft.com/office/drawing/2014/main" id="{982560BA-F760-40DF-8977-C9DB20B0146E}"/>
              </a:ext>
            </a:extLst>
          </p:cNvPr>
          <p:cNvSpPr/>
          <p:nvPr/>
        </p:nvSpPr>
        <p:spPr>
          <a:xfrm>
            <a:off x="4048125" y="1808431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46">
            <a:extLst>
              <a:ext uri="{FF2B5EF4-FFF2-40B4-BE49-F238E27FC236}">
                <a16:creationId xmlns:a16="http://schemas.microsoft.com/office/drawing/2014/main" id="{98C0C9C2-C7BF-43D8-94E7-4744FB4D43AF}"/>
              </a:ext>
            </a:extLst>
          </p:cNvPr>
          <p:cNvSpPr/>
          <p:nvPr/>
        </p:nvSpPr>
        <p:spPr>
          <a:xfrm>
            <a:off x="4048125" y="1808431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47">
            <a:extLst>
              <a:ext uri="{FF2B5EF4-FFF2-40B4-BE49-F238E27FC236}">
                <a16:creationId xmlns:a16="http://schemas.microsoft.com/office/drawing/2014/main" id="{80BCF011-796E-4E7C-B3DB-7E0282B9278F}"/>
              </a:ext>
            </a:extLst>
          </p:cNvPr>
          <p:cNvSpPr/>
          <p:nvPr/>
        </p:nvSpPr>
        <p:spPr>
          <a:xfrm>
            <a:off x="4048125" y="2037031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38125" y="0"/>
                </a:moveTo>
                <a:lnTo>
                  <a:pt x="0" y="0"/>
                </a:lnTo>
                <a:lnTo>
                  <a:pt x="0" y="238125"/>
                </a:lnTo>
                <a:lnTo>
                  <a:pt x="238125" y="238125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48">
            <a:extLst>
              <a:ext uri="{FF2B5EF4-FFF2-40B4-BE49-F238E27FC236}">
                <a16:creationId xmlns:a16="http://schemas.microsoft.com/office/drawing/2014/main" id="{DD41F93F-4C2B-41F9-9F8E-C50D72582446}"/>
              </a:ext>
            </a:extLst>
          </p:cNvPr>
          <p:cNvSpPr/>
          <p:nvPr/>
        </p:nvSpPr>
        <p:spPr>
          <a:xfrm>
            <a:off x="4048125" y="2037031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0" y="238125"/>
                </a:moveTo>
                <a:lnTo>
                  <a:pt x="238125" y="238125"/>
                </a:lnTo>
                <a:lnTo>
                  <a:pt x="238125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49">
            <a:extLst>
              <a:ext uri="{FF2B5EF4-FFF2-40B4-BE49-F238E27FC236}">
                <a16:creationId xmlns:a16="http://schemas.microsoft.com/office/drawing/2014/main" id="{A3DB9C2B-06D5-47D1-844D-7BEB89E4276C}"/>
              </a:ext>
            </a:extLst>
          </p:cNvPr>
          <p:cNvSpPr/>
          <p:nvPr/>
        </p:nvSpPr>
        <p:spPr>
          <a:xfrm>
            <a:off x="4048125" y="2275156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50">
            <a:extLst>
              <a:ext uri="{FF2B5EF4-FFF2-40B4-BE49-F238E27FC236}">
                <a16:creationId xmlns:a16="http://schemas.microsoft.com/office/drawing/2014/main" id="{CFCBAB8B-0528-4753-885F-700729F21198}"/>
              </a:ext>
            </a:extLst>
          </p:cNvPr>
          <p:cNvSpPr/>
          <p:nvPr/>
        </p:nvSpPr>
        <p:spPr>
          <a:xfrm>
            <a:off x="4048125" y="2275156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51">
            <a:extLst>
              <a:ext uri="{FF2B5EF4-FFF2-40B4-BE49-F238E27FC236}">
                <a16:creationId xmlns:a16="http://schemas.microsoft.com/office/drawing/2014/main" id="{9DCB8FBB-15EB-4DDE-B804-466B6E211906}"/>
              </a:ext>
            </a:extLst>
          </p:cNvPr>
          <p:cNvSpPr/>
          <p:nvPr/>
        </p:nvSpPr>
        <p:spPr>
          <a:xfrm>
            <a:off x="4048125" y="2503756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52">
            <a:extLst>
              <a:ext uri="{FF2B5EF4-FFF2-40B4-BE49-F238E27FC236}">
                <a16:creationId xmlns:a16="http://schemas.microsoft.com/office/drawing/2014/main" id="{DD697D8A-8757-46F5-A495-22BCD702059C}"/>
              </a:ext>
            </a:extLst>
          </p:cNvPr>
          <p:cNvSpPr/>
          <p:nvPr/>
        </p:nvSpPr>
        <p:spPr>
          <a:xfrm>
            <a:off x="4048125" y="2503756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53">
            <a:extLst>
              <a:ext uri="{FF2B5EF4-FFF2-40B4-BE49-F238E27FC236}">
                <a16:creationId xmlns:a16="http://schemas.microsoft.com/office/drawing/2014/main" id="{4C0AF24E-F77C-4015-82F0-D049F7CEA901}"/>
              </a:ext>
            </a:extLst>
          </p:cNvPr>
          <p:cNvSpPr/>
          <p:nvPr/>
        </p:nvSpPr>
        <p:spPr>
          <a:xfrm>
            <a:off x="4048125" y="2732356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54">
            <a:extLst>
              <a:ext uri="{FF2B5EF4-FFF2-40B4-BE49-F238E27FC236}">
                <a16:creationId xmlns:a16="http://schemas.microsoft.com/office/drawing/2014/main" id="{B9C45B67-627D-45D8-86D5-E091A751C43A}"/>
              </a:ext>
            </a:extLst>
          </p:cNvPr>
          <p:cNvSpPr/>
          <p:nvPr/>
        </p:nvSpPr>
        <p:spPr>
          <a:xfrm>
            <a:off x="4048125" y="2732356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55">
            <a:extLst>
              <a:ext uri="{FF2B5EF4-FFF2-40B4-BE49-F238E27FC236}">
                <a16:creationId xmlns:a16="http://schemas.microsoft.com/office/drawing/2014/main" id="{65703451-4C9F-4DC7-AAA7-73E54F146C8E}"/>
              </a:ext>
            </a:extLst>
          </p:cNvPr>
          <p:cNvSpPr/>
          <p:nvPr/>
        </p:nvSpPr>
        <p:spPr>
          <a:xfrm>
            <a:off x="4048125" y="2960956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38125" y="0"/>
                </a:moveTo>
                <a:lnTo>
                  <a:pt x="0" y="0"/>
                </a:lnTo>
                <a:lnTo>
                  <a:pt x="0" y="238125"/>
                </a:lnTo>
                <a:lnTo>
                  <a:pt x="238125" y="238125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56">
            <a:extLst>
              <a:ext uri="{FF2B5EF4-FFF2-40B4-BE49-F238E27FC236}">
                <a16:creationId xmlns:a16="http://schemas.microsoft.com/office/drawing/2014/main" id="{AE9B23A3-048A-4A40-9DAD-370E3476E28A}"/>
              </a:ext>
            </a:extLst>
          </p:cNvPr>
          <p:cNvSpPr/>
          <p:nvPr/>
        </p:nvSpPr>
        <p:spPr>
          <a:xfrm>
            <a:off x="4048125" y="2960956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0" y="238125"/>
                </a:moveTo>
                <a:lnTo>
                  <a:pt x="238125" y="238125"/>
                </a:lnTo>
                <a:lnTo>
                  <a:pt x="238125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57">
            <a:extLst>
              <a:ext uri="{FF2B5EF4-FFF2-40B4-BE49-F238E27FC236}">
                <a16:creationId xmlns:a16="http://schemas.microsoft.com/office/drawing/2014/main" id="{F1419107-1C0A-49F1-957F-C47711B05451}"/>
              </a:ext>
            </a:extLst>
          </p:cNvPr>
          <p:cNvSpPr/>
          <p:nvPr/>
        </p:nvSpPr>
        <p:spPr>
          <a:xfrm>
            <a:off x="4048125" y="3199081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58">
            <a:extLst>
              <a:ext uri="{FF2B5EF4-FFF2-40B4-BE49-F238E27FC236}">
                <a16:creationId xmlns:a16="http://schemas.microsoft.com/office/drawing/2014/main" id="{C7CD707F-74AA-491C-B659-9AD0683FE9CD}"/>
              </a:ext>
            </a:extLst>
          </p:cNvPr>
          <p:cNvSpPr/>
          <p:nvPr/>
        </p:nvSpPr>
        <p:spPr>
          <a:xfrm>
            <a:off x="4048125" y="3199081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59">
            <a:extLst>
              <a:ext uri="{FF2B5EF4-FFF2-40B4-BE49-F238E27FC236}">
                <a16:creationId xmlns:a16="http://schemas.microsoft.com/office/drawing/2014/main" id="{6017C5C8-6440-417E-A1D2-A1413BEF0D74}"/>
              </a:ext>
            </a:extLst>
          </p:cNvPr>
          <p:cNvSpPr/>
          <p:nvPr/>
        </p:nvSpPr>
        <p:spPr>
          <a:xfrm>
            <a:off x="4048125" y="3427681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60">
            <a:extLst>
              <a:ext uri="{FF2B5EF4-FFF2-40B4-BE49-F238E27FC236}">
                <a16:creationId xmlns:a16="http://schemas.microsoft.com/office/drawing/2014/main" id="{99EA0E41-0E6E-4153-844C-F258F6CA046C}"/>
              </a:ext>
            </a:extLst>
          </p:cNvPr>
          <p:cNvSpPr/>
          <p:nvPr/>
        </p:nvSpPr>
        <p:spPr>
          <a:xfrm>
            <a:off x="4048125" y="3427681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61">
            <a:extLst>
              <a:ext uri="{FF2B5EF4-FFF2-40B4-BE49-F238E27FC236}">
                <a16:creationId xmlns:a16="http://schemas.microsoft.com/office/drawing/2014/main" id="{3EF8FAEB-72D8-48CD-8D07-1936B46F7CDE}"/>
              </a:ext>
            </a:extLst>
          </p:cNvPr>
          <p:cNvSpPr/>
          <p:nvPr/>
        </p:nvSpPr>
        <p:spPr>
          <a:xfrm>
            <a:off x="1876791" y="2479401"/>
            <a:ext cx="2904762" cy="323215"/>
          </a:xfrm>
          <a:custGeom>
            <a:avLst/>
            <a:gdLst/>
            <a:ahLst/>
            <a:cxnLst/>
            <a:rect l="l" t="t" r="r" b="b"/>
            <a:pathLst>
              <a:path w="3047365" h="323214">
                <a:moveTo>
                  <a:pt x="570242" y="169799"/>
                </a:moveTo>
                <a:lnTo>
                  <a:pt x="546760" y="145872"/>
                </a:lnTo>
                <a:lnTo>
                  <a:pt x="493204" y="93230"/>
                </a:lnTo>
                <a:lnTo>
                  <a:pt x="414718" y="16649"/>
                </a:lnTo>
                <a:lnTo>
                  <a:pt x="414718" y="93230"/>
                </a:lnTo>
                <a:lnTo>
                  <a:pt x="0" y="169799"/>
                </a:lnTo>
                <a:lnTo>
                  <a:pt x="414718" y="246380"/>
                </a:lnTo>
                <a:lnTo>
                  <a:pt x="414718" y="322961"/>
                </a:lnTo>
                <a:lnTo>
                  <a:pt x="570242" y="169799"/>
                </a:lnTo>
                <a:close/>
              </a:path>
              <a:path w="3047365" h="323214">
                <a:moveTo>
                  <a:pt x="3046742" y="155511"/>
                </a:moveTo>
                <a:lnTo>
                  <a:pt x="3023260" y="131216"/>
                </a:lnTo>
                <a:lnTo>
                  <a:pt x="2969704" y="77762"/>
                </a:lnTo>
                <a:lnTo>
                  <a:pt x="2891218" y="0"/>
                </a:lnTo>
                <a:lnTo>
                  <a:pt x="2891218" y="77762"/>
                </a:lnTo>
                <a:lnTo>
                  <a:pt x="2476500" y="155511"/>
                </a:lnTo>
                <a:lnTo>
                  <a:pt x="2891218" y="233273"/>
                </a:lnTo>
                <a:lnTo>
                  <a:pt x="2891218" y="311023"/>
                </a:lnTo>
                <a:lnTo>
                  <a:pt x="3046742" y="1555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289">
            <a:extLst>
              <a:ext uri="{FF2B5EF4-FFF2-40B4-BE49-F238E27FC236}">
                <a16:creationId xmlns:a16="http://schemas.microsoft.com/office/drawing/2014/main" id="{645473D6-3357-496E-AA67-0F084F360661}"/>
              </a:ext>
            </a:extLst>
          </p:cNvPr>
          <p:cNvSpPr/>
          <p:nvPr/>
        </p:nvSpPr>
        <p:spPr>
          <a:xfrm>
            <a:off x="871855" y="2549201"/>
            <a:ext cx="271145" cy="271145"/>
          </a:xfrm>
          <a:custGeom>
            <a:avLst/>
            <a:gdLst/>
            <a:ahLst/>
            <a:cxnLst/>
            <a:rect l="l" t="t" r="r" b="b"/>
            <a:pathLst>
              <a:path w="271144" h="271144">
                <a:moveTo>
                  <a:pt x="238553" y="0"/>
                </a:moveTo>
                <a:lnTo>
                  <a:pt x="135550" y="102997"/>
                </a:lnTo>
                <a:lnTo>
                  <a:pt x="32548" y="0"/>
                </a:lnTo>
                <a:lnTo>
                  <a:pt x="0" y="32545"/>
                </a:lnTo>
                <a:lnTo>
                  <a:pt x="103003" y="135543"/>
                </a:lnTo>
                <a:lnTo>
                  <a:pt x="0" y="238540"/>
                </a:lnTo>
                <a:lnTo>
                  <a:pt x="32548" y="271086"/>
                </a:lnTo>
                <a:lnTo>
                  <a:pt x="135551" y="168088"/>
                </a:lnTo>
                <a:lnTo>
                  <a:pt x="238553" y="271086"/>
                </a:lnTo>
                <a:lnTo>
                  <a:pt x="271100" y="238540"/>
                </a:lnTo>
                <a:lnTo>
                  <a:pt x="168098" y="135543"/>
                </a:lnTo>
                <a:lnTo>
                  <a:pt x="271100" y="32545"/>
                </a:lnTo>
                <a:lnTo>
                  <a:pt x="2385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418">
            <a:extLst>
              <a:ext uri="{FF2B5EF4-FFF2-40B4-BE49-F238E27FC236}">
                <a16:creationId xmlns:a16="http://schemas.microsoft.com/office/drawing/2014/main" id="{7E560483-26DB-4D82-AA10-AC0F0B975464}"/>
              </a:ext>
            </a:extLst>
          </p:cNvPr>
          <p:cNvSpPr txBox="1"/>
          <p:nvPr/>
        </p:nvSpPr>
        <p:spPr>
          <a:xfrm>
            <a:off x="4793273" y="1184252"/>
            <a:ext cx="1951683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-1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softmax(A)</a:t>
            </a:r>
            <a:r>
              <a:rPr sz="1800" b="1" spc="15" dirty="0">
                <a:latin typeface="Arial"/>
                <a:cs typeface="Arial"/>
              </a:rPr>
              <a:t> </a:t>
            </a:r>
            <a:endParaRPr lang="en-US" altLang="zh-CN" sz="1800" b="1" spc="15" dirty="0">
              <a:latin typeface="Arial"/>
              <a:cs typeface="Arial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(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</a:t>
            </a:r>
            <a:r>
              <a:rPr sz="1800" spc="-1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x</a:t>
            </a:r>
            <a:r>
              <a:rPr sz="1800" spc="2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800" spc="-5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S)</a:t>
            </a:r>
            <a:endParaRPr sz="1800" dirty="0">
              <a:solidFill>
                <a:schemeClr val="bg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54" name="object 434">
            <a:extLst>
              <a:ext uri="{FF2B5EF4-FFF2-40B4-BE49-F238E27FC236}">
                <a16:creationId xmlns:a16="http://schemas.microsoft.com/office/drawing/2014/main" id="{E966C195-7CA6-45ED-A470-33A79248C988}"/>
              </a:ext>
            </a:extLst>
          </p:cNvPr>
          <p:cNvSpPr txBox="1"/>
          <p:nvPr/>
        </p:nvSpPr>
        <p:spPr>
          <a:xfrm>
            <a:off x="6920480" y="1193576"/>
            <a:ext cx="923358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V</a:t>
            </a:r>
            <a:endParaRPr lang="en-US" altLang="zh-CN" sz="1800" b="1" dirty="0">
              <a:latin typeface="Arial"/>
              <a:cs typeface="Arial"/>
            </a:endParaRPr>
          </a:p>
          <a:p>
            <a:pPr marL="12700" algn="ctr">
              <a:spcBef>
                <a:spcPts val="100"/>
              </a:spcBef>
            </a:pPr>
            <a:r>
              <a:rPr lang="en-US" altLang="zh-CN" spc="-25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(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S x</a:t>
            </a:r>
            <a:r>
              <a:rPr lang="en-US" altLang="zh-CN" spc="30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altLang="zh-CN" spc="-50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D)</a:t>
            </a:r>
            <a:endParaRPr lang="en-US" altLang="zh-CN" dirty="0">
              <a:solidFill>
                <a:schemeClr val="bg1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55" name="object 435">
            <a:extLst>
              <a:ext uri="{FF2B5EF4-FFF2-40B4-BE49-F238E27FC236}">
                <a16:creationId xmlns:a16="http://schemas.microsoft.com/office/drawing/2014/main" id="{F44A249C-EF05-473E-89AF-2CE89A10A0E7}"/>
              </a:ext>
            </a:extLst>
          </p:cNvPr>
          <p:cNvSpPr/>
          <p:nvPr/>
        </p:nvSpPr>
        <p:spPr>
          <a:xfrm>
            <a:off x="7716366" y="2500221"/>
            <a:ext cx="570865" cy="306705"/>
          </a:xfrm>
          <a:custGeom>
            <a:avLst/>
            <a:gdLst/>
            <a:ahLst/>
            <a:cxnLst/>
            <a:rect l="l" t="t" r="r" b="b"/>
            <a:pathLst>
              <a:path w="570865" h="306705">
                <a:moveTo>
                  <a:pt x="414720" y="306310"/>
                </a:moveTo>
                <a:lnTo>
                  <a:pt x="570242" y="153155"/>
                </a:lnTo>
                <a:lnTo>
                  <a:pt x="546762" y="129224"/>
                </a:lnTo>
                <a:lnTo>
                  <a:pt x="493210" y="76577"/>
                </a:lnTo>
                <a:lnTo>
                  <a:pt x="414720" y="0"/>
                </a:lnTo>
                <a:lnTo>
                  <a:pt x="414720" y="76577"/>
                </a:lnTo>
                <a:lnTo>
                  <a:pt x="0" y="153155"/>
                </a:lnTo>
                <a:lnTo>
                  <a:pt x="414720" y="229732"/>
                </a:lnTo>
                <a:lnTo>
                  <a:pt x="414720" y="3063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436">
            <a:extLst>
              <a:ext uri="{FF2B5EF4-FFF2-40B4-BE49-F238E27FC236}">
                <a16:creationId xmlns:a16="http://schemas.microsoft.com/office/drawing/2014/main" id="{04480038-E5EF-454B-B79A-446BA1E64FA6}"/>
              </a:ext>
            </a:extLst>
          </p:cNvPr>
          <p:cNvSpPr/>
          <p:nvPr/>
        </p:nvSpPr>
        <p:spPr>
          <a:xfrm>
            <a:off x="6781800" y="2473954"/>
            <a:ext cx="264160" cy="271145"/>
          </a:xfrm>
          <a:custGeom>
            <a:avLst/>
            <a:gdLst/>
            <a:ahLst/>
            <a:cxnLst/>
            <a:rect l="l" t="t" r="r" b="b"/>
            <a:pathLst>
              <a:path w="264159" h="271144">
                <a:moveTo>
                  <a:pt x="232434" y="0"/>
                </a:moveTo>
                <a:lnTo>
                  <a:pt x="132074" y="102997"/>
                </a:lnTo>
                <a:lnTo>
                  <a:pt x="31713" y="0"/>
                </a:lnTo>
                <a:lnTo>
                  <a:pt x="0" y="32545"/>
                </a:lnTo>
                <a:lnTo>
                  <a:pt x="100361" y="135543"/>
                </a:lnTo>
                <a:lnTo>
                  <a:pt x="0" y="238540"/>
                </a:lnTo>
                <a:lnTo>
                  <a:pt x="31713" y="271086"/>
                </a:lnTo>
                <a:lnTo>
                  <a:pt x="132074" y="168088"/>
                </a:lnTo>
                <a:lnTo>
                  <a:pt x="232435" y="271086"/>
                </a:lnTo>
                <a:lnTo>
                  <a:pt x="264147" y="238540"/>
                </a:lnTo>
                <a:lnTo>
                  <a:pt x="163786" y="135543"/>
                </a:lnTo>
                <a:lnTo>
                  <a:pt x="264147" y="32545"/>
                </a:lnTo>
                <a:lnTo>
                  <a:pt x="2324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452">
            <a:extLst>
              <a:ext uri="{FF2B5EF4-FFF2-40B4-BE49-F238E27FC236}">
                <a16:creationId xmlns:a16="http://schemas.microsoft.com/office/drawing/2014/main" id="{26F3D6DC-0B63-4730-A5F2-1F6918EEE616}"/>
              </a:ext>
            </a:extLst>
          </p:cNvPr>
          <p:cNvSpPr txBox="1"/>
          <p:nvPr/>
        </p:nvSpPr>
        <p:spPr>
          <a:xfrm>
            <a:off x="8085309" y="1179199"/>
            <a:ext cx="1196178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spc="-70" dirty="0">
                <a:latin typeface="Arial"/>
                <a:cs typeface="Arial"/>
              </a:rPr>
              <a:t>AV</a:t>
            </a:r>
            <a:endParaRPr lang="en-US" altLang="zh-CN" sz="1800" b="1" spc="-70" dirty="0">
              <a:latin typeface="Arial"/>
              <a:cs typeface="Arial"/>
            </a:endParaRPr>
          </a:p>
          <a:p>
            <a:pPr marL="12700" algn="ctr">
              <a:spcBef>
                <a:spcPts val="100"/>
              </a:spcBef>
            </a:pPr>
            <a:r>
              <a:rPr lang="en-US" altLang="zh-CN" spc="-25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(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S x</a:t>
            </a:r>
            <a:r>
              <a:rPr lang="en-US" altLang="zh-CN" spc="30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altLang="zh-CN" spc="-50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D)</a:t>
            </a:r>
            <a:endParaRPr lang="en-US" altLang="zh-CN" dirty="0">
              <a:solidFill>
                <a:schemeClr val="bg1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grpSp>
        <p:nvGrpSpPr>
          <p:cNvPr id="158" name="object 3">
            <a:extLst>
              <a:ext uri="{FF2B5EF4-FFF2-40B4-BE49-F238E27FC236}">
                <a16:creationId xmlns:a16="http://schemas.microsoft.com/office/drawing/2014/main" id="{8BA7DD34-46C5-486B-818A-78C00AA72EC0}"/>
              </a:ext>
            </a:extLst>
          </p:cNvPr>
          <p:cNvGrpSpPr/>
          <p:nvPr/>
        </p:nvGrpSpPr>
        <p:grpSpPr>
          <a:xfrm>
            <a:off x="1224027" y="1809155"/>
            <a:ext cx="670406" cy="1854200"/>
            <a:chOff x="436562" y="1957451"/>
            <a:chExt cx="241300" cy="1854200"/>
          </a:xfrm>
        </p:grpSpPr>
        <p:sp>
          <p:nvSpPr>
            <p:cNvPr id="159" name="object 4">
              <a:extLst>
                <a:ext uri="{FF2B5EF4-FFF2-40B4-BE49-F238E27FC236}">
                  <a16:creationId xmlns:a16="http://schemas.microsoft.com/office/drawing/2014/main" id="{C1861734-A8C1-4A35-8A14-945AB9FDBAB1}"/>
                </a:ext>
              </a:extLst>
            </p:cNvPr>
            <p:cNvSpPr/>
            <p:nvPr/>
          </p:nvSpPr>
          <p:spPr>
            <a:xfrm>
              <a:off x="442912" y="1957450"/>
              <a:ext cx="228600" cy="466725"/>
            </a:xfrm>
            <a:custGeom>
              <a:avLst/>
              <a:gdLst/>
              <a:ahLst/>
              <a:cxnLst/>
              <a:rect l="l" t="t" r="r" b="b"/>
              <a:pathLst>
                <a:path w="228600" h="466725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0" y="466725"/>
                  </a:lnTo>
                  <a:lnTo>
                    <a:pt x="228600" y="466725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5">
              <a:extLst>
                <a:ext uri="{FF2B5EF4-FFF2-40B4-BE49-F238E27FC236}">
                  <a16:creationId xmlns:a16="http://schemas.microsoft.com/office/drawing/2014/main" id="{2C9635C9-3CAC-4EB7-80CD-54B7084AED76}"/>
                </a:ext>
              </a:extLst>
            </p:cNvPr>
            <p:cNvSpPr/>
            <p:nvPr/>
          </p:nvSpPr>
          <p:spPr>
            <a:xfrm>
              <a:off x="442912" y="2186051"/>
              <a:ext cx="228600" cy="238125"/>
            </a:xfrm>
            <a:custGeom>
              <a:avLst/>
              <a:gdLst/>
              <a:ahLst/>
              <a:cxnLst/>
              <a:rect l="l" t="t" r="r" b="b"/>
              <a:pathLst>
                <a:path w="228600" h="238125">
                  <a:moveTo>
                    <a:pt x="0" y="238125"/>
                  </a:moveTo>
                  <a:lnTo>
                    <a:pt x="228600" y="238125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3812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6">
              <a:extLst>
                <a:ext uri="{FF2B5EF4-FFF2-40B4-BE49-F238E27FC236}">
                  <a16:creationId xmlns:a16="http://schemas.microsoft.com/office/drawing/2014/main" id="{AD31CA3F-8403-4F13-B3AE-F77F26A3AC11}"/>
                </a:ext>
              </a:extLst>
            </p:cNvPr>
            <p:cNvSpPr/>
            <p:nvPr/>
          </p:nvSpPr>
          <p:spPr>
            <a:xfrm>
              <a:off x="442912" y="24241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7">
              <a:extLst>
                <a:ext uri="{FF2B5EF4-FFF2-40B4-BE49-F238E27FC236}">
                  <a16:creationId xmlns:a16="http://schemas.microsoft.com/office/drawing/2014/main" id="{B95B19B1-3C36-4DED-93B5-4F282623FD1F}"/>
                </a:ext>
              </a:extLst>
            </p:cNvPr>
            <p:cNvSpPr/>
            <p:nvPr/>
          </p:nvSpPr>
          <p:spPr>
            <a:xfrm>
              <a:off x="442912" y="24241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8">
              <a:extLst>
                <a:ext uri="{FF2B5EF4-FFF2-40B4-BE49-F238E27FC236}">
                  <a16:creationId xmlns:a16="http://schemas.microsoft.com/office/drawing/2014/main" id="{5BD1BEB8-BCCA-451A-923E-2B9AB4FEF22F}"/>
                </a:ext>
              </a:extLst>
            </p:cNvPr>
            <p:cNvSpPr/>
            <p:nvPr/>
          </p:nvSpPr>
          <p:spPr>
            <a:xfrm>
              <a:off x="442912" y="26527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9">
              <a:extLst>
                <a:ext uri="{FF2B5EF4-FFF2-40B4-BE49-F238E27FC236}">
                  <a16:creationId xmlns:a16="http://schemas.microsoft.com/office/drawing/2014/main" id="{2B9AFE32-0156-49FE-A6C4-CC1F3F030946}"/>
                </a:ext>
              </a:extLst>
            </p:cNvPr>
            <p:cNvSpPr/>
            <p:nvPr/>
          </p:nvSpPr>
          <p:spPr>
            <a:xfrm>
              <a:off x="442912" y="26527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0">
              <a:extLst>
                <a:ext uri="{FF2B5EF4-FFF2-40B4-BE49-F238E27FC236}">
                  <a16:creationId xmlns:a16="http://schemas.microsoft.com/office/drawing/2014/main" id="{70705F53-247D-4FEB-AC23-9BD4E5D382E0}"/>
                </a:ext>
              </a:extLst>
            </p:cNvPr>
            <p:cNvSpPr/>
            <p:nvPr/>
          </p:nvSpPr>
          <p:spPr>
            <a:xfrm>
              <a:off x="442912" y="28813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1">
              <a:extLst>
                <a:ext uri="{FF2B5EF4-FFF2-40B4-BE49-F238E27FC236}">
                  <a16:creationId xmlns:a16="http://schemas.microsoft.com/office/drawing/2014/main" id="{322F5BA3-4B00-4A69-BC35-D67C997CF025}"/>
                </a:ext>
              </a:extLst>
            </p:cNvPr>
            <p:cNvSpPr/>
            <p:nvPr/>
          </p:nvSpPr>
          <p:spPr>
            <a:xfrm>
              <a:off x="442912" y="28813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2">
              <a:extLst>
                <a:ext uri="{FF2B5EF4-FFF2-40B4-BE49-F238E27FC236}">
                  <a16:creationId xmlns:a16="http://schemas.microsoft.com/office/drawing/2014/main" id="{634AE104-1AC7-4439-A95C-22BCA3885DFE}"/>
                </a:ext>
              </a:extLst>
            </p:cNvPr>
            <p:cNvSpPr/>
            <p:nvPr/>
          </p:nvSpPr>
          <p:spPr>
            <a:xfrm>
              <a:off x="442912" y="3109976"/>
              <a:ext cx="228600" cy="238125"/>
            </a:xfrm>
            <a:custGeom>
              <a:avLst/>
              <a:gdLst/>
              <a:ahLst/>
              <a:cxnLst/>
              <a:rect l="l" t="t" r="r" b="b"/>
              <a:pathLst>
                <a:path w="228600" h="238125">
                  <a:moveTo>
                    <a:pt x="228600" y="0"/>
                  </a:moveTo>
                  <a:lnTo>
                    <a:pt x="0" y="0"/>
                  </a:lnTo>
                  <a:lnTo>
                    <a:pt x="0" y="238125"/>
                  </a:lnTo>
                  <a:lnTo>
                    <a:pt x="228600" y="238125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3">
              <a:extLst>
                <a:ext uri="{FF2B5EF4-FFF2-40B4-BE49-F238E27FC236}">
                  <a16:creationId xmlns:a16="http://schemas.microsoft.com/office/drawing/2014/main" id="{220730ED-54EC-4EBF-8A1B-A6FE87204C3D}"/>
                </a:ext>
              </a:extLst>
            </p:cNvPr>
            <p:cNvSpPr/>
            <p:nvPr/>
          </p:nvSpPr>
          <p:spPr>
            <a:xfrm>
              <a:off x="442912" y="3109976"/>
              <a:ext cx="228600" cy="238125"/>
            </a:xfrm>
            <a:custGeom>
              <a:avLst/>
              <a:gdLst/>
              <a:ahLst/>
              <a:cxnLst/>
              <a:rect l="l" t="t" r="r" b="b"/>
              <a:pathLst>
                <a:path w="228600" h="238125">
                  <a:moveTo>
                    <a:pt x="0" y="238125"/>
                  </a:moveTo>
                  <a:lnTo>
                    <a:pt x="228600" y="238125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3812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4">
              <a:extLst>
                <a:ext uri="{FF2B5EF4-FFF2-40B4-BE49-F238E27FC236}">
                  <a16:creationId xmlns:a16="http://schemas.microsoft.com/office/drawing/2014/main" id="{1924CB74-6562-43D4-8DB0-753F90BF8CB4}"/>
                </a:ext>
              </a:extLst>
            </p:cNvPr>
            <p:cNvSpPr/>
            <p:nvPr/>
          </p:nvSpPr>
          <p:spPr>
            <a:xfrm>
              <a:off x="442912" y="33481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5">
              <a:extLst>
                <a:ext uri="{FF2B5EF4-FFF2-40B4-BE49-F238E27FC236}">
                  <a16:creationId xmlns:a16="http://schemas.microsoft.com/office/drawing/2014/main" id="{FCB8CC68-85BE-45E4-ACD8-788CAD31753B}"/>
                </a:ext>
              </a:extLst>
            </p:cNvPr>
            <p:cNvSpPr/>
            <p:nvPr/>
          </p:nvSpPr>
          <p:spPr>
            <a:xfrm>
              <a:off x="442912" y="33481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6">
              <a:extLst>
                <a:ext uri="{FF2B5EF4-FFF2-40B4-BE49-F238E27FC236}">
                  <a16:creationId xmlns:a16="http://schemas.microsoft.com/office/drawing/2014/main" id="{2B375014-11AD-45B1-8FC0-9D907D2CF559}"/>
                </a:ext>
              </a:extLst>
            </p:cNvPr>
            <p:cNvSpPr/>
            <p:nvPr/>
          </p:nvSpPr>
          <p:spPr>
            <a:xfrm>
              <a:off x="442912" y="35767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">
              <a:extLst>
                <a:ext uri="{FF2B5EF4-FFF2-40B4-BE49-F238E27FC236}">
                  <a16:creationId xmlns:a16="http://schemas.microsoft.com/office/drawing/2014/main" id="{70852D26-1FAF-4192-AD45-2AD84586D214}"/>
                </a:ext>
              </a:extLst>
            </p:cNvPr>
            <p:cNvSpPr/>
            <p:nvPr/>
          </p:nvSpPr>
          <p:spPr>
            <a:xfrm>
              <a:off x="442912" y="35767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3" name="object 35">
            <a:extLst>
              <a:ext uri="{FF2B5EF4-FFF2-40B4-BE49-F238E27FC236}">
                <a16:creationId xmlns:a16="http://schemas.microsoft.com/office/drawing/2014/main" id="{8B0D04A4-4A8C-41D2-9F00-EF562A9E2D42}"/>
              </a:ext>
            </a:extLst>
          </p:cNvPr>
          <p:cNvSpPr/>
          <p:nvPr/>
        </p:nvSpPr>
        <p:spPr>
          <a:xfrm>
            <a:off x="4792864" y="1783836"/>
            <a:ext cx="228600" cy="466725"/>
          </a:xfrm>
          <a:custGeom>
            <a:avLst/>
            <a:gdLst/>
            <a:ahLst/>
            <a:cxnLst/>
            <a:rect l="l" t="t" r="r" b="b"/>
            <a:pathLst>
              <a:path w="228600" h="466725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0" y="466725"/>
                </a:lnTo>
                <a:lnTo>
                  <a:pt x="228600" y="466725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36">
            <a:extLst>
              <a:ext uri="{FF2B5EF4-FFF2-40B4-BE49-F238E27FC236}">
                <a16:creationId xmlns:a16="http://schemas.microsoft.com/office/drawing/2014/main" id="{C4017E28-2923-4596-A5F8-3398E433162B}"/>
              </a:ext>
            </a:extLst>
          </p:cNvPr>
          <p:cNvSpPr/>
          <p:nvPr/>
        </p:nvSpPr>
        <p:spPr>
          <a:xfrm>
            <a:off x="4792864" y="2012437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37">
            <a:extLst>
              <a:ext uri="{FF2B5EF4-FFF2-40B4-BE49-F238E27FC236}">
                <a16:creationId xmlns:a16="http://schemas.microsoft.com/office/drawing/2014/main" id="{C17F4D35-2B18-431E-BE91-C25C76589128}"/>
              </a:ext>
            </a:extLst>
          </p:cNvPr>
          <p:cNvSpPr/>
          <p:nvPr/>
        </p:nvSpPr>
        <p:spPr>
          <a:xfrm>
            <a:off x="4792864" y="22505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38">
            <a:extLst>
              <a:ext uri="{FF2B5EF4-FFF2-40B4-BE49-F238E27FC236}">
                <a16:creationId xmlns:a16="http://schemas.microsoft.com/office/drawing/2014/main" id="{A71EBCB5-31E9-4EEC-B387-567B2188343D}"/>
              </a:ext>
            </a:extLst>
          </p:cNvPr>
          <p:cNvSpPr/>
          <p:nvPr/>
        </p:nvSpPr>
        <p:spPr>
          <a:xfrm>
            <a:off x="4792864" y="22505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39">
            <a:extLst>
              <a:ext uri="{FF2B5EF4-FFF2-40B4-BE49-F238E27FC236}">
                <a16:creationId xmlns:a16="http://schemas.microsoft.com/office/drawing/2014/main" id="{BF660E9B-A066-4D91-A867-29A7E03DD1BC}"/>
              </a:ext>
            </a:extLst>
          </p:cNvPr>
          <p:cNvSpPr/>
          <p:nvPr/>
        </p:nvSpPr>
        <p:spPr>
          <a:xfrm>
            <a:off x="4792864" y="24791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40">
            <a:extLst>
              <a:ext uri="{FF2B5EF4-FFF2-40B4-BE49-F238E27FC236}">
                <a16:creationId xmlns:a16="http://schemas.microsoft.com/office/drawing/2014/main" id="{FF4244F1-5066-443C-876B-96BF43270ABC}"/>
              </a:ext>
            </a:extLst>
          </p:cNvPr>
          <p:cNvSpPr/>
          <p:nvPr/>
        </p:nvSpPr>
        <p:spPr>
          <a:xfrm>
            <a:off x="4792864" y="24791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41">
            <a:extLst>
              <a:ext uri="{FF2B5EF4-FFF2-40B4-BE49-F238E27FC236}">
                <a16:creationId xmlns:a16="http://schemas.microsoft.com/office/drawing/2014/main" id="{2F9DC7CB-BF5A-4689-BFB3-6CDEEDBFFDB9}"/>
              </a:ext>
            </a:extLst>
          </p:cNvPr>
          <p:cNvSpPr/>
          <p:nvPr/>
        </p:nvSpPr>
        <p:spPr>
          <a:xfrm>
            <a:off x="4792864" y="27077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42">
            <a:extLst>
              <a:ext uri="{FF2B5EF4-FFF2-40B4-BE49-F238E27FC236}">
                <a16:creationId xmlns:a16="http://schemas.microsoft.com/office/drawing/2014/main" id="{C606286D-C98A-4082-9174-B2CFD01F965E}"/>
              </a:ext>
            </a:extLst>
          </p:cNvPr>
          <p:cNvSpPr/>
          <p:nvPr/>
        </p:nvSpPr>
        <p:spPr>
          <a:xfrm>
            <a:off x="4792864" y="27077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43">
            <a:extLst>
              <a:ext uri="{FF2B5EF4-FFF2-40B4-BE49-F238E27FC236}">
                <a16:creationId xmlns:a16="http://schemas.microsoft.com/office/drawing/2014/main" id="{6C1C7156-E37D-4580-8F0E-0560CA443381}"/>
              </a:ext>
            </a:extLst>
          </p:cNvPr>
          <p:cNvSpPr/>
          <p:nvPr/>
        </p:nvSpPr>
        <p:spPr>
          <a:xfrm>
            <a:off x="4792864" y="2936362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44">
            <a:extLst>
              <a:ext uri="{FF2B5EF4-FFF2-40B4-BE49-F238E27FC236}">
                <a16:creationId xmlns:a16="http://schemas.microsoft.com/office/drawing/2014/main" id="{E351B270-0A41-4006-98E7-3C66406C8199}"/>
              </a:ext>
            </a:extLst>
          </p:cNvPr>
          <p:cNvSpPr/>
          <p:nvPr/>
        </p:nvSpPr>
        <p:spPr>
          <a:xfrm>
            <a:off x="4792864" y="2936362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45">
            <a:extLst>
              <a:ext uri="{FF2B5EF4-FFF2-40B4-BE49-F238E27FC236}">
                <a16:creationId xmlns:a16="http://schemas.microsoft.com/office/drawing/2014/main" id="{5142022F-6818-438C-84C3-0BBDF5881F3C}"/>
              </a:ext>
            </a:extLst>
          </p:cNvPr>
          <p:cNvSpPr/>
          <p:nvPr/>
        </p:nvSpPr>
        <p:spPr>
          <a:xfrm>
            <a:off x="4792864" y="31744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46">
            <a:extLst>
              <a:ext uri="{FF2B5EF4-FFF2-40B4-BE49-F238E27FC236}">
                <a16:creationId xmlns:a16="http://schemas.microsoft.com/office/drawing/2014/main" id="{E8B1F0BB-BCA2-45E9-BB27-3B0B358894D7}"/>
              </a:ext>
            </a:extLst>
          </p:cNvPr>
          <p:cNvSpPr/>
          <p:nvPr/>
        </p:nvSpPr>
        <p:spPr>
          <a:xfrm>
            <a:off x="4792864" y="31744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47">
            <a:extLst>
              <a:ext uri="{FF2B5EF4-FFF2-40B4-BE49-F238E27FC236}">
                <a16:creationId xmlns:a16="http://schemas.microsoft.com/office/drawing/2014/main" id="{36F363C4-6904-4C22-B041-FF2C16DA702D}"/>
              </a:ext>
            </a:extLst>
          </p:cNvPr>
          <p:cNvSpPr/>
          <p:nvPr/>
        </p:nvSpPr>
        <p:spPr>
          <a:xfrm>
            <a:off x="4792864" y="34030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48">
            <a:extLst>
              <a:ext uri="{FF2B5EF4-FFF2-40B4-BE49-F238E27FC236}">
                <a16:creationId xmlns:a16="http://schemas.microsoft.com/office/drawing/2014/main" id="{199BCC6D-AD09-4C6E-A468-26A98EF3272C}"/>
              </a:ext>
            </a:extLst>
          </p:cNvPr>
          <p:cNvSpPr/>
          <p:nvPr/>
        </p:nvSpPr>
        <p:spPr>
          <a:xfrm>
            <a:off x="4792864" y="34030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49">
            <a:extLst>
              <a:ext uri="{FF2B5EF4-FFF2-40B4-BE49-F238E27FC236}">
                <a16:creationId xmlns:a16="http://schemas.microsoft.com/office/drawing/2014/main" id="{03DF1C81-5E52-47D6-82C6-11BC598AA043}"/>
              </a:ext>
            </a:extLst>
          </p:cNvPr>
          <p:cNvSpPr/>
          <p:nvPr/>
        </p:nvSpPr>
        <p:spPr>
          <a:xfrm>
            <a:off x="5021464" y="178383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50">
            <a:extLst>
              <a:ext uri="{FF2B5EF4-FFF2-40B4-BE49-F238E27FC236}">
                <a16:creationId xmlns:a16="http://schemas.microsoft.com/office/drawing/2014/main" id="{735A6563-7CE3-488B-865C-CC6259E2A5AC}"/>
              </a:ext>
            </a:extLst>
          </p:cNvPr>
          <p:cNvSpPr/>
          <p:nvPr/>
        </p:nvSpPr>
        <p:spPr>
          <a:xfrm>
            <a:off x="5021464" y="178383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51">
            <a:extLst>
              <a:ext uri="{FF2B5EF4-FFF2-40B4-BE49-F238E27FC236}">
                <a16:creationId xmlns:a16="http://schemas.microsoft.com/office/drawing/2014/main" id="{30C72056-3419-4EB6-B456-F40BD661677D}"/>
              </a:ext>
            </a:extLst>
          </p:cNvPr>
          <p:cNvSpPr/>
          <p:nvPr/>
        </p:nvSpPr>
        <p:spPr>
          <a:xfrm>
            <a:off x="5021464" y="2012437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52">
            <a:extLst>
              <a:ext uri="{FF2B5EF4-FFF2-40B4-BE49-F238E27FC236}">
                <a16:creationId xmlns:a16="http://schemas.microsoft.com/office/drawing/2014/main" id="{6BA1185E-094E-4F97-ABFE-A222825BE83B}"/>
              </a:ext>
            </a:extLst>
          </p:cNvPr>
          <p:cNvSpPr/>
          <p:nvPr/>
        </p:nvSpPr>
        <p:spPr>
          <a:xfrm>
            <a:off x="5021464" y="2012437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53">
            <a:extLst>
              <a:ext uri="{FF2B5EF4-FFF2-40B4-BE49-F238E27FC236}">
                <a16:creationId xmlns:a16="http://schemas.microsoft.com/office/drawing/2014/main" id="{8F62B944-A564-4387-89D3-D43AAE41C910}"/>
              </a:ext>
            </a:extLst>
          </p:cNvPr>
          <p:cNvSpPr/>
          <p:nvPr/>
        </p:nvSpPr>
        <p:spPr>
          <a:xfrm>
            <a:off x="5021464" y="22505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54">
            <a:extLst>
              <a:ext uri="{FF2B5EF4-FFF2-40B4-BE49-F238E27FC236}">
                <a16:creationId xmlns:a16="http://schemas.microsoft.com/office/drawing/2014/main" id="{E1BC54FA-65D5-4745-96CC-C433769D7D4A}"/>
              </a:ext>
            </a:extLst>
          </p:cNvPr>
          <p:cNvSpPr/>
          <p:nvPr/>
        </p:nvSpPr>
        <p:spPr>
          <a:xfrm>
            <a:off x="5021464" y="22505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55">
            <a:extLst>
              <a:ext uri="{FF2B5EF4-FFF2-40B4-BE49-F238E27FC236}">
                <a16:creationId xmlns:a16="http://schemas.microsoft.com/office/drawing/2014/main" id="{CA923274-24E7-46C0-AAD1-B32499859FA4}"/>
              </a:ext>
            </a:extLst>
          </p:cNvPr>
          <p:cNvSpPr/>
          <p:nvPr/>
        </p:nvSpPr>
        <p:spPr>
          <a:xfrm>
            <a:off x="5021464" y="24791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56">
            <a:extLst>
              <a:ext uri="{FF2B5EF4-FFF2-40B4-BE49-F238E27FC236}">
                <a16:creationId xmlns:a16="http://schemas.microsoft.com/office/drawing/2014/main" id="{96F782B3-EC24-4C3A-8681-01E4AE7EB5BF}"/>
              </a:ext>
            </a:extLst>
          </p:cNvPr>
          <p:cNvSpPr/>
          <p:nvPr/>
        </p:nvSpPr>
        <p:spPr>
          <a:xfrm>
            <a:off x="5021464" y="24791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57">
            <a:extLst>
              <a:ext uri="{FF2B5EF4-FFF2-40B4-BE49-F238E27FC236}">
                <a16:creationId xmlns:a16="http://schemas.microsoft.com/office/drawing/2014/main" id="{A12D73BF-0CBA-40A5-8A8D-7EDD77A21B6A}"/>
              </a:ext>
            </a:extLst>
          </p:cNvPr>
          <p:cNvSpPr/>
          <p:nvPr/>
        </p:nvSpPr>
        <p:spPr>
          <a:xfrm>
            <a:off x="5021464" y="27077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58">
            <a:extLst>
              <a:ext uri="{FF2B5EF4-FFF2-40B4-BE49-F238E27FC236}">
                <a16:creationId xmlns:a16="http://schemas.microsoft.com/office/drawing/2014/main" id="{78A30530-3D3A-42C6-8D7E-67F6E51FFF1C}"/>
              </a:ext>
            </a:extLst>
          </p:cNvPr>
          <p:cNvSpPr/>
          <p:nvPr/>
        </p:nvSpPr>
        <p:spPr>
          <a:xfrm>
            <a:off x="5021464" y="27077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59">
            <a:extLst>
              <a:ext uri="{FF2B5EF4-FFF2-40B4-BE49-F238E27FC236}">
                <a16:creationId xmlns:a16="http://schemas.microsoft.com/office/drawing/2014/main" id="{2F6AA474-59E9-4DFA-B126-9313676A2B10}"/>
              </a:ext>
            </a:extLst>
          </p:cNvPr>
          <p:cNvSpPr/>
          <p:nvPr/>
        </p:nvSpPr>
        <p:spPr>
          <a:xfrm>
            <a:off x="5021464" y="2936362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60">
            <a:extLst>
              <a:ext uri="{FF2B5EF4-FFF2-40B4-BE49-F238E27FC236}">
                <a16:creationId xmlns:a16="http://schemas.microsoft.com/office/drawing/2014/main" id="{D70EB1BA-AB51-4A02-BD6C-580C76634116}"/>
              </a:ext>
            </a:extLst>
          </p:cNvPr>
          <p:cNvSpPr/>
          <p:nvPr/>
        </p:nvSpPr>
        <p:spPr>
          <a:xfrm>
            <a:off x="5021464" y="2936362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61">
            <a:extLst>
              <a:ext uri="{FF2B5EF4-FFF2-40B4-BE49-F238E27FC236}">
                <a16:creationId xmlns:a16="http://schemas.microsoft.com/office/drawing/2014/main" id="{D9754D65-B81E-44AB-94EF-83959589E010}"/>
              </a:ext>
            </a:extLst>
          </p:cNvPr>
          <p:cNvSpPr/>
          <p:nvPr/>
        </p:nvSpPr>
        <p:spPr>
          <a:xfrm>
            <a:off x="5021464" y="31744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62">
            <a:extLst>
              <a:ext uri="{FF2B5EF4-FFF2-40B4-BE49-F238E27FC236}">
                <a16:creationId xmlns:a16="http://schemas.microsoft.com/office/drawing/2014/main" id="{A975F81A-1FB9-42CC-A43D-D4C7A52A3AB8}"/>
              </a:ext>
            </a:extLst>
          </p:cNvPr>
          <p:cNvSpPr/>
          <p:nvPr/>
        </p:nvSpPr>
        <p:spPr>
          <a:xfrm>
            <a:off x="5021464" y="31744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63">
            <a:extLst>
              <a:ext uri="{FF2B5EF4-FFF2-40B4-BE49-F238E27FC236}">
                <a16:creationId xmlns:a16="http://schemas.microsoft.com/office/drawing/2014/main" id="{7E3826ED-B9B4-4899-B12D-A64B2F0035B3}"/>
              </a:ext>
            </a:extLst>
          </p:cNvPr>
          <p:cNvSpPr/>
          <p:nvPr/>
        </p:nvSpPr>
        <p:spPr>
          <a:xfrm>
            <a:off x="5021464" y="34030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64">
            <a:extLst>
              <a:ext uri="{FF2B5EF4-FFF2-40B4-BE49-F238E27FC236}">
                <a16:creationId xmlns:a16="http://schemas.microsoft.com/office/drawing/2014/main" id="{8C0FF0E3-8648-4F62-9EA5-F543C0EED053}"/>
              </a:ext>
            </a:extLst>
          </p:cNvPr>
          <p:cNvSpPr/>
          <p:nvPr/>
        </p:nvSpPr>
        <p:spPr>
          <a:xfrm>
            <a:off x="5021464" y="34030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65">
            <a:extLst>
              <a:ext uri="{FF2B5EF4-FFF2-40B4-BE49-F238E27FC236}">
                <a16:creationId xmlns:a16="http://schemas.microsoft.com/office/drawing/2014/main" id="{28EA96C8-7E44-4486-88F7-BE018E54084A}"/>
              </a:ext>
            </a:extLst>
          </p:cNvPr>
          <p:cNvSpPr/>
          <p:nvPr/>
        </p:nvSpPr>
        <p:spPr>
          <a:xfrm>
            <a:off x="5250064" y="178383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66">
            <a:extLst>
              <a:ext uri="{FF2B5EF4-FFF2-40B4-BE49-F238E27FC236}">
                <a16:creationId xmlns:a16="http://schemas.microsoft.com/office/drawing/2014/main" id="{863320FE-D2DA-4901-86DB-78C185531184}"/>
              </a:ext>
            </a:extLst>
          </p:cNvPr>
          <p:cNvSpPr/>
          <p:nvPr/>
        </p:nvSpPr>
        <p:spPr>
          <a:xfrm>
            <a:off x="5250064" y="178383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67">
            <a:extLst>
              <a:ext uri="{FF2B5EF4-FFF2-40B4-BE49-F238E27FC236}">
                <a16:creationId xmlns:a16="http://schemas.microsoft.com/office/drawing/2014/main" id="{9F675594-E6CB-4A53-8402-9229087AF50C}"/>
              </a:ext>
            </a:extLst>
          </p:cNvPr>
          <p:cNvSpPr/>
          <p:nvPr/>
        </p:nvSpPr>
        <p:spPr>
          <a:xfrm>
            <a:off x="5250064" y="2012437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68">
            <a:extLst>
              <a:ext uri="{FF2B5EF4-FFF2-40B4-BE49-F238E27FC236}">
                <a16:creationId xmlns:a16="http://schemas.microsoft.com/office/drawing/2014/main" id="{E0C89FE9-0C80-4284-B83A-147E8E74D388}"/>
              </a:ext>
            </a:extLst>
          </p:cNvPr>
          <p:cNvSpPr/>
          <p:nvPr/>
        </p:nvSpPr>
        <p:spPr>
          <a:xfrm>
            <a:off x="5250064" y="2012437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69">
            <a:extLst>
              <a:ext uri="{FF2B5EF4-FFF2-40B4-BE49-F238E27FC236}">
                <a16:creationId xmlns:a16="http://schemas.microsoft.com/office/drawing/2014/main" id="{3F799E59-1826-4025-82CC-7231EF242D6A}"/>
              </a:ext>
            </a:extLst>
          </p:cNvPr>
          <p:cNvSpPr/>
          <p:nvPr/>
        </p:nvSpPr>
        <p:spPr>
          <a:xfrm>
            <a:off x="5250064" y="22505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70">
            <a:extLst>
              <a:ext uri="{FF2B5EF4-FFF2-40B4-BE49-F238E27FC236}">
                <a16:creationId xmlns:a16="http://schemas.microsoft.com/office/drawing/2014/main" id="{BEEE5821-4721-4E46-8F22-C745494CF99C}"/>
              </a:ext>
            </a:extLst>
          </p:cNvPr>
          <p:cNvSpPr/>
          <p:nvPr/>
        </p:nvSpPr>
        <p:spPr>
          <a:xfrm>
            <a:off x="5250064" y="22505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71">
            <a:extLst>
              <a:ext uri="{FF2B5EF4-FFF2-40B4-BE49-F238E27FC236}">
                <a16:creationId xmlns:a16="http://schemas.microsoft.com/office/drawing/2014/main" id="{1AF3DD69-3C67-4F93-9599-F5E4910D2F65}"/>
              </a:ext>
            </a:extLst>
          </p:cNvPr>
          <p:cNvSpPr/>
          <p:nvPr/>
        </p:nvSpPr>
        <p:spPr>
          <a:xfrm>
            <a:off x="5250064" y="24791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72">
            <a:extLst>
              <a:ext uri="{FF2B5EF4-FFF2-40B4-BE49-F238E27FC236}">
                <a16:creationId xmlns:a16="http://schemas.microsoft.com/office/drawing/2014/main" id="{2400993A-78B6-43E8-8DD9-B8A9D9048542}"/>
              </a:ext>
            </a:extLst>
          </p:cNvPr>
          <p:cNvSpPr/>
          <p:nvPr/>
        </p:nvSpPr>
        <p:spPr>
          <a:xfrm>
            <a:off x="5250064" y="24791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73">
            <a:extLst>
              <a:ext uri="{FF2B5EF4-FFF2-40B4-BE49-F238E27FC236}">
                <a16:creationId xmlns:a16="http://schemas.microsoft.com/office/drawing/2014/main" id="{71C391F8-2F83-4EAF-B241-04F0B84E5B74}"/>
              </a:ext>
            </a:extLst>
          </p:cNvPr>
          <p:cNvSpPr/>
          <p:nvPr/>
        </p:nvSpPr>
        <p:spPr>
          <a:xfrm>
            <a:off x="5250064" y="27077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74">
            <a:extLst>
              <a:ext uri="{FF2B5EF4-FFF2-40B4-BE49-F238E27FC236}">
                <a16:creationId xmlns:a16="http://schemas.microsoft.com/office/drawing/2014/main" id="{5EF974C4-13D6-4D00-8F65-84003DDA8DC4}"/>
              </a:ext>
            </a:extLst>
          </p:cNvPr>
          <p:cNvSpPr/>
          <p:nvPr/>
        </p:nvSpPr>
        <p:spPr>
          <a:xfrm>
            <a:off x="5250064" y="27077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75">
            <a:extLst>
              <a:ext uri="{FF2B5EF4-FFF2-40B4-BE49-F238E27FC236}">
                <a16:creationId xmlns:a16="http://schemas.microsoft.com/office/drawing/2014/main" id="{54BE36B7-6266-4FE0-8322-4568C30D5159}"/>
              </a:ext>
            </a:extLst>
          </p:cNvPr>
          <p:cNvSpPr/>
          <p:nvPr/>
        </p:nvSpPr>
        <p:spPr>
          <a:xfrm>
            <a:off x="5250064" y="2936362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76">
            <a:extLst>
              <a:ext uri="{FF2B5EF4-FFF2-40B4-BE49-F238E27FC236}">
                <a16:creationId xmlns:a16="http://schemas.microsoft.com/office/drawing/2014/main" id="{E801AA3D-75DA-47C8-B6C2-05C18E5A40A3}"/>
              </a:ext>
            </a:extLst>
          </p:cNvPr>
          <p:cNvSpPr/>
          <p:nvPr/>
        </p:nvSpPr>
        <p:spPr>
          <a:xfrm>
            <a:off x="5250064" y="2936362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77">
            <a:extLst>
              <a:ext uri="{FF2B5EF4-FFF2-40B4-BE49-F238E27FC236}">
                <a16:creationId xmlns:a16="http://schemas.microsoft.com/office/drawing/2014/main" id="{0CDFE066-0DD8-4456-B8E0-AF51113D60D0}"/>
              </a:ext>
            </a:extLst>
          </p:cNvPr>
          <p:cNvSpPr/>
          <p:nvPr/>
        </p:nvSpPr>
        <p:spPr>
          <a:xfrm>
            <a:off x="5250064" y="31744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78">
            <a:extLst>
              <a:ext uri="{FF2B5EF4-FFF2-40B4-BE49-F238E27FC236}">
                <a16:creationId xmlns:a16="http://schemas.microsoft.com/office/drawing/2014/main" id="{CC448256-DA5E-4C98-B4E4-3295035F75DC}"/>
              </a:ext>
            </a:extLst>
          </p:cNvPr>
          <p:cNvSpPr/>
          <p:nvPr/>
        </p:nvSpPr>
        <p:spPr>
          <a:xfrm>
            <a:off x="5250064" y="31744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79">
            <a:extLst>
              <a:ext uri="{FF2B5EF4-FFF2-40B4-BE49-F238E27FC236}">
                <a16:creationId xmlns:a16="http://schemas.microsoft.com/office/drawing/2014/main" id="{9DB70970-E451-4652-B31E-C43770FFC4ED}"/>
              </a:ext>
            </a:extLst>
          </p:cNvPr>
          <p:cNvSpPr/>
          <p:nvPr/>
        </p:nvSpPr>
        <p:spPr>
          <a:xfrm>
            <a:off x="5250064" y="34030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80">
            <a:extLst>
              <a:ext uri="{FF2B5EF4-FFF2-40B4-BE49-F238E27FC236}">
                <a16:creationId xmlns:a16="http://schemas.microsoft.com/office/drawing/2014/main" id="{F727FF5B-17F3-465F-A5E9-9E6FEDFDBB0B}"/>
              </a:ext>
            </a:extLst>
          </p:cNvPr>
          <p:cNvSpPr/>
          <p:nvPr/>
        </p:nvSpPr>
        <p:spPr>
          <a:xfrm>
            <a:off x="5250064" y="34030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81">
            <a:extLst>
              <a:ext uri="{FF2B5EF4-FFF2-40B4-BE49-F238E27FC236}">
                <a16:creationId xmlns:a16="http://schemas.microsoft.com/office/drawing/2014/main" id="{089B0B26-0E76-4096-ACDA-79768CC9914D}"/>
              </a:ext>
            </a:extLst>
          </p:cNvPr>
          <p:cNvSpPr/>
          <p:nvPr/>
        </p:nvSpPr>
        <p:spPr>
          <a:xfrm>
            <a:off x="5478664" y="1783837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82">
            <a:extLst>
              <a:ext uri="{FF2B5EF4-FFF2-40B4-BE49-F238E27FC236}">
                <a16:creationId xmlns:a16="http://schemas.microsoft.com/office/drawing/2014/main" id="{3AC6EDAF-8139-414A-9B12-D9FD2571F700}"/>
              </a:ext>
            </a:extLst>
          </p:cNvPr>
          <p:cNvSpPr/>
          <p:nvPr/>
        </p:nvSpPr>
        <p:spPr>
          <a:xfrm>
            <a:off x="5478664" y="1783837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83">
            <a:extLst>
              <a:ext uri="{FF2B5EF4-FFF2-40B4-BE49-F238E27FC236}">
                <a16:creationId xmlns:a16="http://schemas.microsoft.com/office/drawing/2014/main" id="{87E94DAC-9492-4719-A628-F95085B54F3D}"/>
              </a:ext>
            </a:extLst>
          </p:cNvPr>
          <p:cNvSpPr/>
          <p:nvPr/>
        </p:nvSpPr>
        <p:spPr>
          <a:xfrm>
            <a:off x="5478664" y="2012437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38125" y="0"/>
                </a:moveTo>
                <a:lnTo>
                  <a:pt x="0" y="0"/>
                </a:lnTo>
                <a:lnTo>
                  <a:pt x="0" y="238125"/>
                </a:lnTo>
                <a:lnTo>
                  <a:pt x="238125" y="238125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84">
            <a:extLst>
              <a:ext uri="{FF2B5EF4-FFF2-40B4-BE49-F238E27FC236}">
                <a16:creationId xmlns:a16="http://schemas.microsoft.com/office/drawing/2014/main" id="{B653FBF9-915A-4C42-A97E-EC9325349A4D}"/>
              </a:ext>
            </a:extLst>
          </p:cNvPr>
          <p:cNvSpPr/>
          <p:nvPr/>
        </p:nvSpPr>
        <p:spPr>
          <a:xfrm>
            <a:off x="5478664" y="2012437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0" y="238125"/>
                </a:moveTo>
                <a:lnTo>
                  <a:pt x="238125" y="238125"/>
                </a:lnTo>
                <a:lnTo>
                  <a:pt x="238125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85">
            <a:extLst>
              <a:ext uri="{FF2B5EF4-FFF2-40B4-BE49-F238E27FC236}">
                <a16:creationId xmlns:a16="http://schemas.microsoft.com/office/drawing/2014/main" id="{47E70B99-88D4-425D-B907-8E63D058EF10}"/>
              </a:ext>
            </a:extLst>
          </p:cNvPr>
          <p:cNvSpPr/>
          <p:nvPr/>
        </p:nvSpPr>
        <p:spPr>
          <a:xfrm>
            <a:off x="5478664" y="2250562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86">
            <a:extLst>
              <a:ext uri="{FF2B5EF4-FFF2-40B4-BE49-F238E27FC236}">
                <a16:creationId xmlns:a16="http://schemas.microsoft.com/office/drawing/2014/main" id="{FA7EA4F2-717E-4313-BC67-430BFB356A4F}"/>
              </a:ext>
            </a:extLst>
          </p:cNvPr>
          <p:cNvSpPr/>
          <p:nvPr/>
        </p:nvSpPr>
        <p:spPr>
          <a:xfrm>
            <a:off x="5478664" y="2250562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87">
            <a:extLst>
              <a:ext uri="{FF2B5EF4-FFF2-40B4-BE49-F238E27FC236}">
                <a16:creationId xmlns:a16="http://schemas.microsoft.com/office/drawing/2014/main" id="{4DD450F9-B231-4AD6-A663-09C3C82118E5}"/>
              </a:ext>
            </a:extLst>
          </p:cNvPr>
          <p:cNvSpPr/>
          <p:nvPr/>
        </p:nvSpPr>
        <p:spPr>
          <a:xfrm>
            <a:off x="5478664" y="2479162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88">
            <a:extLst>
              <a:ext uri="{FF2B5EF4-FFF2-40B4-BE49-F238E27FC236}">
                <a16:creationId xmlns:a16="http://schemas.microsoft.com/office/drawing/2014/main" id="{8A48FCC9-3221-4273-91CD-E943DF3EF375}"/>
              </a:ext>
            </a:extLst>
          </p:cNvPr>
          <p:cNvSpPr/>
          <p:nvPr/>
        </p:nvSpPr>
        <p:spPr>
          <a:xfrm>
            <a:off x="5478664" y="2479162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89">
            <a:extLst>
              <a:ext uri="{FF2B5EF4-FFF2-40B4-BE49-F238E27FC236}">
                <a16:creationId xmlns:a16="http://schemas.microsoft.com/office/drawing/2014/main" id="{E70F3986-5E05-4425-BE2A-14403F13D1C3}"/>
              </a:ext>
            </a:extLst>
          </p:cNvPr>
          <p:cNvSpPr/>
          <p:nvPr/>
        </p:nvSpPr>
        <p:spPr>
          <a:xfrm>
            <a:off x="5478664" y="2707762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90">
            <a:extLst>
              <a:ext uri="{FF2B5EF4-FFF2-40B4-BE49-F238E27FC236}">
                <a16:creationId xmlns:a16="http://schemas.microsoft.com/office/drawing/2014/main" id="{445D77E1-4778-414E-833C-4339F55626D6}"/>
              </a:ext>
            </a:extLst>
          </p:cNvPr>
          <p:cNvSpPr/>
          <p:nvPr/>
        </p:nvSpPr>
        <p:spPr>
          <a:xfrm>
            <a:off x="5478664" y="2707762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91">
            <a:extLst>
              <a:ext uri="{FF2B5EF4-FFF2-40B4-BE49-F238E27FC236}">
                <a16:creationId xmlns:a16="http://schemas.microsoft.com/office/drawing/2014/main" id="{E9246ABE-6AED-4155-8835-E529E29C7C94}"/>
              </a:ext>
            </a:extLst>
          </p:cNvPr>
          <p:cNvSpPr/>
          <p:nvPr/>
        </p:nvSpPr>
        <p:spPr>
          <a:xfrm>
            <a:off x="5478664" y="2936362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38125" y="0"/>
                </a:moveTo>
                <a:lnTo>
                  <a:pt x="0" y="0"/>
                </a:lnTo>
                <a:lnTo>
                  <a:pt x="0" y="238125"/>
                </a:lnTo>
                <a:lnTo>
                  <a:pt x="238125" y="238125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92">
            <a:extLst>
              <a:ext uri="{FF2B5EF4-FFF2-40B4-BE49-F238E27FC236}">
                <a16:creationId xmlns:a16="http://schemas.microsoft.com/office/drawing/2014/main" id="{A61AD56D-BE1A-4E35-8783-5570F94B758A}"/>
              </a:ext>
            </a:extLst>
          </p:cNvPr>
          <p:cNvSpPr/>
          <p:nvPr/>
        </p:nvSpPr>
        <p:spPr>
          <a:xfrm>
            <a:off x="5478664" y="2936362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0" y="238125"/>
                </a:moveTo>
                <a:lnTo>
                  <a:pt x="238125" y="238125"/>
                </a:lnTo>
                <a:lnTo>
                  <a:pt x="238125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93">
            <a:extLst>
              <a:ext uri="{FF2B5EF4-FFF2-40B4-BE49-F238E27FC236}">
                <a16:creationId xmlns:a16="http://schemas.microsoft.com/office/drawing/2014/main" id="{63C25217-2A06-41A6-8FFF-42CFA28D5A1A}"/>
              </a:ext>
            </a:extLst>
          </p:cNvPr>
          <p:cNvSpPr/>
          <p:nvPr/>
        </p:nvSpPr>
        <p:spPr>
          <a:xfrm>
            <a:off x="5478664" y="3174487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94">
            <a:extLst>
              <a:ext uri="{FF2B5EF4-FFF2-40B4-BE49-F238E27FC236}">
                <a16:creationId xmlns:a16="http://schemas.microsoft.com/office/drawing/2014/main" id="{E6371E2F-3303-43E7-BA20-CE22194731AC}"/>
              </a:ext>
            </a:extLst>
          </p:cNvPr>
          <p:cNvSpPr/>
          <p:nvPr/>
        </p:nvSpPr>
        <p:spPr>
          <a:xfrm>
            <a:off x="5478664" y="3174487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95">
            <a:extLst>
              <a:ext uri="{FF2B5EF4-FFF2-40B4-BE49-F238E27FC236}">
                <a16:creationId xmlns:a16="http://schemas.microsoft.com/office/drawing/2014/main" id="{22505FC0-9E97-425E-8402-75331E63F7DD}"/>
              </a:ext>
            </a:extLst>
          </p:cNvPr>
          <p:cNvSpPr/>
          <p:nvPr/>
        </p:nvSpPr>
        <p:spPr>
          <a:xfrm>
            <a:off x="5478664" y="3403087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96">
            <a:extLst>
              <a:ext uri="{FF2B5EF4-FFF2-40B4-BE49-F238E27FC236}">
                <a16:creationId xmlns:a16="http://schemas.microsoft.com/office/drawing/2014/main" id="{6D3F8C78-FDC5-4EF7-BC4A-B461C5B60514}"/>
              </a:ext>
            </a:extLst>
          </p:cNvPr>
          <p:cNvSpPr/>
          <p:nvPr/>
        </p:nvSpPr>
        <p:spPr>
          <a:xfrm>
            <a:off x="5478664" y="3403087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97">
            <a:extLst>
              <a:ext uri="{FF2B5EF4-FFF2-40B4-BE49-F238E27FC236}">
                <a16:creationId xmlns:a16="http://schemas.microsoft.com/office/drawing/2014/main" id="{DAAE658F-9E29-4107-B0B5-56B3EFF82171}"/>
              </a:ext>
            </a:extLst>
          </p:cNvPr>
          <p:cNvSpPr/>
          <p:nvPr/>
        </p:nvSpPr>
        <p:spPr>
          <a:xfrm>
            <a:off x="5716789" y="178383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98">
            <a:extLst>
              <a:ext uri="{FF2B5EF4-FFF2-40B4-BE49-F238E27FC236}">
                <a16:creationId xmlns:a16="http://schemas.microsoft.com/office/drawing/2014/main" id="{E6AD419D-BCD1-41C0-B1C1-C2ACEC801BA3}"/>
              </a:ext>
            </a:extLst>
          </p:cNvPr>
          <p:cNvSpPr/>
          <p:nvPr/>
        </p:nvSpPr>
        <p:spPr>
          <a:xfrm>
            <a:off x="5716789" y="178383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99">
            <a:extLst>
              <a:ext uri="{FF2B5EF4-FFF2-40B4-BE49-F238E27FC236}">
                <a16:creationId xmlns:a16="http://schemas.microsoft.com/office/drawing/2014/main" id="{0E7BCCE3-6D15-4631-85EF-F5A8EE59F72A}"/>
              </a:ext>
            </a:extLst>
          </p:cNvPr>
          <p:cNvSpPr/>
          <p:nvPr/>
        </p:nvSpPr>
        <p:spPr>
          <a:xfrm>
            <a:off x="5716789" y="2012437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100">
            <a:extLst>
              <a:ext uri="{FF2B5EF4-FFF2-40B4-BE49-F238E27FC236}">
                <a16:creationId xmlns:a16="http://schemas.microsoft.com/office/drawing/2014/main" id="{793151A3-71FF-47B3-8F2C-F1F8BE4C66E4}"/>
              </a:ext>
            </a:extLst>
          </p:cNvPr>
          <p:cNvSpPr/>
          <p:nvPr/>
        </p:nvSpPr>
        <p:spPr>
          <a:xfrm>
            <a:off x="5716789" y="2012437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101">
            <a:extLst>
              <a:ext uri="{FF2B5EF4-FFF2-40B4-BE49-F238E27FC236}">
                <a16:creationId xmlns:a16="http://schemas.microsoft.com/office/drawing/2014/main" id="{F0297B1B-1A5E-4633-8D0A-871064FADE2C}"/>
              </a:ext>
            </a:extLst>
          </p:cNvPr>
          <p:cNvSpPr/>
          <p:nvPr/>
        </p:nvSpPr>
        <p:spPr>
          <a:xfrm>
            <a:off x="5716789" y="22505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102">
            <a:extLst>
              <a:ext uri="{FF2B5EF4-FFF2-40B4-BE49-F238E27FC236}">
                <a16:creationId xmlns:a16="http://schemas.microsoft.com/office/drawing/2014/main" id="{8050EB4A-436F-40B5-AA57-308C786705D0}"/>
              </a:ext>
            </a:extLst>
          </p:cNvPr>
          <p:cNvSpPr/>
          <p:nvPr/>
        </p:nvSpPr>
        <p:spPr>
          <a:xfrm>
            <a:off x="5716789" y="22505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103">
            <a:extLst>
              <a:ext uri="{FF2B5EF4-FFF2-40B4-BE49-F238E27FC236}">
                <a16:creationId xmlns:a16="http://schemas.microsoft.com/office/drawing/2014/main" id="{DFA1B1CD-7847-433D-9401-DA535D26CE74}"/>
              </a:ext>
            </a:extLst>
          </p:cNvPr>
          <p:cNvSpPr/>
          <p:nvPr/>
        </p:nvSpPr>
        <p:spPr>
          <a:xfrm>
            <a:off x="5716789" y="24791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104">
            <a:extLst>
              <a:ext uri="{FF2B5EF4-FFF2-40B4-BE49-F238E27FC236}">
                <a16:creationId xmlns:a16="http://schemas.microsoft.com/office/drawing/2014/main" id="{2BFD4236-29AF-40D4-AF27-29E7B0FE928C}"/>
              </a:ext>
            </a:extLst>
          </p:cNvPr>
          <p:cNvSpPr/>
          <p:nvPr/>
        </p:nvSpPr>
        <p:spPr>
          <a:xfrm>
            <a:off x="5716789" y="24791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105">
            <a:extLst>
              <a:ext uri="{FF2B5EF4-FFF2-40B4-BE49-F238E27FC236}">
                <a16:creationId xmlns:a16="http://schemas.microsoft.com/office/drawing/2014/main" id="{E22CFBA3-5A69-45B4-87E8-FB8FDA2FDFD7}"/>
              </a:ext>
            </a:extLst>
          </p:cNvPr>
          <p:cNvSpPr/>
          <p:nvPr/>
        </p:nvSpPr>
        <p:spPr>
          <a:xfrm>
            <a:off x="5716789" y="27077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106">
            <a:extLst>
              <a:ext uri="{FF2B5EF4-FFF2-40B4-BE49-F238E27FC236}">
                <a16:creationId xmlns:a16="http://schemas.microsoft.com/office/drawing/2014/main" id="{773CB861-FA8C-4AFE-AE49-D9AE5A803505}"/>
              </a:ext>
            </a:extLst>
          </p:cNvPr>
          <p:cNvSpPr/>
          <p:nvPr/>
        </p:nvSpPr>
        <p:spPr>
          <a:xfrm>
            <a:off x="5716789" y="27077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107">
            <a:extLst>
              <a:ext uri="{FF2B5EF4-FFF2-40B4-BE49-F238E27FC236}">
                <a16:creationId xmlns:a16="http://schemas.microsoft.com/office/drawing/2014/main" id="{4838D37E-1BD3-42B0-95EB-EA09839CC81E}"/>
              </a:ext>
            </a:extLst>
          </p:cNvPr>
          <p:cNvSpPr/>
          <p:nvPr/>
        </p:nvSpPr>
        <p:spPr>
          <a:xfrm>
            <a:off x="5716789" y="2936362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108">
            <a:extLst>
              <a:ext uri="{FF2B5EF4-FFF2-40B4-BE49-F238E27FC236}">
                <a16:creationId xmlns:a16="http://schemas.microsoft.com/office/drawing/2014/main" id="{3CAF8935-79CA-4293-8431-D6EE0844532B}"/>
              </a:ext>
            </a:extLst>
          </p:cNvPr>
          <p:cNvSpPr/>
          <p:nvPr/>
        </p:nvSpPr>
        <p:spPr>
          <a:xfrm>
            <a:off x="5716789" y="2936362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object 109">
            <a:extLst>
              <a:ext uri="{FF2B5EF4-FFF2-40B4-BE49-F238E27FC236}">
                <a16:creationId xmlns:a16="http://schemas.microsoft.com/office/drawing/2014/main" id="{AE98A17A-00E5-4F59-A12B-155A2D867E85}"/>
              </a:ext>
            </a:extLst>
          </p:cNvPr>
          <p:cNvSpPr/>
          <p:nvPr/>
        </p:nvSpPr>
        <p:spPr>
          <a:xfrm>
            <a:off x="5716789" y="31744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110">
            <a:extLst>
              <a:ext uri="{FF2B5EF4-FFF2-40B4-BE49-F238E27FC236}">
                <a16:creationId xmlns:a16="http://schemas.microsoft.com/office/drawing/2014/main" id="{DCD66762-1AA0-4924-B5F9-D3EB3533527F}"/>
              </a:ext>
            </a:extLst>
          </p:cNvPr>
          <p:cNvSpPr/>
          <p:nvPr/>
        </p:nvSpPr>
        <p:spPr>
          <a:xfrm>
            <a:off x="5716789" y="31744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111">
            <a:extLst>
              <a:ext uri="{FF2B5EF4-FFF2-40B4-BE49-F238E27FC236}">
                <a16:creationId xmlns:a16="http://schemas.microsoft.com/office/drawing/2014/main" id="{42DFAE3A-837B-423B-A03B-4E664A656A2E}"/>
              </a:ext>
            </a:extLst>
          </p:cNvPr>
          <p:cNvSpPr/>
          <p:nvPr/>
        </p:nvSpPr>
        <p:spPr>
          <a:xfrm>
            <a:off x="5716789" y="34030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112">
            <a:extLst>
              <a:ext uri="{FF2B5EF4-FFF2-40B4-BE49-F238E27FC236}">
                <a16:creationId xmlns:a16="http://schemas.microsoft.com/office/drawing/2014/main" id="{29DDDEB0-1C24-4275-90C6-E2ED3A0190B2}"/>
              </a:ext>
            </a:extLst>
          </p:cNvPr>
          <p:cNvSpPr/>
          <p:nvPr/>
        </p:nvSpPr>
        <p:spPr>
          <a:xfrm>
            <a:off x="5716789" y="34030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113">
            <a:extLst>
              <a:ext uri="{FF2B5EF4-FFF2-40B4-BE49-F238E27FC236}">
                <a16:creationId xmlns:a16="http://schemas.microsoft.com/office/drawing/2014/main" id="{1E71D24F-117D-4D31-95A7-C3F1B8FF823F}"/>
              </a:ext>
            </a:extLst>
          </p:cNvPr>
          <p:cNvSpPr/>
          <p:nvPr/>
        </p:nvSpPr>
        <p:spPr>
          <a:xfrm>
            <a:off x="5945389" y="178383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114">
            <a:extLst>
              <a:ext uri="{FF2B5EF4-FFF2-40B4-BE49-F238E27FC236}">
                <a16:creationId xmlns:a16="http://schemas.microsoft.com/office/drawing/2014/main" id="{C04C4065-815B-4575-B9EE-8E4110A59B9A}"/>
              </a:ext>
            </a:extLst>
          </p:cNvPr>
          <p:cNvSpPr/>
          <p:nvPr/>
        </p:nvSpPr>
        <p:spPr>
          <a:xfrm>
            <a:off x="5945389" y="178383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object 115">
            <a:extLst>
              <a:ext uri="{FF2B5EF4-FFF2-40B4-BE49-F238E27FC236}">
                <a16:creationId xmlns:a16="http://schemas.microsoft.com/office/drawing/2014/main" id="{17848CBB-94AF-4EB2-976A-FABD606AB9B2}"/>
              </a:ext>
            </a:extLst>
          </p:cNvPr>
          <p:cNvSpPr/>
          <p:nvPr/>
        </p:nvSpPr>
        <p:spPr>
          <a:xfrm>
            <a:off x="5945389" y="2012437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object 116">
            <a:extLst>
              <a:ext uri="{FF2B5EF4-FFF2-40B4-BE49-F238E27FC236}">
                <a16:creationId xmlns:a16="http://schemas.microsoft.com/office/drawing/2014/main" id="{6F7688D8-08FE-4E54-932C-0D9B04A5602A}"/>
              </a:ext>
            </a:extLst>
          </p:cNvPr>
          <p:cNvSpPr/>
          <p:nvPr/>
        </p:nvSpPr>
        <p:spPr>
          <a:xfrm>
            <a:off x="5945389" y="2012437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117">
            <a:extLst>
              <a:ext uri="{FF2B5EF4-FFF2-40B4-BE49-F238E27FC236}">
                <a16:creationId xmlns:a16="http://schemas.microsoft.com/office/drawing/2014/main" id="{E67FD864-071B-4C7F-B8CE-07FAA079A096}"/>
              </a:ext>
            </a:extLst>
          </p:cNvPr>
          <p:cNvSpPr/>
          <p:nvPr/>
        </p:nvSpPr>
        <p:spPr>
          <a:xfrm>
            <a:off x="5945389" y="22505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object 118">
            <a:extLst>
              <a:ext uri="{FF2B5EF4-FFF2-40B4-BE49-F238E27FC236}">
                <a16:creationId xmlns:a16="http://schemas.microsoft.com/office/drawing/2014/main" id="{EBF7BB82-71C8-46C6-A59E-2CF9030CA4AD}"/>
              </a:ext>
            </a:extLst>
          </p:cNvPr>
          <p:cNvSpPr/>
          <p:nvPr/>
        </p:nvSpPr>
        <p:spPr>
          <a:xfrm>
            <a:off x="5945389" y="22505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object 119">
            <a:extLst>
              <a:ext uri="{FF2B5EF4-FFF2-40B4-BE49-F238E27FC236}">
                <a16:creationId xmlns:a16="http://schemas.microsoft.com/office/drawing/2014/main" id="{1476FFDD-A42A-47CD-989D-3C260A5FC985}"/>
              </a:ext>
            </a:extLst>
          </p:cNvPr>
          <p:cNvSpPr/>
          <p:nvPr/>
        </p:nvSpPr>
        <p:spPr>
          <a:xfrm>
            <a:off x="5945389" y="24791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object 120">
            <a:extLst>
              <a:ext uri="{FF2B5EF4-FFF2-40B4-BE49-F238E27FC236}">
                <a16:creationId xmlns:a16="http://schemas.microsoft.com/office/drawing/2014/main" id="{D63CBA8D-1C91-4459-96AD-C4025AEB37BC}"/>
              </a:ext>
            </a:extLst>
          </p:cNvPr>
          <p:cNvSpPr/>
          <p:nvPr/>
        </p:nvSpPr>
        <p:spPr>
          <a:xfrm>
            <a:off x="5945389" y="24791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object 121">
            <a:extLst>
              <a:ext uri="{FF2B5EF4-FFF2-40B4-BE49-F238E27FC236}">
                <a16:creationId xmlns:a16="http://schemas.microsoft.com/office/drawing/2014/main" id="{E6265F8F-9002-4BC3-BC3B-8A12A5BCD34F}"/>
              </a:ext>
            </a:extLst>
          </p:cNvPr>
          <p:cNvSpPr/>
          <p:nvPr/>
        </p:nvSpPr>
        <p:spPr>
          <a:xfrm>
            <a:off x="5945389" y="27077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object 122">
            <a:extLst>
              <a:ext uri="{FF2B5EF4-FFF2-40B4-BE49-F238E27FC236}">
                <a16:creationId xmlns:a16="http://schemas.microsoft.com/office/drawing/2014/main" id="{E36A9990-AA6E-416B-AC6C-9710C77EF294}"/>
              </a:ext>
            </a:extLst>
          </p:cNvPr>
          <p:cNvSpPr/>
          <p:nvPr/>
        </p:nvSpPr>
        <p:spPr>
          <a:xfrm>
            <a:off x="5945389" y="27077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object 123">
            <a:extLst>
              <a:ext uri="{FF2B5EF4-FFF2-40B4-BE49-F238E27FC236}">
                <a16:creationId xmlns:a16="http://schemas.microsoft.com/office/drawing/2014/main" id="{5FEE9C4E-572D-43A5-B7F5-547D171CE0DF}"/>
              </a:ext>
            </a:extLst>
          </p:cNvPr>
          <p:cNvSpPr/>
          <p:nvPr/>
        </p:nvSpPr>
        <p:spPr>
          <a:xfrm>
            <a:off x="5945389" y="2936362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object 124">
            <a:extLst>
              <a:ext uri="{FF2B5EF4-FFF2-40B4-BE49-F238E27FC236}">
                <a16:creationId xmlns:a16="http://schemas.microsoft.com/office/drawing/2014/main" id="{B59059E8-6AF0-408D-8129-D670361DAAFC}"/>
              </a:ext>
            </a:extLst>
          </p:cNvPr>
          <p:cNvSpPr/>
          <p:nvPr/>
        </p:nvSpPr>
        <p:spPr>
          <a:xfrm>
            <a:off x="5945389" y="2936362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object 125">
            <a:extLst>
              <a:ext uri="{FF2B5EF4-FFF2-40B4-BE49-F238E27FC236}">
                <a16:creationId xmlns:a16="http://schemas.microsoft.com/office/drawing/2014/main" id="{FF2A5F33-016C-4F3A-A602-A80E3E64F3AA}"/>
              </a:ext>
            </a:extLst>
          </p:cNvPr>
          <p:cNvSpPr/>
          <p:nvPr/>
        </p:nvSpPr>
        <p:spPr>
          <a:xfrm>
            <a:off x="5945389" y="31744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object 126">
            <a:extLst>
              <a:ext uri="{FF2B5EF4-FFF2-40B4-BE49-F238E27FC236}">
                <a16:creationId xmlns:a16="http://schemas.microsoft.com/office/drawing/2014/main" id="{318C6C79-1415-48C4-B395-4C8500DB65AA}"/>
              </a:ext>
            </a:extLst>
          </p:cNvPr>
          <p:cNvSpPr/>
          <p:nvPr/>
        </p:nvSpPr>
        <p:spPr>
          <a:xfrm>
            <a:off x="5945389" y="31744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object 127">
            <a:extLst>
              <a:ext uri="{FF2B5EF4-FFF2-40B4-BE49-F238E27FC236}">
                <a16:creationId xmlns:a16="http://schemas.microsoft.com/office/drawing/2014/main" id="{FF39B6DF-7E85-4078-87EC-BBDDB8B24C61}"/>
              </a:ext>
            </a:extLst>
          </p:cNvPr>
          <p:cNvSpPr/>
          <p:nvPr/>
        </p:nvSpPr>
        <p:spPr>
          <a:xfrm>
            <a:off x="5945389" y="34030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object 128">
            <a:extLst>
              <a:ext uri="{FF2B5EF4-FFF2-40B4-BE49-F238E27FC236}">
                <a16:creationId xmlns:a16="http://schemas.microsoft.com/office/drawing/2014/main" id="{5075BA5E-8E22-4D99-A69F-BBA7CCE98EB2}"/>
              </a:ext>
            </a:extLst>
          </p:cNvPr>
          <p:cNvSpPr/>
          <p:nvPr/>
        </p:nvSpPr>
        <p:spPr>
          <a:xfrm>
            <a:off x="5945389" y="34030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object 129">
            <a:extLst>
              <a:ext uri="{FF2B5EF4-FFF2-40B4-BE49-F238E27FC236}">
                <a16:creationId xmlns:a16="http://schemas.microsoft.com/office/drawing/2014/main" id="{A06E5CBB-841E-4162-A0FD-3427A5242561}"/>
              </a:ext>
            </a:extLst>
          </p:cNvPr>
          <p:cNvSpPr/>
          <p:nvPr/>
        </p:nvSpPr>
        <p:spPr>
          <a:xfrm>
            <a:off x="6173989" y="178383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object 130">
            <a:extLst>
              <a:ext uri="{FF2B5EF4-FFF2-40B4-BE49-F238E27FC236}">
                <a16:creationId xmlns:a16="http://schemas.microsoft.com/office/drawing/2014/main" id="{86694738-320F-4250-AD20-128BDF5272F7}"/>
              </a:ext>
            </a:extLst>
          </p:cNvPr>
          <p:cNvSpPr/>
          <p:nvPr/>
        </p:nvSpPr>
        <p:spPr>
          <a:xfrm>
            <a:off x="6173989" y="178383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object 131">
            <a:extLst>
              <a:ext uri="{FF2B5EF4-FFF2-40B4-BE49-F238E27FC236}">
                <a16:creationId xmlns:a16="http://schemas.microsoft.com/office/drawing/2014/main" id="{772B5EE6-6220-486C-BB8F-75042B58CD94}"/>
              </a:ext>
            </a:extLst>
          </p:cNvPr>
          <p:cNvSpPr/>
          <p:nvPr/>
        </p:nvSpPr>
        <p:spPr>
          <a:xfrm>
            <a:off x="6173989" y="2012437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object 132">
            <a:extLst>
              <a:ext uri="{FF2B5EF4-FFF2-40B4-BE49-F238E27FC236}">
                <a16:creationId xmlns:a16="http://schemas.microsoft.com/office/drawing/2014/main" id="{44B62F84-977F-4E87-AF11-EBBB810521BA}"/>
              </a:ext>
            </a:extLst>
          </p:cNvPr>
          <p:cNvSpPr/>
          <p:nvPr/>
        </p:nvSpPr>
        <p:spPr>
          <a:xfrm>
            <a:off x="6173989" y="2012437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object 133">
            <a:extLst>
              <a:ext uri="{FF2B5EF4-FFF2-40B4-BE49-F238E27FC236}">
                <a16:creationId xmlns:a16="http://schemas.microsoft.com/office/drawing/2014/main" id="{7344B0C9-4B03-464D-B32A-CDB7E2692F43}"/>
              </a:ext>
            </a:extLst>
          </p:cNvPr>
          <p:cNvSpPr/>
          <p:nvPr/>
        </p:nvSpPr>
        <p:spPr>
          <a:xfrm>
            <a:off x="6173989" y="22505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object 134">
            <a:extLst>
              <a:ext uri="{FF2B5EF4-FFF2-40B4-BE49-F238E27FC236}">
                <a16:creationId xmlns:a16="http://schemas.microsoft.com/office/drawing/2014/main" id="{CB8A29B4-A390-4B4B-BC94-2172C4768AF2}"/>
              </a:ext>
            </a:extLst>
          </p:cNvPr>
          <p:cNvSpPr/>
          <p:nvPr/>
        </p:nvSpPr>
        <p:spPr>
          <a:xfrm>
            <a:off x="6173989" y="22505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object 135">
            <a:extLst>
              <a:ext uri="{FF2B5EF4-FFF2-40B4-BE49-F238E27FC236}">
                <a16:creationId xmlns:a16="http://schemas.microsoft.com/office/drawing/2014/main" id="{48C6FC56-05A9-465F-ABFC-D16B3DBF244B}"/>
              </a:ext>
            </a:extLst>
          </p:cNvPr>
          <p:cNvSpPr/>
          <p:nvPr/>
        </p:nvSpPr>
        <p:spPr>
          <a:xfrm>
            <a:off x="6173989" y="24791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object 136">
            <a:extLst>
              <a:ext uri="{FF2B5EF4-FFF2-40B4-BE49-F238E27FC236}">
                <a16:creationId xmlns:a16="http://schemas.microsoft.com/office/drawing/2014/main" id="{C1542054-2D9E-429B-A703-96702E05A3A1}"/>
              </a:ext>
            </a:extLst>
          </p:cNvPr>
          <p:cNvSpPr/>
          <p:nvPr/>
        </p:nvSpPr>
        <p:spPr>
          <a:xfrm>
            <a:off x="6173989" y="24791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object 137">
            <a:extLst>
              <a:ext uri="{FF2B5EF4-FFF2-40B4-BE49-F238E27FC236}">
                <a16:creationId xmlns:a16="http://schemas.microsoft.com/office/drawing/2014/main" id="{79BF62E9-3209-4D40-8B44-B7983301507C}"/>
              </a:ext>
            </a:extLst>
          </p:cNvPr>
          <p:cNvSpPr/>
          <p:nvPr/>
        </p:nvSpPr>
        <p:spPr>
          <a:xfrm>
            <a:off x="6173989" y="27077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object 138">
            <a:extLst>
              <a:ext uri="{FF2B5EF4-FFF2-40B4-BE49-F238E27FC236}">
                <a16:creationId xmlns:a16="http://schemas.microsoft.com/office/drawing/2014/main" id="{F6000EAC-078C-451C-9CB4-4EA6B495F35C}"/>
              </a:ext>
            </a:extLst>
          </p:cNvPr>
          <p:cNvSpPr/>
          <p:nvPr/>
        </p:nvSpPr>
        <p:spPr>
          <a:xfrm>
            <a:off x="6173989" y="27077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object 139">
            <a:extLst>
              <a:ext uri="{FF2B5EF4-FFF2-40B4-BE49-F238E27FC236}">
                <a16:creationId xmlns:a16="http://schemas.microsoft.com/office/drawing/2014/main" id="{4E4B7C79-8B14-44BD-BDC1-36423E8CAFA0}"/>
              </a:ext>
            </a:extLst>
          </p:cNvPr>
          <p:cNvSpPr/>
          <p:nvPr/>
        </p:nvSpPr>
        <p:spPr>
          <a:xfrm>
            <a:off x="6173989" y="2936362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object 140">
            <a:extLst>
              <a:ext uri="{FF2B5EF4-FFF2-40B4-BE49-F238E27FC236}">
                <a16:creationId xmlns:a16="http://schemas.microsoft.com/office/drawing/2014/main" id="{910799E1-F472-4A8E-A79E-130A88396703}"/>
              </a:ext>
            </a:extLst>
          </p:cNvPr>
          <p:cNvSpPr/>
          <p:nvPr/>
        </p:nvSpPr>
        <p:spPr>
          <a:xfrm>
            <a:off x="6173989" y="2936362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object 141">
            <a:extLst>
              <a:ext uri="{FF2B5EF4-FFF2-40B4-BE49-F238E27FC236}">
                <a16:creationId xmlns:a16="http://schemas.microsoft.com/office/drawing/2014/main" id="{1304C9BC-1DD2-4F8D-B1B1-4CF47DA6607E}"/>
              </a:ext>
            </a:extLst>
          </p:cNvPr>
          <p:cNvSpPr/>
          <p:nvPr/>
        </p:nvSpPr>
        <p:spPr>
          <a:xfrm>
            <a:off x="6173989" y="31744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object 142">
            <a:extLst>
              <a:ext uri="{FF2B5EF4-FFF2-40B4-BE49-F238E27FC236}">
                <a16:creationId xmlns:a16="http://schemas.microsoft.com/office/drawing/2014/main" id="{DDA3D67F-69BA-4D0A-84E6-E09F59C8166C}"/>
              </a:ext>
            </a:extLst>
          </p:cNvPr>
          <p:cNvSpPr/>
          <p:nvPr/>
        </p:nvSpPr>
        <p:spPr>
          <a:xfrm>
            <a:off x="6173989" y="31744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object 143">
            <a:extLst>
              <a:ext uri="{FF2B5EF4-FFF2-40B4-BE49-F238E27FC236}">
                <a16:creationId xmlns:a16="http://schemas.microsoft.com/office/drawing/2014/main" id="{C4D943F4-162C-42CA-AF57-A4B51F434D5F}"/>
              </a:ext>
            </a:extLst>
          </p:cNvPr>
          <p:cNvSpPr/>
          <p:nvPr/>
        </p:nvSpPr>
        <p:spPr>
          <a:xfrm>
            <a:off x="6173989" y="34030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object 144">
            <a:extLst>
              <a:ext uri="{FF2B5EF4-FFF2-40B4-BE49-F238E27FC236}">
                <a16:creationId xmlns:a16="http://schemas.microsoft.com/office/drawing/2014/main" id="{CF0EC22E-C828-42EC-A64B-11568C9EA3B3}"/>
              </a:ext>
            </a:extLst>
          </p:cNvPr>
          <p:cNvSpPr/>
          <p:nvPr/>
        </p:nvSpPr>
        <p:spPr>
          <a:xfrm>
            <a:off x="6173989" y="34030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object 145">
            <a:extLst>
              <a:ext uri="{FF2B5EF4-FFF2-40B4-BE49-F238E27FC236}">
                <a16:creationId xmlns:a16="http://schemas.microsoft.com/office/drawing/2014/main" id="{AA29E40D-98E8-42E8-B44E-61AFB91219E0}"/>
              </a:ext>
            </a:extLst>
          </p:cNvPr>
          <p:cNvSpPr/>
          <p:nvPr/>
        </p:nvSpPr>
        <p:spPr>
          <a:xfrm>
            <a:off x="6402589" y="1783837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object 146">
            <a:extLst>
              <a:ext uri="{FF2B5EF4-FFF2-40B4-BE49-F238E27FC236}">
                <a16:creationId xmlns:a16="http://schemas.microsoft.com/office/drawing/2014/main" id="{07DE0EC6-61BC-452A-9F2F-62DF68FABC98}"/>
              </a:ext>
            </a:extLst>
          </p:cNvPr>
          <p:cNvSpPr/>
          <p:nvPr/>
        </p:nvSpPr>
        <p:spPr>
          <a:xfrm>
            <a:off x="6402589" y="1783837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object 147">
            <a:extLst>
              <a:ext uri="{FF2B5EF4-FFF2-40B4-BE49-F238E27FC236}">
                <a16:creationId xmlns:a16="http://schemas.microsoft.com/office/drawing/2014/main" id="{6F247DD4-A496-4D72-916C-C210D859E8F7}"/>
              </a:ext>
            </a:extLst>
          </p:cNvPr>
          <p:cNvSpPr/>
          <p:nvPr/>
        </p:nvSpPr>
        <p:spPr>
          <a:xfrm>
            <a:off x="6402589" y="2012437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38125" y="0"/>
                </a:moveTo>
                <a:lnTo>
                  <a:pt x="0" y="0"/>
                </a:lnTo>
                <a:lnTo>
                  <a:pt x="0" y="238125"/>
                </a:lnTo>
                <a:lnTo>
                  <a:pt x="238125" y="238125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object 148">
            <a:extLst>
              <a:ext uri="{FF2B5EF4-FFF2-40B4-BE49-F238E27FC236}">
                <a16:creationId xmlns:a16="http://schemas.microsoft.com/office/drawing/2014/main" id="{1092CB18-076F-46D4-87EB-AC591900462C}"/>
              </a:ext>
            </a:extLst>
          </p:cNvPr>
          <p:cNvSpPr/>
          <p:nvPr/>
        </p:nvSpPr>
        <p:spPr>
          <a:xfrm>
            <a:off x="6402589" y="2012437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0" y="238125"/>
                </a:moveTo>
                <a:lnTo>
                  <a:pt x="238125" y="238125"/>
                </a:lnTo>
                <a:lnTo>
                  <a:pt x="238125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object 149">
            <a:extLst>
              <a:ext uri="{FF2B5EF4-FFF2-40B4-BE49-F238E27FC236}">
                <a16:creationId xmlns:a16="http://schemas.microsoft.com/office/drawing/2014/main" id="{0B894134-A8F2-4C50-8FE3-3F620B63071E}"/>
              </a:ext>
            </a:extLst>
          </p:cNvPr>
          <p:cNvSpPr/>
          <p:nvPr/>
        </p:nvSpPr>
        <p:spPr>
          <a:xfrm>
            <a:off x="6402589" y="2250562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object 150">
            <a:extLst>
              <a:ext uri="{FF2B5EF4-FFF2-40B4-BE49-F238E27FC236}">
                <a16:creationId xmlns:a16="http://schemas.microsoft.com/office/drawing/2014/main" id="{E775A516-22FA-4576-90B0-6AF794D6B4AC}"/>
              </a:ext>
            </a:extLst>
          </p:cNvPr>
          <p:cNvSpPr/>
          <p:nvPr/>
        </p:nvSpPr>
        <p:spPr>
          <a:xfrm>
            <a:off x="6402589" y="2250562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object 151">
            <a:extLst>
              <a:ext uri="{FF2B5EF4-FFF2-40B4-BE49-F238E27FC236}">
                <a16:creationId xmlns:a16="http://schemas.microsoft.com/office/drawing/2014/main" id="{94565873-C7E7-4D05-AF57-568A417D6913}"/>
              </a:ext>
            </a:extLst>
          </p:cNvPr>
          <p:cNvSpPr/>
          <p:nvPr/>
        </p:nvSpPr>
        <p:spPr>
          <a:xfrm>
            <a:off x="6402589" y="2479162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object 152">
            <a:extLst>
              <a:ext uri="{FF2B5EF4-FFF2-40B4-BE49-F238E27FC236}">
                <a16:creationId xmlns:a16="http://schemas.microsoft.com/office/drawing/2014/main" id="{9CBC10AE-4164-46B1-9C0E-CD375FB1C869}"/>
              </a:ext>
            </a:extLst>
          </p:cNvPr>
          <p:cNvSpPr/>
          <p:nvPr/>
        </p:nvSpPr>
        <p:spPr>
          <a:xfrm>
            <a:off x="6402589" y="2479162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object 153">
            <a:extLst>
              <a:ext uri="{FF2B5EF4-FFF2-40B4-BE49-F238E27FC236}">
                <a16:creationId xmlns:a16="http://schemas.microsoft.com/office/drawing/2014/main" id="{0F58E3CD-07DE-4394-A1F8-52F331AB38BE}"/>
              </a:ext>
            </a:extLst>
          </p:cNvPr>
          <p:cNvSpPr/>
          <p:nvPr/>
        </p:nvSpPr>
        <p:spPr>
          <a:xfrm>
            <a:off x="6402589" y="2707762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object 154">
            <a:extLst>
              <a:ext uri="{FF2B5EF4-FFF2-40B4-BE49-F238E27FC236}">
                <a16:creationId xmlns:a16="http://schemas.microsoft.com/office/drawing/2014/main" id="{997B8BAD-76F2-4A3E-AB4F-DA2F18405F05}"/>
              </a:ext>
            </a:extLst>
          </p:cNvPr>
          <p:cNvSpPr/>
          <p:nvPr/>
        </p:nvSpPr>
        <p:spPr>
          <a:xfrm>
            <a:off x="6402589" y="2707762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object 155">
            <a:extLst>
              <a:ext uri="{FF2B5EF4-FFF2-40B4-BE49-F238E27FC236}">
                <a16:creationId xmlns:a16="http://schemas.microsoft.com/office/drawing/2014/main" id="{06EC69E9-E548-474E-83F8-9440FDBFF76B}"/>
              </a:ext>
            </a:extLst>
          </p:cNvPr>
          <p:cNvSpPr/>
          <p:nvPr/>
        </p:nvSpPr>
        <p:spPr>
          <a:xfrm>
            <a:off x="6402589" y="2936362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38125" y="0"/>
                </a:moveTo>
                <a:lnTo>
                  <a:pt x="0" y="0"/>
                </a:lnTo>
                <a:lnTo>
                  <a:pt x="0" y="238125"/>
                </a:lnTo>
                <a:lnTo>
                  <a:pt x="238125" y="238125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object 156">
            <a:extLst>
              <a:ext uri="{FF2B5EF4-FFF2-40B4-BE49-F238E27FC236}">
                <a16:creationId xmlns:a16="http://schemas.microsoft.com/office/drawing/2014/main" id="{B9656668-7598-4765-9C1B-41C607D6EC03}"/>
              </a:ext>
            </a:extLst>
          </p:cNvPr>
          <p:cNvSpPr/>
          <p:nvPr/>
        </p:nvSpPr>
        <p:spPr>
          <a:xfrm>
            <a:off x="6402589" y="2936362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0" y="238125"/>
                </a:moveTo>
                <a:lnTo>
                  <a:pt x="238125" y="238125"/>
                </a:lnTo>
                <a:lnTo>
                  <a:pt x="238125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object 157">
            <a:extLst>
              <a:ext uri="{FF2B5EF4-FFF2-40B4-BE49-F238E27FC236}">
                <a16:creationId xmlns:a16="http://schemas.microsoft.com/office/drawing/2014/main" id="{B125FC43-3062-4F7E-9176-B11103F325B2}"/>
              </a:ext>
            </a:extLst>
          </p:cNvPr>
          <p:cNvSpPr/>
          <p:nvPr/>
        </p:nvSpPr>
        <p:spPr>
          <a:xfrm>
            <a:off x="6402589" y="3174487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object 158">
            <a:extLst>
              <a:ext uri="{FF2B5EF4-FFF2-40B4-BE49-F238E27FC236}">
                <a16:creationId xmlns:a16="http://schemas.microsoft.com/office/drawing/2014/main" id="{67A650E7-022B-4A53-9BEB-08699170CDB5}"/>
              </a:ext>
            </a:extLst>
          </p:cNvPr>
          <p:cNvSpPr/>
          <p:nvPr/>
        </p:nvSpPr>
        <p:spPr>
          <a:xfrm>
            <a:off x="6402589" y="3174487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object 159">
            <a:extLst>
              <a:ext uri="{FF2B5EF4-FFF2-40B4-BE49-F238E27FC236}">
                <a16:creationId xmlns:a16="http://schemas.microsoft.com/office/drawing/2014/main" id="{5AF4A27B-C1FD-45B4-8B73-2C1FC925FA9D}"/>
              </a:ext>
            </a:extLst>
          </p:cNvPr>
          <p:cNvSpPr/>
          <p:nvPr/>
        </p:nvSpPr>
        <p:spPr>
          <a:xfrm>
            <a:off x="6402589" y="3403087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object 160">
            <a:extLst>
              <a:ext uri="{FF2B5EF4-FFF2-40B4-BE49-F238E27FC236}">
                <a16:creationId xmlns:a16="http://schemas.microsoft.com/office/drawing/2014/main" id="{1CE13B6C-F47E-40F7-8B30-5CE8883E019A}"/>
              </a:ext>
            </a:extLst>
          </p:cNvPr>
          <p:cNvSpPr/>
          <p:nvPr/>
        </p:nvSpPr>
        <p:spPr>
          <a:xfrm>
            <a:off x="6402589" y="3403087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99" name="object 3">
            <a:extLst>
              <a:ext uri="{FF2B5EF4-FFF2-40B4-BE49-F238E27FC236}">
                <a16:creationId xmlns:a16="http://schemas.microsoft.com/office/drawing/2014/main" id="{0A7655B6-1ACB-432C-B392-EB29BE5E7C52}"/>
              </a:ext>
            </a:extLst>
          </p:cNvPr>
          <p:cNvGrpSpPr/>
          <p:nvPr/>
        </p:nvGrpSpPr>
        <p:grpSpPr>
          <a:xfrm>
            <a:off x="7126100" y="1802096"/>
            <a:ext cx="670406" cy="1854200"/>
            <a:chOff x="436562" y="1957451"/>
            <a:chExt cx="241300" cy="1854200"/>
          </a:xfrm>
        </p:grpSpPr>
        <p:sp>
          <p:nvSpPr>
            <p:cNvPr id="300" name="object 4">
              <a:extLst>
                <a:ext uri="{FF2B5EF4-FFF2-40B4-BE49-F238E27FC236}">
                  <a16:creationId xmlns:a16="http://schemas.microsoft.com/office/drawing/2014/main" id="{A5BDAC5E-436A-49E3-BD58-C4473CD52A1F}"/>
                </a:ext>
              </a:extLst>
            </p:cNvPr>
            <p:cNvSpPr/>
            <p:nvPr/>
          </p:nvSpPr>
          <p:spPr>
            <a:xfrm>
              <a:off x="442912" y="1957450"/>
              <a:ext cx="228600" cy="466725"/>
            </a:xfrm>
            <a:custGeom>
              <a:avLst/>
              <a:gdLst/>
              <a:ahLst/>
              <a:cxnLst/>
              <a:rect l="l" t="t" r="r" b="b"/>
              <a:pathLst>
                <a:path w="228600" h="466725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0" y="466725"/>
                  </a:lnTo>
                  <a:lnTo>
                    <a:pt x="228600" y="466725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1" name="object 5">
              <a:extLst>
                <a:ext uri="{FF2B5EF4-FFF2-40B4-BE49-F238E27FC236}">
                  <a16:creationId xmlns:a16="http://schemas.microsoft.com/office/drawing/2014/main" id="{15042244-E75F-4D2D-917B-5AE47F4686CB}"/>
                </a:ext>
              </a:extLst>
            </p:cNvPr>
            <p:cNvSpPr/>
            <p:nvPr/>
          </p:nvSpPr>
          <p:spPr>
            <a:xfrm>
              <a:off x="442912" y="2186051"/>
              <a:ext cx="228600" cy="238125"/>
            </a:xfrm>
            <a:custGeom>
              <a:avLst/>
              <a:gdLst/>
              <a:ahLst/>
              <a:cxnLst/>
              <a:rect l="l" t="t" r="r" b="b"/>
              <a:pathLst>
                <a:path w="228600" h="238125">
                  <a:moveTo>
                    <a:pt x="0" y="238125"/>
                  </a:moveTo>
                  <a:lnTo>
                    <a:pt x="228600" y="238125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3812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2" name="object 6">
              <a:extLst>
                <a:ext uri="{FF2B5EF4-FFF2-40B4-BE49-F238E27FC236}">
                  <a16:creationId xmlns:a16="http://schemas.microsoft.com/office/drawing/2014/main" id="{2A5CBB9E-B6F9-4C6F-BB73-5D5BFE520C95}"/>
                </a:ext>
              </a:extLst>
            </p:cNvPr>
            <p:cNvSpPr/>
            <p:nvPr/>
          </p:nvSpPr>
          <p:spPr>
            <a:xfrm>
              <a:off x="442912" y="24241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3" name="object 7">
              <a:extLst>
                <a:ext uri="{FF2B5EF4-FFF2-40B4-BE49-F238E27FC236}">
                  <a16:creationId xmlns:a16="http://schemas.microsoft.com/office/drawing/2014/main" id="{97939932-B1CC-4CB2-9897-0599BC8F0096}"/>
                </a:ext>
              </a:extLst>
            </p:cNvPr>
            <p:cNvSpPr/>
            <p:nvPr/>
          </p:nvSpPr>
          <p:spPr>
            <a:xfrm>
              <a:off x="442912" y="24241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4" name="object 8">
              <a:extLst>
                <a:ext uri="{FF2B5EF4-FFF2-40B4-BE49-F238E27FC236}">
                  <a16:creationId xmlns:a16="http://schemas.microsoft.com/office/drawing/2014/main" id="{E90ED9DE-370F-4C47-BEF2-ED53D7CC433B}"/>
                </a:ext>
              </a:extLst>
            </p:cNvPr>
            <p:cNvSpPr/>
            <p:nvPr/>
          </p:nvSpPr>
          <p:spPr>
            <a:xfrm>
              <a:off x="442912" y="26527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5" name="object 9">
              <a:extLst>
                <a:ext uri="{FF2B5EF4-FFF2-40B4-BE49-F238E27FC236}">
                  <a16:creationId xmlns:a16="http://schemas.microsoft.com/office/drawing/2014/main" id="{5C3C3A4F-B690-4E05-990A-ED1281CDCA5F}"/>
                </a:ext>
              </a:extLst>
            </p:cNvPr>
            <p:cNvSpPr/>
            <p:nvPr/>
          </p:nvSpPr>
          <p:spPr>
            <a:xfrm>
              <a:off x="442912" y="26527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6" name="object 10">
              <a:extLst>
                <a:ext uri="{FF2B5EF4-FFF2-40B4-BE49-F238E27FC236}">
                  <a16:creationId xmlns:a16="http://schemas.microsoft.com/office/drawing/2014/main" id="{C43FC8AF-8E16-49B1-A243-80965592F516}"/>
                </a:ext>
              </a:extLst>
            </p:cNvPr>
            <p:cNvSpPr/>
            <p:nvPr/>
          </p:nvSpPr>
          <p:spPr>
            <a:xfrm>
              <a:off x="442912" y="28813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7" name="object 11">
              <a:extLst>
                <a:ext uri="{FF2B5EF4-FFF2-40B4-BE49-F238E27FC236}">
                  <a16:creationId xmlns:a16="http://schemas.microsoft.com/office/drawing/2014/main" id="{5E227DD3-A17A-413B-8EBA-13EA8B702DAF}"/>
                </a:ext>
              </a:extLst>
            </p:cNvPr>
            <p:cNvSpPr/>
            <p:nvPr/>
          </p:nvSpPr>
          <p:spPr>
            <a:xfrm>
              <a:off x="442912" y="28813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8" name="object 12">
              <a:extLst>
                <a:ext uri="{FF2B5EF4-FFF2-40B4-BE49-F238E27FC236}">
                  <a16:creationId xmlns:a16="http://schemas.microsoft.com/office/drawing/2014/main" id="{6BD012C9-4D16-4BD3-9B21-226A81D71B37}"/>
                </a:ext>
              </a:extLst>
            </p:cNvPr>
            <p:cNvSpPr/>
            <p:nvPr/>
          </p:nvSpPr>
          <p:spPr>
            <a:xfrm>
              <a:off x="442912" y="3109976"/>
              <a:ext cx="228600" cy="238125"/>
            </a:xfrm>
            <a:custGeom>
              <a:avLst/>
              <a:gdLst/>
              <a:ahLst/>
              <a:cxnLst/>
              <a:rect l="l" t="t" r="r" b="b"/>
              <a:pathLst>
                <a:path w="228600" h="238125">
                  <a:moveTo>
                    <a:pt x="228600" y="0"/>
                  </a:moveTo>
                  <a:lnTo>
                    <a:pt x="0" y="0"/>
                  </a:lnTo>
                  <a:lnTo>
                    <a:pt x="0" y="238125"/>
                  </a:lnTo>
                  <a:lnTo>
                    <a:pt x="228600" y="238125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9" name="object 13">
              <a:extLst>
                <a:ext uri="{FF2B5EF4-FFF2-40B4-BE49-F238E27FC236}">
                  <a16:creationId xmlns:a16="http://schemas.microsoft.com/office/drawing/2014/main" id="{6ACC6967-DA9F-46D9-BBF0-B871223396CA}"/>
                </a:ext>
              </a:extLst>
            </p:cNvPr>
            <p:cNvSpPr/>
            <p:nvPr/>
          </p:nvSpPr>
          <p:spPr>
            <a:xfrm>
              <a:off x="442912" y="3109976"/>
              <a:ext cx="228600" cy="238125"/>
            </a:xfrm>
            <a:custGeom>
              <a:avLst/>
              <a:gdLst/>
              <a:ahLst/>
              <a:cxnLst/>
              <a:rect l="l" t="t" r="r" b="b"/>
              <a:pathLst>
                <a:path w="228600" h="238125">
                  <a:moveTo>
                    <a:pt x="0" y="238125"/>
                  </a:moveTo>
                  <a:lnTo>
                    <a:pt x="228600" y="238125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3812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0" name="object 14">
              <a:extLst>
                <a:ext uri="{FF2B5EF4-FFF2-40B4-BE49-F238E27FC236}">
                  <a16:creationId xmlns:a16="http://schemas.microsoft.com/office/drawing/2014/main" id="{BAF26538-B771-41AE-907E-7E74D6EE7AFF}"/>
                </a:ext>
              </a:extLst>
            </p:cNvPr>
            <p:cNvSpPr/>
            <p:nvPr/>
          </p:nvSpPr>
          <p:spPr>
            <a:xfrm>
              <a:off x="442912" y="33481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1" name="object 15">
              <a:extLst>
                <a:ext uri="{FF2B5EF4-FFF2-40B4-BE49-F238E27FC236}">
                  <a16:creationId xmlns:a16="http://schemas.microsoft.com/office/drawing/2014/main" id="{37A115D6-8DF8-4C59-9C69-54335CF7FA11}"/>
                </a:ext>
              </a:extLst>
            </p:cNvPr>
            <p:cNvSpPr/>
            <p:nvPr/>
          </p:nvSpPr>
          <p:spPr>
            <a:xfrm>
              <a:off x="442912" y="33481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2" name="object 16">
              <a:extLst>
                <a:ext uri="{FF2B5EF4-FFF2-40B4-BE49-F238E27FC236}">
                  <a16:creationId xmlns:a16="http://schemas.microsoft.com/office/drawing/2014/main" id="{5FB68DEA-254E-4DD3-980E-3BECDFA93557}"/>
                </a:ext>
              </a:extLst>
            </p:cNvPr>
            <p:cNvSpPr/>
            <p:nvPr/>
          </p:nvSpPr>
          <p:spPr>
            <a:xfrm>
              <a:off x="442912" y="35767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3" name="object 17">
              <a:extLst>
                <a:ext uri="{FF2B5EF4-FFF2-40B4-BE49-F238E27FC236}">
                  <a16:creationId xmlns:a16="http://schemas.microsoft.com/office/drawing/2014/main" id="{F5A1FF16-7B91-4FF5-8E84-5B6CE42D2389}"/>
                </a:ext>
              </a:extLst>
            </p:cNvPr>
            <p:cNvSpPr/>
            <p:nvPr/>
          </p:nvSpPr>
          <p:spPr>
            <a:xfrm>
              <a:off x="442912" y="35767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4" name="object 3">
            <a:extLst>
              <a:ext uri="{FF2B5EF4-FFF2-40B4-BE49-F238E27FC236}">
                <a16:creationId xmlns:a16="http://schemas.microsoft.com/office/drawing/2014/main" id="{32D6136C-0050-4DA1-91CA-EA1F5B3D705E}"/>
              </a:ext>
            </a:extLst>
          </p:cNvPr>
          <p:cNvGrpSpPr/>
          <p:nvPr/>
        </p:nvGrpSpPr>
        <p:grpSpPr>
          <a:xfrm>
            <a:off x="8363652" y="1795942"/>
            <a:ext cx="670406" cy="1854200"/>
            <a:chOff x="436562" y="1957451"/>
            <a:chExt cx="241300" cy="1854200"/>
          </a:xfrm>
        </p:grpSpPr>
        <p:sp>
          <p:nvSpPr>
            <p:cNvPr id="315" name="object 4">
              <a:extLst>
                <a:ext uri="{FF2B5EF4-FFF2-40B4-BE49-F238E27FC236}">
                  <a16:creationId xmlns:a16="http://schemas.microsoft.com/office/drawing/2014/main" id="{8F770415-D1D6-4152-BC7A-FD6835B2BE0B}"/>
                </a:ext>
              </a:extLst>
            </p:cNvPr>
            <p:cNvSpPr/>
            <p:nvPr/>
          </p:nvSpPr>
          <p:spPr>
            <a:xfrm>
              <a:off x="442912" y="1957450"/>
              <a:ext cx="228600" cy="466725"/>
            </a:xfrm>
            <a:custGeom>
              <a:avLst/>
              <a:gdLst/>
              <a:ahLst/>
              <a:cxnLst/>
              <a:rect l="l" t="t" r="r" b="b"/>
              <a:pathLst>
                <a:path w="228600" h="466725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0" y="466725"/>
                  </a:lnTo>
                  <a:lnTo>
                    <a:pt x="228600" y="466725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6" name="object 5">
              <a:extLst>
                <a:ext uri="{FF2B5EF4-FFF2-40B4-BE49-F238E27FC236}">
                  <a16:creationId xmlns:a16="http://schemas.microsoft.com/office/drawing/2014/main" id="{35B0DC80-BFCA-44C4-8A16-1ED92A85ECD9}"/>
                </a:ext>
              </a:extLst>
            </p:cNvPr>
            <p:cNvSpPr/>
            <p:nvPr/>
          </p:nvSpPr>
          <p:spPr>
            <a:xfrm>
              <a:off x="442912" y="2186051"/>
              <a:ext cx="228600" cy="238125"/>
            </a:xfrm>
            <a:custGeom>
              <a:avLst/>
              <a:gdLst/>
              <a:ahLst/>
              <a:cxnLst/>
              <a:rect l="l" t="t" r="r" b="b"/>
              <a:pathLst>
                <a:path w="228600" h="238125">
                  <a:moveTo>
                    <a:pt x="0" y="238125"/>
                  </a:moveTo>
                  <a:lnTo>
                    <a:pt x="228600" y="238125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3812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7" name="object 6">
              <a:extLst>
                <a:ext uri="{FF2B5EF4-FFF2-40B4-BE49-F238E27FC236}">
                  <a16:creationId xmlns:a16="http://schemas.microsoft.com/office/drawing/2014/main" id="{0A32164A-E520-4894-8918-A2ABBFFFFA93}"/>
                </a:ext>
              </a:extLst>
            </p:cNvPr>
            <p:cNvSpPr/>
            <p:nvPr/>
          </p:nvSpPr>
          <p:spPr>
            <a:xfrm>
              <a:off x="442912" y="24241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8" name="object 7">
              <a:extLst>
                <a:ext uri="{FF2B5EF4-FFF2-40B4-BE49-F238E27FC236}">
                  <a16:creationId xmlns:a16="http://schemas.microsoft.com/office/drawing/2014/main" id="{31267062-C6A2-444F-9BE2-26D389905FF2}"/>
                </a:ext>
              </a:extLst>
            </p:cNvPr>
            <p:cNvSpPr/>
            <p:nvPr/>
          </p:nvSpPr>
          <p:spPr>
            <a:xfrm>
              <a:off x="442912" y="24241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9" name="object 8">
              <a:extLst>
                <a:ext uri="{FF2B5EF4-FFF2-40B4-BE49-F238E27FC236}">
                  <a16:creationId xmlns:a16="http://schemas.microsoft.com/office/drawing/2014/main" id="{7D567987-A8C9-4078-BEC3-2A4174D1237C}"/>
                </a:ext>
              </a:extLst>
            </p:cNvPr>
            <p:cNvSpPr/>
            <p:nvPr/>
          </p:nvSpPr>
          <p:spPr>
            <a:xfrm>
              <a:off x="442912" y="26527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0" name="object 9">
              <a:extLst>
                <a:ext uri="{FF2B5EF4-FFF2-40B4-BE49-F238E27FC236}">
                  <a16:creationId xmlns:a16="http://schemas.microsoft.com/office/drawing/2014/main" id="{C493A054-BF2D-4A58-90DF-03DC71BFD380}"/>
                </a:ext>
              </a:extLst>
            </p:cNvPr>
            <p:cNvSpPr/>
            <p:nvPr/>
          </p:nvSpPr>
          <p:spPr>
            <a:xfrm>
              <a:off x="442912" y="26527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1" name="object 10">
              <a:extLst>
                <a:ext uri="{FF2B5EF4-FFF2-40B4-BE49-F238E27FC236}">
                  <a16:creationId xmlns:a16="http://schemas.microsoft.com/office/drawing/2014/main" id="{73898FFA-17CE-46CC-B615-D59EC22BD4CD}"/>
                </a:ext>
              </a:extLst>
            </p:cNvPr>
            <p:cNvSpPr/>
            <p:nvPr/>
          </p:nvSpPr>
          <p:spPr>
            <a:xfrm>
              <a:off x="442912" y="28813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2" name="object 11">
              <a:extLst>
                <a:ext uri="{FF2B5EF4-FFF2-40B4-BE49-F238E27FC236}">
                  <a16:creationId xmlns:a16="http://schemas.microsoft.com/office/drawing/2014/main" id="{037FD7E2-136C-4E97-9187-31AB9B43978A}"/>
                </a:ext>
              </a:extLst>
            </p:cNvPr>
            <p:cNvSpPr/>
            <p:nvPr/>
          </p:nvSpPr>
          <p:spPr>
            <a:xfrm>
              <a:off x="442912" y="28813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3" name="object 12">
              <a:extLst>
                <a:ext uri="{FF2B5EF4-FFF2-40B4-BE49-F238E27FC236}">
                  <a16:creationId xmlns:a16="http://schemas.microsoft.com/office/drawing/2014/main" id="{F319F24B-FBA9-48FF-A375-7646824CB487}"/>
                </a:ext>
              </a:extLst>
            </p:cNvPr>
            <p:cNvSpPr/>
            <p:nvPr/>
          </p:nvSpPr>
          <p:spPr>
            <a:xfrm>
              <a:off x="442912" y="3109976"/>
              <a:ext cx="228600" cy="238125"/>
            </a:xfrm>
            <a:custGeom>
              <a:avLst/>
              <a:gdLst/>
              <a:ahLst/>
              <a:cxnLst/>
              <a:rect l="l" t="t" r="r" b="b"/>
              <a:pathLst>
                <a:path w="228600" h="238125">
                  <a:moveTo>
                    <a:pt x="228600" y="0"/>
                  </a:moveTo>
                  <a:lnTo>
                    <a:pt x="0" y="0"/>
                  </a:lnTo>
                  <a:lnTo>
                    <a:pt x="0" y="238125"/>
                  </a:lnTo>
                  <a:lnTo>
                    <a:pt x="228600" y="238125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4" name="object 13">
              <a:extLst>
                <a:ext uri="{FF2B5EF4-FFF2-40B4-BE49-F238E27FC236}">
                  <a16:creationId xmlns:a16="http://schemas.microsoft.com/office/drawing/2014/main" id="{23BD5F80-12C4-4767-A5B8-F39BB439AAFE}"/>
                </a:ext>
              </a:extLst>
            </p:cNvPr>
            <p:cNvSpPr/>
            <p:nvPr/>
          </p:nvSpPr>
          <p:spPr>
            <a:xfrm>
              <a:off x="442912" y="3109976"/>
              <a:ext cx="228600" cy="238125"/>
            </a:xfrm>
            <a:custGeom>
              <a:avLst/>
              <a:gdLst/>
              <a:ahLst/>
              <a:cxnLst/>
              <a:rect l="l" t="t" r="r" b="b"/>
              <a:pathLst>
                <a:path w="228600" h="238125">
                  <a:moveTo>
                    <a:pt x="0" y="238125"/>
                  </a:moveTo>
                  <a:lnTo>
                    <a:pt x="228600" y="238125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3812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5" name="object 14">
              <a:extLst>
                <a:ext uri="{FF2B5EF4-FFF2-40B4-BE49-F238E27FC236}">
                  <a16:creationId xmlns:a16="http://schemas.microsoft.com/office/drawing/2014/main" id="{21D159EE-0DDD-427B-B66C-2CC90AC35BD6}"/>
                </a:ext>
              </a:extLst>
            </p:cNvPr>
            <p:cNvSpPr/>
            <p:nvPr/>
          </p:nvSpPr>
          <p:spPr>
            <a:xfrm>
              <a:off x="442912" y="33481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6" name="object 15">
              <a:extLst>
                <a:ext uri="{FF2B5EF4-FFF2-40B4-BE49-F238E27FC236}">
                  <a16:creationId xmlns:a16="http://schemas.microsoft.com/office/drawing/2014/main" id="{2354E2FE-E134-406E-9659-DCA2D7C8116F}"/>
                </a:ext>
              </a:extLst>
            </p:cNvPr>
            <p:cNvSpPr/>
            <p:nvPr/>
          </p:nvSpPr>
          <p:spPr>
            <a:xfrm>
              <a:off x="442912" y="33481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7" name="object 16">
              <a:extLst>
                <a:ext uri="{FF2B5EF4-FFF2-40B4-BE49-F238E27FC236}">
                  <a16:creationId xmlns:a16="http://schemas.microsoft.com/office/drawing/2014/main" id="{F74C2790-84FF-4DA8-8E7D-FE20CA0F8A0C}"/>
                </a:ext>
              </a:extLst>
            </p:cNvPr>
            <p:cNvSpPr/>
            <p:nvPr/>
          </p:nvSpPr>
          <p:spPr>
            <a:xfrm>
              <a:off x="442912" y="35767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8" name="object 17">
              <a:extLst>
                <a:ext uri="{FF2B5EF4-FFF2-40B4-BE49-F238E27FC236}">
                  <a16:creationId xmlns:a16="http://schemas.microsoft.com/office/drawing/2014/main" id="{7CE7328E-F280-4413-B245-E0108F0ACDA9}"/>
                </a:ext>
              </a:extLst>
            </p:cNvPr>
            <p:cNvSpPr/>
            <p:nvPr/>
          </p:nvSpPr>
          <p:spPr>
            <a:xfrm>
              <a:off x="442912" y="35767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9" name="object 288">
            <a:extLst>
              <a:ext uri="{FF2B5EF4-FFF2-40B4-BE49-F238E27FC236}">
                <a16:creationId xmlns:a16="http://schemas.microsoft.com/office/drawing/2014/main" id="{7FC9C970-1765-432C-B651-49E942B89B63}"/>
              </a:ext>
            </a:extLst>
          </p:cNvPr>
          <p:cNvSpPr txBox="1"/>
          <p:nvPr/>
        </p:nvSpPr>
        <p:spPr>
          <a:xfrm>
            <a:off x="2937405" y="1186117"/>
            <a:ext cx="1152017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2586355" algn="l"/>
              </a:tabLst>
            </a:pP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-1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QK</a:t>
            </a:r>
            <a:r>
              <a:rPr sz="1800" b="1" baseline="23148" dirty="0">
                <a:latin typeface="Arial"/>
                <a:cs typeface="Arial"/>
              </a:rPr>
              <a:t>T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2586355" algn="l"/>
              </a:tabLst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(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</a:t>
            </a:r>
            <a:r>
              <a:rPr sz="1800" spc="-5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x</a:t>
            </a:r>
            <a:r>
              <a:rPr sz="1800" spc="25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800" spc="-5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S)</a:t>
            </a:r>
            <a:endParaRPr sz="1800" dirty="0">
              <a:solidFill>
                <a:schemeClr val="bg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651" name="object 18">
            <a:extLst>
              <a:ext uri="{FF2B5EF4-FFF2-40B4-BE49-F238E27FC236}">
                <a16:creationId xmlns:a16="http://schemas.microsoft.com/office/drawing/2014/main" id="{52601984-D7F5-4FED-B0C3-7AE00D0BDA23}"/>
              </a:ext>
            </a:extLst>
          </p:cNvPr>
          <p:cNvSpPr txBox="1"/>
          <p:nvPr/>
        </p:nvSpPr>
        <p:spPr>
          <a:xfrm>
            <a:off x="989333" y="1182381"/>
            <a:ext cx="1063498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1043940" algn="l"/>
              </a:tabLst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endParaRPr lang="en-US" altLang="zh-CN" sz="1800" spc="-2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1043940" algn="l"/>
              </a:tabLst>
            </a:pPr>
            <a:r>
              <a:rPr lang="en-US" altLang="zh-CN" spc="-25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(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</a:t>
            </a:r>
            <a:r>
              <a:rPr sz="1800" spc="3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spc="-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D)</a:t>
            </a:r>
            <a:endParaRPr sz="18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1" name="矩形 330">
            <a:extLst>
              <a:ext uri="{FF2B5EF4-FFF2-40B4-BE49-F238E27FC236}">
                <a16:creationId xmlns:a16="http://schemas.microsoft.com/office/drawing/2014/main" id="{E4666368-4360-4150-B694-71A4B85B17D3}"/>
              </a:ext>
            </a:extLst>
          </p:cNvPr>
          <p:cNvSpPr/>
          <p:nvPr/>
        </p:nvSpPr>
        <p:spPr>
          <a:xfrm>
            <a:off x="228600" y="4648989"/>
            <a:ext cx="8664130" cy="1348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itchFamily="2" charset="2"/>
              <a:buChar char="n"/>
              <a:tabLst/>
              <a:defRPr/>
            </a:pPr>
            <a:r>
              <a:rPr lang="en-US" altLang="zh-CN" sz="2400" b="1" dirty="0">
                <a:solidFill>
                  <a:schemeClr val="tx1"/>
                </a:solidFill>
                <a:latin typeface="Tahoma"/>
                <a:ea typeface="ＭＳ Ｐゴシック" charset="0"/>
              </a:rPr>
              <a:t>Two Issues of Naïve Attention </a:t>
            </a:r>
          </a:p>
          <a:p>
            <a:pPr marL="669925" lvl="1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itchFamily="2" charset="2"/>
              <a:buChar char="q"/>
            </a:pPr>
            <a:r>
              <a:rPr lang="en-US" altLang="zh-CN" sz="2400" dirty="0">
                <a:latin typeface="Arial"/>
                <a:cs typeface="Arial"/>
              </a:rPr>
              <a:t>Large intermediate results </a:t>
            </a:r>
            <a:r>
              <a:rPr lang="en-US" altLang="zh-CN" sz="2400" dirty="0">
                <a:solidFill>
                  <a:srgbClr val="C00000"/>
                </a:solidFill>
                <a:latin typeface="Arial"/>
                <a:cs typeface="Arial"/>
              </a:rPr>
              <a:t>O(S</a:t>
            </a:r>
            <a:r>
              <a:rPr lang="en-US" altLang="zh-CN" sz="2400" baseline="30000" dirty="0">
                <a:solidFill>
                  <a:srgbClr val="C00000"/>
                </a:solidFill>
                <a:latin typeface="Arial"/>
                <a:cs typeface="Arial"/>
              </a:rPr>
              <a:t>2</a:t>
            </a:r>
            <a:r>
              <a:rPr lang="en-US" altLang="zh-CN" sz="2400" dirty="0">
                <a:solidFill>
                  <a:srgbClr val="C00000"/>
                </a:solidFill>
                <a:latin typeface="Arial"/>
                <a:cs typeface="Arial"/>
              </a:rPr>
              <a:t>) </a:t>
            </a:r>
            <a:r>
              <a:rPr lang="en-US" altLang="zh-CN" sz="2400" dirty="0">
                <a:latin typeface="Arial"/>
                <a:cs typeface="Arial"/>
              </a:rPr>
              <a:t>with a long sequence</a:t>
            </a:r>
          </a:p>
          <a:p>
            <a:pPr marL="669925" lvl="1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itchFamily="2" charset="2"/>
              <a:buChar char="q"/>
            </a:pPr>
            <a:r>
              <a:rPr lang="en-US" altLang="zh-CN" sz="2400" dirty="0">
                <a:latin typeface="Arial"/>
                <a:cs typeface="Arial"/>
              </a:rPr>
              <a:t>Repeated reads/writes from GPU device memory</a:t>
            </a:r>
          </a:p>
        </p:txBody>
      </p:sp>
    </p:spTree>
    <p:extLst>
      <p:ext uri="{BB962C8B-B14F-4D97-AF65-F5344CB8AC3E}">
        <p14:creationId xmlns:p14="http://schemas.microsoft.com/office/powerpoint/2010/main" val="12511891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7214619D-F0A1-1741-BD16-E551CA42E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Two Challenges of Naïve Attention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6867" name="Slide Number Placeholder 3">
            <a:extLst>
              <a:ext uri="{FF2B5EF4-FFF2-40B4-BE49-F238E27FC236}">
                <a16:creationId xmlns:a16="http://schemas.microsoft.com/office/drawing/2014/main" id="{C91F2A39-5E9F-DB45-8C99-DA578DF604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07FBD78-40B0-A443-B155-25A18DC37E4A}" type="slidenum">
              <a:rPr lang="en-US" altLang="en-US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14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707B904-AC87-4CAB-B266-FFB7AD7606DC}"/>
              </a:ext>
            </a:extLst>
          </p:cNvPr>
          <p:cNvSpPr txBox="1">
            <a:spLocks/>
          </p:cNvSpPr>
          <p:nvPr/>
        </p:nvSpPr>
        <p:spPr bwMode="auto">
          <a:xfrm>
            <a:off x="170042" y="3949851"/>
            <a:ext cx="8374380" cy="277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altLang="en-US" kern="0" dirty="0">
              <a:ea typeface="ＭＳ Ｐゴシック" panose="020B0600070205080204" pitchFamily="34" charset="-128"/>
            </a:endParaRPr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20F4D01E-1480-4A0C-87D3-E61FDBD1C000}"/>
              </a:ext>
            </a:extLst>
          </p:cNvPr>
          <p:cNvGrpSpPr/>
          <p:nvPr/>
        </p:nvGrpSpPr>
        <p:grpSpPr>
          <a:xfrm>
            <a:off x="152400" y="1808430"/>
            <a:ext cx="670406" cy="1854200"/>
            <a:chOff x="436562" y="1957451"/>
            <a:chExt cx="241300" cy="1854200"/>
          </a:xfrm>
        </p:grpSpPr>
        <p:sp>
          <p:nvSpPr>
            <p:cNvPr id="8" name="object 4">
              <a:extLst>
                <a:ext uri="{FF2B5EF4-FFF2-40B4-BE49-F238E27FC236}">
                  <a16:creationId xmlns:a16="http://schemas.microsoft.com/office/drawing/2014/main" id="{1F1EC2C8-59EE-42A5-B626-8C9E313D6328}"/>
                </a:ext>
              </a:extLst>
            </p:cNvPr>
            <p:cNvSpPr/>
            <p:nvPr/>
          </p:nvSpPr>
          <p:spPr>
            <a:xfrm>
              <a:off x="442912" y="1957450"/>
              <a:ext cx="228600" cy="466725"/>
            </a:xfrm>
            <a:custGeom>
              <a:avLst/>
              <a:gdLst/>
              <a:ahLst/>
              <a:cxnLst/>
              <a:rect l="l" t="t" r="r" b="b"/>
              <a:pathLst>
                <a:path w="228600" h="466725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0" y="466725"/>
                  </a:lnTo>
                  <a:lnTo>
                    <a:pt x="228600" y="466725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11A58E2C-C9DF-4B22-824B-BB0679EB4843}"/>
                </a:ext>
              </a:extLst>
            </p:cNvPr>
            <p:cNvSpPr/>
            <p:nvPr/>
          </p:nvSpPr>
          <p:spPr>
            <a:xfrm>
              <a:off x="442912" y="2186051"/>
              <a:ext cx="228600" cy="238125"/>
            </a:xfrm>
            <a:custGeom>
              <a:avLst/>
              <a:gdLst/>
              <a:ahLst/>
              <a:cxnLst/>
              <a:rect l="l" t="t" r="r" b="b"/>
              <a:pathLst>
                <a:path w="228600" h="238125">
                  <a:moveTo>
                    <a:pt x="0" y="238125"/>
                  </a:moveTo>
                  <a:lnTo>
                    <a:pt x="228600" y="238125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3812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6">
              <a:extLst>
                <a:ext uri="{FF2B5EF4-FFF2-40B4-BE49-F238E27FC236}">
                  <a16:creationId xmlns:a16="http://schemas.microsoft.com/office/drawing/2014/main" id="{3C25C026-FDF5-4291-86BC-E63652BEB612}"/>
                </a:ext>
              </a:extLst>
            </p:cNvPr>
            <p:cNvSpPr/>
            <p:nvPr/>
          </p:nvSpPr>
          <p:spPr>
            <a:xfrm>
              <a:off x="442912" y="24241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139D13FD-051D-418C-8DCE-50D0176BADAB}"/>
                </a:ext>
              </a:extLst>
            </p:cNvPr>
            <p:cNvSpPr/>
            <p:nvPr/>
          </p:nvSpPr>
          <p:spPr>
            <a:xfrm>
              <a:off x="442912" y="24241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8">
              <a:extLst>
                <a:ext uri="{FF2B5EF4-FFF2-40B4-BE49-F238E27FC236}">
                  <a16:creationId xmlns:a16="http://schemas.microsoft.com/office/drawing/2014/main" id="{B8271058-F52F-47C2-9658-6A971D9AAF89}"/>
                </a:ext>
              </a:extLst>
            </p:cNvPr>
            <p:cNvSpPr/>
            <p:nvPr/>
          </p:nvSpPr>
          <p:spPr>
            <a:xfrm>
              <a:off x="442912" y="26527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9">
              <a:extLst>
                <a:ext uri="{FF2B5EF4-FFF2-40B4-BE49-F238E27FC236}">
                  <a16:creationId xmlns:a16="http://schemas.microsoft.com/office/drawing/2014/main" id="{AF45C278-3912-4155-A69C-A9AC1FEBC637}"/>
                </a:ext>
              </a:extLst>
            </p:cNvPr>
            <p:cNvSpPr/>
            <p:nvPr/>
          </p:nvSpPr>
          <p:spPr>
            <a:xfrm>
              <a:off x="442912" y="26527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0">
              <a:extLst>
                <a:ext uri="{FF2B5EF4-FFF2-40B4-BE49-F238E27FC236}">
                  <a16:creationId xmlns:a16="http://schemas.microsoft.com/office/drawing/2014/main" id="{A6D5777C-21D6-4494-9AE3-69CB4F47FAE1}"/>
                </a:ext>
              </a:extLst>
            </p:cNvPr>
            <p:cNvSpPr/>
            <p:nvPr/>
          </p:nvSpPr>
          <p:spPr>
            <a:xfrm>
              <a:off x="442912" y="28813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120D2471-0C69-4900-92BC-4CF64A83842B}"/>
                </a:ext>
              </a:extLst>
            </p:cNvPr>
            <p:cNvSpPr/>
            <p:nvPr/>
          </p:nvSpPr>
          <p:spPr>
            <a:xfrm>
              <a:off x="442912" y="28813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2">
              <a:extLst>
                <a:ext uri="{FF2B5EF4-FFF2-40B4-BE49-F238E27FC236}">
                  <a16:creationId xmlns:a16="http://schemas.microsoft.com/office/drawing/2014/main" id="{0AFE3FD2-82FB-44BC-86B3-153B566EA5BD}"/>
                </a:ext>
              </a:extLst>
            </p:cNvPr>
            <p:cNvSpPr/>
            <p:nvPr/>
          </p:nvSpPr>
          <p:spPr>
            <a:xfrm>
              <a:off x="442912" y="3109976"/>
              <a:ext cx="228600" cy="238125"/>
            </a:xfrm>
            <a:custGeom>
              <a:avLst/>
              <a:gdLst/>
              <a:ahLst/>
              <a:cxnLst/>
              <a:rect l="l" t="t" r="r" b="b"/>
              <a:pathLst>
                <a:path w="228600" h="238125">
                  <a:moveTo>
                    <a:pt x="228600" y="0"/>
                  </a:moveTo>
                  <a:lnTo>
                    <a:pt x="0" y="0"/>
                  </a:lnTo>
                  <a:lnTo>
                    <a:pt x="0" y="238125"/>
                  </a:lnTo>
                  <a:lnTo>
                    <a:pt x="228600" y="238125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3">
              <a:extLst>
                <a:ext uri="{FF2B5EF4-FFF2-40B4-BE49-F238E27FC236}">
                  <a16:creationId xmlns:a16="http://schemas.microsoft.com/office/drawing/2014/main" id="{EBF24824-622F-4AFC-990F-90D8E56CDE00}"/>
                </a:ext>
              </a:extLst>
            </p:cNvPr>
            <p:cNvSpPr/>
            <p:nvPr/>
          </p:nvSpPr>
          <p:spPr>
            <a:xfrm>
              <a:off x="442912" y="3109976"/>
              <a:ext cx="228600" cy="238125"/>
            </a:xfrm>
            <a:custGeom>
              <a:avLst/>
              <a:gdLst/>
              <a:ahLst/>
              <a:cxnLst/>
              <a:rect l="l" t="t" r="r" b="b"/>
              <a:pathLst>
                <a:path w="228600" h="238125">
                  <a:moveTo>
                    <a:pt x="0" y="238125"/>
                  </a:moveTo>
                  <a:lnTo>
                    <a:pt x="228600" y="238125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3812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25CAD3EC-B1B6-4505-864B-BFF0719409FA}"/>
                </a:ext>
              </a:extLst>
            </p:cNvPr>
            <p:cNvSpPr/>
            <p:nvPr/>
          </p:nvSpPr>
          <p:spPr>
            <a:xfrm>
              <a:off x="442912" y="33481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84920B7A-C800-457B-B048-2DA271D6985B}"/>
                </a:ext>
              </a:extLst>
            </p:cNvPr>
            <p:cNvSpPr/>
            <p:nvPr/>
          </p:nvSpPr>
          <p:spPr>
            <a:xfrm>
              <a:off x="442912" y="33481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6">
              <a:extLst>
                <a:ext uri="{FF2B5EF4-FFF2-40B4-BE49-F238E27FC236}">
                  <a16:creationId xmlns:a16="http://schemas.microsoft.com/office/drawing/2014/main" id="{5CE42AD3-41AA-42D8-B1F1-D75CE912E79E}"/>
                </a:ext>
              </a:extLst>
            </p:cNvPr>
            <p:cNvSpPr/>
            <p:nvPr/>
          </p:nvSpPr>
          <p:spPr>
            <a:xfrm>
              <a:off x="442912" y="35767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7">
              <a:extLst>
                <a:ext uri="{FF2B5EF4-FFF2-40B4-BE49-F238E27FC236}">
                  <a16:creationId xmlns:a16="http://schemas.microsoft.com/office/drawing/2014/main" id="{3DA42B5E-66B8-4400-9E30-E6569029BA62}"/>
                </a:ext>
              </a:extLst>
            </p:cNvPr>
            <p:cNvSpPr/>
            <p:nvPr/>
          </p:nvSpPr>
          <p:spPr>
            <a:xfrm>
              <a:off x="442912" y="35767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18">
            <a:extLst>
              <a:ext uri="{FF2B5EF4-FFF2-40B4-BE49-F238E27FC236}">
                <a16:creationId xmlns:a16="http://schemas.microsoft.com/office/drawing/2014/main" id="{DD4B32F2-5C4A-4143-BFAA-F2C2C662ADA0}"/>
              </a:ext>
            </a:extLst>
          </p:cNvPr>
          <p:cNvSpPr txBox="1"/>
          <p:nvPr/>
        </p:nvSpPr>
        <p:spPr>
          <a:xfrm>
            <a:off x="-44147" y="1182733"/>
            <a:ext cx="1063498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1043940" algn="l"/>
              </a:tabLst>
            </a:pPr>
            <a:r>
              <a:rPr sz="1800" b="1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endParaRPr lang="en-US" altLang="zh-CN" sz="1800" spc="-2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1043940" algn="l"/>
              </a:tabLst>
            </a:pPr>
            <a:r>
              <a:rPr lang="en-US" altLang="zh-CN" spc="-25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(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</a:t>
            </a:r>
            <a:r>
              <a:rPr sz="1800" spc="3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spc="-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D)</a:t>
            </a:r>
            <a:endParaRPr sz="18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object 35">
            <a:extLst>
              <a:ext uri="{FF2B5EF4-FFF2-40B4-BE49-F238E27FC236}">
                <a16:creationId xmlns:a16="http://schemas.microsoft.com/office/drawing/2014/main" id="{DBCCBC54-DEEC-4ED6-8B20-A5841238AEBB}"/>
              </a:ext>
            </a:extLst>
          </p:cNvPr>
          <p:cNvSpPr/>
          <p:nvPr/>
        </p:nvSpPr>
        <p:spPr>
          <a:xfrm>
            <a:off x="2438400" y="1808430"/>
            <a:ext cx="228600" cy="466725"/>
          </a:xfrm>
          <a:custGeom>
            <a:avLst/>
            <a:gdLst/>
            <a:ahLst/>
            <a:cxnLst/>
            <a:rect l="l" t="t" r="r" b="b"/>
            <a:pathLst>
              <a:path w="228600" h="466725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0" y="466725"/>
                </a:lnTo>
                <a:lnTo>
                  <a:pt x="228600" y="466725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36">
            <a:extLst>
              <a:ext uri="{FF2B5EF4-FFF2-40B4-BE49-F238E27FC236}">
                <a16:creationId xmlns:a16="http://schemas.microsoft.com/office/drawing/2014/main" id="{D2D9E960-E473-46BD-B3C7-61B0E7B60914}"/>
              </a:ext>
            </a:extLst>
          </p:cNvPr>
          <p:cNvSpPr/>
          <p:nvPr/>
        </p:nvSpPr>
        <p:spPr>
          <a:xfrm>
            <a:off x="2438400" y="2037031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37">
            <a:extLst>
              <a:ext uri="{FF2B5EF4-FFF2-40B4-BE49-F238E27FC236}">
                <a16:creationId xmlns:a16="http://schemas.microsoft.com/office/drawing/2014/main" id="{378AC9F9-E61B-49FF-BA37-54FD3131A36E}"/>
              </a:ext>
            </a:extLst>
          </p:cNvPr>
          <p:cNvSpPr/>
          <p:nvPr/>
        </p:nvSpPr>
        <p:spPr>
          <a:xfrm>
            <a:off x="2438400" y="22751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38">
            <a:extLst>
              <a:ext uri="{FF2B5EF4-FFF2-40B4-BE49-F238E27FC236}">
                <a16:creationId xmlns:a16="http://schemas.microsoft.com/office/drawing/2014/main" id="{B949FE06-FDA7-460A-8555-FBBE6526B6C9}"/>
              </a:ext>
            </a:extLst>
          </p:cNvPr>
          <p:cNvSpPr/>
          <p:nvPr/>
        </p:nvSpPr>
        <p:spPr>
          <a:xfrm>
            <a:off x="2438400" y="22751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39">
            <a:extLst>
              <a:ext uri="{FF2B5EF4-FFF2-40B4-BE49-F238E27FC236}">
                <a16:creationId xmlns:a16="http://schemas.microsoft.com/office/drawing/2014/main" id="{C8190967-ED20-4E41-AD53-D09CBCBE6AEB}"/>
              </a:ext>
            </a:extLst>
          </p:cNvPr>
          <p:cNvSpPr/>
          <p:nvPr/>
        </p:nvSpPr>
        <p:spPr>
          <a:xfrm>
            <a:off x="2438400" y="25037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40">
            <a:extLst>
              <a:ext uri="{FF2B5EF4-FFF2-40B4-BE49-F238E27FC236}">
                <a16:creationId xmlns:a16="http://schemas.microsoft.com/office/drawing/2014/main" id="{B77C6168-E8C1-413B-8D88-D1962925D901}"/>
              </a:ext>
            </a:extLst>
          </p:cNvPr>
          <p:cNvSpPr/>
          <p:nvPr/>
        </p:nvSpPr>
        <p:spPr>
          <a:xfrm>
            <a:off x="2438400" y="25037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41">
            <a:extLst>
              <a:ext uri="{FF2B5EF4-FFF2-40B4-BE49-F238E27FC236}">
                <a16:creationId xmlns:a16="http://schemas.microsoft.com/office/drawing/2014/main" id="{4B77C7C0-FF0E-4A29-A1C7-C8E3D8CB1E64}"/>
              </a:ext>
            </a:extLst>
          </p:cNvPr>
          <p:cNvSpPr/>
          <p:nvPr/>
        </p:nvSpPr>
        <p:spPr>
          <a:xfrm>
            <a:off x="2438400" y="27323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42">
            <a:extLst>
              <a:ext uri="{FF2B5EF4-FFF2-40B4-BE49-F238E27FC236}">
                <a16:creationId xmlns:a16="http://schemas.microsoft.com/office/drawing/2014/main" id="{97B87644-6B68-4BD5-B414-D351F058A93B}"/>
              </a:ext>
            </a:extLst>
          </p:cNvPr>
          <p:cNvSpPr/>
          <p:nvPr/>
        </p:nvSpPr>
        <p:spPr>
          <a:xfrm>
            <a:off x="2438400" y="27323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43">
            <a:extLst>
              <a:ext uri="{FF2B5EF4-FFF2-40B4-BE49-F238E27FC236}">
                <a16:creationId xmlns:a16="http://schemas.microsoft.com/office/drawing/2014/main" id="{3FC9E69E-08B7-42D2-B54D-B94C6DD2F131}"/>
              </a:ext>
            </a:extLst>
          </p:cNvPr>
          <p:cNvSpPr/>
          <p:nvPr/>
        </p:nvSpPr>
        <p:spPr>
          <a:xfrm>
            <a:off x="2438400" y="2960956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44">
            <a:extLst>
              <a:ext uri="{FF2B5EF4-FFF2-40B4-BE49-F238E27FC236}">
                <a16:creationId xmlns:a16="http://schemas.microsoft.com/office/drawing/2014/main" id="{4DBA83E1-56DD-4653-B9E2-6424589630A2}"/>
              </a:ext>
            </a:extLst>
          </p:cNvPr>
          <p:cNvSpPr/>
          <p:nvPr/>
        </p:nvSpPr>
        <p:spPr>
          <a:xfrm>
            <a:off x="2438400" y="2960956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45">
            <a:extLst>
              <a:ext uri="{FF2B5EF4-FFF2-40B4-BE49-F238E27FC236}">
                <a16:creationId xmlns:a16="http://schemas.microsoft.com/office/drawing/2014/main" id="{42B9ABFB-BB1B-4EDC-81A8-5000A0B3EA1D}"/>
              </a:ext>
            </a:extLst>
          </p:cNvPr>
          <p:cNvSpPr/>
          <p:nvPr/>
        </p:nvSpPr>
        <p:spPr>
          <a:xfrm>
            <a:off x="2438400" y="31990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46">
            <a:extLst>
              <a:ext uri="{FF2B5EF4-FFF2-40B4-BE49-F238E27FC236}">
                <a16:creationId xmlns:a16="http://schemas.microsoft.com/office/drawing/2014/main" id="{CA7AD2E1-A499-4733-B1E1-D0DFD8255F27}"/>
              </a:ext>
            </a:extLst>
          </p:cNvPr>
          <p:cNvSpPr/>
          <p:nvPr/>
        </p:nvSpPr>
        <p:spPr>
          <a:xfrm>
            <a:off x="2438400" y="31990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47">
            <a:extLst>
              <a:ext uri="{FF2B5EF4-FFF2-40B4-BE49-F238E27FC236}">
                <a16:creationId xmlns:a16="http://schemas.microsoft.com/office/drawing/2014/main" id="{88F87A61-C52C-484E-8AC4-1827732B2BFC}"/>
              </a:ext>
            </a:extLst>
          </p:cNvPr>
          <p:cNvSpPr/>
          <p:nvPr/>
        </p:nvSpPr>
        <p:spPr>
          <a:xfrm>
            <a:off x="2438400" y="34276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48">
            <a:extLst>
              <a:ext uri="{FF2B5EF4-FFF2-40B4-BE49-F238E27FC236}">
                <a16:creationId xmlns:a16="http://schemas.microsoft.com/office/drawing/2014/main" id="{D32F0297-9399-4548-8E02-74ED3D03741D}"/>
              </a:ext>
            </a:extLst>
          </p:cNvPr>
          <p:cNvSpPr/>
          <p:nvPr/>
        </p:nvSpPr>
        <p:spPr>
          <a:xfrm>
            <a:off x="2438400" y="34276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49">
            <a:extLst>
              <a:ext uri="{FF2B5EF4-FFF2-40B4-BE49-F238E27FC236}">
                <a16:creationId xmlns:a16="http://schemas.microsoft.com/office/drawing/2014/main" id="{58552577-B88D-4890-B43D-14EB297C1B73}"/>
              </a:ext>
            </a:extLst>
          </p:cNvPr>
          <p:cNvSpPr/>
          <p:nvPr/>
        </p:nvSpPr>
        <p:spPr>
          <a:xfrm>
            <a:off x="2667000" y="18084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50">
            <a:extLst>
              <a:ext uri="{FF2B5EF4-FFF2-40B4-BE49-F238E27FC236}">
                <a16:creationId xmlns:a16="http://schemas.microsoft.com/office/drawing/2014/main" id="{928AF20A-7E70-4968-95C6-71378A760D29}"/>
              </a:ext>
            </a:extLst>
          </p:cNvPr>
          <p:cNvSpPr/>
          <p:nvPr/>
        </p:nvSpPr>
        <p:spPr>
          <a:xfrm>
            <a:off x="2667000" y="18084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51">
            <a:extLst>
              <a:ext uri="{FF2B5EF4-FFF2-40B4-BE49-F238E27FC236}">
                <a16:creationId xmlns:a16="http://schemas.microsoft.com/office/drawing/2014/main" id="{725B1172-AC15-4363-9B01-FF224796CAC6}"/>
              </a:ext>
            </a:extLst>
          </p:cNvPr>
          <p:cNvSpPr/>
          <p:nvPr/>
        </p:nvSpPr>
        <p:spPr>
          <a:xfrm>
            <a:off x="2667000" y="2037031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52">
            <a:extLst>
              <a:ext uri="{FF2B5EF4-FFF2-40B4-BE49-F238E27FC236}">
                <a16:creationId xmlns:a16="http://schemas.microsoft.com/office/drawing/2014/main" id="{BE5ED29D-7FEF-4261-B62A-014898DF97F4}"/>
              </a:ext>
            </a:extLst>
          </p:cNvPr>
          <p:cNvSpPr/>
          <p:nvPr/>
        </p:nvSpPr>
        <p:spPr>
          <a:xfrm>
            <a:off x="2667000" y="2037031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53">
            <a:extLst>
              <a:ext uri="{FF2B5EF4-FFF2-40B4-BE49-F238E27FC236}">
                <a16:creationId xmlns:a16="http://schemas.microsoft.com/office/drawing/2014/main" id="{E04AA12B-96F5-4EB6-81A7-F43D372CCCFE}"/>
              </a:ext>
            </a:extLst>
          </p:cNvPr>
          <p:cNvSpPr/>
          <p:nvPr/>
        </p:nvSpPr>
        <p:spPr>
          <a:xfrm>
            <a:off x="2667000" y="22751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54">
            <a:extLst>
              <a:ext uri="{FF2B5EF4-FFF2-40B4-BE49-F238E27FC236}">
                <a16:creationId xmlns:a16="http://schemas.microsoft.com/office/drawing/2014/main" id="{77501117-FA44-413F-9B6E-F22D8C8A26E0}"/>
              </a:ext>
            </a:extLst>
          </p:cNvPr>
          <p:cNvSpPr/>
          <p:nvPr/>
        </p:nvSpPr>
        <p:spPr>
          <a:xfrm>
            <a:off x="2667000" y="22751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55">
            <a:extLst>
              <a:ext uri="{FF2B5EF4-FFF2-40B4-BE49-F238E27FC236}">
                <a16:creationId xmlns:a16="http://schemas.microsoft.com/office/drawing/2014/main" id="{A52426DF-40AC-4240-B185-6397C5A15449}"/>
              </a:ext>
            </a:extLst>
          </p:cNvPr>
          <p:cNvSpPr/>
          <p:nvPr/>
        </p:nvSpPr>
        <p:spPr>
          <a:xfrm>
            <a:off x="2667000" y="25037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56">
            <a:extLst>
              <a:ext uri="{FF2B5EF4-FFF2-40B4-BE49-F238E27FC236}">
                <a16:creationId xmlns:a16="http://schemas.microsoft.com/office/drawing/2014/main" id="{181240CC-A01E-4971-9E26-878A19EF4C87}"/>
              </a:ext>
            </a:extLst>
          </p:cNvPr>
          <p:cNvSpPr/>
          <p:nvPr/>
        </p:nvSpPr>
        <p:spPr>
          <a:xfrm>
            <a:off x="2667000" y="25037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57">
            <a:extLst>
              <a:ext uri="{FF2B5EF4-FFF2-40B4-BE49-F238E27FC236}">
                <a16:creationId xmlns:a16="http://schemas.microsoft.com/office/drawing/2014/main" id="{D7137DD7-9661-4795-A17C-EFB6B113CF31}"/>
              </a:ext>
            </a:extLst>
          </p:cNvPr>
          <p:cNvSpPr/>
          <p:nvPr/>
        </p:nvSpPr>
        <p:spPr>
          <a:xfrm>
            <a:off x="2667000" y="27323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58">
            <a:extLst>
              <a:ext uri="{FF2B5EF4-FFF2-40B4-BE49-F238E27FC236}">
                <a16:creationId xmlns:a16="http://schemas.microsoft.com/office/drawing/2014/main" id="{E5A095F5-7E05-4927-AD7F-FBDBFDB0E8CD}"/>
              </a:ext>
            </a:extLst>
          </p:cNvPr>
          <p:cNvSpPr/>
          <p:nvPr/>
        </p:nvSpPr>
        <p:spPr>
          <a:xfrm>
            <a:off x="2667000" y="27323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59">
            <a:extLst>
              <a:ext uri="{FF2B5EF4-FFF2-40B4-BE49-F238E27FC236}">
                <a16:creationId xmlns:a16="http://schemas.microsoft.com/office/drawing/2014/main" id="{CD602AB2-6877-4BAB-A105-607293263FE8}"/>
              </a:ext>
            </a:extLst>
          </p:cNvPr>
          <p:cNvSpPr/>
          <p:nvPr/>
        </p:nvSpPr>
        <p:spPr>
          <a:xfrm>
            <a:off x="2667000" y="2960956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60">
            <a:extLst>
              <a:ext uri="{FF2B5EF4-FFF2-40B4-BE49-F238E27FC236}">
                <a16:creationId xmlns:a16="http://schemas.microsoft.com/office/drawing/2014/main" id="{3B18E60D-607B-46FB-A8D0-BB22DA4C0F5F}"/>
              </a:ext>
            </a:extLst>
          </p:cNvPr>
          <p:cNvSpPr/>
          <p:nvPr/>
        </p:nvSpPr>
        <p:spPr>
          <a:xfrm>
            <a:off x="2667000" y="2960956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61">
            <a:extLst>
              <a:ext uri="{FF2B5EF4-FFF2-40B4-BE49-F238E27FC236}">
                <a16:creationId xmlns:a16="http://schemas.microsoft.com/office/drawing/2014/main" id="{C14EC918-6D5C-44EF-AFAE-4D8B1708AA8B}"/>
              </a:ext>
            </a:extLst>
          </p:cNvPr>
          <p:cNvSpPr/>
          <p:nvPr/>
        </p:nvSpPr>
        <p:spPr>
          <a:xfrm>
            <a:off x="2667000" y="31990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62">
            <a:extLst>
              <a:ext uri="{FF2B5EF4-FFF2-40B4-BE49-F238E27FC236}">
                <a16:creationId xmlns:a16="http://schemas.microsoft.com/office/drawing/2014/main" id="{067F51C0-C491-484F-AF1D-B59C2D070480}"/>
              </a:ext>
            </a:extLst>
          </p:cNvPr>
          <p:cNvSpPr/>
          <p:nvPr/>
        </p:nvSpPr>
        <p:spPr>
          <a:xfrm>
            <a:off x="2667000" y="31990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63">
            <a:extLst>
              <a:ext uri="{FF2B5EF4-FFF2-40B4-BE49-F238E27FC236}">
                <a16:creationId xmlns:a16="http://schemas.microsoft.com/office/drawing/2014/main" id="{49609A7C-07A6-4E60-858F-DB224F3653B6}"/>
              </a:ext>
            </a:extLst>
          </p:cNvPr>
          <p:cNvSpPr/>
          <p:nvPr/>
        </p:nvSpPr>
        <p:spPr>
          <a:xfrm>
            <a:off x="2667000" y="34276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64">
            <a:extLst>
              <a:ext uri="{FF2B5EF4-FFF2-40B4-BE49-F238E27FC236}">
                <a16:creationId xmlns:a16="http://schemas.microsoft.com/office/drawing/2014/main" id="{DD00A795-E8D9-4333-8FBD-A05C04D996C0}"/>
              </a:ext>
            </a:extLst>
          </p:cNvPr>
          <p:cNvSpPr/>
          <p:nvPr/>
        </p:nvSpPr>
        <p:spPr>
          <a:xfrm>
            <a:off x="2667000" y="34276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65">
            <a:extLst>
              <a:ext uri="{FF2B5EF4-FFF2-40B4-BE49-F238E27FC236}">
                <a16:creationId xmlns:a16="http://schemas.microsoft.com/office/drawing/2014/main" id="{F324A308-48F6-44C3-AD6B-8EB26056744E}"/>
              </a:ext>
            </a:extLst>
          </p:cNvPr>
          <p:cNvSpPr/>
          <p:nvPr/>
        </p:nvSpPr>
        <p:spPr>
          <a:xfrm>
            <a:off x="2895600" y="18084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66">
            <a:extLst>
              <a:ext uri="{FF2B5EF4-FFF2-40B4-BE49-F238E27FC236}">
                <a16:creationId xmlns:a16="http://schemas.microsoft.com/office/drawing/2014/main" id="{460944C8-1BD6-47EE-BE39-B529A5CCB215}"/>
              </a:ext>
            </a:extLst>
          </p:cNvPr>
          <p:cNvSpPr/>
          <p:nvPr/>
        </p:nvSpPr>
        <p:spPr>
          <a:xfrm>
            <a:off x="2895600" y="18084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67">
            <a:extLst>
              <a:ext uri="{FF2B5EF4-FFF2-40B4-BE49-F238E27FC236}">
                <a16:creationId xmlns:a16="http://schemas.microsoft.com/office/drawing/2014/main" id="{2C5EB650-790D-4B2D-93EA-F95440CDFF11}"/>
              </a:ext>
            </a:extLst>
          </p:cNvPr>
          <p:cNvSpPr/>
          <p:nvPr/>
        </p:nvSpPr>
        <p:spPr>
          <a:xfrm>
            <a:off x="2895600" y="2037031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68">
            <a:extLst>
              <a:ext uri="{FF2B5EF4-FFF2-40B4-BE49-F238E27FC236}">
                <a16:creationId xmlns:a16="http://schemas.microsoft.com/office/drawing/2014/main" id="{6DAF318B-B7F9-4CB7-84B1-162E8665933D}"/>
              </a:ext>
            </a:extLst>
          </p:cNvPr>
          <p:cNvSpPr/>
          <p:nvPr/>
        </p:nvSpPr>
        <p:spPr>
          <a:xfrm>
            <a:off x="2895600" y="2037031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69">
            <a:extLst>
              <a:ext uri="{FF2B5EF4-FFF2-40B4-BE49-F238E27FC236}">
                <a16:creationId xmlns:a16="http://schemas.microsoft.com/office/drawing/2014/main" id="{5CC04E79-8442-43D2-99F1-35C42087752C}"/>
              </a:ext>
            </a:extLst>
          </p:cNvPr>
          <p:cNvSpPr/>
          <p:nvPr/>
        </p:nvSpPr>
        <p:spPr>
          <a:xfrm>
            <a:off x="2895600" y="22751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70">
            <a:extLst>
              <a:ext uri="{FF2B5EF4-FFF2-40B4-BE49-F238E27FC236}">
                <a16:creationId xmlns:a16="http://schemas.microsoft.com/office/drawing/2014/main" id="{DC1FB95E-E8E5-47E5-905C-29A3DF457179}"/>
              </a:ext>
            </a:extLst>
          </p:cNvPr>
          <p:cNvSpPr/>
          <p:nvPr/>
        </p:nvSpPr>
        <p:spPr>
          <a:xfrm>
            <a:off x="2895600" y="22751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71">
            <a:extLst>
              <a:ext uri="{FF2B5EF4-FFF2-40B4-BE49-F238E27FC236}">
                <a16:creationId xmlns:a16="http://schemas.microsoft.com/office/drawing/2014/main" id="{B7AB7F41-4703-41B0-BC1B-D3D8DE5D4D1B}"/>
              </a:ext>
            </a:extLst>
          </p:cNvPr>
          <p:cNvSpPr/>
          <p:nvPr/>
        </p:nvSpPr>
        <p:spPr>
          <a:xfrm>
            <a:off x="2895600" y="25037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72">
            <a:extLst>
              <a:ext uri="{FF2B5EF4-FFF2-40B4-BE49-F238E27FC236}">
                <a16:creationId xmlns:a16="http://schemas.microsoft.com/office/drawing/2014/main" id="{63E8EBC5-43FC-42E0-8872-C8AB2FE8C209}"/>
              </a:ext>
            </a:extLst>
          </p:cNvPr>
          <p:cNvSpPr/>
          <p:nvPr/>
        </p:nvSpPr>
        <p:spPr>
          <a:xfrm>
            <a:off x="2895600" y="25037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73">
            <a:extLst>
              <a:ext uri="{FF2B5EF4-FFF2-40B4-BE49-F238E27FC236}">
                <a16:creationId xmlns:a16="http://schemas.microsoft.com/office/drawing/2014/main" id="{029707EF-2B29-4C98-90FC-1D5DA0D1D8D2}"/>
              </a:ext>
            </a:extLst>
          </p:cNvPr>
          <p:cNvSpPr/>
          <p:nvPr/>
        </p:nvSpPr>
        <p:spPr>
          <a:xfrm>
            <a:off x="2895600" y="27323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74">
            <a:extLst>
              <a:ext uri="{FF2B5EF4-FFF2-40B4-BE49-F238E27FC236}">
                <a16:creationId xmlns:a16="http://schemas.microsoft.com/office/drawing/2014/main" id="{0053E352-51C5-4079-9D43-DD51A07DF3BA}"/>
              </a:ext>
            </a:extLst>
          </p:cNvPr>
          <p:cNvSpPr/>
          <p:nvPr/>
        </p:nvSpPr>
        <p:spPr>
          <a:xfrm>
            <a:off x="2895600" y="27323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75">
            <a:extLst>
              <a:ext uri="{FF2B5EF4-FFF2-40B4-BE49-F238E27FC236}">
                <a16:creationId xmlns:a16="http://schemas.microsoft.com/office/drawing/2014/main" id="{A45A52E2-BE84-4E3E-A848-D04844044DB3}"/>
              </a:ext>
            </a:extLst>
          </p:cNvPr>
          <p:cNvSpPr/>
          <p:nvPr/>
        </p:nvSpPr>
        <p:spPr>
          <a:xfrm>
            <a:off x="2895600" y="2960956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76">
            <a:extLst>
              <a:ext uri="{FF2B5EF4-FFF2-40B4-BE49-F238E27FC236}">
                <a16:creationId xmlns:a16="http://schemas.microsoft.com/office/drawing/2014/main" id="{E2E94EB4-23F9-4BB3-B6E0-A60BD75558A3}"/>
              </a:ext>
            </a:extLst>
          </p:cNvPr>
          <p:cNvSpPr/>
          <p:nvPr/>
        </p:nvSpPr>
        <p:spPr>
          <a:xfrm>
            <a:off x="2895600" y="2960956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77">
            <a:extLst>
              <a:ext uri="{FF2B5EF4-FFF2-40B4-BE49-F238E27FC236}">
                <a16:creationId xmlns:a16="http://schemas.microsoft.com/office/drawing/2014/main" id="{995C352D-1855-4299-8AD9-47993B87A29B}"/>
              </a:ext>
            </a:extLst>
          </p:cNvPr>
          <p:cNvSpPr/>
          <p:nvPr/>
        </p:nvSpPr>
        <p:spPr>
          <a:xfrm>
            <a:off x="2895600" y="31990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78">
            <a:extLst>
              <a:ext uri="{FF2B5EF4-FFF2-40B4-BE49-F238E27FC236}">
                <a16:creationId xmlns:a16="http://schemas.microsoft.com/office/drawing/2014/main" id="{D9F5270E-1C31-44C3-95C4-49E9B1D3BCEE}"/>
              </a:ext>
            </a:extLst>
          </p:cNvPr>
          <p:cNvSpPr/>
          <p:nvPr/>
        </p:nvSpPr>
        <p:spPr>
          <a:xfrm>
            <a:off x="2895600" y="31990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79">
            <a:extLst>
              <a:ext uri="{FF2B5EF4-FFF2-40B4-BE49-F238E27FC236}">
                <a16:creationId xmlns:a16="http://schemas.microsoft.com/office/drawing/2014/main" id="{7F66809A-CD33-4BF7-ACAD-49021513E13F}"/>
              </a:ext>
            </a:extLst>
          </p:cNvPr>
          <p:cNvSpPr/>
          <p:nvPr/>
        </p:nvSpPr>
        <p:spPr>
          <a:xfrm>
            <a:off x="2895600" y="34276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80">
            <a:extLst>
              <a:ext uri="{FF2B5EF4-FFF2-40B4-BE49-F238E27FC236}">
                <a16:creationId xmlns:a16="http://schemas.microsoft.com/office/drawing/2014/main" id="{DA9AD8F3-2297-4470-9CEA-73FD1D5A2160}"/>
              </a:ext>
            </a:extLst>
          </p:cNvPr>
          <p:cNvSpPr/>
          <p:nvPr/>
        </p:nvSpPr>
        <p:spPr>
          <a:xfrm>
            <a:off x="2895600" y="34276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81">
            <a:extLst>
              <a:ext uri="{FF2B5EF4-FFF2-40B4-BE49-F238E27FC236}">
                <a16:creationId xmlns:a16="http://schemas.microsoft.com/office/drawing/2014/main" id="{B9CBF1A7-AD44-4508-90D7-79EA18EB0E73}"/>
              </a:ext>
            </a:extLst>
          </p:cNvPr>
          <p:cNvSpPr/>
          <p:nvPr/>
        </p:nvSpPr>
        <p:spPr>
          <a:xfrm>
            <a:off x="3124200" y="1808431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82">
            <a:extLst>
              <a:ext uri="{FF2B5EF4-FFF2-40B4-BE49-F238E27FC236}">
                <a16:creationId xmlns:a16="http://schemas.microsoft.com/office/drawing/2014/main" id="{1F772E51-B0F4-4435-B994-B20A3FCEA2CA}"/>
              </a:ext>
            </a:extLst>
          </p:cNvPr>
          <p:cNvSpPr/>
          <p:nvPr/>
        </p:nvSpPr>
        <p:spPr>
          <a:xfrm>
            <a:off x="3124200" y="1808431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83">
            <a:extLst>
              <a:ext uri="{FF2B5EF4-FFF2-40B4-BE49-F238E27FC236}">
                <a16:creationId xmlns:a16="http://schemas.microsoft.com/office/drawing/2014/main" id="{24C9C642-5947-40F6-8D23-4C6C2A89762C}"/>
              </a:ext>
            </a:extLst>
          </p:cNvPr>
          <p:cNvSpPr/>
          <p:nvPr/>
        </p:nvSpPr>
        <p:spPr>
          <a:xfrm>
            <a:off x="3124200" y="2037031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38125" y="0"/>
                </a:moveTo>
                <a:lnTo>
                  <a:pt x="0" y="0"/>
                </a:lnTo>
                <a:lnTo>
                  <a:pt x="0" y="238125"/>
                </a:lnTo>
                <a:lnTo>
                  <a:pt x="238125" y="238125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84">
            <a:extLst>
              <a:ext uri="{FF2B5EF4-FFF2-40B4-BE49-F238E27FC236}">
                <a16:creationId xmlns:a16="http://schemas.microsoft.com/office/drawing/2014/main" id="{55C657C1-9522-432C-9154-7487BCB7946F}"/>
              </a:ext>
            </a:extLst>
          </p:cNvPr>
          <p:cNvSpPr/>
          <p:nvPr/>
        </p:nvSpPr>
        <p:spPr>
          <a:xfrm>
            <a:off x="3124200" y="2037031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0" y="238125"/>
                </a:moveTo>
                <a:lnTo>
                  <a:pt x="238125" y="238125"/>
                </a:lnTo>
                <a:lnTo>
                  <a:pt x="238125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85">
            <a:extLst>
              <a:ext uri="{FF2B5EF4-FFF2-40B4-BE49-F238E27FC236}">
                <a16:creationId xmlns:a16="http://schemas.microsoft.com/office/drawing/2014/main" id="{ED517EED-DAEB-4F5B-92E7-F9C0E6CB5C2F}"/>
              </a:ext>
            </a:extLst>
          </p:cNvPr>
          <p:cNvSpPr/>
          <p:nvPr/>
        </p:nvSpPr>
        <p:spPr>
          <a:xfrm>
            <a:off x="3124200" y="2275156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86">
            <a:extLst>
              <a:ext uri="{FF2B5EF4-FFF2-40B4-BE49-F238E27FC236}">
                <a16:creationId xmlns:a16="http://schemas.microsoft.com/office/drawing/2014/main" id="{AEF0935C-64D5-45AE-8633-8E18052B3E4E}"/>
              </a:ext>
            </a:extLst>
          </p:cNvPr>
          <p:cNvSpPr/>
          <p:nvPr/>
        </p:nvSpPr>
        <p:spPr>
          <a:xfrm>
            <a:off x="3124200" y="2275156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87">
            <a:extLst>
              <a:ext uri="{FF2B5EF4-FFF2-40B4-BE49-F238E27FC236}">
                <a16:creationId xmlns:a16="http://schemas.microsoft.com/office/drawing/2014/main" id="{54529851-3A54-4E6D-A8A9-E87C59C91DC7}"/>
              </a:ext>
            </a:extLst>
          </p:cNvPr>
          <p:cNvSpPr/>
          <p:nvPr/>
        </p:nvSpPr>
        <p:spPr>
          <a:xfrm>
            <a:off x="3124200" y="2503756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88">
            <a:extLst>
              <a:ext uri="{FF2B5EF4-FFF2-40B4-BE49-F238E27FC236}">
                <a16:creationId xmlns:a16="http://schemas.microsoft.com/office/drawing/2014/main" id="{6BEEF34C-84C6-4A60-AEF0-28D73FD6093B}"/>
              </a:ext>
            </a:extLst>
          </p:cNvPr>
          <p:cNvSpPr/>
          <p:nvPr/>
        </p:nvSpPr>
        <p:spPr>
          <a:xfrm>
            <a:off x="3124200" y="2503756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89">
            <a:extLst>
              <a:ext uri="{FF2B5EF4-FFF2-40B4-BE49-F238E27FC236}">
                <a16:creationId xmlns:a16="http://schemas.microsoft.com/office/drawing/2014/main" id="{FBE09EE0-FAF4-47D5-8F2C-52690EAF2195}"/>
              </a:ext>
            </a:extLst>
          </p:cNvPr>
          <p:cNvSpPr/>
          <p:nvPr/>
        </p:nvSpPr>
        <p:spPr>
          <a:xfrm>
            <a:off x="3124200" y="2732356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90">
            <a:extLst>
              <a:ext uri="{FF2B5EF4-FFF2-40B4-BE49-F238E27FC236}">
                <a16:creationId xmlns:a16="http://schemas.microsoft.com/office/drawing/2014/main" id="{215BA462-A1A0-4BDC-828B-28EAF2CB26FE}"/>
              </a:ext>
            </a:extLst>
          </p:cNvPr>
          <p:cNvSpPr/>
          <p:nvPr/>
        </p:nvSpPr>
        <p:spPr>
          <a:xfrm>
            <a:off x="3124200" y="2732356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91">
            <a:extLst>
              <a:ext uri="{FF2B5EF4-FFF2-40B4-BE49-F238E27FC236}">
                <a16:creationId xmlns:a16="http://schemas.microsoft.com/office/drawing/2014/main" id="{E6FC31DA-3C57-4E94-891C-9825B61C13D1}"/>
              </a:ext>
            </a:extLst>
          </p:cNvPr>
          <p:cNvSpPr/>
          <p:nvPr/>
        </p:nvSpPr>
        <p:spPr>
          <a:xfrm>
            <a:off x="3124200" y="2960956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38125" y="0"/>
                </a:moveTo>
                <a:lnTo>
                  <a:pt x="0" y="0"/>
                </a:lnTo>
                <a:lnTo>
                  <a:pt x="0" y="238125"/>
                </a:lnTo>
                <a:lnTo>
                  <a:pt x="238125" y="238125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92">
            <a:extLst>
              <a:ext uri="{FF2B5EF4-FFF2-40B4-BE49-F238E27FC236}">
                <a16:creationId xmlns:a16="http://schemas.microsoft.com/office/drawing/2014/main" id="{E73A2FA1-7E17-4652-92C1-30932AF2F107}"/>
              </a:ext>
            </a:extLst>
          </p:cNvPr>
          <p:cNvSpPr/>
          <p:nvPr/>
        </p:nvSpPr>
        <p:spPr>
          <a:xfrm>
            <a:off x="3124200" y="2960956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0" y="238125"/>
                </a:moveTo>
                <a:lnTo>
                  <a:pt x="238125" y="238125"/>
                </a:lnTo>
                <a:lnTo>
                  <a:pt x="238125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93">
            <a:extLst>
              <a:ext uri="{FF2B5EF4-FFF2-40B4-BE49-F238E27FC236}">
                <a16:creationId xmlns:a16="http://schemas.microsoft.com/office/drawing/2014/main" id="{266F2E72-5139-4B7F-AA7F-1E8D7FE21D92}"/>
              </a:ext>
            </a:extLst>
          </p:cNvPr>
          <p:cNvSpPr/>
          <p:nvPr/>
        </p:nvSpPr>
        <p:spPr>
          <a:xfrm>
            <a:off x="3124200" y="3199081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94">
            <a:extLst>
              <a:ext uri="{FF2B5EF4-FFF2-40B4-BE49-F238E27FC236}">
                <a16:creationId xmlns:a16="http://schemas.microsoft.com/office/drawing/2014/main" id="{B8DB92F4-B368-4F7C-BCBF-6EBA968F8A86}"/>
              </a:ext>
            </a:extLst>
          </p:cNvPr>
          <p:cNvSpPr/>
          <p:nvPr/>
        </p:nvSpPr>
        <p:spPr>
          <a:xfrm>
            <a:off x="3124200" y="3199081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95">
            <a:extLst>
              <a:ext uri="{FF2B5EF4-FFF2-40B4-BE49-F238E27FC236}">
                <a16:creationId xmlns:a16="http://schemas.microsoft.com/office/drawing/2014/main" id="{DB6F819B-56BE-41A5-A3AC-A0E03F266ED9}"/>
              </a:ext>
            </a:extLst>
          </p:cNvPr>
          <p:cNvSpPr/>
          <p:nvPr/>
        </p:nvSpPr>
        <p:spPr>
          <a:xfrm>
            <a:off x="3124200" y="3427681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96">
            <a:extLst>
              <a:ext uri="{FF2B5EF4-FFF2-40B4-BE49-F238E27FC236}">
                <a16:creationId xmlns:a16="http://schemas.microsoft.com/office/drawing/2014/main" id="{ECC92197-9B5B-4EDB-ABA9-54E2B7F95917}"/>
              </a:ext>
            </a:extLst>
          </p:cNvPr>
          <p:cNvSpPr/>
          <p:nvPr/>
        </p:nvSpPr>
        <p:spPr>
          <a:xfrm>
            <a:off x="3124200" y="3427681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97">
            <a:extLst>
              <a:ext uri="{FF2B5EF4-FFF2-40B4-BE49-F238E27FC236}">
                <a16:creationId xmlns:a16="http://schemas.microsoft.com/office/drawing/2014/main" id="{CE4D4EF9-341A-46A5-AF0B-500982FC28E1}"/>
              </a:ext>
            </a:extLst>
          </p:cNvPr>
          <p:cNvSpPr/>
          <p:nvPr/>
        </p:nvSpPr>
        <p:spPr>
          <a:xfrm>
            <a:off x="3362325" y="18084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98">
            <a:extLst>
              <a:ext uri="{FF2B5EF4-FFF2-40B4-BE49-F238E27FC236}">
                <a16:creationId xmlns:a16="http://schemas.microsoft.com/office/drawing/2014/main" id="{D36DA964-82D6-4C7A-A571-8E3C43857DCB}"/>
              </a:ext>
            </a:extLst>
          </p:cNvPr>
          <p:cNvSpPr/>
          <p:nvPr/>
        </p:nvSpPr>
        <p:spPr>
          <a:xfrm>
            <a:off x="3362325" y="18084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99">
            <a:extLst>
              <a:ext uri="{FF2B5EF4-FFF2-40B4-BE49-F238E27FC236}">
                <a16:creationId xmlns:a16="http://schemas.microsoft.com/office/drawing/2014/main" id="{193AA72A-51F6-41F0-A495-44EB5FE10B93}"/>
              </a:ext>
            </a:extLst>
          </p:cNvPr>
          <p:cNvSpPr/>
          <p:nvPr/>
        </p:nvSpPr>
        <p:spPr>
          <a:xfrm>
            <a:off x="3362325" y="2037031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100">
            <a:extLst>
              <a:ext uri="{FF2B5EF4-FFF2-40B4-BE49-F238E27FC236}">
                <a16:creationId xmlns:a16="http://schemas.microsoft.com/office/drawing/2014/main" id="{2211BEE4-A16C-4C99-AE28-5F62ACC6A296}"/>
              </a:ext>
            </a:extLst>
          </p:cNvPr>
          <p:cNvSpPr/>
          <p:nvPr/>
        </p:nvSpPr>
        <p:spPr>
          <a:xfrm>
            <a:off x="3362325" y="2037031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101">
            <a:extLst>
              <a:ext uri="{FF2B5EF4-FFF2-40B4-BE49-F238E27FC236}">
                <a16:creationId xmlns:a16="http://schemas.microsoft.com/office/drawing/2014/main" id="{BF50E66D-080A-4EDB-99ED-8F9981793853}"/>
              </a:ext>
            </a:extLst>
          </p:cNvPr>
          <p:cNvSpPr/>
          <p:nvPr/>
        </p:nvSpPr>
        <p:spPr>
          <a:xfrm>
            <a:off x="3362325" y="22751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102">
            <a:extLst>
              <a:ext uri="{FF2B5EF4-FFF2-40B4-BE49-F238E27FC236}">
                <a16:creationId xmlns:a16="http://schemas.microsoft.com/office/drawing/2014/main" id="{54909346-D617-42B5-8572-EDF4A2E7D871}"/>
              </a:ext>
            </a:extLst>
          </p:cNvPr>
          <p:cNvSpPr/>
          <p:nvPr/>
        </p:nvSpPr>
        <p:spPr>
          <a:xfrm>
            <a:off x="3362325" y="22751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103">
            <a:extLst>
              <a:ext uri="{FF2B5EF4-FFF2-40B4-BE49-F238E27FC236}">
                <a16:creationId xmlns:a16="http://schemas.microsoft.com/office/drawing/2014/main" id="{62088198-DA9F-476B-8910-F65A2E137313}"/>
              </a:ext>
            </a:extLst>
          </p:cNvPr>
          <p:cNvSpPr/>
          <p:nvPr/>
        </p:nvSpPr>
        <p:spPr>
          <a:xfrm>
            <a:off x="3362325" y="25037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104">
            <a:extLst>
              <a:ext uri="{FF2B5EF4-FFF2-40B4-BE49-F238E27FC236}">
                <a16:creationId xmlns:a16="http://schemas.microsoft.com/office/drawing/2014/main" id="{BF840157-0E6B-4D6D-BBEA-92922053F398}"/>
              </a:ext>
            </a:extLst>
          </p:cNvPr>
          <p:cNvSpPr/>
          <p:nvPr/>
        </p:nvSpPr>
        <p:spPr>
          <a:xfrm>
            <a:off x="3362325" y="25037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105">
            <a:extLst>
              <a:ext uri="{FF2B5EF4-FFF2-40B4-BE49-F238E27FC236}">
                <a16:creationId xmlns:a16="http://schemas.microsoft.com/office/drawing/2014/main" id="{9B946AFD-902B-4209-B7BF-5129BBBEE154}"/>
              </a:ext>
            </a:extLst>
          </p:cNvPr>
          <p:cNvSpPr/>
          <p:nvPr/>
        </p:nvSpPr>
        <p:spPr>
          <a:xfrm>
            <a:off x="3362325" y="27323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106">
            <a:extLst>
              <a:ext uri="{FF2B5EF4-FFF2-40B4-BE49-F238E27FC236}">
                <a16:creationId xmlns:a16="http://schemas.microsoft.com/office/drawing/2014/main" id="{38356084-2E8D-43EA-9B82-7FD279247216}"/>
              </a:ext>
            </a:extLst>
          </p:cNvPr>
          <p:cNvSpPr/>
          <p:nvPr/>
        </p:nvSpPr>
        <p:spPr>
          <a:xfrm>
            <a:off x="3362325" y="27323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107">
            <a:extLst>
              <a:ext uri="{FF2B5EF4-FFF2-40B4-BE49-F238E27FC236}">
                <a16:creationId xmlns:a16="http://schemas.microsoft.com/office/drawing/2014/main" id="{81CA6EC4-C4E2-410C-B372-D816F99E022D}"/>
              </a:ext>
            </a:extLst>
          </p:cNvPr>
          <p:cNvSpPr/>
          <p:nvPr/>
        </p:nvSpPr>
        <p:spPr>
          <a:xfrm>
            <a:off x="3362325" y="2960956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108">
            <a:extLst>
              <a:ext uri="{FF2B5EF4-FFF2-40B4-BE49-F238E27FC236}">
                <a16:creationId xmlns:a16="http://schemas.microsoft.com/office/drawing/2014/main" id="{A8FB500F-FA44-4499-9EE7-27B0E9D66794}"/>
              </a:ext>
            </a:extLst>
          </p:cNvPr>
          <p:cNvSpPr/>
          <p:nvPr/>
        </p:nvSpPr>
        <p:spPr>
          <a:xfrm>
            <a:off x="3362325" y="2960956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109">
            <a:extLst>
              <a:ext uri="{FF2B5EF4-FFF2-40B4-BE49-F238E27FC236}">
                <a16:creationId xmlns:a16="http://schemas.microsoft.com/office/drawing/2014/main" id="{CEEE3BA7-A97F-4E61-B775-1F6DAA8EF96D}"/>
              </a:ext>
            </a:extLst>
          </p:cNvPr>
          <p:cNvSpPr/>
          <p:nvPr/>
        </p:nvSpPr>
        <p:spPr>
          <a:xfrm>
            <a:off x="3362325" y="31990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10">
            <a:extLst>
              <a:ext uri="{FF2B5EF4-FFF2-40B4-BE49-F238E27FC236}">
                <a16:creationId xmlns:a16="http://schemas.microsoft.com/office/drawing/2014/main" id="{91B3AE14-CD70-4451-BD41-7E4033B4B5BC}"/>
              </a:ext>
            </a:extLst>
          </p:cNvPr>
          <p:cNvSpPr/>
          <p:nvPr/>
        </p:nvSpPr>
        <p:spPr>
          <a:xfrm>
            <a:off x="3362325" y="31990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11">
            <a:extLst>
              <a:ext uri="{FF2B5EF4-FFF2-40B4-BE49-F238E27FC236}">
                <a16:creationId xmlns:a16="http://schemas.microsoft.com/office/drawing/2014/main" id="{F5038A9C-E762-45B4-87CC-31AB8F763F6A}"/>
              </a:ext>
            </a:extLst>
          </p:cNvPr>
          <p:cNvSpPr/>
          <p:nvPr/>
        </p:nvSpPr>
        <p:spPr>
          <a:xfrm>
            <a:off x="3362325" y="34276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12">
            <a:extLst>
              <a:ext uri="{FF2B5EF4-FFF2-40B4-BE49-F238E27FC236}">
                <a16:creationId xmlns:a16="http://schemas.microsoft.com/office/drawing/2014/main" id="{584FF3F2-06DE-4CAC-9F75-CBA176F86FFD}"/>
              </a:ext>
            </a:extLst>
          </p:cNvPr>
          <p:cNvSpPr/>
          <p:nvPr/>
        </p:nvSpPr>
        <p:spPr>
          <a:xfrm>
            <a:off x="3362325" y="34276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13">
            <a:extLst>
              <a:ext uri="{FF2B5EF4-FFF2-40B4-BE49-F238E27FC236}">
                <a16:creationId xmlns:a16="http://schemas.microsoft.com/office/drawing/2014/main" id="{96BD4023-2684-490B-927A-075BCFCF93C2}"/>
              </a:ext>
            </a:extLst>
          </p:cNvPr>
          <p:cNvSpPr/>
          <p:nvPr/>
        </p:nvSpPr>
        <p:spPr>
          <a:xfrm>
            <a:off x="3590925" y="18084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14">
            <a:extLst>
              <a:ext uri="{FF2B5EF4-FFF2-40B4-BE49-F238E27FC236}">
                <a16:creationId xmlns:a16="http://schemas.microsoft.com/office/drawing/2014/main" id="{46BA4C7C-07AE-4D8F-8E8F-EB6A1B73A5EE}"/>
              </a:ext>
            </a:extLst>
          </p:cNvPr>
          <p:cNvSpPr/>
          <p:nvPr/>
        </p:nvSpPr>
        <p:spPr>
          <a:xfrm>
            <a:off x="3590925" y="18084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15">
            <a:extLst>
              <a:ext uri="{FF2B5EF4-FFF2-40B4-BE49-F238E27FC236}">
                <a16:creationId xmlns:a16="http://schemas.microsoft.com/office/drawing/2014/main" id="{91ACF05E-133B-4CDB-884D-83C8E108D051}"/>
              </a:ext>
            </a:extLst>
          </p:cNvPr>
          <p:cNvSpPr/>
          <p:nvPr/>
        </p:nvSpPr>
        <p:spPr>
          <a:xfrm>
            <a:off x="3590925" y="2037031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16">
            <a:extLst>
              <a:ext uri="{FF2B5EF4-FFF2-40B4-BE49-F238E27FC236}">
                <a16:creationId xmlns:a16="http://schemas.microsoft.com/office/drawing/2014/main" id="{4B42E276-3E97-4B8F-98D7-A85EA11DB24E}"/>
              </a:ext>
            </a:extLst>
          </p:cNvPr>
          <p:cNvSpPr/>
          <p:nvPr/>
        </p:nvSpPr>
        <p:spPr>
          <a:xfrm>
            <a:off x="3590925" y="2037031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17">
            <a:extLst>
              <a:ext uri="{FF2B5EF4-FFF2-40B4-BE49-F238E27FC236}">
                <a16:creationId xmlns:a16="http://schemas.microsoft.com/office/drawing/2014/main" id="{3685C78C-66C6-4509-8B36-82541801C13F}"/>
              </a:ext>
            </a:extLst>
          </p:cNvPr>
          <p:cNvSpPr/>
          <p:nvPr/>
        </p:nvSpPr>
        <p:spPr>
          <a:xfrm>
            <a:off x="3590925" y="22751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18">
            <a:extLst>
              <a:ext uri="{FF2B5EF4-FFF2-40B4-BE49-F238E27FC236}">
                <a16:creationId xmlns:a16="http://schemas.microsoft.com/office/drawing/2014/main" id="{9D3E9E2A-0041-4F46-B4BD-EB9B99A4F535}"/>
              </a:ext>
            </a:extLst>
          </p:cNvPr>
          <p:cNvSpPr/>
          <p:nvPr/>
        </p:nvSpPr>
        <p:spPr>
          <a:xfrm>
            <a:off x="3590925" y="22751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19">
            <a:extLst>
              <a:ext uri="{FF2B5EF4-FFF2-40B4-BE49-F238E27FC236}">
                <a16:creationId xmlns:a16="http://schemas.microsoft.com/office/drawing/2014/main" id="{D2C89844-F015-4FA7-A5E8-D35A60D34CF8}"/>
              </a:ext>
            </a:extLst>
          </p:cNvPr>
          <p:cNvSpPr/>
          <p:nvPr/>
        </p:nvSpPr>
        <p:spPr>
          <a:xfrm>
            <a:off x="3590925" y="25037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20">
            <a:extLst>
              <a:ext uri="{FF2B5EF4-FFF2-40B4-BE49-F238E27FC236}">
                <a16:creationId xmlns:a16="http://schemas.microsoft.com/office/drawing/2014/main" id="{C7CC1798-C83B-4B6A-85C4-51E29F2DFCB0}"/>
              </a:ext>
            </a:extLst>
          </p:cNvPr>
          <p:cNvSpPr/>
          <p:nvPr/>
        </p:nvSpPr>
        <p:spPr>
          <a:xfrm>
            <a:off x="3590925" y="25037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21">
            <a:extLst>
              <a:ext uri="{FF2B5EF4-FFF2-40B4-BE49-F238E27FC236}">
                <a16:creationId xmlns:a16="http://schemas.microsoft.com/office/drawing/2014/main" id="{CEC34B7E-21A7-49EF-9BFA-A7A81D417231}"/>
              </a:ext>
            </a:extLst>
          </p:cNvPr>
          <p:cNvSpPr/>
          <p:nvPr/>
        </p:nvSpPr>
        <p:spPr>
          <a:xfrm>
            <a:off x="3590925" y="27323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22">
            <a:extLst>
              <a:ext uri="{FF2B5EF4-FFF2-40B4-BE49-F238E27FC236}">
                <a16:creationId xmlns:a16="http://schemas.microsoft.com/office/drawing/2014/main" id="{2743482B-524D-4115-BF65-2D59CB2EC172}"/>
              </a:ext>
            </a:extLst>
          </p:cNvPr>
          <p:cNvSpPr/>
          <p:nvPr/>
        </p:nvSpPr>
        <p:spPr>
          <a:xfrm>
            <a:off x="3590925" y="27323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23">
            <a:extLst>
              <a:ext uri="{FF2B5EF4-FFF2-40B4-BE49-F238E27FC236}">
                <a16:creationId xmlns:a16="http://schemas.microsoft.com/office/drawing/2014/main" id="{8C16C6E4-B77A-4549-8316-FDF552CD6401}"/>
              </a:ext>
            </a:extLst>
          </p:cNvPr>
          <p:cNvSpPr/>
          <p:nvPr/>
        </p:nvSpPr>
        <p:spPr>
          <a:xfrm>
            <a:off x="3590925" y="2960956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24">
            <a:extLst>
              <a:ext uri="{FF2B5EF4-FFF2-40B4-BE49-F238E27FC236}">
                <a16:creationId xmlns:a16="http://schemas.microsoft.com/office/drawing/2014/main" id="{70DF9D26-9562-4D54-97A7-AFB14F8B49B0}"/>
              </a:ext>
            </a:extLst>
          </p:cNvPr>
          <p:cNvSpPr/>
          <p:nvPr/>
        </p:nvSpPr>
        <p:spPr>
          <a:xfrm>
            <a:off x="3590925" y="2960956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25">
            <a:extLst>
              <a:ext uri="{FF2B5EF4-FFF2-40B4-BE49-F238E27FC236}">
                <a16:creationId xmlns:a16="http://schemas.microsoft.com/office/drawing/2014/main" id="{67EA865B-EA3B-4A03-B014-C363CFE32D07}"/>
              </a:ext>
            </a:extLst>
          </p:cNvPr>
          <p:cNvSpPr/>
          <p:nvPr/>
        </p:nvSpPr>
        <p:spPr>
          <a:xfrm>
            <a:off x="3590925" y="31990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26">
            <a:extLst>
              <a:ext uri="{FF2B5EF4-FFF2-40B4-BE49-F238E27FC236}">
                <a16:creationId xmlns:a16="http://schemas.microsoft.com/office/drawing/2014/main" id="{D1D097F6-3169-48EC-8B4E-37DB2DDB655C}"/>
              </a:ext>
            </a:extLst>
          </p:cNvPr>
          <p:cNvSpPr/>
          <p:nvPr/>
        </p:nvSpPr>
        <p:spPr>
          <a:xfrm>
            <a:off x="3590925" y="31990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27">
            <a:extLst>
              <a:ext uri="{FF2B5EF4-FFF2-40B4-BE49-F238E27FC236}">
                <a16:creationId xmlns:a16="http://schemas.microsoft.com/office/drawing/2014/main" id="{DEC50888-2BFB-4A17-A7A1-DD49B7EF6460}"/>
              </a:ext>
            </a:extLst>
          </p:cNvPr>
          <p:cNvSpPr/>
          <p:nvPr/>
        </p:nvSpPr>
        <p:spPr>
          <a:xfrm>
            <a:off x="3590925" y="34276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28">
            <a:extLst>
              <a:ext uri="{FF2B5EF4-FFF2-40B4-BE49-F238E27FC236}">
                <a16:creationId xmlns:a16="http://schemas.microsoft.com/office/drawing/2014/main" id="{E953D402-009D-4043-A4D8-29BA51AC00E8}"/>
              </a:ext>
            </a:extLst>
          </p:cNvPr>
          <p:cNvSpPr/>
          <p:nvPr/>
        </p:nvSpPr>
        <p:spPr>
          <a:xfrm>
            <a:off x="3590925" y="34276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29">
            <a:extLst>
              <a:ext uri="{FF2B5EF4-FFF2-40B4-BE49-F238E27FC236}">
                <a16:creationId xmlns:a16="http://schemas.microsoft.com/office/drawing/2014/main" id="{F34F3823-0216-41C6-9E35-FC5B26954EA6}"/>
              </a:ext>
            </a:extLst>
          </p:cNvPr>
          <p:cNvSpPr/>
          <p:nvPr/>
        </p:nvSpPr>
        <p:spPr>
          <a:xfrm>
            <a:off x="3819525" y="18084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30">
            <a:extLst>
              <a:ext uri="{FF2B5EF4-FFF2-40B4-BE49-F238E27FC236}">
                <a16:creationId xmlns:a16="http://schemas.microsoft.com/office/drawing/2014/main" id="{89C97B84-0063-446A-9CB9-97F6504F140E}"/>
              </a:ext>
            </a:extLst>
          </p:cNvPr>
          <p:cNvSpPr/>
          <p:nvPr/>
        </p:nvSpPr>
        <p:spPr>
          <a:xfrm>
            <a:off x="3819525" y="18084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31">
            <a:extLst>
              <a:ext uri="{FF2B5EF4-FFF2-40B4-BE49-F238E27FC236}">
                <a16:creationId xmlns:a16="http://schemas.microsoft.com/office/drawing/2014/main" id="{1B6A0AF9-1DD2-4E18-AF6F-F616F61E566F}"/>
              </a:ext>
            </a:extLst>
          </p:cNvPr>
          <p:cNvSpPr/>
          <p:nvPr/>
        </p:nvSpPr>
        <p:spPr>
          <a:xfrm>
            <a:off x="3819525" y="2037031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32">
            <a:extLst>
              <a:ext uri="{FF2B5EF4-FFF2-40B4-BE49-F238E27FC236}">
                <a16:creationId xmlns:a16="http://schemas.microsoft.com/office/drawing/2014/main" id="{7B9E6A02-4947-45F7-AA6A-7492D032DF53}"/>
              </a:ext>
            </a:extLst>
          </p:cNvPr>
          <p:cNvSpPr/>
          <p:nvPr/>
        </p:nvSpPr>
        <p:spPr>
          <a:xfrm>
            <a:off x="3819525" y="2037031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33">
            <a:extLst>
              <a:ext uri="{FF2B5EF4-FFF2-40B4-BE49-F238E27FC236}">
                <a16:creationId xmlns:a16="http://schemas.microsoft.com/office/drawing/2014/main" id="{192D3009-B1AF-4DD0-925A-64EDC4A738C3}"/>
              </a:ext>
            </a:extLst>
          </p:cNvPr>
          <p:cNvSpPr/>
          <p:nvPr/>
        </p:nvSpPr>
        <p:spPr>
          <a:xfrm>
            <a:off x="3819525" y="22751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34">
            <a:extLst>
              <a:ext uri="{FF2B5EF4-FFF2-40B4-BE49-F238E27FC236}">
                <a16:creationId xmlns:a16="http://schemas.microsoft.com/office/drawing/2014/main" id="{590BBADF-4D04-4372-8B08-B45C76D10A97}"/>
              </a:ext>
            </a:extLst>
          </p:cNvPr>
          <p:cNvSpPr/>
          <p:nvPr/>
        </p:nvSpPr>
        <p:spPr>
          <a:xfrm>
            <a:off x="3819525" y="22751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35">
            <a:extLst>
              <a:ext uri="{FF2B5EF4-FFF2-40B4-BE49-F238E27FC236}">
                <a16:creationId xmlns:a16="http://schemas.microsoft.com/office/drawing/2014/main" id="{F2A3C537-D028-452D-AA8D-E4533FA6C502}"/>
              </a:ext>
            </a:extLst>
          </p:cNvPr>
          <p:cNvSpPr/>
          <p:nvPr/>
        </p:nvSpPr>
        <p:spPr>
          <a:xfrm>
            <a:off x="3819525" y="25037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36">
            <a:extLst>
              <a:ext uri="{FF2B5EF4-FFF2-40B4-BE49-F238E27FC236}">
                <a16:creationId xmlns:a16="http://schemas.microsoft.com/office/drawing/2014/main" id="{700495EA-6600-42B0-975B-0EAB65A17DFB}"/>
              </a:ext>
            </a:extLst>
          </p:cNvPr>
          <p:cNvSpPr/>
          <p:nvPr/>
        </p:nvSpPr>
        <p:spPr>
          <a:xfrm>
            <a:off x="3819525" y="25037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37">
            <a:extLst>
              <a:ext uri="{FF2B5EF4-FFF2-40B4-BE49-F238E27FC236}">
                <a16:creationId xmlns:a16="http://schemas.microsoft.com/office/drawing/2014/main" id="{67DDB96F-1D15-431E-915C-3F9481E3EC29}"/>
              </a:ext>
            </a:extLst>
          </p:cNvPr>
          <p:cNvSpPr/>
          <p:nvPr/>
        </p:nvSpPr>
        <p:spPr>
          <a:xfrm>
            <a:off x="3819525" y="27323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38">
            <a:extLst>
              <a:ext uri="{FF2B5EF4-FFF2-40B4-BE49-F238E27FC236}">
                <a16:creationId xmlns:a16="http://schemas.microsoft.com/office/drawing/2014/main" id="{512D6EF7-FA67-43B9-8137-6E7ABABEB690}"/>
              </a:ext>
            </a:extLst>
          </p:cNvPr>
          <p:cNvSpPr/>
          <p:nvPr/>
        </p:nvSpPr>
        <p:spPr>
          <a:xfrm>
            <a:off x="3819525" y="27323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39">
            <a:extLst>
              <a:ext uri="{FF2B5EF4-FFF2-40B4-BE49-F238E27FC236}">
                <a16:creationId xmlns:a16="http://schemas.microsoft.com/office/drawing/2014/main" id="{C9B4DF87-767B-4115-B21D-56C883820F0B}"/>
              </a:ext>
            </a:extLst>
          </p:cNvPr>
          <p:cNvSpPr/>
          <p:nvPr/>
        </p:nvSpPr>
        <p:spPr>
          <a:xfrm>
            <a:off x="3819525" y="2960956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40">
            <a:extLst>
              <a:ext uri="{FF2B5EF4-FFF2-40B4-BE49-F238E27FC236}">
                <a16:creationId xmlns:a16="http://schemas.microsoft.com/office/drawing/2014/main" id="{7839C408-7B2C-4D82-BC3A-A4919FCD8F00}"/>
              </a:ext>
            </a:extLst>
          </p:cNvPr>
          <p:cNvSpPr/>
          <p:nvPr/>
        </p:nvSpPr>
        <p:spPr>
          <a:xfrm>
            <a:off x="3819525" y="2960956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41">
            <a:extLst>
              <a:ext uri="{FF2B5EF4-FFF2-40B4-BE49-F238E27FC236}">
                <a16:creationId xmlns:a16="http://schemas.microsoft.com/office/drawing/2014/main" id="{F497F681-9906-4785-A6CB-EA873284A392}"/>
              </a:ext>
            </a:extLst>
          </p:cNvPr>
          <p:cNvSpPr/>
          <p:nvPr/>
        </p:nvSpPr>
        <p:spPr>
          <a:xfrm>
            <a:off x="3819525" y="31990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42">
            <a:extLst>
              <a:ext uri="{FF2B5EF4-FFF2-40B4-BE49-F238E27FC236}">
                <a16:creationId xmlns:a16="http://schemas.microsoft.com/office/drawing/2014/main" id="{836AA3A9-E31E-4582-B7F1-51ACA9E520B5}"/>
              </a:ext>
            </a:extLst>
          </p:cNvPr>
          <p:cNvSpPr/>
          <p:nvPr/>
        </p:nvSpPr>
        <p:spPr>
          <a:xfrm>
            <a:off x="3819525" y="31990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43">
            <a:extLst>
              <a:ext uri="{FF2B5EF4-FFF2-40B4-BE49-F238E27FC236}">
                <a16:creationId xmlns:a16="http://schemas.microsoft.com/office/drawing/2014/main" id="{D5EC24FD-F732-4810-A478-877229BD1616}"/>
              </a:ext>
            </a:extLst>
          </p:cNvPr>
          <p:cNvSpPr/>
          <p:nvPr/>
        </p:nvSpPr>
        <p:spPr>
          <a:xfrm>
            <a:off x="3819525" y="34276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44">
            <a:extLst>
              <a:ext uri="{FF2B5EF4-FFF2-40B4-BE49-F238E27FC236}">
                <a16:creationId xmlns:a16="http://schemas.microsoft.com/office/drawing/2014/main" id="{63AA79B8-67B5-4420-8CD4-F7980FA83ED4}"/>
              </a:ext>
            </a:extLst>
          </p:cNvPr>
          <p:cNvSpPr/>
          <p:nvPr/>
        </p:nvSpPr>
        <p:spPr>
          <a:xfrm>
            <a:off x="3819525" y="34276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45">
            <a:extLst>
              <a:ext uri="{FF2B5EF4-FFF2-40B4-BE49-F238E27FC236}">
                <a16:creationId xmlns:a16="http://schemas.microsoft.com/office/drawing/2014/main" id="{982560BA-F760-40DF-8977-C9DB20B0146E}"/>
              </a:ext>
            </a:extLst>
          </p:cNvPr>
          <p:cNvSpPr/>
          <p:nvPr/>
        </p:nvSpPr>
        <p:spPr>
          <a:xfrm>
            <a:off x="4048125" y="1808431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46">
            <a:extLst>
              <a:ext uri="{FF2B5EF4-FFF2-40B4-BE49-F238E27FC236}">
                <a16:creationId xmlns:a16="http://schemas.microsoft.com/office/drawing/2014/main" id="{98C0C9C2-C7BF-43D8-94E7-4744FB4D43AF}"/>
              </a:ext>
            </a:extLst>
          </p:cNvPr>
          <p:cNvSpPr/>
          <p:nvPr/>
        </p:nvSpPr>
        <p:spPr>
          <a:xfrm>
            <a:off x="4048125" y="1808431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47">
            <a:extLst>
              <a:ext uri="{FF2B5EF4-FFF2-40B4-BE49-F238E27FC236}">
                <a16:creationId xmlns:a16="http://schemas.microsoft.com/office/drawing/2014/main" id="{80BCF011-796E-4E7C-B3DB-7E0282B9278F}"/>
              </a:ext>
            </a:extLst>
          </p:cNvPr>
          <p:cNvSpPr/>
          <p:nvPr/>
        </p:nvSpPr>
        <p:spPr>
          <a:xfrm>
            <a:off x="4048125" y="2037031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38125" y="0"/>
                </a:moveTo>
                <a:lnTo>
                  <a:pt x="0" y="0"/>
                </a:lnTo>
                <a:lnTo>
                  <a:pt x="0" y="238125"/>
                </a:lnTo>
                <a:lnTo>
                  <a:pt x="238125" y="238125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48">
            <a:extLst>
              <a:ext uri="{FF2B5EF4-FFF2-40B4-BE49-F238E27FC236}">
                <a16:creationId xmlns:a16="http://schemas.microsoft.com/office/drawing/2014/main" id="{DD41F93F-4C2B-41F9-9F8E-C50D72582446}"/>
              </a:ext>
            </a:extLst>
          </p:cNvPr>
          <p:cNvSpPr/>
          <p:nvPr/>
        </p:nvSpPr>
        <p:spPr>
          <a:xfrm>
            <a:off x="4048125" y="2037031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0" y="238125"/>
                </a:moveTo>
                <a:lnTo>
                  <a:pt x="238125" y="238125"/>
                </a:lnTo>
                <a:lnTo>
                  <a:pt x="238125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49">
            <a:extLst>
              <a:ext uri="{FF2B5EF4-FFF2-40B4-BE49-F238E27FC236}">
                <a16:creationId xmlns:a16="http://schemas.microsoft.com/office/drawing/2014/main" id="{A3DB9C2B-06D5-47D1-844D-7BEB89E4276C}"/>
              </a:ext>
            </a:extLst>
          </p:cNvPr>
          <p:cNvSpPr/>
          <p:nvPr/>
        </p:nvSpPr>
        <p:spPr>
          <a:xfrm>
            <a:off x="4048125" y="2275156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50">
            <a:extLst>
              <a:ext uri="{FF2B5EF4-FFF2-40B4-BE49-F238E27FC236}">
                <a16:creationId xmlns:a16="http://schemas.microsoft.com/office/drawing/2014/main" id="{CFCBAB8B-0528-4753-885F-700729F21198}"/>
              </a:ext>
            </a:extLst>
          </p:cNvPr>
          <p:cNvSpPr/>
          <p:nvPr/>
        </p:nvSpPr>
        <p:spPr>
          <a:xfrm>
            <a:off x="4048125" y="2275156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51">
            <a:extLst>
              <a:ext uri="{FF2B5EF4-FFF2-40B4-BE49-F238E27FC236}">
                <a16:creationId xmlns:a16="http://schemas.microsoft.com/office/drawing/2014/main" id="{9DCB8FBB-15EB-4DDE-B804-466B6E211906}"/>
              </a:ext>
            </a:extLst>
          </p:cNvPr>
          <p:cNvSpPr/>
          <p:nvPr/>
        </p:nvSpPr>
        <p:spPr>
          <a:xfrm>
            <a:off x="4048125" y="2503756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52">
            <a:extLst>
              <a:ext uri="{FF2B5EF4-FFF2-40B4-BE49-F238E27FC236}">
                <a16:creationId xmlns:a16="http://schemas.microsoft.com/office/drawing/2014/main" id="{DD697D8A-8757-46F5-A495-22BCD702059C}"/>
              </a:ext>
            </a:extLst>
          </p:cNvPr>
          <p:cNvSpPr/>
          <p:nvPr/>
        </p:nvSpPr>
        <p:spPr>
          <a:xfrm>
            <a:off x="4048125" y="2503756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53">
            <a:extLst>
              <a:ext uri="{FF2B5EF4-FFF2-40B4-BE49-F238E27FC236}">
                <a16:creationId xmlns:a16="http://schemas.microsoft.com/office/drawing/2014/main" id="{4C0AF24E-F77C-4015-82F0-D049F7CEA901}"/>
              </a:ext>
            </a:extLst>
          </p:cNvPr>
          <p:cNvSpPr/>
          <p:nvPr/>
        </p:nvSpPr>
        <p:spPr>
          <a:xfrm>
            <a:off x="4048125" y="2732356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54">
            <a:extLst>
              <a:ext uri="{FF2B5EF4-FFF2-40B4-BE49-F238E27FC236}">
                <a16:creationId xmlns:a16="http://schemas.microsoft.com/office/drawing/2014/main" id="{B9C45B67-627D-45D8-86D5-E091A751C43A}"/>
              </a:ext>
            </a:extLst>
          </p:cNvPr>
          <p:cNvSpPr/>
          <p:nvPr/>
        </p:nvSpPr>
        <p:spPr>
          <a:xfrm>
            <a:off x="4048125" y="2732356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55">
            <a:extLst>
              <a:ext uri="{FF2B5EF4-FFF2-40B4-BE49-F238E27FC236}">
                <a16:creationId xmlns:a16="http://schemas.microsoft.com/office/drawing/2014/main" id="{65703451-4C9F-4DC7-AAA7-73E54F146C8E}"/>
              </a:ext>
            </a:extLst>
          </p:cNvPr>
          <p:cNvSpPr/>
          <p:nvPr/>
        </p:nvSpPr>
        <p:spPr>
          <a:xfrm>
            <a:off x="4048125" y="2960956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38125" y="0"/>
                </a:moveTo>
                <a:lnTo>
                  <a:pt x="0" y="0"/>
                </a:lnTo>
                <a:lnTo>
                  <a:pt x="0" y="238125"/>
                </a:lnTo>
                <a:lnTo>
                  <a:pt x="238125" y="238125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56">
            <a:extLst>
              <a:ext uri="{FF2B5EF4-FFF2-40B4-BE49-F238E27FC236}">
                <a16:creationId xmlns:a16="http://schemas.microsoft.com/office/drawing/2014/main" id="{AE9B23A3-048A-4A40-9DAD-370E3476E28A}"/>
              </a:ext>
            </a:extLst>
          </p:cNvPr>
          <p:cNvSpPr/>
          <p:nvPr/>
        </p:nvSpPr>
        <p:spPr>
          <a:xfrm>
            <a:off x="4048125" y="2960956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0" y="238125"/>
                </a:moveTo>
                <a:lnTo>
                  <a:pt x="238125" y="238125"/>
                </a:lnTo>
                <a:lnTo>
                  <a:pt x="238125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57">
            <a:extLst>
              <a:ext uri="{FF2B5EF4-FFF2-40B4-BE49-F238E27FC236}">
                <a16:creationId xmlns:a16="http://schemas.microsoft.com/office/drawing/2014/main" id="{F1419107-1C0A-49F1-957F-C47711B05451}"/>
              </a:ext>
            </a:extLst>
          </p:cNvPr>
          <p:cNvSpPr/>
          <p:nvPr/>
        </p:nvSpPr>
        <p:spPr>
          <a:xfrm>
            <a:off x="4048125" y="3199081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58">
            <a:extLst>
              <a:ext uri="{FF2B5EF4-FFF2-40B4-BE49-F238E27FC236}">
                <a16:creationId xmlns:a16="http://schemas.microsoft.com/office/drawing/2014/main" id="{C7CD707F-74AA-491C-B659-9AD0683FE9CD}"/>
              </a:ext>
            </a:extLst>
          </p:cNvPr>
          <p:cNvSpPr/>
          <p:nvPr/>
        </p:nvSpPr>
        <p:spPr>
          <a:xfrm>
            <a:off x="4048125" y="3199081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59">
            <a:extLst>
              <a:ext uri="{FF2B5EF4-FFF2-40B4-BE49-F238E27FC236}">
                <a16:creationId xmlns:a16="http://schemas.microsoft.com/office/drawing/2014/main" id="{6017C5C8-6440-417E-A1D2-A1413BEF0D74}"/>
              </a:ext>
            </a:extLst>
          </p:cNvPr>
          <p:cNvSpPr/>
          <p:nvPr/>
        </p:nvSpPr>
        <p:spPr>
          <a:xfrm>
            <a:off x="4048125" y="3427681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60">
            <a:extLst>
              <a:ext uri="{FF2B5EF4-FFF2-40B4-BE49-F238E27FC236}">
                <a16:creationId xmlns:a16="http://schemas.microsoft.com/office/drawing/2014/main" id="{99EA0E41-0E6E-4153-844C-F258F6CA046C}"/>
              </a:ext>
            </a:extLst>
          </p:cNvPr>
          <p:cNvSpPr/>
          <p:nvPr/>
        </p:nvSpPr>
        <p:spPr>
          <a:xfrm>
            <a:off x="4048125" y="3427681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61">
            <a:extLst>
              <a:ext uri="{FF2B5EF4-FFF2-40B4-BE49-F238E27FC236}">
                <a16:creationId xmlns:a16="http://schemas.microsoft.com/office/drawing/2014/main" id="{3EF8FAEB-72D8-48CD-8D07-1936B46F7CDE}"/>
              </a:ext>
            </a:extLst>
          </p:cNvPr>
          <p:cNvSpPr/>
          <p:nvPr/>
        </p:nvSpPr>
        <p:spPr>
          <a:xfrm>
            <a:off x="1876791" y="2479401"/>
            <a:ext cx="2904762" cy="323215"/>
          </a:xfrm>
          <a:custGeom>
            <a:avLst/>
            <a:gdLst/>
            <a:ahLst/>
            <a:cxnLst/>
            <a:rect l="l" t="t" r="r" b="b"/>
            <a:pathLst>
              <a:path w="3047365" h="323214">
                <a:moveTo>
                  <a:pt x="570242" y="169799"/>
                </a:moveTo>
                <a:lnTo>
                  <a:pt x="546760" y="145872"/>
                </a:lnTo>
                <a:lnTo>
                  <a:pt x="493204" y="93230"/>
                </a:lnTo>
                <a:lnTo>
                  <a:pt x="414718" y="16649"/>
                </a:lnTo>
                <a:lnTo>
                  <a:pt x="414718" y="93230"/>
                </a:lnTo>
                <a:lnTo>
                  <a:pt x="0" y="169799"/>
                </a:lnTo>
                <a:lnTo>
                  <a:pt x="414718" y="246380"/>
                </a:lnTo>
                <a:lnTo>
                  <a:pt x="414718" y="322961"/>
                </a:lnTo>
                <a:lnTo>
                  <a:pt x="570242" y="169799"/>
                </a:lnTo>
                <a:close/>
              </a:path>
              <a:path w="3047365" h="323214">
                <a:moveTo>
                  <a:pt x="3046742" y="155511"/>
                </a:moveTo>
                <a:lnTo>
                  <a:pt x="3023260" y="131216"/>
                </a:lnTo>
                <a:lnTo>
                  <a:pt x="2969704" y="77762"/>
                </a:lnTo>
                <a:lnTo>
                  <a:pt x="2891218" y="0"/>
                </a:lnTo>
                <a:lnTo>
                  <a:pt x="2891218" y="77762"/>
                </a:lnTo>
                <a:lnTo>
                  <a:pt x="2476500" y="155511"/>
                </a:lnTo>
                <a:lnTo>
                  <a:pt x="2891218" y="233273"/>
                </a:lnTo>
                <a:lnTo>
                  <a:pt x="2891218" y="311023"/>
                </a:lnTo>
                <a:lnTo>
                  <a:pt x="3046742" y="1555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289">
            <a:extLst>
              <a:ext uri="{FF2B5EF4-FFF2-40B4-BE49-F238E27FC236}">
                <a16:creationId xmlns:a16="http://schemas.microsoft.com/office/drawing/2014/main" id="{645473D6-3357-496E-AA67-0F084F360661}"/>
              </a:ext>
            </a:extLst>
          </p:cNvPr>
          <p:cNvSpPr/>
          <p:nvPr/>
        </p:nvSpPr>
        <p:spPr>
          <a:xfrm>
            <a:off x="871855" y="2549201"/>
            <a:ext cx="271145" cy="271145"/>
          </a:xfrm>
          <a:custGeom>
            <a:avLst/>
            <a:gdLst/>
            <a:ahLst/>
            <a:cxnLst/>
            <a:rect l="l" t="t" r="r" b="b"/>
            <a:pathLst>
              <a:path w="271144" h="271144">
                <a:moveTo>
                  <a:pt x="238553" y="0"/>
                </a:moveTo>
                <a:lnTo>
                  <a:pt x="135550" y="102997"/>
                </a:lnTo>
                <a:lnTo>
                  <a:pt x="32548" y="0"/>
                </a:lnTo>
                <a:lnTo>
                  <a:pt x="0" y="32545"/>
                </a:lnTo>
                <a:lnTo>
                  <a:pt x="103003" y="135543"/>
                </a:lnTo>
                <a:lnTo>
                  <a:pt x="0" y="238540"/>
                </a:lnTo>
                <a:lnTo>
                  <a:pt x="32548" y="271086"/>
                </a:lnTo>
                <a:lnTo>
                  <a:pt x="135551" y="168088"/>
                </a:lnTo>
                <a:lnTo>
                  <a:pt x="238553" y="271086"/>
                </a:lnTo>
                <a:lnTo>
                  <a:pt x="271100" y="238540"/>
                </a:lnTo>
                <a:lnTo>
                  <a:pt x="168098" y="135543"/>
                </a:lnTo>
                <a:lnTo>
                  <a:pt x="271100" y="32545"/>
                </a:lnTo>
                <a:lnTo>
                  <a:pt x="2385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418">
            <a:extLst>
              <a:ext uri="{FF2B5EF4-FFF2-40B4-BE49-F238E27FC236}">
                <a16:creationId xmlns:a16="http://schemas.microsoft.com/office/drawing/2014/main" id="{7E560483-26DB-4D82-AA10-AC0F0B975464}"/>
              </a:ext>
            </a:extLst>
          </p:cNvPr>
          <p:cNvSpPr txBox="1"/>
          <p:nvPr/>
        </p:nvSpPr>
        <p:spPr>
          <a:xfrm>
            <a:off x="4793273" y="1184252"/>
            <a:ext cx="1951683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-1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softmax(A)</a:t>
            </a:r>
            <a:r>
              <a:rPr sz="1800" b="1" spc="15" dirty="0">
                <a:latin typeface="Arial"/>
                <a:cs typeface="Arial"/>
              </a:rPr>
              <a:t> </a:t>
            </a:r>
            <a:endParaRPr lang="en-US" altLang="zh-CN" sz="1800" b="1" spc="15" dirty="0">
              <a:latin typeface="Arial"/>
              <a:cs typeface="Arial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(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</a:t>
            </a:r>
            <a:r>
              <a:rPr sz="1800" spc="-1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x</a:t>
            </a:r>
            <a:r>
              <a:rPr sz="1800" spc="2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800" spc="-5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S)</a:t>
            </a:r>
            <a:endParaRPr sz="1800" dirty="0">
              <a:solidFill>
                <a:schemeClr val="bg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54" name="object 434">
            <a:extLst>
              <a:ext uri="{FF2B5EF4-FFF2-40B4-BE49-F238E27FC236}">
                <a16:creationId xmlns:a16="http://schemas.microsoft.com/office/drawing/2014/main" id="{E966C195-7CA6-45ED-A470-33A79248C988}"/>
              </a:ext>
            </a:extLst>
          </p:cNvPr>
          <p:cNvSpPr txBox="1"/>
          <p:nvPr/>
        </p:nvSpPr>
        <p:spPr>
          <a:xfrm>
            <a:off x="6920480" y="1193576"/>
            <a:ext cx="923358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V</a:t>
            </a:r>
            <a:endParaRPr lang="en-US" altLang="zh-CN" sz="1800" b="1" dirty="0">
              <a:latin typeface="Arial"/>
              <a:cs typeface="Arial"/>
            </a:endParaRPr>
          </a:p>
          <a:p>
            <a:pPr marL="12700" algn="ctr">
              <a:spcBef>
                <a:spcPts val="100"/>
              </a:spcBef>
            </a:pPr>
            <a:r>
              <a:rPr lang="en-US" altLang="zh-CN" spc="-25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(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S x</a:t>
            </a:r>
            <a:r>
              <a:rPr lang="en-US" altLang="zh-CN" spc="30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altLang="zh-CN" spc="-50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D)</a:t>
            </a:r>
            <a:endParaRPr lang="en-US" altLang="zh-CN" dirty="0">
              <a:solidFill>
                <a:schemeClr val="bg1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55" name="object 435">
            <a:extLst>
              <a:ext uri="{FF2B5EF4-FFF2-40B4-BE49-F238E27FC236}">
                <a16:creationId xmlns:a16="http://schemas.microsoft.com/office/drawing/2014/main" id="{F44A249C-EF05-473E-89AF-2CE89A10A0E7}"/>
              </a:ext>
            </a:extLst>
          </p:cNvPr>
          <p:cNvSpPr/>
          <p:nvPr/>
        </p:nvSpPr>
        <p:spPr>
          <a:xfrm>
            <a:off x="7716366" y="2500221"/>
            <a:ext cx="570865" cy="306705"/>
          </a:xfrm>
          <a:custGeom>
            <a:avLst/>
            <a:gdLst/>
            <a:ahLst/>
            <a:cxnLst/>
            <a:rect l="l" t="t" r="r" b="b"/>
            <a:pathLst>
              <a:path w="570865" h="306705">
                <a:moveTo>
                  <a:pt x="414720" y="306310"/>
                </a:moveTo>
                <a:lnTo>
                  <a:pt x="570242" y="153155"/>
                </a:lnTo>
                <a:lnTo>
                  <a:pt x="546762" y="129224"/>
                </a:lnTo>
                <a:lnTo>
                  <a:pt x="493210" y="76577"/>
                </a:lnTo>
                <a:lnTo>
                  <a:pt x="414720" y="0"/>
                </a:lnTo>
                <a:lnTo>
                  <a:pt x="414720" y="76577"/>
                </a:lnTo>
                <a:lnTo>
                  <a:pt x="0" y="153155"/>
                </a:lnTo>
                <a:lnTo>
                  <a:pt x="414720" y="229732"/>
                </a:lnTo>
                <a:lnTo>
                  <a:pt x="414720" y="3063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436">
            <a:extLst>
              <a:ext uri="{FF2B5EF4-FFF2-40B4-BE49-F238E27FC236}">
                <a16:creationId xmlns:a16="http://schemas.microsoft.com/office/drawing/2014/main" id="{04480038-E5EF-454B-B79A-446BA1E64FA6}"/>
              </a:ext>
            </a:extLst>
          </p:cNvPr>
          <p:cNvSpPr/>
          <p:nvPr/>
        </p:nvSpPr>
        <p:spPr>
          <a:xfrm>
            <a:off x="6781800" y="2473954"/>
            <a:ext cx="264160" cy="271145"/>
          </a:xfrm>
          <a:custGeom>
            <a:avLst/>
            <a:gdLst/>
            <a:ahLst/>
            <a:cxnLst/>
            <a:rect l="l" t="t" r="r" b="b"/>
            <a:pathLst>
              <a:path w="264159" h="271144">
                <a:moveTo>
                  <a:pt x="232434" y="0"/>
                </a:moveTo>
                <a:lnTo>
                  <a:pt x="132074" y="102997"/>
                </a:lnTo>
                <a:lnTo>
                  <a:pt x="31713" y="0"/>
                </a:lnTo>
                <a:lnTo>
                  <a:pt x="0" y="32545"/>
                </a:lnTo>
                <a:lnTo>
                  <a:pt x="100361" y="135543"/>
                </a:lnTo>
                <a:lnTo>
                  <a:pt x="0" y="238540"/>
                </a:lnTo>
                <a:lnTo>
                  <a:pt x="31713" y="271086"/>
                </a:lnTo>
                <a:lnTo>
                  <a:pt x="132074" y="168088"/>
                </a:lnTo>
                <a:lnTo>
                  <a:pt x="232435" y="271086"/>
                </a:lnTo>
                <a:lnTo>
                  <a:pt x="264147" y="238540"/>
                </a:lnTo>
                <a:lnTo>
                  <a:pt x="163786" y="135543"/>
                </a:lnTo>
                <a:lnTo>
                  <a:pt x="264147" y="32545"/>
                </a:lnTo>
                <a:lnTo>
                  <a:pt x="2324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452">
            <a:extLst>
              <a:ext uri="{FF2B5EF4-FFF2-40B4-BE49-F238E27FC236}">
                <a16:creationId xmlns:a16="http://schemas.microsoft.com/office/drawing/2014/main" id="{26F3D6DC-0B63-4730-A5F2-1F6918EEE616}"/>
              </a:ext>
            </a:extLst>
          </p:cNvPr>
          <p:cNvSpPr txBox="1"/>
          <p:nvPr/>
        </p:nvSpPr>
        <p:spPr>
          <a:xfrm>
            <a:off x="8085309" y="1179199"/>
            <a:ext cx="1196178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O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spc="-70" dirty="0">
                <a:latin typeface="Arial"/>
                <a:cs typeface="Arial"/>
              </a:rPr>
              <a:t>AV</a:t>
            </a:r>
            <a:endParaRPr lang="en-US" altLang="zh-CN" sz="1800" b="1" spc="-70" dirty="0">
              <a:latin typeface="Arial"/>
              <a:cs typeface="Arial"/>
            </a:endParaRPr>
          </a:p>
          <a:p>
            <a:pPr marL="12700" algn="ctr">
              <a:spcBef>
                <a:spcPts val="100"/>
              </a:spcBef>
            </a:pPr>
            <a:r>
              <a:rPr lang="en-US" altLang="zh-CN" spc="-25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(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S x</a:t>
            </a:r>
            <a:r>
              <a:rPr lang="en-US" altLang="zh-CN" spc="30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altLang="zh-CN" spc="-50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D)</a:t>
            </a:r>
            <a:endParaRPr lang="en-US" altLang="zh-CN" dirty="0">
              <a:solidFill>
                <a:schemeClr val="bg1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grpSp>
        <p:nvGrpSpPr>
          <p:cNvPr id="158" name="object 3">
            <a:extLst>
              <a:ext uri="{FF2B5EF4-FFF2-40B4-BE49-F238E27FC236}">
                <a16:creationId xmlns:a16="http://schemas.microsoft.com/office/drawing/2014/main" id="{8BA7DD34-46C5-486B-818A-78C00AA72EC0}"/>
              </a:ext>
            </a:extLst>
          </p:cNvPr>
          <p:cNvGrpSpPr/>
          <p:nvPr/>
        </p:nvGrpSpPr>
        <p:grpSpPr>
          <a:xfrm>
            <a:off x="1224027" y="1809155"/>
            <a:ext cx="670406" cy="1854200"/>
            <a:chOff x="436562" y="1957451"/>
            <a:chExt cx="241300" cy="1854200"/>
          </a:xfrm>
        </p:grpSpPr>
        <p:sp>
          <p:nvSpPr>
            <p:cNvPr id="159" name="object 4">
              <a:extLst>
                <a:ext uri="{FF2B5EF4-FFF2-40B4-BE49-F238E27FC236}">
                  <a16:creationId xmlns:a16="http://schemas.microsoft.com/office/drawing/2014/main" id="{C1861734-A8C1-4A35-8A14-945AB9FDBAB1}"/>
                </a:ext>
              </a:extLst>
            </p:cNvPr>
            <p:cNvSpPr/>
            <p:nvPr/>
          </p:nvSpPr>
          <p:spPr>
            <a:xfrm>
              <a:off x="442912" y="1957450"/>
              <a:ext cx="228600" cy="466725"/>
            </a:xfrm>
            <a:custGeom>
              <a:avLst/>
              <a:gdLst/>
              <a:ahLst/>
              <a:cxnLst/>
              <a:rect l="l" t="t" r="r" b="b"/>
              <a:pathLst>
                <a:path w="228600" h="466725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0" y="466725"/>
                  </a:lnTo>
                  <a:lnTo>
                    <a:pt x="228600" y="466725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5">
              <a:extLst>
                <a:ext uri="{FF2B5EF4-FFF2-40B4-BE49-F238E27FC236}">
                  <a16:creationId xmlns:a16="http://schemas.microsoft.com/office/drawing/2014/main" id="{2C9635C9-3CAC-4EB7-80CD-54B7084AED76}"/>
                </a:ext>
              </a:extLst>
            </p:cNvPr>
            <p:cNvSpPr/>
            <p:nvPr/>
          </p:nvSpPr>
          <p:spPr>
            <a:xfrm>
              <a:off x="442912" y="2186051"/>
              <a:ext cx="228600" cy="238125"/>
            </a:xfrm>
            <a:custGeom>
              <a:avLst/>
              <a:gdLst/>
              <a:ahLst/>
              <a:cxnLst/>
              <a:rect l="l" t="t" r="r" b="b"/>
              <a:pathLst>
                <a:path w="228600" h="238125">
                  <a:moveTo>
                    <a:pt x="0" y="238125"/>
                  </a:moveTo>
                  <a:lnTo>
                    <a:pt x="228600" y="238125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3812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6">
              <a:extLst>
                <a:ext uri="{FF2B5EF4-FFF2-40B4-BE49-F238E27FC236}">
                  <a16:creationId xmlns:a16="http://schemas.microsoft.com/office/drawing/2014/main" id="{AD31CA3F-8403-4F13-B3AE-F77F26A3AC11}"/>
                </a:ext>
              </a:extLst>
            </p:cNvPr>
            <p:cNvSpPr/>
            <p:nvPr/>
          </p:nvSpPr>
          <p:spPr>
            <a:xfrm>
              <a:off x="442912" y="24241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7">
              <a:extLst>
                <a:ext uri="{FF2B5EF4-FFF2-40B4-BE49-F238E27FC236}">
                  <a16:creationId xmlns:a16="http://schemas.microsoft.com/office/drawing/2014/main" id="{B95B19B1-3C36-4DED-93B5-4F282623FD1F}"/>
                </a:ext>
              </a:extLst>
            </p:cNvPr>
            <p:cNvSpPr/>
            <p:nvPr/>
          </p:nvSpPr>
          <p:spPr>
            <a:xfrm>
              <a:off x="442912" y="24241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8">
              <a:extLst>
                <a:ext uri="{FF2B5EF4-FFF2-40B4-BE49-F238E27FC236}">
                  <a16:creationId xmlns:a16="http://schemas.microsoft.com/office/drawing/2014/main" id="{5BD1BEB8-BCCA-451A-923E-2B9AB4FEF22F}"/>
                </a:ext>
              </a:extLst>
            </p:cNvPr>
            <p:cNvSpPr/>
            <p:nvPr/>
          </p:nvSpPr>
          <p:spPr>
            <a:xfrm>
              <a:off x="442912" y="26527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9">
              <a:extLst>
                <a:ext uri="{FF2B5EF4-FFF2-40B4-BE49-F238E27FC236}">
                  <a16:creationId xmlns:a16="http://schemas.microsoft.com/office/drawing/2014/main" id="{2B9AFE32-0156-49FE-A6C4-CC1F3F030946}"/>
                </a:ext>
              </a:extLst>
            </p:cNvPr>
            <p:cNvSpPr/>
            <p:nvPr/>
          </p:nvSpPr>
          <p:spPr>
            <a:xfrm>
              <a:off x="442912" y="26527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0">
              <a:extLst>
                <a:ext uri="{FF2B5EF4-FFF2-40B4-BE49-F238E27FC236}">
                  <a16:creationId xmlns:a16="http://schemas.microsoft.com/office/drawing/2014/main" id="{70705F53-247D-4FEB-AC23-9BD4E5D382E0}"/>
                </a:ext>
              </a:extLst>
            </p:cNvPr>
            <p:cNvSpPr/>
            <p:nvPr/>
          </p:nvSpPr>
          <p:spPr>
            <a:xfrm>
              <a:off x="442912" y="28813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1">
              <a:extLst>
                <a:ext uri="{FF2B5EF4-FFF2-40B4-BE49-F238E27FC236}">
                  <a16:creationId xmlns:a16="http://schemas.microsoft.com/office/drawing/2014/main" id="{322F5BA3-4B00-4A69-BC35-D67C997CF025}"/>
                </a:ext>
              </a:extLst>
            </p:cNvPr>
            <p:cNvSpPr/>
            <p:nvPr/>
          </p:nvSpPr>
          <p:spPr>
            <a:xfrm>
              <a:off x="442912" y="28813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2">
              <a:extLst>
                <a:ext uri="{FF2B5EF4-FFF2-40B4-BE49-F238E27FC236}">
                  <a16:creationId xmlns:a16="http://schemas.microsoft.com/office/drawing/2014/main" id="{634AE104-1AC7-4439-A95C-22BCA3885DFE}"/>
                </a:ext>
              </a:extLst>
            </p:cNvPr>
            <p:cNvSpPr/>
            <p:nvPr/>
          </p:nvSpPr>
          <p:spPr>
            <a:xfrm>
              <a:off x="442912" y="3109976"/>
              <a:ext cx="228600" cy="238125"/>
            </a:xfrm>
            <a:custGeom>
              <a:avLst/>
              <a:gdLst/>
              <a:ahLst/>
              <a:cxnLst/>
              <a:rect l="l" t="t" r="r" b="b"/>
              <a:pathLst>
                <a:path w="228600" h="238125">
                  <a:moveTo>
                    <a:pt x="228600" y="0"/>
                  </a:moveTo>
                  <a:lnTo>
                    <a:pt x="0" y="0"/>
                  </a:lnTo>
                  <a:lnTo>
                    <a:pt x="0" y="238125"/>
                  </a:lnTo>
                  <a:lnTo>
                    <a:pt x="228600" y="238125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3">
              <a:extLst>
                <a:ext uri="{FF2B5EF4-FFF2-40B4-BE49-F238E27FC236}">
                  <a16:creationId xmlns:a16="http://schemas.microsoft.com/office/drawing/2014/main" id="{220730ED-54EC-4EBF-8A1B-A6FE87204C3D}"/>
                </a:ext>
              </a:extLst>
            </p:cNvPr>
            <p:cNvSpPr/>
            <p:nvPr/>
          </p:nvSpPr>
          <p:spPr>
            <a:xfrm>
              <a:off x="442912" y="3109976"/>
              <a:ext cx="228600" cy="238125"/>
            </a:xfrm>
            <a:custGeom>
              <a:avLst/>
              <a:gdLst/>
              <a:ahLst/>
              <a:cxnLst/>
              <a:rect l="l" t="t" r="r" b="b"/>
              <a:pathLst>
                <a:path w="228600" h="238125">
                  <a:moveTo>
                    <a:pt x="0" y="238125"/>
                  </a:moveTo>
                  <a:lnTo>
                    <a:pt x="228600" y="238125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3812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4">
              <a:extLst>
                <a:ext uri="{FF2B5EF4-FFF2-40B4-BE49-F238E27FC236}">
                  <a16:creationId xmlns:a16="http://schemas.microsoft.com/office/drawing/2014/main" id="{1924CB74-6562-43D4-8DB0-753F90BF8CB4}"/>
                </a:ext>
              </a:extLst>
            </p:cNvPr>
            <p:cNvSpPr/>
            <p:nvPr/>
          </p:nvSpPr>
          <p:spPr>
            <a:xfrm>
              <a:off x="442912" y="33481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5">
              <a:extLst>
                <a:ext uri="{FF2B5EF4-FFF2-40B4-BE49-F238E27FC236}">
                  <a16:creationId xmlns:a16="http://schemas.microsoft.com/office/drawing/2014/main" id="{FCB8CC68-85BE-45E4-ACD8-788CAD31753B}"/>
                </a:ext>
              </a:extLst>
            </p:cNvPr>
            <p:cNvSpPr/>
            <p:nvPr/>
          </p:nvSpPr>
          <p:spPr>
            <a:xfrm>
              <a:off x="442912" y="33481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6">
              <a:extLst>
                <a:ext uri="{FF2B5EF4-FFF2-40B4-BE49-F238E27FC236}">
                  <a16:creationId xmlns:a16="http://schemas.microsoft.com/office/drawing/2014/main" id="{2B375014-11AD-45B1-8FC0-9D907D2CF559}"/>
                </a:ext>
              </a:extLst>
            </p:cNvPr>
            <p:cNvSpPr/>
            <p:nvPr/>
          </p:nvSpPr>
          <p:spPr>
            <a:xfrm>
              <a:off x="442912" y="35767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">
              <a:extLst>
                <a:ext uri="{FF2B5EF4-FFF2-40B4-BE49-F238E27FC236}">
                  <a16:creationId xmlns:a16="http://schemas.microsoft.com/office/drawing/2014/main" id="{70852D26-1FAF-4192-AD45-2AD84586D214}"/>
                </a:ext>
              </a:extLst>
            </p:cNvPr>
            <p:cNvSpPr/>
            <p:nvPr/>
          </p:nvSpPr>
          <p:spPr>
            <a:xfrm>
              <a:off x="442912" y="35767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3" name="object 35">
            <a:extLst>
              <a:ext uri="{FF2B5EF4-FFF2-40B4-BE49-F238E27FC236}">
                <a16:creationId xmlns:a16="http://schemas.microsoft.com/office/drawing/2014/main" id="{8B0D04A4-4A8C-41D2-9F00-EF562A9E2D42}"/>
              </a:ext>
            </a:extLst>
          </p:cNvPr>
          <p:cNvSpPr/>
          <p:nvPr/>
        </p:nvSpPr>
        <p:spPr>
          <a:xfrm>
            <a:off x="4792864" y="1783836"/>
            <a:ext cx="228600" cy="466725"/>
          </a:xfrm>
          <a:custGeom>
            <a:avLst/>
            <a:gdLst/>
            <a:ahLst/>
            <a:cxnLst/>
            <a:rect l="l" t="t" r="r" b="b"/>
            <a:pathLst>
              <a:path w="228600" h="466725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0" y="466725"/>
                </a:lnTo>
                <a:lnTo>
                  <a:pt x="228600" y="466725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36">
            <a:extLst>
              <a:ext uri="{FF2B5EF4-FFF2-40B4-BE49-F238E27FC236}">
                <a16:creationId xmlns:a16="http://schemas.microsoft.com/office/drawing/2014/main" id="{C4017E28-2923-4596-A5F8-3398E433162B}"/>
              </a:ext>
            </a:extLst>
          </p:cNvPr>
          <p:cNvSpPr/>
          <p:nvPr/>
        </p:nvSpPr>
        <p:spPr>
          <a:xfrm>
            <a:off x="4792864" y="2012437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37">
            <a:extLst>
              <a:ext uri="{FF2B5EF4-FFF2-40B4-BE49-F238E27FC236}">
                <a16:creationId xmlns:a16="http://schemas.microsoft.com/office/drawing/2014/main" id="{C17F4D35-2B18-431E-BE91-C25C76589128}"/>
              </a:ext>
            </a:extLst>
          </p:cNvPr>
          <p:cNvSpPr/>
          <p:nvPr/>
        </p:nvSpPr>
        <p:spPr>
          <a:xfrm>
            <a:off x="4792864" y="22505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38">
            <a:extLst>
              <a:ext uri="{FF2B5EF4-FFF2-40B4-BE49-F238E27FC236}">
                <a16:creationId xmlns:a16="http://schemas.microsoft.com/office/drawing/2014/main" id="{A71EBCB5-31E9-4EEC-B387-567B2188343D}"/>
              </a:ext>
            </a:extLst>
          </p:cNvPr>
          <p:cNvSpPr/>
          <p:nvPr/>
        </p:nvSpPr>
        <p:spPr>
          <a:xfrm>
            <a:off x="4792864" y="22505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39">
            <a:extLst>
              <a:ext uri="{FF2B5EF4-FFF2-40B4-BE49-F238E27FC236}">
                <a16:creationId xmlns:a16="http://schemas.microsoft.com/office/drawing/2014/main" id="{BF660E9B-A066-4D91-A867-29A7E03DD1BC}"/>
              </a:ext>
            </a:extLst>
          </p:cNvPr>
          <p:cNvSpPr/>
          <p:nvPr/>
        </p:nvSpPr>
        <p:spPr>
          <a:xfrm>
            <a:off x="4792864" y="24791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40">
            <a:extLst>
              <a:ext uri="{FF2B5EF4-FFF2-40B4-BE49-F238E27FC236}">
                <a16:creationId xmlns:a16="http://schemas.microsoft.com/office/drawing/2014/main" id="{FF4244F1-5066-443C-876B-96BF43270ABC}"/>
              </a:ext>
            </a:extLst>
          </p:cNvPr>
          <p:cNvSpPr/>
          <p:nvPr/>
        </p:nvSpPr>
        <p:spPr>
          <a:xfrm>
            <a:off x="4792864" y="24791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41">
            <a:extLst>
              <a:ext uri="{FF2B5EF4-FFF2-40B4-BE49-F238E27FC236}">
                <a16:creationId xmlns:a16="http://schemas.microsoft.com/office/drawing/2014/main" id="{2F9DC7CB-BF5A-4689-BFB3-6CDEEDBFFDB9}"/>
              </a:ext>
            </a:extLst>
          </p:cNvPr>
          <p:cNvSpPr/>
          <p:nvPr/>
        </p:nvSpPr>
        <p:spPr>
          <a:xfrm>
            <a:off x="4792864" y="27077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42">
            <a:extLst>
              <a:ext uri="{FF2B5EF4-FFF2-40B4-BE49-F238E27FC236}">
                <a16:creationId xmlns:a16="http://schemas.microsoft.com/office/drawing/2014/main" id="{C606286D-C98A-4082-9174-B2CFD01F965E}"/>
              </a:ext>
            </a:extLst>
          </p:cNvPr>
          <p:cNvSpPr/>
          <p:nvPr/>
        </p:nvSpPr>
        <p:spPr>
          <a:xfrm>
            <a:off x="4792864" y="27077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43">
            <a:extLst>
              <a:ext uri="{FF2B5EF4-FFF2-40B4-BE49-F238E27FC236}">
                <a16:creationId xmlns:a16="http://schemas.microsoft.com/office/drawing/2014/main" id="{6C1C7156-E37D-4580-8F0E-0560CA443381}"/>
              </a:ext>
            </a:extLst>
          </p:cNvPr>
          <p:cNvSpPr/>
          <p:nvPr/>
        </p:nvSpPr>
        <p:spPr>
          <a:xfrm>
            <a:off x="4792864" y="2936362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44">
            <a:extLst>
              <a:ext uri="{FF2B5EF4-FFF2-40B4-BE49-F238E27FC236}">
                <a16:creationId xmlns:a16="http://schemas.microsoft.com/office/drawing/2014/main" id="{E351B270-0A41-4006-98E7-3C66406C8199}"/>
              </a:ext>
            </a:extLst>
          </p:cNvPr>
          <p:cNvSpPr/>
          <p:nvPr/>
        </p:nvSpPr>
        <p:spPr>
          <a:xfrm>
            <a:off x="4792864" y="2936362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45">
            <a:extLst>
              <a:ext uri="{FF2B5EF4-FFF2-40B4-BE49-F238E27FC236}">
                <a16:creationId xmlns:a16="http://schemas.microsoft.com/office/drawing/2014/main" id="{5142022F-6818-438C-84C3-0BBDF5881F3C}"/>
              </a:ext>
            </a:extLst>
          </p:cNvPr>
          <p:cNvSpPr/>
          <p:nvPr/>
        </p:nvSpPr>
        <p:spPr>
          <a:xfrm>
            <a:off x="4792864" y="31744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46">
            <a:extLst>
              <a:ext uri="{FF2B5EF4-FFF2-40B4-BE49-F238E27FC236}">
                <a16:creationId xmlns:a16="http://schemas.microsoft.com/office/drawing/2014/main" id="{E8B1F0BB-BCA2-45E9-BB27-3B0B358894D7}"/>
              </a:ext>
            </a:extLst>
          </p:cNvPr>
          <p:cNvSpPr/>
          <p:nvPr/>
        </p:nvSpPr>
        <p:spPr>
          <a:xfrm>
            <a:off x="4792864" y="31744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47">
            <a:extLst>
              <a:ext uri="{FF2B5EF4-FFF2-40B4-BE49-F238E27FC236}">
                <a16:creationId xmlns:a16="http://schemas.microsoft.com/office/drawing/2014/main" id="{36F363C4-6904-4C22-B041-FF2C16DA702D}"/>
              </a:ext>
            </a:extLst>
          </p:cNvPr>
          <p:cNvSpPr/>
          <p:nvPr/>
        </p:nvSpPr>
        <p:spPr>
          <a:xfrm>
            <a:off x="4792864" y="34030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48">
            <a:extLst>
              <a:ext uri="{FF2B5EF4-FFF2-40B4-BE49-F238E27FC236}">
                <a16:creationId xmlns:a16="http://schemas.microsoft.com/office/drawing/2014/main" id="{199BCC6D-AD09-4C6E-A468-26A98EF3272C}"/>
              </a:ext>
            </a:extLst>
          </p:cNvPr>
          <p:cNvSpPr/>
          <p:nvPr/>
        </p:nvSpPr>
        <p:spPr>
          <a:xfrm>
            <a:off x="4792864" y="34030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49">
            <a:extLst>
              <a:ext uri="{FF2B5EF4-FFF2-40B4-BE49-F238E27FC236}">
                <a16:creationId xmlns:a16="http://schemas.microsoft.com/office/drawing/2014/main" id="{03DF1C81-5E52-47D6-82C6-11BC598AA043}"/>
              </a:ext>
            </a:extLst>
          </p:cNvPr>
          <p:cNvSpPr/>
          <p:nvPr/>
        </p:nvSpPr>
        <p:spPr>
          <a:xfrm>
            <a:off x="5021464" y="178383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50">
            <a:extLst>
              <a:ext uri="{FF2B5EF4-FFF2-40B4-BE49-F238E27FC236}">
                <a16:creationId xmlns:a16="http://schemas.microsoft.com/office/drawing/2014/main" id="{735A6563-7CE3-488B-865C-CC6259E2A5AC}"/>
              </a:ext>
            </a:extLst>
          </p:cNvPr>
          <p:cNvSpPr/>
          <p:nvPr/>
        </p:nvSpPr>
        <p:spPr>
          <a:xfrm>
            <a:off x="5021464" y="178383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51">
            <a:extLst>
              <a:ext uri="{FF2B5EF4-FFF2-40B4-BE49-F238E27FC236}">
                <a16:creationId xmlns:a16="http://schemas.microsoft.com/office/drawing/2014/main" id="{30C72056-3419-4EB6-B456-F40BD661677D}"/>
              </a:ext>
            </a:extLst>
          </p:cNvPr>
          <p:cNvSpPr/>
          <p:nvPr/>
        </p:nvSpPr>
        <p:spPr>
          <a:xfrm>
            <a:off x="5021464" y="2012437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52">
            <a:extLst>
              <a:ext uri="{FF2B5EF4-FFF2-40B4-BE49-F238E27FC236}">
                <a16:creationId xmlns:a16="http://schemas.microsoft.com/office/drawing/2014/main" id="{6BA1185E-094E-4F97-ABFE-A222825BE83B}"/>
              </a:ext>
            </a:extLst>
          </p:cNvPr>
          <p:cNvSpPr/>
          <p:nvPr/>
        </p:nvSpPr>
        <p:spPr>
          <a:xfrm>
            <a:off x="5021464" y="2012437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53">
            <a:extLst>
              <a:ext uri="{FF2B5EF4-FFF2-40B4-BE49-F238E27FC236}">
                <a16:creationId xmlns:a16="http://schemas.microsoft.com/office/drawing/2014/main" id="{8F62B944-A564-4387-89D3-D43AAE41C910}"/>
              </a:ext>
            </a:extLst>
          </p:cNvPr>
          <p:cNvSpPr/>
          <p:nvPr/>
        </p:nvSpPr>
        <p:spPr>
          <a:xfrm>
            <a:off x="5021464" y="22505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54">
            <a:extLst>
              <a:ext uri="{FF2B5EF4-FFF2-40B4-BE49-F238E27FC236}">
                <a16:creationId xmlns:a16="http://schemas.microsoft.com/office/drawing/2014/main" id="{E1BC54FA-65D5-4745-96CC-C433769D7D4A}"/>
              </a:ext>
            </a:extLst>
          </p:cNvPr>
          <p:cNvSpPr/>
          <p:nvPr/>
        </p:nvSpPr>
        <p:spPr>
          <a:xfrm>
            <a:off x="5021464" y="22505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55">
            <a:extLst>
              <a:ext uri="{FF2B5EF4-FFF2-40B4-BE49-F238E27FC236}">
                <a16:creationId xmlns:a16="http://schemas.microsoft.com/office/drawing/2014/main" id="{CA923274-24E7-46C0-AAD1-B32499859FA4}"/>
              </a:ext>
            </a:extLst>
          </p:cNvPr>
          <p:cNvSpPr/>
          <p:nvPr/>
        </p:nvSpPr>
        <p:spPr>
          <a:xfrm>
            <a:off x="5021464" y="24791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56">
            <a:extLst>
              <a:ext uri="{FF2B5EF4-FFF2-40B4-BE49-F238E27FC236}">
                <a16:creationId xmlns:a16="http://schemas.microsoft.com/office/drawing/2014/main" id="{96F782B3-EC24-4C3A-8681-01E4AE7EB5BF}"/>
              </a:ext>
            </a:extLst>
          </p:cNvPr>
          <p:cNvSpPr/>
          <p:nvPr/>
        </p:nvSpPr>
        <p:spPr>
          <a:xfrm>
            <a:off x="5021464" y="24791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57">
            <a:extLst>
              <a:ext uri="{FF2B5EF4-FFF2-40B4-BE49-F238E27FC236}">
                <a16:creationId xmlns:a16="http://schemas.microsoft.com/office/drawing/2014/main" id="{A12D73BF-0CBA-40A5-8A8D-7EDD77A21B6A}"/>
              </a:ext>
            </a:extLst>
          </p:cNvPr>
          <p:cNvSpPr/>
          <p:nvPr/>
        </p:nvSpPr>
        <p:spPr>
          <a:xfrm>
            <a:off x="5021464" y="27077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58">
            <a:extLst>
              <a:ext uri="{FF2B5EF4-FFF2-40B4-BE49-F238E27FC236}">
                <a16:creationId xmlns:a16="http://schemas.microsoft.com/office/drawing/2014/main" id="{78A30530-3D3A-42C6-8D7E-67F6E51FFF1C}"/>
              </a:ext>
            </a:extLst>
          </p:cNvPr>
          <p:cNvSpPr/>
          <p:nvPr/>
        </p:nvSpPr>
        <p:spPr>
          <a:xfrm>
            <a:off x="5021464" y="27077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59">
            <a:extLst>
              <a:ext uri="{FF2B5EF4-FFF2-40B4-BE49-F238E27FC236}">
                <a16:creationId xmlns:a16="http://schemas.microsoft.com/office/drawing/2014/main" id="{2F6AA474-59E9-4DFA-B126-9313676A2B10}"/>
              </a:ext>
            </a:extLst>
          </p:cNvPr>
          <p:cNvSpPr/>
          <p:nvPr/>
        </p:nvSpPr>
        <p:spPr>
          <a:xfrm>
            <a:off x="5021464" y="2936362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60">
            <a:extLst>
              <a:ext uri="{FF2B5EF4-FFF2-40B4-BE49-F238E27FC236}">
                <a16:creationId xmlns:a16="http://schemas.microsoft.com/office/drawing/2014/main" id="{D70EB1BA-AB51-4A02-BD6C-580C76634116}"/>
              </a:ext>
            </a:extLst>
          </p:cNvPr>
          <p:cNvSpPr/>
          <p:nvPr/>
        </p:nvSpPr>
        <p:spPr>
          <a:xfrm>
            <a:off x="5021464" y="2936362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61">
            <a:extLst>
              <a:ext uri="{FF2B5EF4-FFF2-40B4-BE49-F238E27FC236}">
                <a16:creationId xmlns:a16="http://schemas.microsoft.com/office/drawing/2014/main" id="{D9754D65-B81E-44AB-94EF-83959589E010}"/>
              </a:ext>
            </a:extLst>
          </p:cNvPr>
          <p:cNvSpPr/>
          <p:nvPr/>
        </p:nvSpPr>
        <p:spPr>
          <a:xfrm>
            <a:off x="5021464" y="31744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62">
            <a:extLst>
              <a:ext uri="{FF2B5EF4-FFF2-40B4-BE49-F238E27FC236}">
                <a16:creationId xmlns:a16="http://schemas.microsoft.com/office/drawing/2014/main" id="{A975F81A-1FB9-42CC-A43D-D4C7A52A3AB8}"/>
              </a:ext>
            </a:extLst>
          </p:cNvPr>
          <p:cNvSpPr/>
          <p:nvPr/>
        </p:nvSpPr>
        <p:spPr>
          <a:xfrm>
            <a:off x="5021464" y="31744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63">
            <a:extLst>
              <a:ext uri="{FF2B5EF4-FFF2-40B4-BE49-F238E27FC236}">
                <a16:creationId xmlns:a16="http://schemas.microsoft.com/office/drawing/2014/main" id="{7E3826ED-B9B4-4899-B12D-A64B2F0035B3}"/>
              </a:ext>
            </a:extLst>
          </p:cNvPr>
          <p:cNvSpPr/>
          <p:nvPr/>
        </p:nvSpPr>
        <p:spPr>
          <a:xfrm>
            <a:off x="5021464" y="34030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64">
            <a:extLst>
              <a:ext uri="{FF2B5EF4-FFF2-40B4-BE49-F238E27FC236}">
                <a16:creationId xmlns:a16="http://schemas.microsoft.com/office/drawing/2014/main" id="{8C0FF0E3-8648-4F62-9EA5-F543C0EED053}"/>
              </a:ext>
            </a:extLst>
          </p:cNvPr>
          <p:cNvSpPr/>
          <p:nvPr/>
        </p:nvSpPr>
        <p:spPr>
          <a:xfrm>
            <a:off x="5021464" y="34030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65">
            <a:extLst>
              <a:ext uri="{FF2B5EF4-FFF2-40B4-BE49-F238E27FC236}">
                <a16:creationId xmlns:a16="http://schemas.microsoft.com/office/drawing/2014/main" id="{28EA96C8-7E44-4486-88F7-BE018E54084A}"/>
              </a:ext>
            </a:extLst>
          </p:cNvPr>
          <p:cNvSpPr/>
          <p:nvPr/>
        </p:nvSpPr>
        <p:spPr>
          <a:xfrm>
            <a:off x="5250064" y="178383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66">
            <a:extLst>
              <a:ext uri="{FF2B5EF4-FFF2-40B4-BE49-F238E27FC236}">
                <a16:creationId xmlns:a16="http://schemas.microsoft.com/office/drawing/2014/main" id="{863320FE-D2DA-4901-86DB-78C185531184}"/>
              </a:ext>
            </a:extLst>
          </p:cNvPr>
          <p:cNvSpPr/>
          <p:nvPr/>
        </p:nvSpPr>
        <p:spPr>
          <a:xfrm>
            <a:off x="5250064" y="178383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67">
            <a:extLst>
              <a:ext uri="{FF2B5EF4-FFF2-40B4-BE49-F238E27FC236}">
                <a16:creationId xmlns:a16="http://schemas.microsoft.com/office/drawing/2014/main" id="{9F675594-E6CB-4A53-8402-9229087AF50C}"/>
              </a:ext>
            </a:extLst>
          </p:cNvPr>
          <p:cNvSpPr/>
          <p:nvPr/>
        </p:nvSpPr>
        <p:spPr>
          <a:xfrm>
            <a:off x="5250064" y="2012437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68">
            <a:extLst>
              <a:ext uri="{FF2B5EF4-FFF2-40B4-BE49-F238E27FC236}">
                <a16:creationId xmlns:a16="http://schemas.microsoft.com/office/drawing/2014/main" id="{E0C89FE9-0C80-4284-B83A-147E8E74D388}"/>
              </a:ext>
            </a:extLst>
          </p:cNvPr>
          <p:cNvSpPr/>
          <p:nvPr/>
        </p:nvSpPr>
        <p:spPr>
          <a:xfrm>
            <a:off x="5250064" y="2012437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69">
            <a:extLst>
              <a:ext uri="{FF2B5EF4-FFF2-40B4-BE49-F238E27FC236}">
                <a16:creationId xmlns:a16="http://schemas.microsoft.com/office/drawing/2014/main" id="{3F799E59-1826-4025-82CC-7231EF242D6A}"/>
              </a:ext>
            </a:extLst>
          </p:cNvPr>
          <p:cNvSpPr/>
          <p:nvPr/>
        </p:nvSpPr>
        <p:spPr>
          <a:xfrm>
            <a:off x="5250064" y="22505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70">
            <a:extLst>
              <a:ext uri="{FF2B5EF4-FFF2-40B4-BE49-F238E27FC236}">
                <a16:creationId xmlns:a16="http://schemas.microsoft.com/office/drawing/2014/main" id="{BEEE5821-4721-4E46-8F22-C745494CF99C}"/>
              </a:ext>
            </a:extLst>
          </p:cNvPr>
          <p:cNvSpPr/>
          <p:nvPr/>
        </p:nvSpPr>
        <p:spPr>
          <a:xfrm>
            <a:off x="5250064" y="22505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71">
            <a:extLst>
              <a:ext uri="{FF2B5EF4-FFF2-40B4-BE49-F238E27FC236}">
                <a16:creationId xmlns:a16="http://schemas.microsoft.com/office/drawing/2014/main" id="{1AF3DD69-3C67-4F93-9599-F5E4910D2F65}"/>
              </a:ext>
            </a:extLst>
          </p:cNvPr>
          <p:cNvSpPr/>
          <p:nvPr/>
        </p:nvSpPr>
        <p:spPr>
          <a:xfrm>
            <a:off x="5250064" y="24791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72">
            <a:extLst>
              <a:ext uri="{FF2B5EF4-FFF2-40B4-BE49-F238E27FC236}">
                <a16:creationId xmlns:a16="http://schemas.microsoft.com/office/drawing/2014/main" id="{2400993A-78B6-43E8-8DD9-B8A9D9048542}"/>
              </a:ext>
            </a:extLst>
          </p:cNvPr>
          <p:cNvSpPr/>
          <p:nvPr/>
        </p:nvSpPr>
        <p:spPr>
          <a:xfrm>
            <a:off x="5250064" y="24791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73">
            <a:extLst>
              <a:ext uri="{FF2B5EF4-FFF2-40B4-BE49-F238E27FC236}">
                <a16:creationId xmlns:a16="http://schemas.microsoft.com/office/drawing/2014/main" id="{71C391F8-2F83-4EAF-B241-04F0B84E5B74}"/>
              </a:ext>
            </a:extLst>
          </p:cNvPr>
          <p:cNvSpPr/>
          <p:nvPr/>
        </p:nvSpPr>
        <p:spPr>
          <a:xfrm>
            <a:off x="5250064" y="27077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74">
            <a:extLst>
              <a:ext uri="{FF2B5EF4-FFF2-40B4-BE49-F238E27FC236}">
                <a16:creationId xmlns:a16="http://schemas.microsoft.com/office/drawing/2014/main" id="{5EF974C4-13D6-4D00-8F65-84003DDA8DC4}"/>
              </a:ext>
            </a:extLst>
          </p:cNvPr>
          <p:cNvSpPr/>
          <p:nvPr/>
        </p:nvSpPr>
        <p:spPr>
          <a:xfrm>
            <a:off x="5250064" y="27077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75">
            <a:extLst>
              <a:ext uri="{FF2B5EF4-FFF2-40B4-BE49-F238E27FC236}">
                <a16:creationId xmlns:a16="http://schemas.microsoft.com/office/drawing/2014/main" id="{54BE36B7-6266-4FE0-8322-4568C30D5159}"/>
              </a:ext>
            </a:extLst>
          </p:cNvPr>
          <p:cNvSpPr/>
          <p:nvPr/>
        </p:nvSpPr>
        <p:spPr>
          <a:xfrm>
            <a:off x="5250064" y="2936362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76">
            <a:extLst>
              <a:ext uri="{FF2B5EF4-FFF2-40B4-BE49-F238E27FC236}">
                <a16:creationId xmlns:a16="http://schemas.microsoft.com/office/drawing/2014/main" id="{E801AA3D-75DA-47C8-B6C2-05C18E5A40A3}"/>
              </a:ext>
            </a:extLst>
          </p:cNvPr>
          <p:cNvSpPr/>
          <p:nvPr/>
        </p:nvSpPr>
        <p:spPr>
          <a:xfrm>
            <a:off x="5250064" y="2936362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77">
            <a:extLst>
              <a:ext uri="{FF2B5EF4-FFF2-40B4-BE49-F238E27FC236}">
                <a16:creationId xmlns:a16="http://schemas.microsoft.com/office/drawing/2014/main" id="{0CDFE066-0DD8-4456-B8E0-AF51113D60D0}"/>
              </a:ext>
            </a:extLst>
          </p:cNvPr>
          <p:cNvSpPr/>
          <p:nvPr/>
        </p:nvSpPr>
        <p:spPr>
          <a:xfrm>
            <a:off x="5250064" y="31744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78">
            <a:extLst>
              <a:ext uri="{FF2B5EF4-FFF2-40B4-BE49-F238E27FC236}">
                <a16:creationId xmlns:a16="http://schemas.microsoft.com/office/drawing/2014/main" id="{CC448256-DA5E-4C98-B4E4-3295035F75DC}"/>
              </a:ext>
            </a:extLst>
          </p:cNvPr>
          <p:cNvSpPr/>
          <p:nvPr/>
        </p:nvSpPr>
        <p:spPr>
          <a:xfrm>
            <a:off x="5250064" y="31744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79">
            <a:extLst>
              <a:ext uri="{FF2B5EF4-FFF2-40B4-BE49-F238E27FC236}">
                <a16:creationId xmlns:a16="http://schemas.microsoft.com/office/drawing/2014/main" id="{9DB70970-E451-4652-B31E-C43770FFC4ED}"/>
              </a:ext>
            </a:extLst>
          </p:cNvPr>
          <p:cNvSpPr/>
          <p:nvPr/>
        </p:nvSpPr>
        <p:spPr>
          <a:xfrm>
            <a:off x="5250064" y="34030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80">
            <a:extLst>
              <a:ext uri="{FF2B5EF4-FFF2-40B4-BE49-F238E27FC236}">
                <a16:creationId xmlns:a16="http://schemas.microsoft.com/office/drawing/2014/main" id="{F727FF5B-17F3-465F-A5E9-9E6FEDFDBB0B}"/>
              </a:ext>
            </a:extLst>
          </p:cNvPr>
          <p:cNvSpPr/>
          <p:nvPr/>
        </p:nvSpPr>
        <p:spPr>
          <a:xfrm>
            <a:off x="5250064" y="34030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81">
            <a:extLst>
              <a:ext uri="{FF2B5EF4-FFF2-40B4-BE49-F238E27FC236}">
                <a16:creationId xmlns:a16="http://schemas.microsoft.com/office/drawing/2014/main" id="{089B0B26-0E76-4096-ACDA-79768CC9914D}"/>
              </a:ext>
            </a:extLst>
          </p:cNvPr>
          <p:cNvSpPr/>
          <p:nvPr/>
        </p:nvSpPr>
        <p:spPr>
          <a:xfrm>
            <a:off x="5478664" y="1783837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82">
            <a:extLst>
              <a:ext uri="{FF2B5EF4-FFF2-40B4-BE49-F238E27FC236}">
                <a16:creationId xmlns:a16="http://schemas.microsoft.com/office/drawing/2014/main" id="{3AC6EDAF-8139-414A-9B12-D9FD2571F700}"/>
              </a:ext>
            </a:extLst>
          </p:cNvPr>
          <p:cNvSpPr/>
          <p:nvPr/>
        </p:nvSpPr>
        <p:spPr>
          <a:xfrm>
            <a:off x="5478664" y="1783837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83">
            <a:extLst>
              <a:ext uri="{FF2B5EF4-FFF2-40B4-BE49-F238E27FC236}">
                <a16:creationId xmlns:a16="http://schemas.microsoft.com/office/drawing/2014/main" id="{87E94DAC-9492-4719-A628-F95085B54F3D}"/>
              </a:ext>
            </a:extLst>
          </p:cNvPr>
          <p:cNvSpPr/>
          <p:nvPr/>
        </p:nvSpPr>
        <p:spPr>
          <a:xfrm>
            <a:off x="5478664" y="2012437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38125" y="0"/>
                </a:moveTo>
                <a:lnTo>
                  <a:pt x="0" y="0"/>
                </a:lnTo>
                <a:lnTo>
                  <a:pt x="0" y="238125"/>
                </a:lnTo>
                <a:lnTo>
                  <a:pt x="238125" y="238125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84">
            <a:extLst>
              <a:ext uri="{FF2B5EF4-FFF2-40B4-BE49-F238E27FC236}">
                <a16:creationId xmlns:a16="http://schemas.microsoft.com/office/drawing/2014/main" id="{B653FBF9-915A-4C42-A97E-EC9325349A4D}"/>
              </a:ext>
            </a:extLst>
          </p:cNvPr>
          <p:cNvSpPr/>
          <p:nvPr/>
        </p:nvSpPr>
        <p:spPr>
          <a:xfrm>
            <a:off x="5478664" y="2012437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0" y="238125"/>
                </a:moveTo>
                <a:lnTo>
                  <a:pt x="238125" y="238125"/>
                </a:lnTo>
                <a:lnTo>
                  <a:pt x="238125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85">
            <a:extLst>
              <a:ext uri="{FF2B5EF4-FFF2-40B4-BE49-F238E27FC236}">
                <a16:creationId xmlns:a16="http://schemas.microsoft.com/office/drawing/2014/main" id="{47E70B99-88D4-425D-B907-8E63D058EF10}"/>
              </a:ext>
            </a:extLst>
          </p:cNvPr>
          <p:cNvSpPr/>
          <p:nvPr/>
        </p:nvSpPr>
        <p:spPr>
          <a:xfrm>
            <a:off x="5478664" y="2250562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86">
            <a:extLst>
              <a:ext uri="{FF2B5EF4-FFF2-40B4-BE49-F238E27FC236}">
                <a16:creationId xmlns:a16="http://schemas.microsoft.com/office/drawing/2014/main" id="{FA7EA4F2-717E-4313-BC67-430BFB356A4F}"/>
              </a:ext>
            </a:extLst>
          </p:cNvPr>
          <p:cNvSpPr/>
          <p:nvPr/>
        </p:nvSpPr>
        <p:spPr>
          <a:xfrm>
            <a:off x="5478664" y="2250562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87">
            <a:extLst>
              <a:ext uri="{FF2B5EF4-FFF2-40B4-BE49-F238E27FC236}">
                <a16:creationId xmlns:a16="http://schemas.microsoft.com/office/drawing/2014/main" id="{4DD450F9-B231-4AD6-A663-09C3C82118E5}"/>
              </a:ext>
            </a:extLst>
          </p:cNvPr>
          <p:cNvSpPr/>
          <p:nvPr/>
        </p:nvSpPr>
        <p:spPr>
          <a:xfrm>
            <a:off x="5478664" y="2479162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88">
            <a:extLst>
              <a:ext uri="{FF2B5EF4-FFF2-40B4-BE49-F238E27FC236}">
                <a16:creationId xmlns:a16="http://schemas.microsoft.com/office/drawing/2014/main" id="{8A48FCC9-3221-4273-91CD-E943DF3EF375}"/>
              </a:ext>
            </a:extLst>
          </p:cNvPr>
          <p:cNvSpPr/>
          <p:nvPr/>
        </p:nvSpPr>
        <p:spPr>
          <a:xfrm>
            <a:off x="5478664" y="2479162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89">
            <a:extLst>
              <a:ext uri="{FF2B5EF4-FFF2-40B4-BE49-F238E27FC236}">
                <a16:creationId xmlns:a16="http://schemas.microsoft.com/office/drawing/2014/main" id="{E70F3986-5E05-4425-BE2A-14403F13D1C3}"/>
              </a:ext>
            </a:extLst>
          </p:cNvPr>
          <p:cNvSpPr/>
          <p:nvPr/>
        </p:nvSpPr>
        <p:spPr>
          <a:xfrm>
            <a:off x="5478664" y="2707762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90">
            <a:extLst>
              <a:ext uri="{FF2B5EF4-FFF2-40B4-BE49-F238E27FC236}">
                <a16:creationId xmlns:a16="http://schemas.microsoft.com/office/drawing/2014/main" id="{445D77E1-4778-414E-833C-4339F55626D6}"/>
              </a:ext>
            </a:extLst>
          </p:cNvPr>
          <p:cNvSpPr/>
          <p:nvPr/>
        </p:nvSpPr>
        <p:spPr>
          <a:xfrm>
            <a:off x="5478664" y="2707762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91">
            <a:extLst>
              <a:ext uri="{FF2B5EF4-FFF2-40B4-BE49-F238E27FC236}">
                <a16:creationId xmlns:a16="http://schemas.microsoft.com/office/drawing/2014/main" id="{E9246ABE-6AED-4155-8835-E529E29C7C94}"/>
              </a:ext>
            </a:extLst>
          </p:cNvPr>
          <p:cNvSpPr/>
          <p:nvPr/>
        </p:nvSpPr>
        <p:spPr>
          <a:xfrm>
            <a:off x="5478664" y="2936362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38125" y="0"/>
                </a:moveTo>
                <a:lnTo>
                  <a:pt x="0" y="0"/>
                </a:lnTo>
                <a:lnTo>
                  <a:pt x="0" y="238125"/>
                </a:lnTo>
                <a:lnTo>
                  <a:pt x="238125" y="238125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92">
            <a:extLst>
              <a:ext uri="{FF2B5EF4-FFF2-40B4-BE49-F238E27FC236}">
                <a16:creationId xmlns:a16="http://schemas.microsoft.com/office/drawing/2014/main" id="{A61AD56D-BE1A-4E35-8783-5570F94B758A}"/>
              </a:ext>
            </a:extLst>
          </p:cNvPr>
          <p:cNvSpPr/>
          <p:nvPr/>
        </p:nvSpPr>
        <p:spPr>
          <a:xfrm>
            <a:off x="5478664" y="2936362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0" y="238125"/>
                </a:moveTo>
                <a:lnTo>
                  <a:pt x="238125" y="238125"/>
                </a:lnTo>
                <a:lnTo>
                  <a:pt x="238125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93">
            <a:extLst>
              <a:ext uri="{FF2B5EF4-FFF2-40B4-BE49-F238E27FC236}">
                <a16:creationId xmlns:a16="http://schemas.microsoft.com/office/drawing/2014/main" id="{63C25217-2A06-41A6-8FFF-42CFA28D5A1A}"/>
              </a:ext>
            </a:extLst>
          </p:cNvPr>
          <p:cNvSpPr/>
          <p:nvPr/>
        </p:nvSpPr>
        <p:spPr>
          <a:xfrm>
            <a:off x="5478664" y="3174487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94">
            <a:extLst>
              <a:ext uri="{FF2B5EF4-FFF2-40B4-BE49-F238E27FC236}">
                <a16:creationId xmlns:a16="http://schemas.microsoft.com/office/drawing/2014/main" id="{E6371E2F-3303-43E7-BA20-CE22194731AC}"/>
              </a:ext>
            </a:extLst>
          </p:cNvPr>
          <p:cNvSpPr/>
          <p:nvPr/>
        </p:nvSpPr>
        <p:spPr>
          <a:xfrm>
            <a:off x="5478664" y="3174487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95">
            <a:extLst>
              <a:ext uri="{FF2B5EF4-FFF2-40B4-BE49-F238E27FC236}">
                <a16:creationId xmlns:a16="http://schemas.microsoft.com/office/drawing/2014/main" id="{22505FC0-9E97-425E-8402-75331E63F7DD}"/>
              </a:ext>
            </a:extLst>
          </p:cNvPr>
          <p:cNvSpPr/>
          <p:nvPr/>
        </p:nvSpPr>
        <p:spPr>
          <a:xfrm>
            <a:off x="5478664" y="3403087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96">
            <a:extLst>
              <a:ext uri="{FF2B5EF4-FFF2-40B4-BE49-F238E27FC236}">
                <a16:creationId xmlns:a16="http://schemas.microsoft.com/office/drawing/2014/main" id="{6D3F8C78-FDC5-4EF7-BC4A-B461C5B60514}"/>
              </a:ext>
            </a:extLst>
          </p:cNvPr>
          <p:cNvSpPr/>
          <p:nvPr/>
        </p:nvSpPr>
        <p:spPr>
          <a:xfrm>
            <a:off x="5478664" y="3403087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97">
            <a:extLst>
              <a:ext uri="{FF2B5EF4-FFF2-40B4-BE49-F238E27FC236}">
                <a16:creationId xmlns:a16="http://schemas.microsoft.com/office/drawing/2014/main" id="{DAAE658F-9E29-4107-B0B5-56B3EFF82171}"/>
              </a:ext>
            </a:extLst>
          </p:cNvPr>
          <p:cNvSpPr/>
          <p:nvPr/>
        </p:nvSpPr>
        <p:spPr>
          <a:xfrm>
            <a:off x="5716789" y="178383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98">
            <a:extLst>
              <a:ext uri="{FF2B5EF4-FFF2-40B4-BE49-F238E27FC236}">
                <a16:creationId xmlns:a16="http://schemas.microsoft.com/office/drawing/2014/main" id="{E6AD419D-BCD1-41C0-B1C1-C2ACEC801BA3}"/>
              </a:ext>
            </a:extLst>
          </p:cNvPr>
          <p:cNvSpPr/>
          <p:nvPr/>
        </p:nvSpPr>
        <p:spPr>
          <a:xfrm>
            <a:off x="5716789" y="178383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99">
            <a:extLst>
              <a:ext uri="{FF2B5EF4-FFF2-40B4-BE49-F238E27FC236}">
                <a16:creationId xmlns:a16="http://schemas.microsoft.com/office/drawing/2014/main" id="{0E7BCCE3-6D15-4631-85EF-F5A8EE59F72A}"/>
              </a:ext>
            </a:extLst>
          </p:cNvPr>
          <p:cNvSpPr/>
          <p:nvPr/>
        </p:nvSpPr>
        <p:spPr>
          <a:xfrm>
            <a:off x="5716789" y="2012437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100">
            <a:extLst>
              <a:ext uri="{FF2B5EF4-FFF2-40B4-BE49-F238E27FC236}">
                <a16:creationId xmlns:a16="http://schemas.microsoft.com/office/drawing/2014/main" id="{793151A3-71FF-47B3-8F2C-F1F8BE4C66E4}"/>
              </a:ext>
            </a:extLst>
          </p:cNvPr>
          <p:cNvSpPr/>
          <p:nvPr/>
        </p:nvSpPr>
        <p:spPr>
          <a:xfrm>
            <a:off x="5716789" y="2012437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101">
            <a:extLst>
              <a:ext uri="{FF2B5EF4-FFF2-40B4-BE49-F238E27FC236}">
                <a16:creationId xmlns:a16="http://schemas.microsoft.com/office/drawing/2014/main" id="{F0297B1B-1A5E-4633-8D0A-871064FADE2C}"/>
              </a:ext>
            </a:extLst>
          </p:cNvPr>
          <p:cNvSpPr/>
          <p:nvPr/>
        </p:nvSpPr>
        <p:spPr>
          <a:xfrm>
            <a:off x="5716789" y="22505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102">
            <a:extLst>
              <a:ext uri="{FF2B5EF4-FFF2-40B4-BE49-F238E27FC236}">
                <a16:creationId xmlns:a16="http://schemas.microsoft.com/office/drawing/2014/main" id="{8050EB4A-436F-40B5-AA57-308C786705D0}"/>
              </a:ext>
            </a:extLst>
          </p:cNvPr>
          <p:cNvSpPr/>
          <p:nvPr/>
        </p:nvSpPr>
        <p:spPr>
          <a:xfrm>
            <a:off x="5716789" y="22505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103">
            <a:extLst>
              <a:ext uri="{FF2B5EF4-FFF2-40B4-BE49-F238E27FC236}">
                <a16:creationId xmlns:a16="http://schemas.microsoft.com/office/drawing/2014/main" id="{DFA1B1CD-7847-433D-9401-DA535D26CE74}"/>
              </a:ext>
            </a:extLst>
          </p:cNvPr>
          <p:cNvSpPr/>
          <p:nvPr/>
        </p:nvSpPr>
        <p:spPr>
          <a:xfrm>
            <a:off x="5716789" y="24791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104">
            <a:extLst>
              <a:ext uri="{FF2B5EF4-FFF2-40B4-BE49-F238E27FC236}">
                <a16:creationId xmlns:a16="http://schemas.microsoft.com/office/drawing/2014/main" id="{2BFD4236-29AF-40D4-AF27-29E7B0FE928C}"/>
              </a:ext>
            </a:extLst>
          </p:cNvPr>
          <p:cNvSpPr/>
          <p:nvPr/>
        </p:nvSpPr>
        <p:spPr>
          <a:xfrm>
            <a:off x="5716789" y="24791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105">
            <a:extLst>
              <a:ext uri="{FF2B5EF4-FFF2-40B4-BE49-F238E27FC236}">
                <a16:creationId xmlns:a16="http://schemas.microsoft.com/office/drawing/2014/main" id="{E22CFBA3-5A69-45B4-87E8-FB8FDA2FDFD7}"/>
              </a:ext>
            </a:extLst>
          </p:cNvPr>
          <p:cNvSpPr/>
          <p:nvPr/>
        </p:nvSpPr>
        <p:spPr>
          <a:xfrm>
            <a:off x="5716789" y="27077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106">
            <a:extLst>
              <a:ext uri="{FF2B5EF4-FFF2-40B4-BE49-F238E27FC236}">
                <a16:creationId xmlns:a16="http://schemas.microsoft.com/office/drawing/2014/main" id="{773CB861-FA8C-4AFE-AE49-D9AE5A803505}"/>
              </a:ext>
            </a:extLst>
          </p:cNvPr>
          <p:cNvSpPr/>
          <p:nvPr/>
        </p:nvSpPr>
        <p:spPr>
          <a:xfrm>
            <a:off x="5716789" y="27077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107">
            <a:extLst>
              <a:ext uri="{FF2B5EF4-FFF2-40B4-BE49-F238E27FC236}">
                <a16:creationId xmlns:a16="http://schemas.microsoft.com/office/drawing/2014/main" id="{4838D37E-1BD3-42B0-95EB-EA09839CC81E}"/>
              </a:ext>
            </a:extLst>
          </p:cNvPr>
          <p:cNvSpPr/>
          <p:nvPr/>
        </p:nvSpPr>
        <p:spPr>
          <a:xfrm>
            <a:off x="5716789" y="2936362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108">
            <a:extLst>
              <a:ext uri="{FF2B5EF4-FFF2-40B4-BE49-F238E27FC236}">
                <a16:creationId xmlns:a16="http://schemas.microsoft.com/office/drawing/2014/main" id="{3CAF8935-79CA-4293-8431-D6EE0844532B}"/>
              </a:ext>
            </a:extLst>
          </p:cNvPr>
          <p:cNvSpPr/>
          <p:nvPr/>
        </p:nvSpPr>
        <p:spPr>
          <a:xfrm>
            <a:off x="5716789" y="2936362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object 109">
            <a:extLst>
              <a:ext uri="{FF2B5EF4-FFF2-40B4-BE49-F238E27FC236}">
                <a16:creationId xmlns:a16="http://schemas.microsoft.com/office/drawing/2014/main" id="{AE98A17A-00E5-4F59-A12B-155A2D867E85}"/>
              </a:ext>
            </a:extLst>
          </p:cNvPr>
          <p:cNvSpPr/>
          <p:nvPr/>
        </p:nvSpPr>
        <p:spPr>
          <a:xfrm>
            <a:off x="5716789" y="31744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110">
            <a:extLst>
              <a:ext uri="{FF2B5EF4-FFF2-40B4-BE49-F238E27FC236}">
                <a16:creationId xmlns:a16="http://schemas.microsoft.com/office/drawing/2014/main" id="{DCD66762-1AA0-4924-B5F9-D3EB3533527F}"/>
              </a:ext>
            </a:extLst>
          </p:cNvPr>
          <p:cNvSpPr/>
          <p:nvPr/>
        </p:nvSpPr>
        <p:spPr>
          <a:xfrm>
            <a:off x="5716789" y="31744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111">
            <a:extLst>
              <a:ext uri="{FF2B5EF4-FFF2-40B4-BE49-F238E27FC236}">
                <a16:creationId xmlns:a16="http://schemas.microsoft.com/office/drawing/2014/main" id="{42DFAE3A-837B-423B-A03B-4E664A656A2E}"/>
              </a:ext>
            </a:extLst>
          </p:cNvPr>
          <p:cNvSpPr/>
          <p:nvPr/>
        </p:nvSpPr>
        <p:spPr>
          <a:xfrm>
            <a:off x="5716789" y="34030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112">
            <a:extLst>
              <a:ext uri="{FF2B5EF4-FFF2-40B4-BE49-F238E27FC236}">
                <a16:creationId xmlns:a16="http://schemas.microsoft.com/office/drawing/2014/main" id="{29DDDEB0-1C24-4275-90C6-E2ED3A0190B2}"/>
              </a:ext>
            </a:extLst>
          </p:cNvPr>
          <p:cNvSpPr/>
          <p:nvPr/>
        </p:nvSpPr>
        <p:spPr>
          <a:xfrm>
            <a:off x="5716789" y="34030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113">
            <a:extLst>
              <a:ext uri="{FF2B5EF4-FFF2-40B4-BE49-F238E27FC236}">
                <a16:creationId xmlns:a16="http://schemas.microsoft.com/office/drawing/2014/main" id="{1E71D24F-117D-4D31-95A7-C3F1B8FF823F}"/>
              </a:ext>
            </a:extLst>
          </p:cNvPr>
          <p:cNvSpPr/>
          <p:nvPr/>
        </p:nvSpPr>
        <p:spPr>
          <a:xfrm>
            <a:off x="5945389" y="178383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114">
            <a:extLst>
              <a:ext uri="{FF2B5EF4-FFF2-40B4-BE49-F238E27FC236}">
                <a16:creationId xmlns:a16="http://schemas.microsoft.com/office/drawing/2014/main" id="{C04C4065-815B-4575-B9EE-8E4110A59B9A}"/>
              </a:ext>
            </a:extLst>
          </p:cNvPr>
          <p:cNvSpPr/>
          <p:nvPr/>
        </p:nvSpPr>
        <p:spPr>
          <a:xfrm>
            <a:off x="5945389" y="178383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object 115">
            <a:extLst>
              <a:ext uri="{FF2B5EF4-FFF2-40B4-BE49-F238E27FC236}">
                <a16:creationId xmlns:a16="http://schemas.microsoft.com/office/drawing/2014/main" id="{17848CBB-94AF-4EB2-976A-FABD606AB9B2}"/>
              </a:ext>
            </a:extLst>
          </p:cNvPr>
          <p:cNvSpPr/>
          <p:nvPr/>
        </p:nvSpPr>
        <p:spPr>
          <a:xfrm>
            <a:off x="5945389" y="2012437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object 116">
            <a:extLst>
              <a:ext uri="{FF2B5EF4-FFF2-40B4-BE49-F238E27FC236}">
                <a16:creationId xmlns:a16="http://schemas.microsoft.com/office/drawing/2014/main" id="{6F7688D8-08FE-4E54-932C-0D9B04A5602A}"/>
              </a:ext>
            </a:extLst>
          </p:cNvPr>
          <p:cNvSpPr/>
          <p:nvPr/>
        </p:nvSpPr>
        <p:spPr>
          <a:xfrm>
            <a:off x="5945389" y="2012437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117">
            <a:extLst>
              <a:ext uri="{FF2B5EF4-FFF2-40B4-BE49-F238E27FC236}">
                <a16:creationId xmlns:a16="http://schemas.microsoft.com/office/drawing/2014/main" id="{E67FD864-071B-4C7F-B8CE-07FAA079A096}"/>
              </a:ext>
            </a:extLst>
          </p:cNvPr>
          <p:cNvSpPr/>
          <p:nvPr/>
        </p:nvSpPr>
        <p:spPr>
          <a:xfrm>
            <a:off x="5945389" y="22505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object 118">
            <a:extLst>
              <a:ext uri="{FF2B5EF4-FFF2-40B4-BE49-F238E27FC236}">
                <a16:creationId xmlns:a16="http://schemas.microsoft.com/office/drawing/2014/main" id="{EBF7BB82-71C8-46C6-A59E-2CF9030CA4AD}"/>
              </a:ext>
            </a:extLst>
          </p:cNvPr>
          <p:cNvSpPr/>
          <p:nvPr/>
        </p:nvSpPr>
        <p:spPr>
          <a:xfrm>
            <a:off x="5945389" y="22505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object 119">
            <a:extLst>
              <a:ext uri="{FF2B5EF4-FFF2-40B4-BE49-F238E27FC236}">
                <a16:creationId xmlns:a16="http://schemas.microsoft.com/office/drawing/2014/main" id="{1476FFDD-A42A-47CD-989D-3C260A5FC985}"/>
              </a:ext>
            </a:extLst>
          </p:cNvPr>
          <p:cNvSpPr/>
          <p:nvPr/>
        </p:nvSpPr>
        <p:spPr>
          <a:xfrm>
            <a:off x="5945389" y="24791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object 120">
            <a:extLst>
              <a:ext uri="{FF2B5EF4-FFF2-40B4-BE49-F238E27FC236}">
                <a16:creationId xmlns:a16="http://schemas.microsoft.com/office/drawing/2014/main" id="{D63CBA8D-1C91-4459-96AD-C4025AEB37BC}"/>
              </a:ext>
            </a:extLst>
          </p:cNvPr>
          <p:cNvSpPr/>
          <p:nvPr/>
        </p:nvSpPr>
        <p:spPr>
          <a:xfrm>
            <a:off x="5945389" y="24791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object 121">
            <a:extLst>
              <a:ext uri="{FF2B5EF4-FFF2-40B4-BE49-F238E27FC236}">
                <a16:creationId xmlns:a16="http://schemas.microsoft.com/office/drawing/2014/main" id="{E6265F8F-9002-4BC3-BC3B-8A12A5BCD34F}"/>
              </a:ext>
            </a:extLst>
          </p:cNvPr>
          <p:cNvSpPr/>
          <p:nvPr/>
        </p:nvSpPr>
        <p:spPr>
          <a:xfrm>
            <a:off x="5945389" y="27077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object 122">
            <a:extLst>
              <a:ext uri="{FF2B5EF4-FFF2-40B4-BE49-F238E27FC236}">
                <a16:creationId xmlns:a16="http://schemas.microsoft.com/office/drawing/2014/main" id="{E36A9990-AA6E-416B-AC6C-9710C77EF294}"/>
              </a:ext>
            </a:extLst>
          </p:cNvPr>
          <p:cNvSpPr/>
          <p:nvPr/>
        </p:nvSpPr>
        <p:spPr>
          <a:xfrm>
            <a:off x="5945389" y="27077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object 123">
            <a:extLst>
              <a:ext uri="{FF2B5EF4-FFF2-40B4-BE49-F238E27FC236}">
                <a16:creationId xmlns:a16="http://schemas.microsoft.com/office/drawing/2014/main" id="{5FEE9C4E-572D-43A5-B7F5-547D171CE0DF}"/>
              </a:ext>
            </a:extLst>
          </p:cNvPr>
          <p:cNvSpPr/>
          <p:nvPr/>
        </p:nvSpPr>
        <p:spPr>
          <a:xfrm>
            <a:off x="5945389" y="2936362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object 124">
            <a:extLst>
              <a:ext uri="{FF2B5EF4-FFF2-40B4-BE49-F238E27FC236}">
                <a16:creationId xmlns:a16="http://schemas.microsoft.com/office/drawing/2014/main" id="{B59059E8-6AF0-408D-8129-D670361DAAFC}"/>
              </a:ext>
            </a:extLst>
          </p:cNvPr>
          <p:cNvSpPr/>
          <p:nvPr/>
        </p:nvSpPr>
        <p:spPr>
          <a:xfrm>
            <a:off x="5945389" y="2936362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object 125">
            <a:extLst>
              <a:ext uri="{FF2B5EF4-FFF2-40B4-BE49-F238E27FC236}">
                <a16:creationId xmlns:a16="http://schemas.microsoft.com/office/drawing/2014/main" id="{FF2A5F33-016C-4F3A-A602-A80E3E64F3AA}"/>
              </a:ext>
            </a:extLst>
          </p:cNvPr>
          <p:cNvSpPr/>
          <p:nvPr/>
        </p:nvSpPr>
        <p:spPr>
          <a:xfrm>
            <a:off x="5945389" y="31744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object 126">
            <a:extLst>
              <a:ext uri="{FF2B5EF4-FFF2-40B4-BE49-F238E27FC236}">
                <a16:creationId xmlns:a16="http://schemas.microsoft.com/office/drawing/2014/main" id="{318C6C79-1415-48C4-B395-4C8500DB65AA}"/>
              </a:ext>
            </a:extLst>
          </p:cNvPr>
          <p:cNvSpPr/>
          <p:nvPr/>
        </p:nvSpPr>
        <p:spPr>
          <a:xfrm>
            <a:off x="5945389" y="31744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object 127">
            <a:extLst>
              <a:ext uri="{FF2B5EF4-FFF2-40B4-BE49-F238E27FC236}">
                <a16:creationId xmlns:a16="http://schemas.microsoft.com/office/drawing/2014/main" id="{FF39B6DF-7E85-4078-87EC-BBDDB8B24C61}"/>
              </a:ext>
            </a:extLst>
          </p:cNvPr>
          <p:cNvSpPr/>
          <p:nvPr/>
        </p:nvSpPr>
        <p:spPr>
          <a:xfrm>
            <a:off x="5945389" y="34030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object 128">
            <a:extLst>
              <a:ext uri="{FF2B5EF4-FFF2-40B4-BE49-F238E27FC236}">
                <a16:creationId xmlns:a16="http://schemas.microsoft.com/office/drawing/2014/main" id="{5075BA5E-8E22-4D99-A69F-BBA7CCE98EB2}"/>
              </a:ext>
            </a:extLst>
          </p:cNvPr>
          <p:cNvSpPr/>
          <p:nvPr/>
        </p:nvSpPr>
        <p:spPr>
          <a:xfrm>
            <a:off x="5945389" y="34030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object 129">
            <a:extLst>
              <a:ext uri="{FF2B5EF4-FFF2-40B4-BE49-F238E27FC236}">
                <a16:creationId xmlns:a16="http://schemas.microsoft.com/office/drawing/2014/main" id="{A06E5CBB-841E-4162-A0FD-3427A5242561}"/>
              </a:ext>
            </a:extLst>
          </p:cNvPr>
          <p:cNvSpPr/>
          <p:nvPr/>
        </p:nvSpPr>
        <p:spPr>
          <a:xfrm>
            <a:off x="6173989" y="178383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object 130">
            <a:extLst>
              <a:ext uri="{FF2B5EF4-FFF2-40B4-BE49-F238E27FC236}">
                <a16:creationId xmlns:a16="http://schemas.microsoft.com/office/drawing/2014/main" id="{86694738-320F-4250-AD20-128BDF5272F7}"/>
              </a:ext>
            </a:extLst>
          </p:cNvPr>
          <p:cNvSpPr/>
          <p:nvPr/>
        </p:nvSpPr>
        <p:spPr>
          <a:xfrm>
            <a:off x="6173989" y="178383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object 131">
            <a:extLst>
              <a:ext uri="{FF2B5EF4-FFF2-40B4-BE49-F238E27FC236}">
                <a16:creationId xmlns:a16="http://schemas.microsoft.com/office/drawing/2014/main" id="{772B5EE6-6220-486C-BB8F-75042B58CD94}"/>
              </a:ext>
            </a:extLst>
          </p:cNvPr>
          <p:cNvSpPr/>
          <p:nvPr/>
        </p:nvSpPr>
        <p:spPr>
          <a:xfrm>
            <a:off x="6173989" y="2012437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object 132">
            <a:extLst>
              <a:ext uri="{FF2B5EF4-FFF2-40B4-BE49-F238E27FC236}">
                <a16:creationId xmlns:a16="http://schemas.microsoft.com/office/drawing/2014/main" id="{44B62F84-977F-4E87-AF11-EBBB810521BA}"/>
              </a:ext>
            </a:extLst>
          </p:cNvPr>
          <p:cNvSpPr/>
          <p:nvPr/>
        </p:nvSpPr>
        <p:spPr>
          <a:xfrm>
            <a:off x="6173989" y="2012437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object 133">
            <a:extLst>
              <a:ext uri="{FF2B5EF4-FFF2-40B4-BE49-F238E27FC236}">
                <a16:creationId xmlns:a16="http://schemas.microsoft.com/office/drawing/2014/main" id="{7344B0C9-4B03-464D-B32A-CDB7E2692F43}"/>
              </a:ext>
            </a:extLst>
          </p:cNvPr>
          <p:cNvSpPr/>
          <p:nvPr/>
        </p:nvSpPr>
        <p:spPr>
          <a:xfrm>
            <a:off x="6173989" y="22505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object 134">
            <a:extLst>
              <a:ext uri="{FF2B5EF4-FFF2-40B4-BE49-F238E27FC236}">
                <a16:creationId xmlns:a16="http://schemas.microsoft.com/office/drawing/2014/main" id="{CB8A29B4-A390-4B4B-BC94-2172C4768AF2}"/>
              </a:ext>
            </a:extLst>
          </p:cNvPr>
          <p:cNvSpPr/>
          <p:nvPr/>
        </p:nvSpPr>
        <p:spPr>
          <a:xfrm>
            <a:off x="6173989" y="22505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object 135">
            <a:extLst>
              <a:ext uri="{FF2B5EF4-FFF2-40B4-BE49-F238E27FC236}">
                <a16:creationId xmlns:a16="http://schemas.microsoft.com/office/drawing/2014/main" id="{48C6FC56-05A9-465F-ABFC-D16B3DBF244B}"/>
              </a:ext>
            </a:extLst>
          </p:cNvPr>
          <p:cNvSpPr/>
          <p:nvPr/>
        </p:nvSpPr>
        <p:spPr>
          <a:xfrm>
            <a:off x="6173989" y="24791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object 136">
            <a:extLst>
              <a:ext uri="{FF2B5EF4-FFF2-40B4-BE49-F238E27FC236}">
                <a16:creationId xmlns:a16="http://schemas.microsoft.com/office/drawing/2014/main" id="{C1542054-2D9E-429B-A703-96702E05A3A1}"/>
              </a:ext>
            </a:extLst>
          </p:cNvPr>
          <p:cNvSpPr/>
          <p:nvPr/>
        </p:nvSpPr>
        <p:spPr>
          <a:xfrm>
            <a:off x="6173989" y="24791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object 137">
            <a:extLst>
              <a:ext uri="{FF2B5EF4-FFF2-40B4-BE49-F238E27FC236}">
                <a16:creationId xmlns:a16="http://schemas.microsoft.com/office/drawing/2014/main" id="{79BF62E9-3209-4D40-8B44-B7983301507C}"/>
              </a:ext>
            </a:extLst>
          </p:cNvPr>
          <p:cNvSpPr/>
          <p:nvPr/>
        </p:nvSpPr>
        <p:spPr>
          <a:xfrm>
            <a:off x="6173989" y="27077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object 138">
            <a:extLst>
              <a:ext uri="{FF2B5EF4-FFF2-40B4-BE49-F238E27FC236}">
                <a16:creationId xmlns:a16="http://schemas.microsoft.com/office/drawing/2014/main" id="{F6000EAC-078C-451C-9CB4-4EA6B495F35C}"/>
              </a:ext>
            </a:extLst>
          </p:cNvPr>
          <p:cNvSpPr/>
          <p:nvPr/>
        </p:nvSpPr>
        <p:spPr>
          <a:xfrm>
            <a:off x="6173989" y="270776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object 139">
            <a:extLst>
              <a:ext uri="{FF2B5EF4-FFF2-40B4-BE49-F238E27FC236}">
                <a16:creationId xmlns:a16="http://schemas.microsoft.com/office/drawing/2014/main" id="{4E4B7C79-8B14-44BD-BDC1-36423E8CAFA0}"/>
              </a:ext>
            </a:extLst>
          </p:cNvPr>
          <p:cNvSpPr/>
          <p:nvPr/>
        </p:nvSpPr>
        <p:spPr>
          <a:xfrm>
            <a:off x="6173989" y="2936362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228600" y="0"/>
                </a:move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object 140">
            <a:extLst>
              <a:ext uri="{FF2B5EF4-FFF2-40B4-BE49-F238E27FC236}">
                <a16:creationId xmlns:a16="http://schemas.microsoft.com/office/drawing/2014/main" id="{910799E1-F472-4A8E-A79E-130A88396703}"/>
              </a:ext>
            </a:extLst>
          </p:cNvPr>
          <p:cNvSpPr/>
          <p:nvPr/>
        </p:nvSpPr>
        <p:spPr>
          <a:xfrm>
            <a:off x="6173989" y="2936362"/>
            <a:ext cx="228600" cy="238125"/>
          </a:xfrm>
          <a:custGeom>
            <a:avLst/>
            <a:gdLst/>
            <a:ahLst/>
            <a:cxnLst/>
            <a:rect l="l" t="t" r="r" b="b"/>
            <a:pathLst>
              <a:path w="228600" h="238125">
                <a:moveTo>
                  <a:pt x="0" y="238125"/>
                </a:moveTo>
                <a:lnTo>
                  <a:pt x="228600" y="2381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object 141">
            <a:extLst>
              <a:ext uri="{FF2B5EF4-FFF2-40B4-BE49-F238E27FC236}">
                <a16:creationId xmlns:a16="http://schemas.microsoft.com/office/drawing/2014/main" id="{1304C9BC-1DD2-4F8D-B1B1-4CF47DA6607E}"/>
              </a:ext>
            </a:extLst>
          </p:cNvPr>
          <p:cNvSpPr/>
          <p:nvPr/>
        </p:nvSpPr>
        <p:spPr>
          <a:xfrm>
            <a:off x="6173989" y="31744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object 142">
            <a:extLst>
              <a:ext uri="{FF2B5EF4-FFF2-40B4-BE49-F238E27FC236}">
                <a16:creationId xmlns:a16="http://schemas.microsoft.com/office/drawing/2014/main" id="{DDA3D67F-69BA-4D0A-84E6-E09F59C8166C}"/>
              </a:ext>
            </a:extLst>
          </p:cNvPr>
          <p:cNvSpPr/>
          <p:nvPr/>
        </p:nvSpPr>
        <p:spPr>
          <a:xfrm>
            <a:off x="6173989" y="31744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object 143">
            <a:extLst>
              <a:ext uri="{FF2B5EF4-FFF2-40B4-BE49-F238E27FC236}">
                <a16:creationId xmlns:a16="http://schemas.microsoft.com/office/drawing/2014/main" id="{C4D943F4-162C-42CA-AF57-A4B51F434D5F}"/>
              </a:ext>
            </a:extLst>
          </p:cNvPr>
          <p:cNvSpPr/>
          <p:nvPr/>
        </p:nvSpPr>
        <p:spPr>
          <a:xfrm>
            <a:off x="6173989" y="34030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600"/>
                </a:lnTo>
                <a:lnTo>
                  <a:pt x="228600" y="228600"/>
                </a:lnTo>
                <a:lnTo>
                  <a:pt x="228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object 144">
            <a:extLst>
              <a:ext uri="{FF2B5EF4-FFF2-40B4-BE49-F238E27FC236}">
                <a16:creationId xmlns:a16="http://schemas.microsoft.com/office/drawing/2014/main" id="{CF0EC22E-C828-42EC-A64B-11568C9EA3B3}"/>
              </a:ext>
            </a:extLst>
          </p:cNvPr>
          <p:cNvSpPr/>
          <p:nvPr/>
        </p:nvSpPr>
        <p:spPr>
          <a:xfrm>
            <a:off x="6173989" y="34030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object 145">
            <a:extLst>
              <a:ext uri="{FF2B5EF4-FFF2-40B4-BE49-F238E27FC236}">
                <a16:creationId xmlns:a16="http://schemas.microsoft.com/office/drawing/2014/main" id="{AA29E40D-98E8-42E8-B44E-61AFB91219E0}"/>
              </a:ext>
            </a:extLst>
          </p:cNvPr>
          <p:cNvSpPr/>
          <p:nvPr/>
        </p:nvSpPr>
        <p:spPr>
          <a:xfrm>
            <a:off x="6402589" y="1783837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object 146">
            <a:extLst>
              <a:ext uri="{FF2B5EF4-FFF2-40B4-BE49-F238E27FC236}">
                <a16:creationId xmlns:a16="http://schemas.microsoft.com/office/drawing/2014/main" id="{07DE0EC6-61BC-452A-9F2F-62DF68FABC98}"/>
              </a:ext>
            </a:extLst>
          </p:cNvPr>
          <p:cNvSpPr/>
          <p:nvPr/>
        </p:nvSpPr>
        <p:spPr>
          <a:xfrm>
            <a:off x="6402589" y="1783837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object 147">
            <a:extLst>
              <a:ext uri="{FF2B5EF4-FFF2-40B4-BE49-F238E27FC236}">
                <a16:creationId xmlns:a16="http://schemas.microsoft.com/office/drawing/2014/main" id="{6F247DD4-A496-4D72-916C-C210D859E8F7}"/>
              </a:ext>
            </a:extLst>
          </p:cNvPr>
          <p:cNvSpPr/>
          <p:nvPr/>
        </p:nvSpPr>
        <p:spPr>
          <a:xfrm>
            <a:off x="6402589" y="2012437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38125" y="0"/>
                </a:moveTo>
                <a:lnTo>
                  <a:pt x="0" y="0"/>
                </a:lnTo>
                <a:lnTo>
                  <a:pt x="0" y="238125"/>
                </a:lnTo>
                <a:lnTo>
                  <a:pt x="238125" y="238125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object 148">
            <a:extLst>
              <a:ext uri="{FF2B5EF4-FFF2-40B4-BE49-F238E27FC236}">
                <a16:creationId xmlns:a16="http://schemas.microsoft.com/office/drawing/2014/main" id="{1092CB18-076F-46D4-87EB-AC591900462C}"/>
              </a:ext>
            </a:extLst>
          </p:cNvPr>
          <p:cNvSpPr/>
          <p:nvPr/>
        </p:nvSpPr>
        <p:spPr>
          <a:xfrm>
            <a:off x="6402589" y="2012437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0" y="238125"/>
                </a:moveTo>
                <a:lnTo>
                  <a:pt x="238125" y="238125"/>
                </a:lnTo>
                <a:lnTo>
                  <a:pt x="238125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object 149">
            <a:extLst>
              <a:ext uri="{FF2B5EF4-FFF2-40B4-BE49-F238E27FC236}">
                <a16:creationId xmlns:a16="http://schemas.microsoft.com/office/drawing/2014/main" id="{0B894134-A8F2-4C50-8FE3-3F620B63071E}"/>
              </a:ext>
            </a:extLst>
          </p:cNvPr>
          <p:cNvSpPr/>
          <p:nvPr/>
        </p:nvSpPr>
        <p:spPr>
          <a:xfrm>
            <a:off x="6402589" y="2250562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object 150">
            <a:extLst>
              <a:ext uri="{FF2B5EF4-FFF2-40B4-BE49-F238E27FC236}">
                <a16:creationId xmlns:a16="http://schemas.microsoft.com/office/drawing/2014/main" id="{E775A516-22FA-4576-90B0-6AF794D6B4AC}"/>
              </a:ext>
            </a:extLst>
          </p:cNvPr>
          <p:cNvSpPr/>
          <p:nvPr/>
        </p:nvSpPr>
        <p:spPr>
          <a:xfrm>
            <a:off x="6402589" y="2250562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object 151">
            <a:extLst>
              <a:ext uri="{FF2B5EF4-FFF2-40B4-BE49-F238E27FC236}">
                <a16:creationId xmlns:a16="http://schemas.microsoft.com/office/drawing/2014/main" id="{94565873-C7E7-4D05-AF57-568A417D6913}"/>
              </a:ext>
            </a:extLst>
          </p:cNvPr>
          <p:cNvSpPr/>
          <p:nvPr/>
        </p:nvSpPr>
        <p:spPr>
          <a:xfrm>
            <a:off x="6402589" y="2479162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object 152">
            <a:extLst>
              <a:ext uri="{FF2B5EF4-FFF2-40B4-BE49-F238E27FC236}">
                <a16:creationId xmlns:a16="http://schemas.microsoft.com/office/drawing/2014/main" id="{9CBC10AE-4164-46B1-9C0E-CD375FB1C869}"/>
              </a:ext>
            </a:extLst>
          </p:cNvPr>
          <p:cNvSpPr/>
          <p:nvPr/>
        </p:nvSpPr>
        <p:spPr>
          <a:xfrm>
            <a:off x="6402589" y="2479162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object 153">
            <a:extLst>
              <a:ext uri="{FF2B5EF4-FFF2-40B4-BE49-F238E27FC236}">
                <a16:creationId xmlns:a16="http://schemas.microsoft.com/office/drawing/2014/main" id="{0F58E3CD-07DE-4394-A1F8-52F331AB38BE}"/>
              </a:ext>
            </a:extLst>
          </p:cNvPr>
          <p:cNvSpPr/>
          <p:nvPr/>
        </p:nvSpPr>
        <p:spPr>
          <a:xfrm>
            <a:off x="6402589" y="2707762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object 154">
            <a:extLst>
              <a:ext uri="{FF2B5EF4-FFF2-40B4-BE49-F238E27FC236}">
                <a16:creationId xmlns:a16="http://schemas.microsoft.com/office/drawing/2014/main" id="{997B8BAD-76F2-4A3E-AB4F-DA2F18405F05}"/>
              </a:ext>
            </a:extLst>
          </p:cNvPr>
          <p:cNvSpPr/>
          <p:nvPr/>
        </p:nvSpPr>
        <p:spPr>
          <a:xfrm>
            <a:off x="6402589" y="2707762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object 155">
            <a:extLst>
              <a:ext uri="{FF2B5EF4-FFF2-40B4-BE49-F238E27FC236}">
                <a16:creationId xmlns:a16="http://schemas.microsoft.com/office/drawing/2014/main" id="{06EC69E9-E548-474E-83F8-9440FDBFF76B}"/>
              </a:ext>
            </a:extLst>
          </p:cNvPr>
          <p:cNvSpPr/>
          <p:nvPr/>
        </p:nvSpPr>
        <p:spPr>
          <a:xfrm>
            <a:off x="6402589" y="2936362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38125" y="0"/>
                </a:moveTo>
                <a:lnTo>
                  <a:pt x="0" y="0"/>
                </a:lnTo>
                <a:lnTo>
                  <a:pt x="0" y="238125"/>
                </a:lnTo>
                <a:lnTo>
                  <a:pt x="238125" y="238125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object 156">
            <a:extLst>
              <a:ext uri="{FF2B5EF4-FFF2-40B4-BE49-F238E27FC236}">
                <a16:creationId xmlns:a16="http://schemas.microsoft.com/office/drawing/2014/main" id="{B9656668-7598-4765-9C1B-41C607D6EC03}"/>
              </a:ext>
            </a:extLst>
          </p:cNvPr>
          <p:cNvSpPr/>
          <p:nvPr/>
        </p:nvSpPr>
        <p:spPr>
          <a:xfrm>
            <a:off x="6402589" y="2936362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0" y="238125"/>
                </a:moveTo>
                <a:lnTo>
                  <a:pt x="238125" y="238125"/>
                </a:lnTo>
                <a:lnTo>
                  <a:pt x="238125" y="0"/>
                </a:lnTo>
                <a:lnTo>
                  <a:pt x="0" y="0"/>
                </a:lnTo>
                <a:lnTo>
                  <a:pt x="0" y="2381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object 157">
            <a:extLst>
              <a:ext uri="{FF2B5EF4-FFF2-40B4-BE49-F238E27FC236}">
                <a16:creationId xmlns:a16="http://schemas.microsoft.com/office/drawing/2014/main" id="{B125FC43-3062-4F7E-9176-B11103F325B2}"/>
              </a:ext>
            </a:extLst>
          </p:cNvPr>
          <p:cNvSpPr/>
          <p:nvPr/>
        </p:nvSpPr>
        <p:spPr>
          <a:xfrm>
            <a:off x="6402589" y="3174487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object 158">
            <a:extLst>
              <a:ext uri="{FF2B5EF4-FFF2-40B4-BE49-F238E27FC236}">
                <a16:creationId xmlns:a16="http://schemas.microsoft.com/office/drawing/2014/main" id="{67A650E7-022B-4A53-9BEB-08699170CDB5}"/>
              </a:ext>
            </a:extLst>
          </p:cNvPr>
          <p:cNvSpPr/>
          <p:nvPr/>
        </p:nvSpPr>
        <p:spPr>
          <a:xfrm>
            <a:off x="6402589" y="3174487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object 159">
            <a:extLst>
              <a:ext uri="{FF2B5EF4-FFF2-40B4-BE49-F238E27FC236}">
                <a16:creationId xmlns:a16="http://schemas.microsoft.com/office/drawing/2014/main" id="{5AF4A27B-C1FD-45B4-8B73-2C1FC925FA9D}"/>
              </a:ext>
            </a:extLst>
          </p:cNvPr>
          <p:cNvSpPr/>
          <p:nvPr/>
        </p:nvSpPr>
        <p:spPr>
          <a:xfrm>
            <a:off x="6402589" y="3403087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238125" y="0"/>
                </a:moveTo>
                <a:lnTo>
                  <a:pt x="0" y="0"/>
                </a:lnTo>
                <a:lnTo>
                  <a:pt x="0" y="228600"/>
                </a:lnTo>
                <a:lnTo>
                  <a:pt x="238125" y="228600"/>
                </a:lnTo>
                <a:lnTo>
                  <a:pt x="2381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object 160">
            <a:extLst>
              <a:ext uri="{FF2B5EF4-FFF2-40B4-BE49-F238E27FC236}">
                <a16:creationId xmlns:a16="http://schemas.microsoft.com/office/drawing/2014/main" id="{1CE13B6C-F47E-40F7-8B30-5CE8883E019A}"/>
              </a:ext>
            </a:extLst>
          </p:cNvPr>
          <p:cNvSpPr/>
          <p:nvPr/>
        </p:nvSpPr>
        <p:spPr>
          <a:xfrm>
            <a:off x="6402589" y="3403087"/>
            <a:ext cx="238125" cy="228600"/>
          </a:xfrm>
          <a:custGeom>
            <a:avLst/>
            <a:gdLst/>
            <a:ahLst/>
            <a:cxnLst/>
            <a:rect l="l" t="t" r="r" b="b"/>
            <a:pathLst>
              <a:path w="238125" h="228600">
                <a:moveTo>
                  <a:pt x="0" y="228600"/>
                </a:moveTo>
                <a:lnTo>
                  <a:pt x="238125" y="228600"/>
                </a:lnTo>
                <a:lnTo>
                  <a:pt x="238125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99" name="object 3">
            <a:extLst>
              <a:ext uri="{FF2B5EF4-FFF2-40B4-BE49-F238E27FC236}">
                <a16:creationId xmlns:a16="http://schemas.microsoft.com/office/drawing/2014/main" id="{0A7655B6-1ACB-432C-B392-EB29BE5E7C52}"/>
              </a:ext>
            </a:extLst>
          </p:cNvPr>
          <p:cNvGrpSpPr/>
          <p:nvPr/>
        </p:nvGrpSpPr>
        <p:grpSpPr>
          <a:xfrm>
            <a:off x="7126100" y="1802096"/>
            <a:ext cx="670406" cy="1854200"/>
            <a:chOff x="436562" y="1957451"/>
            <a:chExt cx="241300" cy="1854200"/>
          </a:xfrm>
        </p:grpSpPr>
        <p:sp>
          <p:nvSpPr>
            <p:cNvPr id="300" name="object 4">
              <a:extLst>
                <a:ext uri="{FF2B5EF4-FFF2-40B4-BE49-F238E27FC236}">
                  <a16:creationId xmlns:a16="http://schemas.microsoft.com/office/drawing/2014/main" id="{A5BDAC5E-436A-49E3-BD58-C4473CD52A1F}"/>
                </a:ext>
              </a:extLst>
            </p:cNvPr>
            <p:cNvSpPr/>
            <p:nvPr/>
          </p:nvSpPr>
          <p:spPr>
            <a:xfrm>
              <a:off x="442912" y="1957450"/>
              <a:ext cx="228600" cy="466725"/>
            </a:xfrm>
            <a:custGeom>
              <a:avLst/>
              <a:gdLst/>
              <a:ahLst/>
              <a:cxnLst/>
              <a:rect l="l" t="t" r="r" b="b"/>
              <a:pathLst>
                <a:path w="228600" h="466725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0" y="466725"/>
                  </a:lnTo>
                  <a:lnTo>
                    <a:pt x="228600" y="466725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1" name="object 5">
              <a:extLst>
                <a:ext uri="{FF2B5EF4-FFF2-40B4-BE49-F238E27FC236}">
                  <a16:creationId xmlns:a16="http://schemas.microsoft.com/office/drawing/2014/main" id="{15042244-E75F-4D2D-917B-5AE47F4686CB}"/>
                </a:ext>
              </a:extLst>
            </p:cNvPr>
            <p:cNvSpPr/>
            <p:nvPr/>
          </p:nvSpPr>
          <p:spPr>
            <a:xfrm>
              <a:off x="442912" y="2186051"/>
              <a:ext cx="228600" cy="238125"/>
            </a:xfrm>
            <a:custGeom>
              <a:avLst/>
              <a:gdLst/>
              <a:ahLst/>
              <a:cxnLst/>
              <a:rect l="l" t="t" r="r" b="b"/>
              <a:pathLst>
                <a:path w="228600" h="238125">
                  <a:moveTo>
                    <a:pt x="0" y="238125"/>
                  </a:moveTo>
                  <a:lnTo>
                    <a:pt x="228600" y="238125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3812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2" name="object 6">
              <a:extLst>
                <a:ext uri="{FF2B5EF4-FFF2-40B4-BE49-F238E27FC236}">
                  <a16:creationId xmlns:a16="http://schemas.microsoft.com/office/drawing/2014/main" id="{2A5CBB9E-B6F9-4C6F-BB73-5D5BFE520C95}"/>
                </a:ext>
              </a:extLst>
            </p:cNvPr>
            <p:cNvSpPr/>
            <p:nvPr/>
          </p:nvSpPr>
          <p:spPr>
            <a:xfrm>
              <a:off x="442912" y="24241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3" name="object 7">
              <a:extLst>
                <a:ext uri="{FF2B5EF4-FFF2-40B4-BE49-F238E27FC236}">
                  <a16:creationId xmlns:a16="http://schemas.microsoft.com/office/drawing/2014/main" id="{97939932-B1CC-4CB2-9897-0599BC8F0096}"/>
                </a:ext>
              </a:extLst>
            </p:cNvPr>
            <p:cNvSpPr/>
            <p:nvPr/>
          </p:nvSpPr>
          <p:spPr>
            <a:xfrm>
              <a:off x="442912" y="24241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4" name="object 8">
              <a:extLst>
                <a:ext uri="{FF2B5EF4-FFF2-40B4-BE49-F238E27FC236}">
                  <a16:creationId xmlns:a16="http://schemas.microsoft.com/office/drawing/2014/main" id="{E90ED9DE-370F-4C47-BEF2-ED53D7CC433B}"/>
                </a:ext>
              </a:extLst>
            </p:cNvPr>
            <p:cNvSpPr/>
            <p:nvPr/>
          </p:nvSpPr>
          <p:spPr>
            <a:xfrm>
              <a:off x="442912" y="26527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5" name="object 9">
              <a:extLst>
                <a:ext uri="{FF2B5EF4-FFF2-40B4-BE49-F238E27FC236}">
                  <a16:creationId xmlns:a16="http://schemas.microsoft.com/office/drawing/2014/main" id="{5C3C3A4F-B690-4E05-990A-ED1281CDCA5F}"/>
                </a:ext>
              </a:extLst>
            </p:cNvPr>
            <p:cNvSpPr/>
            <p:nvPr/>
          </p:nvSpPr>
          <p:spPr>
            <a:xfrm>
              <a:off x="442912" y="26527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6" name="object 10">
              <a:extLst>
                <a:ext uri="{FF2B5EF4-FFF2-40B4-BE49-F238E27FC236}">
                  <a16:creationId xmlns:a16="http://schemas.microsoft.com/office/drawing/2014/main" id="{C43FC8AF-8E16-49B1-A243-80965592F516}"/>
                </a:ext>
              </a:extLst>
            </p:cNvPr>
            <p:cNvSpPr/>
            <p:nvPr/>
          </p:nvSpPr>
          <p:spPr>
            <a:xfrm>
              <a:off x="442912" y="28813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7" name="object 11">
              <a:extLst>
                <a:ext uri="{FF2B5EF4-FFF2-40B4-BE49-F238E27FC236}">
                  <a16:creationId xmlns:a16="http://schemas.microsoft.com/office/drawing/2014/main" id="{5E227DD3-A17A-413B-8EBA-13EA8B702DAF}"/>
                </a:ext>
              </a:extLst>
            </p:cNvPr>
            <p:cNvSpPr/>
            <p:nvPr/>
          </p:nvSpPr>
          <p:spPr>
            <a:xfrm>
              <a:off x="442912" y="28813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8" name="object 12">
              <a:extLst>
                <a:ext uri="{FF2B5EF4-FFF2-40B4-BE49-F238E27FC236}">
                  <a16:creationId xmlns:a16="http://schemas.microsoft.com/office/drawing/2014/main" id="{6BD012C9-4D16-4BD3-9B21-226A81D71B37}"/>
                </a:ext>
              </a:extLst>
            </p:cNvPr>
            <p:cNvSpPr/>
            <p:nvPr/>
          </p:nvSpPr>
          <p:spPr>
            <a:xfrm>
              <a:off x="442912" y="3109976"/>
              <a:ext cx="228600" cy="238125"/>
            </a:xfrm>
            <a:custGeom>
              <a:avLst/>
              <a:gdLst/>
              <a:ahLst/>
              <a:cxnLst/>
              <a:rect l="l" t="t" r="r" b="b"/>
              <a:pathLst>
                <a:path w="228600" h="238125">
                  <a:moveTo>
                    <a:pt x="228600" y="0"/>
                  </a:moveTo>
                  <a:lnTo>
                    <a:pt x="0" y="0"/>
                  </a:lnTo>
                  <a:lnTo>
                    <a:pt x="0" y="238125"/>
                  </a:lnTo>
                  <a:lnTo>
                    <a:pt x="228600" y="238125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9" name="object 13">
              <a:extLst>
                <a:ext uri="{FF2B5EF4-FFF2-40B4-BE49-F238E27FC236}">
                  <a16:creationId xmlns:a16="http://schemas.microsoft.com/office/drawing/2014/main" id="{6ACC6967-DA9F-46D9-BBF0-B871223396CA}"/>
                </a:ext>
              </a:extLst>
            </p:cNvPr>
            <p:cNvSpPr/>
            <p:nvPr/>
          </p:nvSpPr>
          <p:spPr>
            <a:xfrm>
              <a:off x="442912" y="3109976"/>
              <a:ext cx="228600" cy="238125"/>
            </a:xfrm>
            <a:custGeom>
              <a:avLst/>
              <a:gdLst/>
              <a:ahLst/>
              <a:cxnLst/>
              <a:rect l="l" t="t" r="r" b="b"/>
              <a:pathLst>
                <a:path w="228600" h="238125">
                  <a:moveTo>
                    <a:pt x="0" y="238125"/>
                  </a:moveTo>
                  <a:lnTo>
                    <a:pt x="228600" y="238125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3812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0" name="object 14">
              <a:extLst>
                <a:ext uri="{FF2B5EF4-FFF2-40B4-BE49-F238E27FC236}">
                  <a16:creationId xmlns:a16="http://schemas.microsoft.com/office/drawing/2014/main" id="{BAF26538-B771-41AE-907E-7E74D6EE7AFF}"/>
                </a:ext>
              </a:extLst>
            </p:cNvPr>
            <p:cNvSpPr/>
            <p:nvPr/>
          </p:nvSpPr>
          <p:spPr>
            <a:xfrm>
              <a:off x="442912" y="33481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1" name="object 15">
              <a:extLst>
                <a:ext uri="{FF2B5EF4-FFF2-40B4-BE49-F238E27FC236}">
                  <a16:creationId xmlns:a16="http://schemas.microsoft.com/office/drawing/2014/main" id="{37A115D6-8DF8-4C59-9C69-54335CF7FA11}"/>
                </a:ext>
              </a:extLst>
            </p:cNvPr>
            <p:cNvSpPr/>
            <p:nvPr/>
          </p:nvSpPr>
          <p:spPr>
            <a:xfrm>
              <a:off x="442912" y="33481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2" name="object 16">
              <a:extLst>
                <a:ext uri="{FF2B5EF4-FFF2-40B4-BE49-F238E27FC236}">
                  <a16:creationId xmlns:a16="http://schemas.microsoft.com/office/drawing/2014/main" id="{5FB68DEA-254E-4DD3-980E-3BECDFA93557}"/>
                </a:ext>
              </a:extLst>
            </p:cNvPr>
            <p:cNvSpPr/>
            <p:nvPr/>
          </p:nvSpPr>
          <p:spPr>
            <a:xfrm>
              <a:off x="442912" y="35767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3" name="object 17">
              <a:extLst>
                <a:ext uri="{FF2B5EF4-FFF2-40B4-BE49-F238E27FC236}">
                  <a16:creationId xmlns:a16="http://schemas.microsoft.com/office/drawing/2014/main" id="{F5A1FF16-7B91-4FF5-8E84-5B6CE42D2389}"/>
                </a:ext>
              </a:extLst>
            </p:cNvPr>
            <p:cNvSpPr/>
            <p:nvPr/>
          </p:nvSpPr>
          <p:spPr>
            <a:xfrm>
              <a:off x="442912" y="35767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4" name="object 3">
            <a:extLst>
              <a:ext uri="{FF2B5EF4-FFF2-40B4-BE49-F238E27FC236}">
                <a16:creationId xmlns:a16="http://schemas.microsoft.com/office/drawing/2014/main" id="{32D6136C-0050-4DA1-91CA-EA1F5B3D705E}"/>
              </a:ext>
            </a:extLst>
          </p:cNvPr>
          <p:cNvGrpSpPr/>
          <p:nvPr/>
        </p:nvGrpSpPr>
        <p:grpSpPr>
          <a:xfrm>
            <a:off x="8363652" y="1795942"/>
            <a:ext cx="670406" cy="1854200"/>
            <a:chOff x="436562" y="1957451"/>
            <a:chExt cx="241300" cy="1854200"/>
          </a:xfrm>
        </p:grpSpPr>
        <p:sp>
          <p:nvSpPr>
            <p:cNvPr id="315" name="object 4">
              <a:extLst>
                <a:ext uri="{FF2B5EF4-FFF2-40B4-BE49-F238E27FC236}">
                  <a16:creationId xmlns:a16="http://schemas.microsoft.com/office/drawing/2014/main" id="{8F770415-D1D6-4152-BC7A-FD6835B2BE0B}"/>
                </a:ext>
              </a:extLst>
            </p:cNvPr>
            <p:cNvSpPr/>
            <p:nvPr/>
          </p:nvSpPr>
          <p:spPr>
            <a:xfrm>
              <a:off x="442912" y="1957450"/>
              <a:ext cx="228600" cy="466725"/>
            </a:xfrm>
            <a:custGeom>
              <a:avLst/>
              <a:gdLst/>
              <a:ahLst/>
              <a:cxnLst/>
              <a:rect l="l" t="t" r="r" b="b"/>
              <a:pathLst>
                <a:path w="228600" h="466725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0" y="466725"/>
                  </a:lnTo>
                  <a:lnTo>
                    <a:pt x="228600" y="466725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6" name="object 5">
              <a:extLst>
                <a:ext uri="{FF2B5EF4-FFF2-40B4-BE49-F238E27FC236}">
                  <a16:creationId xmlns:a16="http://schemas.microsoft.com/office/drawing/2014/main" id="{35B0DC80-BFCA-44C4-8A16-1ED92A85ECD9}"/>
                </a:ext>
              </a:extLst>
            </p:cNvPr>
            <p:cNvSpPr/>
            <p:nvPr/>
          </p:nvSpPr>
          <p:spPr>
            <a:xfrm>
              <a:off x="442912" y="2186051"/>
              <a:ext cx="228600" cy="238125"/>
            </a:xfrm>
            <a:custGeom>
              <a:avLst/>
              <a:gdLst/>
              <a:ahLst/>
              <a:cxnLst/>
              <a:rect l="l" t="t" r="r" b="b"/>
              <a:pathLst>
                <a:path w="228600" h="238125">
                  <a:moveTo>
                    <a:pt x="0" y="238125"/>
                  </a:moveTo>
                  <a:lnTo>
                    <a:pt x="228600" y="238125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3812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7" name="object 6">
              <a:extLst>
                <a:ext uri="{FF2B5EF4-FFF2-40B4-BE49-F238E27FC236}">
                  <a16:creationId xmlns:a16="http://schemas.microsoft.com/office/drawing/2014/main" id="{0A32164A-E520-4894-8918-A2ABBFFFFA93}"/>
                </a:ext>
              </a:extLst>
            </p:cNvPr>
            <p:cNvSpPr/>
            <p:nvPr/>
          </p:nvSpPr>
          <p:spPr>
            <a:xfrm>
              <a:off x="442912" y="24241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8" name="object 7">
              <a:extLst>
                <a:ext uri="{FF2B5EF4-FFF2-40B4-BE49-F238E27FC236}">
                  <a16:creationId xmlns:a16="http://schemas.microsoft.com/office/drawing/2014/main" id="{31267062-C6A2-444F-9BE2-26D389905FF2}"/>
                </a:ext>
              </a:extLst>
            </p:cNvPr>
            <p:cNvSpPr/>
            <p:nvPr/>
          </p:nvSpPr>
          <p:spPr>
            <a:xfrm>
              <a:off x="442912" y="24241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9" name="object 8">
              <a:extLst>
                <a:ext uri="{FF2B5EF4-FFF2-40B4-BE49-F238E27FC236}">
                  <a16:creationId xmlns:a16="http://schemas.microsoft.com/office/drawing/2014/main" id="{7D567987-A8C9-4078-BEC3-2A4174D1237C}"/>
                </a:ext>
              </a:extLst>
            </p:cNvPr>
            <p:cNvSpPr/>
            <p:nvPr/>
          </p:nvSpPr>
          <p:spPr>
            <a:xfrm>
              <a:off x="442912" y="26527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0" name="object 9">
              <a:extLst>
                <a:ext uri="{FF2B5EF4-FFF2-40B4-BE49-F238E27FC236}">
                  <a16:creationId xmlns:a16="http://schemas.microsoft.com/office/drawing/2014/main" id="{C493A054-BF2D-4A58-90DF-03DC71BFD380}"/>
                </a:ext>
              </a:extLst>
            </p:cNvPr>
            <p:cNvSpPr/>
            <p:nvPr/>
          </p:nvSpPr>
          <p:spPr>
            <a:xfrm>
              <a:off x="442912" y="26527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1" name="object 10">
              <a:extLst>
                <a:ext uri="{FF2B5EF4-FFF2-40B4-BE49-F238E27FC236}">
                  <a16:creationId xmlns:a16="http://schemas.microsoft.com/office/drawing/2014/main" id="{73898FFA-17CE-46CC-B615-D59EC22BD4CD}"/>
                </a:ext>
              </a:extLst>
            </p:cNvPr>
            <p:cNvSpPr/>
            <p:nvPr/>
          </p:nvSpPr>
          <p:spPr>
            <a:xfrm>
              <a:off x="442912" y="28813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2" name="object 11">
              <a:extLst>
                <a:ext uri="{FF2B5EF4-FFF2-40B4-BE49-F238E27FC236}">
                  <a16:creationId xmlns:a16="http://schemas.microsoft.com/office/drawing/2014/main" id="{037FD7E2-136C-4E97-9187-31AB9B43978A}"/>
                </a:ext>
              </a:extLst>
            </p:cNvPr>
            <p:cNvSpPr/>
            <p:nvPr/>
          </p:nvSpPr>
          <p:spPr>
            <a:xfrm>
              <a:off x="442912" y="288137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3" name="object 12">
              <a:extLst>
                <a:ext uri="{FF2B5EF4-FFF2-40B4-BE49-F238E27FC236}">
                  <a16:creationId xmlns:a16="http://schemas.microsoft.com/office/drawing/2014/main" id="{F319F24B-FBA9-48FF-A375-7646824CB487}"/>
                </a:ext>
              </a:extLst>
            </p:cNvPr>
            <p:cNvSpPr/>
            <p:nvPr/>
          </p:nvSpPr>
          <p:spPr>
            <a:xfrm>
              <a:off x="442912" y="3109976"/>
              <a:ext cx="228600" cy="238125"/>
            </a:xfrm>
            <a:custGeom>
              <a:avLst/>
              <a:gdLst/>
              <a:ahLst/>
              <a:cxnLst/>
              <a:rect l="l" t="t" r="r" b="b"/>
              <a:pathLst>
                <a:path w="228600" h="238125">
                  <a:moveTo>
                    <a:pt x="228600" y="0"/>
                  </a:moveTo>
                  <a:lnTo>
                    <a:pt x="0" y="0"/>
                  </a:lnTo>
                  <a:lnTo>
                    <a:pt x="0" y="238125"/>
                  </a:lnTo>
                  <a:lnTo>
                    <a:pt x="228600" y="238125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4" name="object 13">
              <a:extLst>
                <a:ext uri="{FF2B5EF4-FFF2-40B4-BE49-F238E27FC236}">
                  <a16:creationId xmlns:a16="http://schemas.microsoft.com/office/drawing/2014/main" id="{23BD5F80-12C4-4767-A5B8-F39BB439AAFE}"/>
                </a:ext>
              </a:extLst>
            </p:cNvPr>
            <p:cNvSpPr/>
            <p:nvPr/>
          </p:nvSpPr>
          <p:spPr>
            <a:xfrm>
              <a:off x="442912" y="3109976"/>
              <a:ext cx="228600" cy="238125"/>
            </a:xfrm>
            <a:custGeom>
              <a:avLst/>
              <a:gdLst/>
              <a:ahLst/>
              <a:cxnLst/>
              <a:rect l="l" t="t" r="r" b="b"/>
              <a:pathLst>
                <a:path w="228600" h="238125">
                  <a:moveTo>
                    <a:pt x="0" y="238125"/>
                  </a:moveTo>
                  <a:lnTo>
                    <a:pt x="228600" y="238125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3812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5" name="object 14">
              <a:extLst>
                <a:ext uri="{FF2B5EF4-FFF2-40B4-BE49-F238E27FC236}">
                  <a16:creationId xmlns:a16="http://schemas.microsoft.com/office/drawing/2014/main" id="{21D159EE-0DDD-427B-B66C-2CC90AC35BD6}"/>
                </a:ext>
              </a:extLst>
            </p:cNvPr>
            <p:cNvSpPr/>
            <p:nvPr/>
          </p:nvSpPr>
          <p:spPr>
            <a:xfrm>
              <a:off x="442912" y="33481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6" name="object 15">
              <a:extLst>
                <a:ext uri="{FF2B5EF4-FFF2-40B4-BE49-F238E27FC236}">
                  <a16:creationId xmlns:a16="http://schemas.microsoft.com/office/drawing/2014/main" id="{2354E2FE-E134-406E-9659-DCA2D7C8116F}"/>
                </a:ext>
              </a:extLst>
            </p:cNvPr>
            <p:cNvSpPr/>
            <p:nvPr/>
          </p:nvSpPr>
          <p:spPr>
            <a:xfrm>
              <a:off x="442912" y="33481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7" name="object 16">
              <a:extLst>
                <a:ext uri="{FF2B5EF4-FFF2-40B4-BE49-F238E27FC236}">
                  <a16:creationId xmlns:a16="http://schemas.microsoft.com/office/drawing/2014/main" id="{F74C2790-84FF-4DA8-8E7D-FE20CA0F8A0C}"/>
                </a:ext>
              </a:extLst>
            </p:cNvPr>
            <p:cNvSpPr/>
            <p:nvPr/>
          </p:nvSpPr>
          <p:spPr>
            <a:xfrm>
              <a:off x="442912" y="35767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8" name="object 17">
              <a:extLst>
                <a:ext uri="{FF2B5EF4-FFF2-40B4-BE49-F238E27FC236}">
                  <a16:creationId xmlns:a16="http://schemas.microsoft.com/office/drawing/2014/main" id="{7CE7328E-F280-4413-B245-E0108F0ACDA9}"/>
                </a:ext>
              </a:extLst>
            </p:cNvPr>
            <p:cNvSpPr/>
            <p:nvPr/>
          </p:nvSpPr>
          <p:spPr>
            <a:xfrm>
              <a:off x="442912" y="3576701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9" name="object 288">
            <a:extLst>
              <a:ext uri="{FF2B5EF4-FFF2-40B4-BE49-F238E27FC236}">
                <a16:creationId xmlns:a16="http://schemas.microsoft.com/office/drawing/2014/main" id="{7FC9C970-1765-432C-B651-49E942B89B63}"/>
              </a:ext>
            </a:extLst>
          </p:cNvPr>
          <p:cNvSpPr txBox="1"/>
          <p:nvPr/>
        </p:nvSpPr>
        <p:spPr>
          <a:xfrm>
            <a:off x="2937405" y="1186117"/>
            <a:ext cx="1152017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2586355" algn="l"/>
              </a:tabLst>
            </a:pP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-1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QK</a:t>
            </a:r>
            <a:r>
              <a:rPr sz="1800" b="1" baseline="23148" dirty="0">
                <a:latin typeface="Arial"/>
                <a:cs typeface="Arial"/>
              </a:rPr>
              <a:t>T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2586355" algn="l"/>
              </a:tabLst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(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</a:t>
            </a:r>
            <a:r>
              <a:rPr sz="1800" spc="-5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x</a:t>
            </a:r>
            <a:r>
              <a:rPr sz="1800" spc="25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800" spc="-5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S)</a:t>
            </a:r>
            <a:endParaRPr sz="1800" dirty="0">
              <a:solidFill>
                <a:schemeClr val="bg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651" name="object 18">
            <a:extLst>
              <a:ext uri="{FF2B5EF4-FFF2-40B4-BE49-F238E27FC236}">
                <a16:creationId xmlns:a16="http://schemas.microsoft.com/office/drawing/2014/main" id="{52601984-D7F5-4FED-B0C3-7AE00D0BDA23}"/>
              </a:ext>
            </a:extLst>
          </p:cNvPr>
          <p:cNvSpPr txBox="1"/>
          <p:nvPr/>
        </p:nvSpPr>
        <p:spPr>
          <a:xfrm>
            <a:off x="989333" y="1182381"/>
            <a:ext cx="1063498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1043940" algn="l"/>
              </a:tabLst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endParaRPr lang="en-US" altLang="zh-CN" sz="1800" spc="-2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1043940" algn="l"/>
              </a:tabLst>
            </a:pPr>
            <a:r>
              <a:rPr lang="en-US" altLang="zh-CN" spc="-25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(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</a:t>
            </a:r>
            <a:r>
              <a:rPr sz="1800" spc="3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spc="-5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D)</a:t>
            </a:r>
            <a:endParaRPr sz="18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1" name="矩形 330">
            <a:extLst>
              <a:ext uri="{FF2B5EF4-FFF2-40B4-BE49-F238E27FC236}">
                <a16:creationId xmlns:a16="http://schemas.microsoft.com/office/drawing/2014/main" id="{E4666368-4360-4150-B694-71A4B85B17D3}"/>
              </a:ext>
            </a:extLst>
          </p:cNvPr>
          <p:cNvSpPr/>
          <p:nvPr/>
        </p:nvSpPr>
        <p:spPr>
          <a:xfrm>
            <a:off x="201835" y="4132840"/>
            <a:ext cx="8664130" cy="22344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itchFamily="2" charset="2"/>
              <a:buChar char="n"/>
              <a:tabLst/>
              <a:defRPr/>
            </a:pPr>
            <a:r>
              <a:rPr lang="en-US" altLang="zh-CN" sz="2400" b="1" dirty="0">
                <a:solidFill>
                  <a:schemeClr val="tx1"/>
                </a:solidFill>
                <a:latin typeface="Tahoma"/>
                <a:ea typeface="ＭＳ Ｐゴシック" charset="0"/>
              </a:rPr>
              <a:t>Two Challenges of Naïve Attention </a:t>
            </a:r>
          </a:p>
          <a:p>
            <a:pPr marL="669925" lvl="8" indent="-325438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itchFamily="2" charset="2"/>
              <a:buChar char="q"/>
            </a:pPr>
            <a:r>
              <a:rPr lang="en-US" altLang="zh-CN" sz="2400" dirty="0">
                <a:latin typeface="Arial"/>
                <a:cs typeface="Arial"/>
              </a:rPr>
              <a:t>Low precision of the fp16 elements of </a:t>
            </a:r>
            <a:r>
              <a:rPr lang="en-US" altLang="zh-CN" sz="2400" b="1" dirty="0">
                <a:latin typeface="Arial"/>
                <a:cs typeface="Arial"/>
              </a:rPr>
              <a:t>A </a:t>
            </a:r>
            <a:r>
              <a:rPr lang="en-US" altLang="zh-CN" sz="2400" dirty="0">
                <a:latin typeface="Arial"/>
                <a:cs typeface="Arial"/>
              </a:rPr>
              <a:t>easily overflow</a:t>
            </a:r>
          </a:p>
          <a:p>
            <a:pPr marL="1127125" lvl="2" indent="-325438" eaLnBrk="0" hangingPunct="0">
              <a:spcBef>
                <a:spcPct val="20000"/>
              </a:spcBef>
              <a:buClr>
                <a:srgbClr val="3B812F"/>
              </a:buClr>
              <a:buSzPct val="60000"/>
              <a:buFont typeface="Wingdings" pitchFamily="2" charset="2"/>
              <a:buChar char="q"/>
            </a:pPr>
            <a:r>
              <a:rPr lang="en-US" altLang="zh-CN" sz="24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 Safe </a:t>
            </a:r>
            <a:r>
              <a:rPr lang="en-US" altLang="zh-CN" sz="2400" dirty="0" err="1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Softmax</a:t>
            </a:r>
            <a:endParaRPr lang="en-US" altLang="zh-CN" sz="2400" dirty="0">
              <a:solidFill>
                <a:srgbClr val="000000"/>
              </a:solidFill>
              <a:latin typeface="Arial"/>
              <a:cs typeface="Arial"/>
              <a:sym typeface="Wingdings" panose="05000000000000000000" pitchFamily="2" charset="2"/>
            </a:endParaRPr>
          </a:p>
          <a:p>
            <a:pPr marL="669925" lvl="1" indent="-325438" eaLnBrk="0" hangingPunct="0">
              <a:spcBef>
                <a:spcPct val="20000"/>
              </a:spcBef>
              <a:buClr>
                <a:srgbClr val="3B812F"/>
              </a:buClr>
              <a:buSzPct val="60000"/>
              <a:buFont typeface="Wingdings" pitchFamily="2" charset="2"/>
              <a:buChar char="q"/>
            </a:pPr>
            <a:r>
              <a:rPr lang="en-US" altLang="zh-CN" sz="2400" b="1" dirty="0">
                <a:latin typeface="Arial"/>
                <a:cs typeface="Arial"/>
              </a:rPr>
              <a:t>A</a:t>
            </a:r>
            <a:r>
              <a:rPr lang="en-US" altLang="zh-CN" sz="2400" b="1" spc="-140" dirty="0">
                <a:latin typeface="Arial"/>
                <a:cs typeface="Arial"/>
              </a:rPr>
              <a:t> </a:t>
            </a:r>
            <a:r>
              <a:rPr lang="en-US" altLang="zh-CN" sz="2400" b="1" dirty="0">
                <a:latin typeface="Arial"/>
                <a:cs typeface="Arial"/>
              </a:rPr>
              <a:t>=</a:t>
            </a:r>
            <a:r>
              <a:rPr lang="en-US" altLang="zh-CN" sz="2400" b="1" spc="10" dirty="0">
                <a:latin typeface="Arial"/>
                <a:cs typeface="Arial"/>
              </a:rPr>
              <a:t> </a:t>
            </a:r>
            <a:r>
              <a:rPr lang="en-US" altLang="zh-CN" sz="2400" b="1" dirty="0" err="1">
                <a:latin typeface="Arial"/>
                <a:cs typeface="Arial"/>
              </a:rPr>
              <a:t>softmax</a:t>
            </a:r>
            <a:r>
              <a:rPr lang="en-US" altLang="zh-CN" sz="2400" b="1" dirty="0">
                <a:latin typeface="Arial"/>
                <a:cs typeface="Arial"/>
              </a:rPr>
              <a:t>(A) </a:t>
            </a:r>
            <a:r>
              <a:rPr lang="en-US" altLang="zh-CN" sz="2400" dirty="0">
                <a:latin typeface="Arial"/>
                <a:cs typeface="Arial"/>
              </a:rPr>
              <a:t>is not a streaming algorithm</a:t>
            </a:r>
          </a:p>
          <a:p>
            <a:pPr marL="1127125" lvl="2" indent="-325438" eaLnBrk="0" hangingPunct="0">
              <a:spcBef>
                <a:spcPct val="20000"/>
              </a:spcBef>
              <a:buClr>
                <a:srgbClr val="3B812F"/>
              </a:buClr>
              <a:buSzPct val="60000"/>
              <a:buFont typeface="Wingdings" pitchFamily="2" charset="2"/>
              <a:buChar char="q"/>
            </a:pPr>
            <a:r>
              <a:rPr lang="en-US" altLang="zh-CN" sz="2400" dirty="0">
                <a:latin typeface="Arial"/>
                <a:cs typeface="Arial"/>
                <a:sym typeface="Wingdings" panose="05000000000000000000" pitchFamily="2" charset="2"/>
              </a:rPr>
              <a:t> Online </a:t>
            </a:r>
            <a:r>
              <a:rPr lang="en-US" altLang="zh-CN" sz="2400" dirty="0" err="1">
                <a:latin typeface="Arial"/>
                <a:cs typeface="Arial"/>
                <a:sym typeface="Wingdings" panose="05000000000000000000" pitchFamily="2" charset="2"/>
              </a:rPr>
              <a:t>Softmax</a:t>
            </a:r>
            <a:endParaRPr lang="en-US" altLang="zh-CN" sz="2400" dirty="0">
              <a:latin typeface="Arial"/>
              <a:cs typeface="Arial"/>
            </a:endParaRPr>
          </a:p>
        </p:txBody>
      </p:sp>
      <p:sp>
        <p:nvSpPr>
          <p:cNvPr id="330" name="Rectangle 36">
            <a:extLst>
              <a:ext uri="{FF2B5EF4-FFF2-40B4-BE49-F238E27FC236}">
                <a16:creationId xmlns:a16="http://schemas.microsoft.com/office/drawing/2014/main" id="{084E0563-9B56-44DB-9143-C347B66A4ABB}"/>
              </a:ext>
            </a:extLst>
          </p:cNvPr>
          <p:cNvSpPr/>
          <p:nvPr/>
        </p:nvSpPr>
        <p:spPr>
          <a:xfrm flipV="1">
            <a:off x="380999" y="4626098"/>
            <a:ext cx="8163423" cy="79280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8299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7214619D-F0A1-1741-BD16-E551CA42E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altLang="zh-CN" dirty="0" err="1">
                <a:ea typeface="ＭＳ Ｐゴシック" panose="020B0600070205080204" pitchFamily="34" charset="-128"/>
              </a:rPr>
              <a:t>Softmax</a:t>
            </a:r>
            <a:r>
              <a:rPr lang="en-US" altLang="zh-CN" dirty="0">
                <a:ea typeface="ＭＳ Ｐゴシック" panose="020B0600070205080204" pitchFamily="34" charset="-128"/>
              </a:rPr>
              <a:t> </a:t>
            </a:r>
            <a:r>
              <a:rPr lang="en-US" altLang="zh-CN" dirty="0">
                <a:ea typeface="ＭＳ Ｐゴシック" panose="020B0600070205080204" pitchFamily="34" charset="-128"/>
                <a:sym typeface="Wingdings" panose="05000000000000000000" pitchFamily="2" charset="2"/>
              </a:rPr>
              <a:t> Safe </a:t>
            </a:r>
            <a:r>
              <a:rPr lang="en-US" altLang="zh-CN" dirty="0" err="1">
                <a:ea typeface="ＭＳ Ｐゴシック" panose="020B0600070205080204" pitchFamily="34" charset="-128"/>
                <a:sym typeface="Wingdings" panose="05000000000000000000" pitchFamily="2" charset="2"/>
              </a:rPr>
              <a:t>Softmax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6867" name="Slide Number Placeholder 3">
            <a:extLst>
              <a:ext uri="{FF2B5EF4-FFF2-40B4-BE49-F238E27FC236}">
                <a16:creationId xmlns:a16="http://schemas.microsoft.com/office/drawing/2014/main" id="{C91F2A39-5E9F-DB45-8C99-DA578DF604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07FBD78-40B0-A443-B155-25A18DC37E4A}" type="slidenum">
              <a:rPr lang="en-US" altLang="en-US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15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FDC2A511-0A05-4320-8F75-0936584C361F}"/>
                  </a:ext>
                </a:extLst>
              </p:cNvPr>
              <p:cNvSpPr/>
              <p:nvPr/>
            </p:nvSpPr>
            <p:spPr>
              <a:xfrm>
                <a:off x="990600" y="1802294"/>
                <a:ext cx="2469143" cy="9176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3200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 {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𝑥</m:t>
                            </m:r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𝑖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ctrlPr>
                              <a:rPr lang="pt-BR" altLang="zh-CN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𝑗</m:t>
                            </m:r>
                            <m:r>
                              <a:rPr lang="pt-BR" altLang="zh-CN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=</m:t>
                            </m:r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𝑁</m:t>
                            </m:r>
                          </m:sup>
                          <m:e>
                            <m:sSup>
                              <m:sSupPr>
                                <m:ctrlPr>
                                  <a:rPr lang="pt-BR" altLang="zh-CN" sz="28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  <a:sym typeface="Wingdings" panose="05000000000000000000" pitchFamily="2" charset="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  <a:sym typeface="Wingdings" panose="05000000000000000000" pitchFamily="2" charset="2"/>
                                  </a:rPr>
                                  <m:t>𝑥</m:t>
                                </m:r>
                                <m:r>
                                  <a:rPr lang="en-US" altLang="zh-CN" sz="2800" b="0" i="1" baseline="-2500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  <a:sym typeface="Wingdings" panose="05000000000000000000" pitchFamily="2" charset="2"/>
                                  </a:rPr>
                                  <m:t>𝑗</m:t>
                                </m:r>
                              </m:sup>
                            </m:sSup>
                          </m:e>
                        </m:nary>
                      </m:den>
                    </m:f>
                    <m:sSubSup>
                      <m:sSubSupPr>
                        <m:ctrlPr>
                          <a:rPr lang="zh-CN" altLang="en-US" sz="32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b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3200" i="1" dirty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bSup>
                  </m:oMath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FDC2A511-0A05-4320-8F75-0936584C36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1802294"/>
                <a:ext cx="2469143" cy="917687"/>
              </a:xfrm>
              <a:prstGeom prst="rect">
                <a:avLst/>
              </a:prstGeom>
              <a:blipFill>
                <a:blip r:embed="rId2"/>
                <a:stretch>
                  <a:fillRect l="-19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8A660EC3-D694-4ADE-BA11-1B789E37E729}"/>
              </a:ext>
            </a:extLst>
          </p:cNvPr>
          <p:cNvSpPr/>
          <p:nvPr/>
        </p:nvSpPr>
        <p:spPr>
          <a:xfrm>
            <a:off x="1301350" y="970654"/>
            <a:ext cx="6074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Given a row of {x</a:t>
            </a:r>
            <a:r>
              <a:rPr lang="en-US" altLang="zh-CN" baseline="-250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, x</a:t>
            </a:r>
            <a:r>
              <a:rPr lang="en-US" altLang="zh-CN" baseline="-250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, …, </a:t>
            </a:r>
            <a:r>
              <a:rPr lang="en-US" altLang="zh-CN" dirty="0" err="1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x</a:t>
            </a:r>
            <a:r>
              <a:rPr lang="en-US" altLang="zh-CN" baseline="-25000" dirty="0" err="1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N</a:t>
            </a:r>
            <a:r>
              <a:rPr lang="en-US" altLang="zh-CN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}), </a:t>
            </a:r>
            <a:r>
              <a:rPr lang="en-US" altLang="zh-CN" dirty="0" err="1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Softmax</a:t>
            </a:r>
            <a:r>
              <a:rPr lang="en-US" altLang="zh-CN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({x</a:t>
            </a:r>
            <a:r>
              <a:rPr lang="en-US" altLang="zh-CN" baseline="-250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, x</a:t>
            </a:r>
            <a:r>
              <a:rPr lang="en-US" altLang="zh-CN" baseline="-250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, …, </a:t>
            </a:r>
            <a:r>
              <a:rPr lang="en-US" altLang="zh-CN" dirty="0" err="1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x</a:t>
            </a:r>
            <a:r>
              <a:rPr lang="en-US" altLang="zh-CN" baseline="-25000" dirty="0" err="1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N</a:t>
            </a:r>
            <a:r>
              <a:rPr lang="en-US" altLang="zh-CN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}) = 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2" name="矩形 331">
                <a:extLst>
                  <a:ext uri="{FF2B5EF4-FFF2-40B4-BE49-F238E27FC236}">
                    <a16:creationId xmlns:a16="http://schemas.microsoft.com/office/drawing/2014/main" id="{B0AA26D1-8116-4265-A478-9968AE6CFB72}"/>
                  </a:ext>
                </a:extLst>
              </p:cNvPr>
              <p:cNvSpPr/>
              <p:nvPr/>
            </p:nvSpPr>
            <p:spPr>
              <a:xfrm>
                <a:off x="5486400" y="1844998"/>
                <a:ext cx="2469143" cy="8749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3200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{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𝑥</m:t>
                            </m:r>
                            <m:r>
                              <a:rPr lang="en-US" altLang="zh-CN" sz="2800" i="1" baseline="-25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𝑖</m:t>
                            </m:r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−</m:t>
                            </m:r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𝑚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ctrlPr>
                              <a:rPr lang="pt-BR" altLang="zh-CN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𝑗</m:t>
                            </m:r>
                            <m:r>
                              <a:rPr lang="pt-BR" altLang="zh-CN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=</m:t>
                            </m:r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𝑁</m:t>
                            </m:r>
                          </m:sup>
                          <m:e>
                            <m:sSup>
                              <m:sSupPr>
                                <m:ctrlPr>
                                  <a:rPr lang="pt-BR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  <a:sym typeface="Wingdings" panose="05000000000000000000" pitchFamily="2" charset="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  <a:sym typeface="Wingdings" panose="05000000000000000000" pitchFamily="2" charset="2"/>
                                  </a:rPr>
                                  <m:t>𝑥</m:t>
                                </m:r>
                                <m:r>
                                  <a:rPr lang="en-US" altLang="zh-CN" sz="2800" b="0" i="1" baseline="-2500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  <a:sym typeface="Wingdings" panose="05000000000000000000" pitchFamily="2" charset="2"/>
                                  </a:rPr>
                                  <m:t>𝑗</m:t>
                                </m:r>
                                <m: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  <a:sym typeface="Wingdings" panose="05000000000000000000" pitchFamily="2" charset="2"/>
                                  </a:rPr>
                                  <m:t>−</m:t>
                                </m:r>
                                <m:r>
                                  <a:rPr lang="en-US" altLang="zh-CN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  <a:sym typeface="Wingdings" panose="05000000000000000000" pitchFamily="2" charset="2"/>
                                  </a:rPr>
                                  <m:t>𝑚</m:t>
                                </m:r>
                              </m:sup>
                            </m:sSup>
                          </m:e>
                        </m:nary>
                      </m:den>
                    </m:f>
                    <m:sSubSup>
                      <m:sSubSupPr>
                        <m:ctrlPr>
                          <a:rPr lang="zh-CN" altLang="en-US" sz="2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b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bSup>
                  </m:oMath>
                </a14:m>
                <a:endParaRPr lang="zh-CN" altLang="en-US" sz="3200" dirty="0"/>
              </a:p>
            </p:txBody>
          </p:sp>
        </mc:Choice>
        <mc:Fallback>
          <p:sp>
            <p:nvSpPr>
              <p:cNvPr id="332" name="矩形 331">
                <a:extLst>
                  <a:ext uri="{FF2B5EF4-FFF2-40B4-BE49-F238E27FC236}">
                    <a16:creationId xmlns:a16="http://schemas.microsoft.com/office/drawing/2014/main" id="{B0AA26D1-8116-4265-A478-9968AE6CFB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1844998"/>
                <a:ext cx="2469143" cy="874983"/>
              </a:xfrm>
              <a:prstGeom prst="rect">
                <a:avLst/>
              </a:prstGeom>
              <a:blipFill>
                <a:blip r:embed="rId3"/>
                <a:stretch>
                  <a:fillRect l="-6173" t="-13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3" name="矩形 332">
                <a:extLst>
                  <a:ext uri="{FF2B5EF4-FFF2-40B4-BE49-F238E27FC236}">
                    <a16:creationId xmlns:a16="http://schemas.microsoft.com/office/drawing/2014/main" id="{22AD06FD-BDD0-412D-84D0-8692FC51EC8E}"/>
                  </a:ext>
                </a:extLst>
              </p:cNvPr>
              <p:cNvSpPr/>
              <p:nvPr/>
            </p:nvSpPr>
            <p:spPr>
              <a:xfrm>
                <a:off x="152400" y="3505200"/>
                <a:ext cx="4572001" cy="18055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CC9900"/>
                  </a:buClr>
                  <a:buSzPct val="65000"/>
                  <a:buFont typeface="Wingdings" pitchFamily="2" charset="2"/>
                  <a:buChar char="n"/>
                  <a:tabLst/>
                  <a:defRPr/>
                </a:pPr>
                <a:r>
                  <a:rPr lang="en-US" altLang="zh-CN" sz="2400" b="1" dirty="0" err="1">
                    <a:solidFill>
                      <a:schemeClr val="tx1"/>
                    </a:solidFill>
                    <a:latin typeface="Tahoma"/>
                    <a:ea typeface="ＭＳ Ｐゴシック" charset="0"/>
                  </a:rPr>
                  <a:t>Softmax</a:t>
                </a:r>
                <a:endParaRPr lang="en-US" altLang="zh-CN" sz="2400" b="1" dirty="0">
                  <a:solidFill>
                    <a:schemeClr val="tx1"/>
                  </a:solidFill>
                  <a:latin typeface="Tahoma"/>
                  <a:ea typeface="ＭＳ Ｐゴシック" charset="0"/>
                </a:endParaRPr>
              </a:p>
              <a:p>
                <a:pPr marL="669925" lvl="8" indent="-32543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B812F"/>
                  </a:buClr>
                  <a:buSzPct val="60000"/>
                  <a:buFont typeface="Wingdings" pitchFamily="2" charset="2"/>
                  <a:buChar char="q"/>
                </a:pPr>
                <a:r>
                  <a:rPr lang="en-US" altLang="zh-CN" sz="2400" b="1" dirty="0">
                    <a:solidFill>
                      <a:srgbClr val="C00000"/>
                    </a:solidFill>
                    <a:latin typeface="Arial"/>
                    <a:cs typeface="Arial"/>
                  </a:rPr>
                  <a:t>Issue</a:t>
                </a:r>
                <a:r>
                  <a:rPr lang="en-US" altLang="zh-CN" sz="2400" dirty="0">
                    <a:latin typeface="Arial"/>
                    <a:cs typeface="Arial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  <m:t>𝑥𝑖</m:t>
                        </m:r>
                      </m:sup>
                    </m:sSup>
                  </m:oMath>
                </a14:m>
                <a:r>
                  <a:rPr lang="en-US" altLang="zh-CN" sz="2400" dirty="0">
                    <a:latin typeface="Arial"/>
                    <a:cs typeface="Arial"/>
                  </a:rPr>
                  <a:t> can overflow</a:t>
                </a:r>
              </a:p>
              <a:p>
                <a:pPr marL="1127125" lvl="2" indent="-325438" eaLnBrk="0" hangingPunct="0">
                  <a:spcBef>
                    <a:spcPct val="20000"/>
                  </a:spcBef>
                  <a:buClr>
                    <a:srgbClr val="3B812F"/>
                  </a:buClr>
                  <a:buSzPct val="60000"/>
                  <a:buFont typeface="Wingdings" pitchFamily="2" charset="2"/>
                  <a:buChar char="q"/>
                </a:pPr>
                <a:r>
                  <a:rPr lang="en-US" altLang="zh-CN" sz="2400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 fp16: 65536</a:t>
                </a:r>
              </a:p>
              <a:p>
                <a:pPr marL="669925" lvl="8" indent="-32543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B812F"/>
                  </a:buClr>
                  <a:buSzPct val="60000"/>
                  <a:buFont typeface="Wingdings" pitchFamily="2" charset="2"/>
                  <a:buChar char="q"/>
                </a:pPr>
                <a:endParaRPr lang="en-US" altLang="zh-CN" sz="24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333" name="矩形 332">
                <a:extLst>
                  <a:ext uri="{FF2B5EF4-FFF2-40B4-BE49-F238E27FC236}">
                    <a16:creationId xmlns:a16="http://schemas.microsoft.com/office/drawing/2014/main" id="{22AD06FD-BDD0-412D-84D0-8692FC51EC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3505200"/>
                <a:ext cx="4572001" cy="1805559"/>
              </a:xfrm>
              <a:prstGeom prst="rect">
                <a:avLst/>
              </a:prstGeom>
              <a:blipFill>
                <a:blip r:embed="rId4"/>
                <a:stretch>
                  <a:fillRect l="-533" t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5" name="矩形 334">
                <a:extLst>
                  <a:ext uri="{FF2B5EF4-FFF2-40B4-BE49-F238E27FC236}">
                    <a16:creationId xmlns:a16="http://schemas.microsoft.com/office/drawing/2014/main" id="{8C15C5AD-DFB3-412D-911D-5F35C39441CB}"/>
                  </a:ext>
                </a:extLst>
              </p:cNvPr>
              <p:cNvSpPr/>
              <p:nvPr/>
            </p:nvSpPr>
            <p:spPr>
              <a:xfrm>
                <a:off x="4495800" y="3505200"/>
                <a:ext cx="4648200" cy="18069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CC9900"/>
                  </a:buClr>
                  <a:buSzPct val="65000"/>
                  <a:buFont typeface="Wingdings" pitchFamily="2" charset="2"/>
                  <a:buChar char="n"/>
                  <a:tabLst/>
                  <a:defRPr/>
                </a:pPr>
                <a:r>
                  <a:rPr lang="en-US" altLang="zh-CN" sz="2400" b="1" dirty="0">
                    <a:solidFill>
                      <a:schemeClr val="tx1"/>
                    </a:solidFill>
                    <a:latin typeface="Tahoma"/>
                    <a:ea typeface="ＭＳ Ｐゴシック" charset="0"/>
                  </a:rPr>
                  <a:t>Safe </a:t>
                </a:r>
                <a:r>
                  <a:rPr lang="en-US" altLang="zh-CN" sz="2400" b="1" dirty="0" err="1">
                    <a:solidFill>
                      <a:schemeClr val="tx1"/>
                    </a:solidFill>
                    <a:latin typeface="Tahoma"/>
                    <a:ea typeface="ＭＳ Ｐゴシック" charset="0"/>
                  </a:rPr>
                  <a:t>Softmax</a:t>
                </a:r>
                <a:endParaRPr lang="en-US" altLang="zh-CN" sz="2400" b="1" dirty="0">
                  <a:solidFill>
                    <a:schemeClr val="tx1"/>
                  </a:solidFill>
                  <a:latin typeface="Tahoma"/>
                  <a:ea typeface="ＭＳ Ｐゴシック" charset="0"/>
                </a:endParaRPr>
              </a:p>
              <a:p>
                <a:pPr marL="669925" lvl="8" indent="-32543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B812F"/>
                  </a:buClr>
                  <a:buSzPct val="60000"/>
                  <a:buFont typeface="Wingdings" pitchFamily="2" charset="2"/>
                  <a:buChar char="q"/>
                </a:pPr>
                <a:r>
                  <a:rPr lang="en-US" altLang="zh-CN" sz="2400" dirty="0">
                    <a:solidFill>
                      <a:srgbClr val="0070C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m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SupPr>
                      <m:e>
                        <m:r>
                          <a:rPr lang="en-US" altLang="zh-CN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𝑚𝑎𝑥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j</m:t>
                        </m:r>
                        <m:r>
                          <a:rPr lang="en-US" altLang="zh-CN" sz="2400" b="0" i="0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sz="2400" b="0" i="0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N</m:t>
                        </m:r>
                      </m:sup>
                    </m:sSubSup>
                  </m:oMath>
                </a14:m>
                <a:r>
                  <a:rPr lang="en-US" altLang="zh-CN" sz="2400" dirty="0">
                    <a:solidFill>
                      <a:srgbClr val="0070C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(</a:t>
                </a:r>
                <a:r>
                  <a:rPr lang="en-US" altLang="zh-CN" sz="2400" dirty="0" err="1">
                    <a:solidFill>
                      <a:srgbClr val="0070C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x</a:t>
                </a:r>
                <a:r>
                  <a:rPr lang="en-US" altLang="zh-CN" sz="2400" baseline="-25000" dirty="0" err="1">
                    <a:solidFill>
                      <a:srgbClr val="0070C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j</a:t>
                </a:r>
                <a:r>
                  <a:rPr lang="en-US" altLang="zh-CN" sz="2400" dirty="0">
                    <a:solidFill>
                      <a:srgbClr val="0070C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): maxi. value </a:t>
                </a:r>
              </a:p>
              <a:p>
                <a:pPr marL="669925" lvl="8" indent="-32543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B812F"/>
                  </a:buClr>
                  <a:buSzPct val="60000"/>
                  <a:buFont typeface="Wingdings" pitchFamily="2" charset="2"/>
                  <a:buChar char="q"/>
                </a:pPr>
                <a:r>
                  <a:rPr lang="en-US" altLang="zh-CN" sz="2400" dirty="0">
                    <a:latin typeface="Arial"/>
                    <a:cs typeface="Arial"/>
                  </a:rPr>
                  <a:t>Exponential operator is accurate for negative inputs</a:t>
                </a:r>
              </a:p>
            </p:txBody>
          </p:sp>
        </mc:Choice>
        <mc:Fallback xmlns="">
          <p:sp>
            <p:nvSpPr>
              <p:cNvPr id="335" name="矩形 334">
                <a:extLst>
                  <a:ext uri="{FF2B5EF4-FFF2-40B4-BE49-F238E27FC236}">
                    <a16:creationId xmlns:a16="http://schemas.microsoft.com/office/drawing/2014/main" id="{8C15C5AD-DFB3-412D-911D-5F35C39441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3505200"/>
                <a:ext cx="4648200" cy="1806970"/>
              </a:xfrm>
              <a:prstGeom prst="rect">
                <a:avLst/>
              </a:prstGeom>
              <a:blipFill>
                <a:blip r:embed="rId5"/>
                <a:stretch>
                  <a:fillRect l="-525" t="-2703" r="-1181" b="-70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9122694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7214619D-F0A1-1741-BD16-E551CA42E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  <a:sym typeface="Wingdings" panose="05000000000000000000" pitchFamily="2" charset="2"/>
              </a:rPr>
              <a:t>Details of Safe </a:t>
            </a:r>
            <a:r>
              <a:rPr lang="en-US" altLang="zh-CN" dirty="0" err="1">
                <a:ea typeface="ＭＳ Ｐゴシック" panose="020B0600070205080204" pitchFamily="34" charset="-128"/>
                <a:sym typeface="Wingdings" panose="05000000000000000000" pitchFamily="2" charset="2"/>
              </a:rPr>
              <a:t>Softmax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6867" name="Slide Number Placeholder 3">
            <a:extLst>
              <a:ext uri="{FF2B5EF4-FFF2-40B4-BE49-F238E27FC236}">
                <a16:creationId xmlns:a16="http://schemas.microsoft.com/office/drawing/2014/main" id="{C91F2A39-5E9F-DB45-8C99-DA578DF604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07FBD78-40B0-A443-B155-25A18DC37E4A}" type="slidenum">
              <a:rPr lang="en-US" altLang="en-US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16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A660EC3-D694-4ADE-BA11-1B789E37E729}"/>
              </a:ext>
            </a:extLst>
          </p:cNvPr>
          <p:cNvSpPr/>
          <p:nvPr/>
        </p:nvSpPr>
        <p:spPr>
          <a:xfrm>
            <a:off x="152400" y="1019145"/>
            <a:ext cx="91390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Goal: Given a row of {x</a:t>
            </a:r>
            <a:r>
              <a:rPr lang="en-US" altLang="zh-CN" sz="2000" baseline="-250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1</a:t>
            </a:r>
            <a:r>
              <a:rPr lang="en-US" altLang="zh-CN" sz="20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, x</a:t>
            </a:r>
            <a:r>
              <a:rPr lang="en-US" altLang="zh-CN" sz="2000" baseline="-250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2</a:t>
            </a:r>
            <a:r>
              <a:rPr lang="en-US" altLang="zh-CN" sz="20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, …, </a:t>
            </a:r>
            <a:r>
              <a:rPr lang="en-US" altLang="zh-CN" sz="2000" dirty="0" err="1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x</a:t>
            </a:r>
            <a:r>
              <a:rPr lang="en-US" altLang="zh-CN" sz="2000" baseline="-25000" dirty="0" err="1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N</a:t>
            </a:r>
            <a:r>
              <a:rPr lang="en-US" altLang="zh-CN" sz="20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}), </a:t>
            </a:r>
            <a:r>
              <a:rPr lang="en-US" altLang="zh-CN" sz="2000" dirty="0" err="1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Softmax</a:t>
            </a:r>
            <a:r>
              <a:rPr lang="en-US" altLang="zh-CN" sz="20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({x</a:t>
            </a:r>
            <a:r>
              <a:rPr lang="en-US" altLang="zh-CN" sz="2000" baseline="-250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1</a:t>
            </a:r>
            <a:r>
              <a:rPr lang="en-US" altLang="zh-CN" sz="20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, x</a:t>
            </a:r>
            <a:r>
              <a:rPr lang="en-US" altLang="zh-CN" sz="2000" baseline="-250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2</a:t>
            </a:r>
            <a:r>
              <a:rPr lang="en-US" altLang="zh-CN" sz="20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, …, </a:t>
            </a:r>
            <a:r>
              <a:rPr lang="en-US" altLang="zh-CN" sz="2000" dirty="0" err="1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x</a:t>
            </a:r>
            <a:r>
              <a:rPr lang="en-US" altLang="zh-CN" sz="2000" baseline="-25000" dirty="0" err="1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N</a:t>
            </a:r>
            <a:r>
              <a:rPr lang="en-US" altLang="zh-CN" sz="20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}) = ({a</a:t>
            </a:r>
            <a:r>
              <a:rPr lang="en-US" altLang="zh-CN" sz="2000" baseline="-250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1</a:t>
            </a:r>
            <a:r>
              <a:rPr lang="en-US" altLang="zh-CN" sz="20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, a</a:t>
            </a:r>
            <a:r>
              <a:rPr lang="en-US" altLang="zh-CN" sz="2000" baseline="-250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2</a:t>
            </a:r>
            <a:r>
              <a:rPr lang="en-US" altLang="zh-CN" sz="20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, …, </a:t>
            </a:r>
            <a:r>
              <a:rPr lang="en-US" altLang="zh-CN" sz="2000" dirty="0" err="1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a</a:t>
            </a:r>
            <a:r>
              <a:rPr lang="en-US" altLang="zh-CN" sz="2000" baseline="-25000" dirty="0" err="1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N</a:t>
            </a:r>
            <a:r>
              <a:rPr lang="en-US" altLang="zh-CN" sz="20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}) </a:t>
            </a:r>
            <a:endParaRPr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3" name="矩形 332">
                <a:extLst>
                  <a:ext uri="{FF2B5EF4-FFF2-40B4-BE49-F238E27FC236}">
                    <a16:creationId xmlns:a16="http://schemas.microsoft.com/office/drawing/2014/main" id="{22AD06FD-BDD0-412D-84D0-8692FC51EC8E}"/>
                  </a:ext>
                </a:extLst>
              </p:cNvPr>
              <p:cNvSpPr/>
              <p:nvPr/>
            </p:nvSpPr>
            <p:spPr>
              <a:xfrm>
                <a:off x="152400" y="1627056"/>
                <a:ext cx="7162800" cy="4678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CC9900"/>
                  </a:buClr>
                  <a:buSzPct val="65000"/>
                  <a:buFont typeface="Wingdings" pitchFamily="2" charset="2"/>
                  <a:buChar char="n"/>
                  <a:tabLst/>
                  <a:defRPr/>
                </a:pPr>
                <a:r>
                  <a:rPr lang="en-US" altLang="zh-CN" sz="2400" b="1" dirty="0">
                    <a:solidFill>
                      <a:schemeClr val="tx1"/>
                    </a:solidFill>
                    <a:latin typeface="Tahoma"/>
                    <a:ea typeface="ＭＳ Ｐゴシック" charset="0"/>
                  </a:rPr>
                  <a:t>3-pass Safe </a:t>
                </a:r>
                <a:r>
                  <a:rPr lang="en-US" altLang="zh-CN" sz="2400" b="1" dirty="0" err="1">
                    <a:solidFill>
                      <a:schemeClr val="tx1"/>
                    </a:solidFill>
                    <a:latin typeface="Tahoma"/>
                    <a:ea typeface="ＭＳ Ｐゴシック" charset="0"/>
                  </a:rPr>
                  <a:t>Softmax</a:t>
                </a:r>
                <a:endParaRPr lang="en-US" altLang="zh-CN" sz="2400" b="1" dirty="0">
                  <a:solidFill>
                    <a:schemeClr val="tx1"/>
                  </a:solidFill>
                  <a:latin typeface="Tahoma"/>
                  <a:ea typeface="ＭＳ Ｐゴシック" charset="0"/>
                </a:endParaRPr>
              </a:p>
              <a:p>
                <a:pPr marL="669925" lvl="8" indent="-32543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B812F"/>
                  </a:buClr>
                  <a:buSzPct val="60000"/>
                  <a:buFont typeface="Wingdings" pitchFamily="2" charset="2"/>
                  <a:buChar char="q"/>
                </a:pPr>
                <a:r>
                  <a:rPr lang="en-US" altLang="zh-CN" sz="2400" dirty="0">
                    <a:solidFill>
                      <a:srgbClr val="C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1, calculating the maxi. value </a:t>
                </a:r>
                <a:r>
                  <a:rPr lang="en-US" altLang="zh-CN" sz="2400" i="1" dirty="0" err="1">
                    <a:solidFill>
                      <a:srgbClr val="C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m</a:t>
                </a:r>
                <a:r>
                  <a:rPr lang="en-US" altLang="zh-CN" sz="2400" i="1" baseline="-25000" dirty="0" err="1">
                    <a:solidFill>
                      <a:srgbClr val="C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N</a:t>
                </a:r>
                <a:endParaRPr lang="en-US" altLang="zh-CN" sz="2400" i="1" baseline="-25000" dirty="0">
                  <a:solidFill>
                    <a:srgbClr val="C00000"/>
                  </a:solidFill>
                  <a:latin typeface="Arial"/>
                  <a:cs typeface="Arial"/>
                </a:endParaRPr>
              </a:p>
              <a:p>
                <a:pPr marL="801687" lvl="2" eaLnBrk="0" hangingPunct="0">
                  <a:spcBef>
                    <a:spcPct val="20000"/>
                  </a:spcBef>
                  <a:buClr>
                    <a:srgbClr val="3B812F"/>
                  </a:buClr>
                  <a:buSzPct val="60000"/>
                </a:pPr>
                <a:r>
                  <a:rPr lang="en-US" altLang="zh-CN" sz="2400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  for </a:t>
                </a:r>
                <a:r>
                  <a:rPr lang="en-US" altLang="zh-CN" sz="2400" dirty="0" err="1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i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 = 1, ..., N do</a:t>
                </a:r>
              </a:p>
              <a:p>
                <a:pPr marL="801687" lvl="2" eaLnBrk="0" hangingPunct="0">
                  <a:spcBef>
                    <a:spcPct val="20000"/>
                  </a:spcBef>
                  <a:buClr>
                    <a:srgbClr val="3B812F"/>
                  </a:buClr>
                  <a:buSzPct val="60000"/>
                </a:pPr>
                <a:r>
                  <a:rPr lang="en-US" altLang="zh-CN" sz="2400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      </a:t>
                </a:r>
                <a:r>
                  <a:rPr lang="en-US" altLang="zh-CN" sz="2400" i="1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m</a:t>
                </a:r>
                <a:r>
                  <a:rPr lang="en-US" altLang="zh-CN" sz="2400" i="1" baseline="-25000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i</a:t>
                </a:r>
                <a:r>
                  <a:rPr lang="en-US" altLang="zh-CN" sz="2400" i="1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 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= max(</a:t>
                </a:r>
                <a:r>
                  <a:rPr lang="en-US" altLang="zh-CN" sz="2400" i="1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m</a:t>
                </a:r>
                <a:r>
                  <a:rPr lang="en-US" altLang="zh-CN" sz="2400" i="1" baseline="-25000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i-1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, x</a:t>
                </a:r>
                <a:r>
                  <a:rPr lang="en-US" altLang="zh-CN" sz="2400" baseline="-25000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i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)</a:t>
                </a:r>
                <a:endParaRPr lang="en-US" altLang="zh-CN" sz="2400" baseline="-25000" dirty="0">
                  <a:solidFill>
                    <a:srgbClr val="000000"/>
                  </a:solidFill>
                  <a:latin typeface="Arial"/>
                  <a:cs typeface="Arial"/>
                  <a:sym typeface="Wingdings" panose="05000000000000000000" pitchFamily="2" charset="2"/>
                </a:endParaRPr>
              </a:p>
              <a:p>
                <a:pPr marL="669925" lvl="8" indent="-32543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B812F"/>
                  </a:buClr>
                  <a:buSzPct val="60000"/>
                  <a:buFont typeface="Wingdings" pitchFamily="2" charset="2"/>
                  <a:buChar char="q"/>
                </a:pPr>
                <a:r>
                  <a:rPr lang="en-US" altLang="zh-CN" sz="2400" dirty="0">
                    <a:solidFill>
                      <a:srgbClr val="C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2, calculating the sum </a:t>
                </a:r>
                <a:r>
                  <a:rPr lang="en-US" altLang="zh-CN" sz="2400" i="1" dirty="0" err="1">
                    <a:solidFill>
                      <a:srgbClr val="C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sum</a:t>
                </a:r>
                <a:r>
                  <a:rPr lang="en-US" altLang="zh-CN" sz="2400" i="1" baseline="-25000" dirty="0" err="1">
                    <a:solidFill>
                      <a:srgbClr val="C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N</a:t>
                </a:r>
                <a:endParaRPr lang="en-US" altLang="zh-CN" sz="2400" i="1" dirty="0">
                  <a:latin typeface="Arial"/>
                  <a:cs typeface="Arial"/>
                </a:endParaRPr>
              </a:p>
              <a:p>
                <a:pPr marL="801687" lvl="2" eaLnBrk="0" hangingPunct="0">
                  <a:spcBef>
                    <a:spcPct val="20000"/>
                  </a:spcBef>
                  <a:buClr>
                    <a:srgbClr val="3B812F"/>
                  </a:buClr>
                  <a:buSzPct val="60000"/>
                </a:pPr>
                <a:r>
                  <a:rPr lang="en-US" altLang="zh-CN" sz="2400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   for </a:t>
                </a:r>
                <a:r>
                  <a:rPr lang="en-US" altLang="zh-CN" sz="2400" dirty="0" err="1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i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 = 1, …, N do</a:t>
                </a:r>
              </a:p>
              <a:p>
                <a:pPr marL="801687" lvl="2" eaLnBrk="0" hangingPunct="0">
                  <a:spcBef>
                    <a:spcPct val="20000"/>
                  </a:spcBef>
                  <a:buClr>
                    <a:srgbClr val="3B812F"/>
                  </a:buClr>
                  <a:buSzPct val="60000"/>
                </a:pPr>
                <a:r>
                  <a:rPr lang="en-US" altLang="zh-CN" sz="2400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      </a:t>
                </a:r>
                <a:r>
                  <a:rPr lang="en-US" altLang="zh-CN" sz="2400" i="1" dirty="0" err="1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sum</a:t>
                </a:r>
                <a:r>
                  <a:rPr lang="en-US" altLang="zh-CN" sz="2400" i="1" baseline="-25000" dirty="0" err="1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i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 = </a:t>
                </a:r>
                <a:r>
                  <a:rPr lang="en-US" altLang="zh-CN" sz="2400" i="1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sum</a:t>
                </a:r>
                <a:r>
                  <a:rPr lang="en-US" altLang="zh-CN" sz="2400" i="1" baseline="-25000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i-1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 +</a:t>
                </a:r>
                <a:r>
                  <a:rPr lang="pt-BR" altLang="zh-CN" sz="2400" dirty="0">
                    <a:solidFill>
                      <a:srgbClr val="000000"/>
                    </a:solidFill>
                    <a:cs typeface="Arial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  <m:t>𝑥</m:t>
                        </m:r>
                        <m:r>
                          <a:rPr lang="en-US" altLang="zh-CN" sz="2400" b="0" i="1" baseline="-2500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  <m:t>𝑖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  <m:t>−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  <m:t>𝑚𝑁</m:t>
                        </m:r>
                      </m:sup>
                    </m:sSup>
                  </m:oMath>
                </a14:m>
                <a:endParaRPr lang="en-US" altLang="zh-CN" sz="2400" baseline="-25000" dirty="0">
                  <a:solidFill>
                    <a:srgbClr val="000000"/>
                  </a:solidFill>
                  <a:latin typeface="Arial"/>
                  <a:cs typeface="Arial"/>
                  <a:sym typeface="Wingdings" panose="05000000000000000000" pitchFamily="2" charset="2"/>
                </a:endParaRPr>
              </a:p>
              <a:p>
                <a:pPr marL="669925" lvl="8" indent="-32543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B812F"/>
                  </a:buClr>
                  <a:buSzPct val="60000"/>
                  <a:buFont typeface="Wingdings" pitchFamily="2" charset="2"/>
                  <a:buChar char="q"/>
                </a:pPr>
                <a:r>
                  <a:rPr lang="en-US" altLang="zh-CN" sz="2400" dirty="0">
                    <a:solidFill>
                      <a:srgbClr val="C00000"/>
                    </a:solidFill>
                    <a:latin typeface="Arial"/>
                    <a:cs typeface="Arial"/>
                  </a:rPr>
                  <a:t>3, </a:t>
                </a:r>
                <a:r>
                  <a:rPr lang="en-US" altLang="zh-CN" sz="2400" dirty="0">
                    <a:solidFill>
                      <a:srgbClr val="C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calculating </a:t>
                </a:r>
                <a:r>
                  <a:rPr lang="en-US" altLang="zh-CN" sz="2400" dirty="0">
                    <a:solidFill>
                      <a:srgbClr val="C00000"/>
                    </a:solidFill>
                    <a:latin typeface="Arial"/>
                    <a:cs typeface="Arial"/>
                  </a:rPr>
                  <a:t>the final </a:t>
                </a:r>
                <a:r>
                  <a:rPr lang="en-US" altLang="zh-CN" sz="2400" dirty="0">
                    <a:solidFill>
                      <a:srgbClr val="C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a</a:t>
                </a:r>
                <a:r>
                  <a:rPr lang="en-US" altLang="zh-CN" sz="2400" baseline="-25000" dirty="0">
                    <a:solidFill>
                      <a:srgbClr val="C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i</a:t>
                </a:r>
                <a:endParaRPr lang="en-US" altLang="zh-CN" sz="2400" dirty="0">
                  <a:latin typeface="Arial"/>
                  <a:cs typeface="Arial"/>
                </a:endParaRPr>
              </a:p>
              <a:p>
                <a:pPr marL="801687" lvl="2" eaLnBrk="0" hangingPunct="0">
                  <a:spcBef>
                    <a:spcPct val="20000"/>
                  </a:spcBef>
                  <a:buClr>
                    <a:srgbClr val="3B812F"/>
                  </a:buClr>
                  <a:buSzPct val="60000"/>
                </a:pPr>
                <a:r>
                  <a:rPr lang="en-US" altLang="zh-CN" sz="2400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   for </a:t>
                </a:r>
                <a:r>
                  <a:rPr lang="en-US" altLang="zh-CN" sz="2400" dirty="0" err="1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i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 = 1, …, N do</a:t>
                </a:r>
              </a:p>
              <a:p>
                <a:pPr marL="801687" lvl="2" eaLnBrk="0" hangingPunct="0">
                  <a:spcBef>
                    <a:spcPct val="20000"/>
                  </a:spcBef>
                  <a:buClr>
                    <a:srgbClr val="3B812F"/>
                  </a:buClr>
                  <a:buSzPct val="60000"/>
                </a:pPr>
                <a:r>
                  <a:rPr lang="en-US" altLang="zh-CN" sz="2400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       </a:t>
                </a:r>
                <a:r>
                  <a:rPr lang="en-US" altLang="zh-CN" sz="2400" i="1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a</a:t>
                </a:r>
                <a:r>
                  <a:rPr lang="en-US" altLang="zh-CN" sz="2400" i="1" baseline="-25000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i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 =</a:t>
                </a:r>
                <a:r>
                  <a:rPr lang="en-US" altLang="zh-CN" sz="2400" dirty="0">
                    <a:solidFill>
                      <a:srgbClr val="000000"/>
                    </a:solidFill>
                    <a:cs typeface="Arial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𝑥</m:t>
                            </m:r>
                            <m:r>
                              <a:rPr lang="en-US" altLang="zh-CN" sz="2400" i="1" baseline="-25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𝑖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−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𝑚𝑁</m:t>
                            </m:r>
                          </m:sup>
                        </m:sSup>
                      </m:num>
                      <m:den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  <m:t>𝑠𝑢𝑚</m:t>
                        </m:r>
                        <m:r>
                          <a:rPr lang="en-US" altLang="zh-CN" sz="2400" b="0" i="1" baseline="-2500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  <m:t>𝑁</m:t>
                        </m:r>
                      </m:den>
                    </m:f>
                  </m:oMath>
                </a14:m>
                <a:endParaRPr lang="en-US" altLang="zh-CN" sz="2400" dirty="0">
                  <a:solidFill>
                    <a:srgbClr val="000000"/>
                  </a:solidFill>
                  <a:latin typeface="Arial"/>
                  <a:cs typeface="Arial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333" name="矩形 332">
                <a:extLst>
                  <a:ext uri="{FF2B5EF4-FFF2-40B4-BE49-F238E27FC236}">
                    <a16:creationId xmlns:a16="http://schemas.microsoft.com/office/drawing/2014/main" id="{22AD06FD-BDD0-412D-84D0-8692FC51EC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627056"/>
                <a:ext cx="7162800" cy="4678332"/>
              </a:xfrm>
              <a:prstGeom prst="rect">
                <a:avLst/>
              </a:prstGeom>
              <a:blipFill>
                <a:blip r:embed="rId2"/>
                <a:stretch>
                  <a:fillRect l="-340" t="-1043" b="-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4685602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7214619D-F0A1-1741-BD16-E551CA42E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  <a:sym typeface="Wingdings" panose="05000000000000000000" pitchFamily="2" charset="2"/>
              </a:rPr>
              <a:t>Details of Online </a:t>
            </a:r>
            <a:r>
              <a:rPr lang="en-US" altLang="zh-CN" dirty="0" err="1">
                <a:ea typeface="ＭＳ Ｐゴシック" panose="020B0600070205080204" pitchFamily="34" charset="-128"/>
                <a:sym typeface="Wingdings" panose="05000000000000000000" pitchFamily="2" charset="2"/>
              </a:rPr>
              <a:t>Softmax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6867" name="Slide Number Placeholder 3">
            <a:extLst>
              <a:ext uri="{FF2B5EF4-FFF2-40B4-BE49-F238E27FC236}">
                <a16:creationId xmlns:a16="http://schemas.microsoft.com/office/drawing/2014/main" id="{C91F2A39-5E9F-DB45-8C99-DA578DF604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07FBD78-40B0-A443-B155-25A18DC37E4A}" type="slidenum">
              <a:rPr lang="en-US" altLang="en-US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17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A660EC3-D694-4ADE-BA11-1B789E37E729}"/>
              </a:ext>
            </a:extLst>
          </p:cNvPr>
          <p:cNvSpPr/>
          <p:nvPr/>
        </p:nvSpPr>
        <p:spPr>
          <a:xfrm>
            <a:off x="152400" y="1019145"/>
            <a:ext cx="91390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Goal</a:t>
            </a:r>
            <a:r>
              <a:rPr lang="en-US" altLang="zh-CN" sz="20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: Given a row of {x</a:t>
            </a:r>
            <a:r>
              <a:rPr lang="en-US" altLang="zh-CN" sz="2000" baseline="-250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1</a:t>
            </a:r>
            <a:r>
              <a:rPr lang="en-US" altLang="zh-CN" sz="20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, x</a:t>
            </a:r>
            <a:r>
              <a:rPr lang="en-US" altLang="zh-CN" sz="2000" baseline="-250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2</a:t>
            </a:r>
            <a:r>
              <a:rPr lang="en-US" altLang="zh-CN" sz="20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, …, </a:t>
            </a:r>
            <a:r>
              <a:rPr lang="en-US" altLang="zh-CN" sz="2000" dirty="0" err="1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x</a:t>
            </a:r>
            <a:r>
              <a:rPr lang="en-US" altLang="zh-CN" sz="2000" baseline="-25000" dirty="0" err="1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N</a:t>
            </a:r>
            <a:r>
              <a:rPr lang="en-US" altLang="zh-CN" sz="20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}), </a:t>
            </a:r>
            <a:r>
              <a:rPr lang="en-US" altLang="zh-CN" sz="2000" dirty="0" err="1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Softmax</a:t>
            </a:r>
            <a:r>
              <a:rPr lang="en-US" altLang="zh-CN" sz="20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({x</a:t>
            </a:r>
            <a:r>
              <a:rPr lang="en-US" altLang="zh-CN" sz="2000" baseline="-250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1</a:t>
            </a:r>
            <a:r>
              <a:rPr lang="en-US" altLang="zh-CN" sz="20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, x</a:t>
            </a:r>
            <a:r>
              <a:rPr lang="en-US" altLang="zh-CN" sz="2000" baseline="-250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2</a:t>
            </a:r>
            <a:r>
              <a:rPr lang="en-US" altLang="zh-CN" sz="20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, …, </a:t>
            </a:r>
            <a:r>
              <a:rPr lang="en-US" altLang="zh-CN" sz="2000" dirty="0" err="1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x</a:t>
            </a:r>
            <a:r>
              <a:rPr lang="en-US" altLang="zh-CN" sz="2000" baseline="-25000" dirty="0" err="1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N</a:t>
            </a:r>
            <a:r>
              <a:rPr lang="en-US" altLang="zh-CN" sz="20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}) = ({a</a:t>
            </a:r>
            <a:r>
              <a:rPr lang="en-US" altLang="zh-CN" sz="2000" baseline="-250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1</a:t>
            </a:r>
            <a:r>
              <a:rPr lang="en-US" altLang="zh-CN" sz="20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, a</a:t>
            </a:r>
            <a:r>
              <a:rPr lang="en-US" altLang="zh-CN" sz="2000" baseline="-250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2</a:t>
            </a:r>
            <a:r>
              <a:rPr lang="en-US" altLang="zh-CN" sz="20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, …, </a:t>
            </a:r>
            <a:r>
              <a:rPr lang="en-US" altLang="zh-CN" sz="2000" dirty="0" err="1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a</a:t>
            </a:r>
            <a:r>
              <a:rPr lang="en-US" altLang="zh-CN" sz="2000" baseline="-25000" dirty="0" err="1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N</a:t>
            </a:r>
            <a:r>
              <a:rPr lang="en-US" altLang="zh-CN" sz="20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}) </a:t>
            </a:r>
            <a:endParaRPr lang="zh-CN" alt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D848A55E-A58D-407A-8D82-576F465791C1}"/>
                  </a:ext>
                </a:extLst>
              </p:cNvPr>
              <p:cNvSpPr/>
              <p:nvPr/>
            </p:nvSpPr>
            <p:spPr>
              <a:xfrm>
                <a:off x="152400" y="1627056"/>
                <a:ext cx="8534400" cy="49110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CC9900"/>
                  </a:buClr>
                  <a:buSzPct val="65000"/>
                  <a:buFont typeface="Wingdings" pitchFamily="2" charset="2"/>
                  <a:buChar char="n"/>
                  <a:tabLst/>
                  <a:defRPr/>
                </a:pPr>
                <a:r>
                  <a:rPr lang="en-US" altLang="zh-CN" sz="2400" b="1" dirty="0">
                    <a:solidFill>
                      <a:schemeClr val="tx1"/>
                    </a:solidFill>
                    <a:latin typeface="Tahoma"/>
                    <a:ea typeface="ＭＳ Ｐゴシック" charset="0"/>
                  </a:rPr>
                  <a:t>2-pass Online </a:t>
                </a:r>
                <a:r>
                  <a:rPr lang="en-US" altLang="zh-CN" sz="2400" b="1" dirty="0" err="1">
                    <a:solidFill>
                      <a:schemeClr val="tx1"/>
                    </a:solidFill>
                    <a:latin typeface="Tahoma"/>
                    <a:ea typeface="ＭＳ Ｐゴシック" charset="0"/>
                  </a:rPr>
                  <a:t>Softmax</a:t>
                </a:r>
                <a:endParaRPr lang="en-US" altLang="zh-CN" sz="2400" b="1" dirty="0">
                  <a:solidFill>
                    <a:schemeClr val="tx1"/>
                  </a:solidFill>
                  <a:latin typeface="Tahoma"/>
                  <a:ea typeface="ＭＳ Ｐゴシック" charset="0"/>
                </a:endParaRPr>
              </a:p>
              <a:p>
                <a:pPr marL="669925" lvl="8" indent="-32543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B812F"/>
                  </a:buClr>
                  <a:buSzPct val="60000"/>
                  <a:buFont typeface="Wingdings" pitchFamily="2" charset="2"/>
                  <a:buChar char="q"/>
                </a:pPr>
                <a:r>
                  <a:rPr lang="en-US" altLang="zh-CN" sz="2400" b="1" dirty="0">
                    <a:solidFill>
                      <a:srgbClr val="C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1, calculating the sum </a:t>
                </a:r>
                <a:r>
                  <a:rPr lang="en-US" altLang="zh-CN" sz="2400" b="1" dirty="0" err="1">
                    <a:solidFill>
                      <a:srgbClr val="C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sum</a:t>
                </a:r>
                <a:r>
                  <a:rPr lang="en-US" altLang="zh-CN" sz="2400" b="1" baseline="-25000" dirty="0" err="1">
                    <a:solidFill>
                      <a:srgbClr val="C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N</a:t>
                </a:r>
                <a:r>
                  <a:rPr lang="en-US" altLang="zh-CN" sz="2400" b="1" dirty="0">
                    <a:solidFill>
                      <a:srgbClr val="C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 and the maxi. value </a:t>
                </a:r>
                <a:r>
                  <a:rPr lang="en-US" altLang="zh-CN" sz="2400" b="1" i="1" dirty="0" err="1">
                    <a:solidFill>
                      <a:srgbClr val="C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m</a:t>
                </a:r>
                <a:r>
                  <a:rPr lang="en-US" altLang="zh-CN" sz="2400" b="1" i="1" baseline="-25000" dirty="0" err="1">
                    <a:solidFill>
                      <a:srgbClr val="C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N</a:t>
                </a:r>
                <a:endParaRPr lang="en-US" altLang="zh-CN" sz="2400" b="1" i="1" baseline="-25000" dirty="0">
                  <a:solidFill>
                    <a:srgbClr val="C00000"/>
                  </a:solidFill>
                  <a:latin typeface="Arial"/>
                  <a:cs typeface="Arial"/>
                </a:endParaRPr>
              </a:p>
              <a:p>
                <a:pPr marL="801687" lvl="2" eaLnBrk="0" hangingPunct="0">
                  <a:spcBef>
                    <a:spcPct val="20000"/>
                  </a:spcBef>
                  <a:buClr>
                    <a:srgbClr val="3B812F"/>
                  </a:buClr>
                  <a:buSzPct val="60000"/>
                </a:pPr>
                <a:r>
                  <a:rPr lang="en-US" altLang="zh-CN" sz="2400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  for </a:t>
                </a:r>
                <a:r>
                  <a:rPr lang="en-US" altLang="zh-CN" sz="2400" dirty="0" err="1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i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 = 1, ..., N do</a:t>
                </a:r>
              </a:p>
              <a:p>
                <a:pPr marL="801687" lvl="2" eaLnBrk="0" hangingPunct="0">
                  <a:spcBef>
                    <a:spcPct val="20000"/>
                  </a:spcBef>
                  <a:buClr>
                    <a:srgbClr val="3B812F"/>
                  </a:buClr>
                  <a:buSzPct val="60000"/>
                </a:pPr>
                <a:r>
                  <a:rPr lang="en-US" altLang="zh-CN" sz="2400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      </a:t>
                </a:r>
                <a:r>
                  <a:rPr lang="en-US" altLang="zh-CN" sz="2400" i="1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m</a:t>
                </a:r>
                <a:r>
                  <a:rPr lang="en-US" altLang="zh-CN" sz="2400" i="1" baseline="-25000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i</a:t>
                </a:r>
                <a:r>
                  <a:rPr lang="en-US" altLang="zh-CN" sz="2400" i="1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   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= max(</a:t>
                </a:r>
                <a:r>
                  <a:rPr lang="en-US" altLang="zh-CN" sz="2400" i="1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m</a:t>
                </a:r>
                <a:r>
                  <a:rPr lang="en-US" altLang="zh-CN" sz="2400" i="1" baseline="-25000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i-1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, x</a:t>
                </a:r>
                <a:r>
                  <a:rPr lang="en-US" altLang="zh-CN" sz="2400" baseline="-25000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i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)</a:t>
                </a:r>
                <a:endParaRPr lang="en-US" altLang="zh-CN" sz="2400" baseline="-25000" dirty="0">
                  <a:solidFill>
                    <a:srgbClr val="000000"/>
                  </a:solidFill>
                  <a:latin typeface="Arial"/>
                  <a:cs typeface="Arial"/>
                  <a:sym typeface="Wingdings" panose="05000000000000000000" pitchFamily="2" charset="2"/>
                </a:endParaRPr>
              </a:p>
              <a:p>
                <a:pPr marL="344487" lvl="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B812F"/>
                  </a:buClr>
                  <a:buSzPct val="60000"/>
                </a:pPr>
                <a:r>
                  <a:rPr lang="en-US" altLang="zh-CN" sz="2400" i="1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          </a:t>
                </a:r>
                <a:r>
                  <a:rPr lang="en-US" altLang="zh-CN" sz="2400" i="1" dirty="0" err="1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sum</a:t>
                </a:r>
                <a:r>
                  <a:rPr lang="en-US" altLang="zh-CN" sz="2400" i="1" baseline="-25000" dirty="0" err="1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i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BR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</m:ctrlPr>
                      </m:naryPr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  <m:t>𝑗</m:t>
                        </m:r>
                        <m:r>
                          <a:rPr lang="pt-BR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  <m:t>=0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  <m:t>𝑖</m:t>
                        </m:r>
                      </m:sup>
                      <m:e>
                        <m:sSup>
                          <m:sSupPr>
                            <m:ctrlPr>
                              <a:rPr lang="pt-BR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𝑥</m:t>
                            </m:r>
                            <m:r>
                              <a:rPr lang="en-US" altLang="zh-CN" sz="2400" b="0" i="1" baseline="-2500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𝑗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−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𝑚𝑖</m:t>
                            </m:r>
                          </m:sup>
                        </m:s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  <m:t> </m:t>
                        </m:r>
                      </m:e>
                    </m:nary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/>
                        <a:sym typeface="Wingdings" panose="05000000000000000000" pitchFamily="2" charset="2"/>
                      </a:rPr>
                      <m:t>=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BR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</m:ctrlPr>
                      </m:naryPr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  <m:t>𝑗</m:t>
                        </m:r>
                        <m:r>
                          <a:rPr lang="pt-BR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  <m:t>=0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  <m:t>𝑖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  <m:t>−1</m:t>
                        </m:r>
                      </m:sup>
                      <m:e>
                        <m:sSup>
                          <m:sSupPr>
                            <m:ctrlPr>
                              <a:rPr lang="pt-BR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𝑥</m:t>
                            </m:r>
                            <m:r>
                              <a:rPr lang="en-US" altLang="zh-CN" sz="2400" b="0" i="1" baseline="-2500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𝑗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−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𝑚𝑖</m:t>
                            </m:r>
                          </m:sup>
                        </m:s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  <m:t> </m:t>
                        </m:r>
                      </m:e>
                    </m:nary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 +</a:t>
                </a:r>
                <a:r>
                  <a:rPr lang="pt-BR" altLang="zh-CN" sz="2400" dirty="0">
                    <a:solidFill>
                      <a:srgbClr val="000000"/>
                    </a:solidFill>
                    <a:cs typeface="Arial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  <m:t>𝑥</m:t>
                        </m:r>
                        <m:r>
                          <a:rPr lang="en-US" altLang="zh-CN" sz="2400" i="1" baseline="-25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  <m:t>𝑖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  <m:t>−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  <m:t>𝑚𝑖</m:t>
                        </m:r>
                      </m:sup>
                    </m:sSup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endParaRPr lang="en-US" altLang="zh-CN" sz="2400" i="1" dirty="0">
                  <a:solidFill>
                    <a:srgbClr val="000000"/>
                  </a:solidFill>
                  <a:latin typeface="Arial"/>
                  <a:cs typeface="Arial"/>
                  <a:sym typeface="Wingdings" panose="05000000000000000000" pitchFamily="2" charset="2"/>
                </a:endParaRPr>
              </a:p>
              <a:p>
                <a:pPr marL="344487" lvl="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B812F"/>
                  </a:buClr>
                  <a:buSzPct val="60000"/>
                </a:pPr>
                <a:r>
                  <a:rPr lang="en-US" altLang="zh-CN" sz="2400" i="1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                  = 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BR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</m:ctrlPr>
                      </m:naryPr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  <m:t>𝑗</m:t>
                        </m:r>
                        <m:r>
                          <a:rPr lang="pt-BR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  <m:t>=0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  <m:t>𝑖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  <m:t>−1</m:t>
                        </m:r>
                      </m:sup>
                      <m:e>
                        <m:sSup>
                          <m:sSupPr>
                            <m:ctrlPr>
                              <a:rPr lang="pt-BR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𝑥</m:t>
                            </m:r>
                            <m:r>
                              <a:rPr lang="en-US" altLang="zh-CN" sz="2400" b="0" i="1" baseline="-2500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𝑗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−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𝑚𝑖</m:t>
                            </m:r>
                            <m:r>
                              <m:rPr>
                                <m:nor/>
                              </m:rPr>
                              <a:rPr lang="en-US" altLang="zh-CN" sz="2400" i="1" baseline="-25000" dirty="0">
                                <a:solidFill>
                                  <a:srgbClr val="000000"/>
                                </a:solidFill>
                                <a:latin typeface="Arial"/>
                                <a:cs typeface="Arial"/>
                                <a:sym typeface="Wingdings" panose="05000000000000000000" pitchFamily="2" charset="2"/>
                              </a:rPr>
                              <m:t>−</m:t>
                            </m:r>
                            <m:r>
                              <a:rPr lang="en-US" altLang="zh-CN" sz="2400" i="1" baseline="-2500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  <m:t>)</m:t>
                        </m:r>
                        <m:sSup>
                          <m:sSupPr>
                            <m:ctrlPr>
                              <a:rPr lang="pt-BR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m</m:t>
                            </m:r>
                            <m:r>
                              <a:rPr lang="en-US" altLang="zh-CN" sz="2400" b="0" i="1" baseline="-2500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𝑖</m:t>
                            </m:r>
                            <m:r>
                              <m:rPr>
                                <m:nor/>
                              </m:rPr>
                              <a:rPr lang="en-US" altLang="zh-CN" sz="2400" i="1" baseline="-25000" dirty="0">
                                <a:solidFill>
                                  <a:srgbClr val="000000"/>
                                </a:solidFill>
                                <a:latin typeface="Arial"/>
                                <a:cs typeface="Arial"/>
                                <a:sym typeface="Wingdings" panose="05000000000000000000" pitchFamily="2" charset="2"/>
                              </a:rPr>
                              <m:t>−</m:t>
                            </m:r>
                            <m:r>
                              <a:rPr lang="en-US" altLang="zh-CN" sz="2400" b="0" i="1" baseline="-2500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1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−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𝑚𝑖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 +</a:t>
                </a:r>
                <a:r>
                  <a:rPr lang="pt-BR" altLang="zh-CN" sz="2400" dirty="0">
                    <a:solidFill>
                      <a:srgbClr val="000000"/>
                    </a:solidFill>
                    <a:cs typeface="Arial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  <m:t>𝑥</m:t>
                        </m:r>
                        <m:r>
                          <a:rPr lang="en-US" altLang="zh-CN" sz="2400" i="1" baseline="-25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  <m:t>𝑖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  <m:t>−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  <m:t>𝑚𝑖</m:t>
                        </m:r>
                      </m:sup>
                    </m:sSup>
                  </m:oMath>
                </a14:m>
                <a:endParaRPr lang="en-US" altLang="zh-CN" sz="2400" i="1" dirty="0">
                  <a:solidFill>
                    <a:srgbClr val="000000"/>
                  </a:solidFill>
                  <a:latin typeface="Arial"/>
                  <a:cs typeface="Arial"/>
                  <a:sym typeface="Wingdings" panose="05000000000000000000" pitchFamily="2" charset="2"/>
                </a:endParaRPr>
              </a:p>
              <a:p>
                <a:pPr marL="344487" lvl="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B812F"/>
                  </a:buClr>
                  <a:buSzPct val="60000"/>
                </a:pPr>
                <a:r>
                  <a:rPr lang="en-US" altLang="zh-CN" sz="2400" i="1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                  = sum</a:t>
                </a:r>
                <a:r>
                  <a:rPr lang="en-US" altLang="zh-CN" sz="2400" i="1" baseline="-25000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i-1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 *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  <m:t>𝑚</m:t>
                        </m:r>
                        <m:r>
                          <a:rPr lang="en-US" altLang="zh-CN" sz="2400" i="1" baseline="-25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  <m:t>𝑖</m:t>
                        </m:r>
                        <m:r>
                          <a:rPr lang="en-US" altLang="zh-CN" sz="2400" i="1" baseline="-25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  <m:t>-1−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  <m:t>𝑚𝑖</m:t>
                        </m:r>
                      </m:sup>
                    </m:sSup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+</a:t>
                </a:r>
                <a:r>
                  <a:rPr lang="pt-BR" altLang="zh-CN" sz="2400" dirty="0">
                    <a:solidFill>
                      <a:srgbClr val="000000"/>
                    </a:solidFill>
                    <a:cs typeface="Arial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  <m:t>𝑥</m:t>
                        </m:r>
                        <m:r>
                          <a:rPr lang="en-US" altLang="zh-CN" sz="2400" b="0" i="1" baseline="-2500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  <m:t>𝑖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  <m:t>−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  <m:t>𝑚𝑖</m:t>
                        </m:r>
                      </m:sup>
                    </m:sSup>
                  </m:oMath>
                </a14:m>
                <a:endParaRPr lang="en-US" altLang="zh-CN" sz="2400" baseline="-25000" dirty="0">
                  <a:solidFill>
                    <a:srgbClr val="000000"/>
                  </a:solidFill>
                  <a:latin typeface="Arial"/>
                  <a:cs typeface="Arial"/>
                  <a:sym typeface="Wingdings" panose="05000000000000000000" pitchFamily="2" charset="2"/>
                </a:endParaRPr>
              </a:p>
              <a:p>
                <a:pPr marL="669925" lvl="8" indent="-32543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B812F"/>
                  </a:buClr>
                  <a:buSzPct val="60000"/>
                  <a:buFont typeface="Wingdings" pitchFamily="2" charset="2"/>
                  <a:buChar char="q"/>
                </a:pPr>
                <a:r>
                  <a:rPr lang="en-US" altLang="zh-CN" sz="2400" b="1" dirty="0">
                    <a:solidFill>
                      <a:srgbClr val="C00000"/>
                    </a:solidFill>
                    <a:latin typeface="Arial"/>
                    <a:cs typeface="Arial"/>
                  </a:rPr>
                  <a:t>2, </a:t>
                </a:r>
                <a:r>
                  <a:rPr lang="en-US" altLang="zh-CN" sz="2400" b="1" dirty="0">
                    <a:solidFill>
                      <a:srgbClr val="C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calculating </a:t>
                </a:r>
                <a:r>
                  <a:rPr lang="en-US" altLang="zh-CN" sz="2400" b="1" dirty="0">
                    <a:solidFill>
                      <a:srgbClr val="C00000"/>
                    </a:solidFill>
                    <a:latin typeface="Arial"/>
                    <a:cs typeface="Arial"/>
                  </a:rPr>
                  <a:t>the final </a:t>
                </a:r>
                <a:r>
                  <a:rPr lang="en-US" altLang="zh-CN" sz="2400" b="1" dirty="0">
                    <a:solidFill>
                      <a:srgbClr val="C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a</a:t>
                </a:r>
                <a:r>
                  <a:rPr lang="en-US" altLang="zh-CN" sz="2400" b="1" baseline="-25000" dirty="0">
                    <a:solidFill>
                      <a:srgbClr val="C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i</a:t>
                </a:r>
                <a:endParaRPr lang="en-US" altLang="zh-CN" sz="2400" b="1" dirty="0">
                  <a:latin typeface="Arial"/>
                  <a:cs typeface="Arial"/>
                </a:endParaRPr>
              </a:p>
              <a:p>
                <a:pPr marL="801687" lvl="2" eaLnBrk="0" hangingPunct="0">
                  <a:spcBef>
                    <a:spcPct val="20000"/>
                  </a:spcBef>
                  <a:buClr>
                    <a:srgbClr val="3B812F"/>
                  </a:buClr>
                  <a:buSzPct val="60000"/>
                </a:pPr>
                <a:r>
                  <a:rPr lang="en-US" altLang="zh-CN" sz="2400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   for </a:t>
                </a:r>
                <a:r>
                  <a:rPr lang="en-US" altLang="zh-CN" sz="2400" dirty="0" err="1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i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 = 1, …, N do</a:t>
                </a:r>
              </a:p>
              <a:p>
                <a:pPr marL="801687" lvl="2" eaLnBrk="0" hangingPunct="0">
                  <a:spcBef>
                    <a:spcPct val="20000"/>
                  </a:spcBef>
                  <a:buClr>
                    <a:srgbClr val="3B812F"/>
                  </a:buClr>
                  <a:buSzPct val="60000"/>
                </a:pPr>
                <a:r>
                  <a:rPr lang="en-US" altLang="zh-CN" sz="2400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       </a:t>
                </a:r>
                <a:r>
                  <a:rPr lang="en-US" altLang="zh-CN" sz="2400" i="1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a</a:t>
                </a:r>
                <a:r>
                  <a:rPr lang="en-US" altLang="zh-CN" sz="2400" i="1" baseline="-25000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i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Arial"/>
                    <a:cs typeface="Arial"/>
                    <a:sym typeface="Wingdings" panose="05000000000000000000" pitchFamily="2" charset="2"/>
                  </a:rPr>
                  <a:t> =</a:t>
                </a:r>
                <a:r>
                  <a:rPr lang="en-US" altLang="zh-CN" sz="2400" dirty="0">
                    <a:solidFill>
                      <a:srgbClr val="000000"/>
                    </a:solidFill>
                    <a:cs typeface="Arial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𝑥</m:t>
                            </m:r>
                            <m:r>
                              <a:rPr lang="en-US" altLang="zh-CN" sz="2400" i="1" baseline="-25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𝑖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−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/>
                                <a:sym typeface="Wingdings" panose="05000000000000000000" pitchFamily="2" charset="2"/>
                              </a:rPr>
                              <m:t>𝑚𝑁</m:t>
                            </m:r>
                          </m:sup>
                        </m:sSup>
                      </m:num>
                      <m:den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  <m:t>𝑠𝑢𝑚</m:t>
                        </m:r>
                        <m:r>
                          <a:rPr lang="en-US" altLang="zh-CN" sz="2400" b="0" i="1" baseline="-2500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  <a:sym typeface="Wingdings" panose="05000000000000000000" pitchFamily="2" charset="2"/>
                          </a:rPr>
                          <m:t>𝑁</m:t>
                        </m:r>
                      </m:den>
                    </m:f>
                  </m:oMath>
                </a14:m>
                <a:endParaRPr lang="en-US" altLang="zh-CN" sz="2400" dirty="0">
                  <a:solidFill>
                    <a:srgbClr val="000000"/>
                  </a:solidFill>
                  <a:latin typeface="Arial"/>
                  <a:cs typeface="Arial"/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D848A55E-A58D-407A-8D82-576F465791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627056"/>
                <a:ext cx="8534400" cy="4911024"/>
              </a:xfrm>
              <a:prstGeom prst="rect">
                <a:avLst/>
              </a:prstGeom>
              <a:blipFill>
                <a:blip r:embed="rId2"/>
                <a:stretch>
                  <a:fillRect l="-286" t="-9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5632615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7214619D-F0A1-1741-BD16-E551CA42E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altLang="zh-CN" dirty="0" err="1">
                <a:ea typeface="ＭＳ Ｐゴシック" panose="020B0600070205080204" pitchFamily="34" charset="-128"/>
                <a:sym typeface="Wingdings" panose="05000000000000000000" pitchFamily="2" charset="2"/>
              </a:rPr>
              <a:t>FlashAttention</a:t>
            </a:r>
            <a:r>
              <a:rPr lang="en-US" altLang="zh-CN" dirty="0">
                <a:ea typeface="ＭＳ Ｐゴシック" panose="020B0600070205080204" pitchFamily="34" charset="-128"/>
                <a:sym typeface="Wingdings" panose="05000000000000000000" pitchFamily="2" charset="2"/>
              </a:rPr>
              <a:t> -1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6867" name="Slide Number Placeholder 3">
            <a:extLst>
              <a:ext uri="{FF2B5EF4-FFF2-40B4-BE49-F238E27FC236}">
                <a16:creationId xmlns:a16="http://schemas.microsoft.com/office/drawing/2014/main" id="{C91F2A39-5E9F-DB45-8C99-DA578DF604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07FBD78-40B0-A443-B155-25A18DC37E4A}" type="slidenum">
              <a:rPr lang="en-US" altLang="en-US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18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48A55E-A58D-407A-8D82-576F465791C1}"/>
              </a:ext>
            </a:extLst>
          </p:cNvPr>
          <p:cNvSpPr/>
          <p:nvPr/>
        </p:nvSpPr>
        <p:spPr>
          <a:xfrm>
            <a:off x="152400" y="1143000"/>
            <a:ext cx="8534400" cy="30223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hangingPunct="0">
              <a:spcBef>
                <a:spcPct val="20000"/>
              </a:spcBef>
              <a:buClr>
                <a:srgbClr val="CC9900"/>
              </a:buClr>
              <a:buSzPct val="65000"/>
              <a:buFont typeface="Wingdings" pitchFamily="2" charset="2"/>
              <a:buChar char="n"/>
              <a:defRPr/>
            </a:pPr>
            <a:r>
              <a:rPr lang="en-US" altLang="zh-CN" sz="2400" b="1" dirty="0">
                <a:latin typeface="Tahoma"/>
                <a:ea typeface="ＭＳ Ｐゴシック" charset="0"/>
              </a:rPr>
              <a:t>Two key ideas of FlashAttention-1</a:t>
            </a:r>
            <a:endParaRPr lang="en-US" altLang="zh-CN" sz="2400" b="1" dirty="0">
              <a:solidFill>
                <a:schemeClr val="tx1"/>
              </a:solidFill>
              <a:latin typeface="Tahoma"/>
              <a:ea typeface="ＭＳ Ｐゴシック" charset="0"/>
            </a:endParaRPr>
          </a:p>
          <a:p>
            <a:pPr marL="669925" lvl="8" indent="-325438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itchFamily="2" charset="2"/>
              <a:buChar char="q"/>
            </a:pPr>
            <a:r>
              <a:rPr lang="en-US" altLang="zh-CN" sz="2400" b="1" dirty="0">
                <a:solidFill>
                  <a:srgbClr val="C00000"/>
                </a:solidFill>
                <a:latin typeface="Arial"/>
                <a:cs typeface="Arial"/>
              </a:rPr>
              <a:t>1, </a:t>
            </a:r>
            <a:r>
              <a:rPr lang="en-US" altLang="zh-CN" sz="2400" b="1" dirty="0">
                <a:solidFill>
                  <a:srgbClr val="C00000"/>
                </a:solidFill>
                <a:latin typeface="Arial"/>
                <a:cs typeface="Arial"/>
                <a:sym typeface="Wingdings" panose="05000000000000000000" pitchFamily="2" charset="2"/>
              </a:rPr>
              <a:t>Tiling: </a:t>
            </a:r>
            <a:r>
              <a:rPr lang="en-US" altLang="zh-CN" sz="2400" b="1" baseline="-25000" dirty="0">
                <a:latin typeface="Arial"/>
                <a:cs typeface="Arial"/>
              </a:rPr>
              <a:t>Compute the attention weights block by block so that we don’t have to load everything into SRAM at once</a:t>
            </a:r>
          </a:p>
          <a:p>
            <a:pPr marL="669925" lvl="8" indent="-325438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itchFamily="2" charset="2"/>
              <a:buChar char="q"/>
            </a:pPr>
            <a:endParaRPr lang="en-US" altLang="zh-CN" sz="2400" b="1" i="1" baseline="-25000" dirty="0">
              <a:solidFill>
                <a:srgbClr val="C00000"/>
              </a:solidFill>
              <a:latin typeface="Arial"/>
              <a:cs typeface="Arial"/>
            </a:endParaRPr>
          </a:p>
          <a:p>
            <a:pPr marL="801687" lvl="2" eaLnBrk="0" hangingPunct="0">
              <a:spcBef>
                <a:spcPct val="20000"/>
              </a:spcBef>
              <a:buClr>
                <a:srgbClr val="3B812F"/>
              </a:buClr>
              <a:buSzPct val="60000"/>
            </a:pPr>
            <a:r>
              <a:rPr lang="en-US" altLang="zh-CN" sz="24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  </a:t>
            </a:r>
            <a:endParaRPr lang="en-US" altLang="zh-CN" sz="2400" baseline="-25000" dirty="0">
              <a:solidFill>
                <a:srgbClr val="000000"/>
              </a:solidFill>
              <a:latin typeface="Arial"/>
              <a:cs typeface="Arial"/>
              <a:sym typeface="Wingdings" panose="05000000000000000000" pitchFamily="2" charset="2"/>
            </a:endParaRPr>
          </a:p>
          <a:p>
            <a:pPr marL="669925" lvl="8" indent="-325438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itchFamily="2" charset="2"/>
              <a:buChar char="q"/>
            </a:pPr>
            <a:r>
              <a:rPr lang="en-US" altLang="zh-CN" sz="2400" b="1" dirty="0">
                <a:solidFill>
                  <a:srgbClr val="C00000"/>
                </a:solidFill>
                <a:latin typeface="Arial"/>
                <a:cs typeface="Arial"/>
              </a:rPr>
              <a:t>2, </a:t>
            </a:r>
            <a:r>
              <a:rPr lang="en-US" altLang="zh-CN" sz="2400" b="1" dirty="0" err="1">
                <a:solidFill>
                  <a:srgbClr val="C00000"/>
                </a:solidFill>
                <a:latin typeface="Arial"/>
                <a:cs typeface="Arial"/>
                <a:sym typeface="Wingdings" panose="05000000000000000000" pitchFamily="2" charset="2"/>
              </a:rPr>
              <a:t>Recomputation</a:t>
            </a:r>
            <a:r>
              <a:rPr lang="en-US" altLang="zh-CN" sz="2400" b="1" dirty="0">
                <a:solidFill>
                  <a:srgbClr val="C00000"/>
                </a:solidFill>
                <a:latin typeface="Arial"/>
                <a:cs typeface="Arial"/>
                <a:sym typeface="Wingdings" panose="05000000000000000000" pitchFamily="2" charset="2"/>
              </a:rPr>
              <a:t>: </a:t>
            </a:r>
            <a:r>
              <a:rPr lang="en-US" altLang="zh-CN" sz="2400" b="1" baseline="-25000" dirty="0">
                <a:latin typeface="Arial"/>
                <a:cs typeface="Arial"/>
                <a:sym typeface="Wingdings" panose="05000000000000000000" pitchFamily="2" charset="2"/>
              </a:rPr>
              <a:t>don’t ever store the full attention matrix, but just recompute the parts of it you need during the backward pass</a:t>
            </a:r>
            <a:endParaRPr lang="en-US" altLang="zh-CN" sz="2400" b="1" baseline="-25000" dirty="0">
              <a:latin typeface="Arial"/>
              <a:cs typeface="Arial"/>
            </a:endParaRPr>
          </a:p>
          <a:p>
            <a:pPr marL="801687" lvl="2" eaLnBrk="0" hangingPunct="0">
              <a:spcBef>
                <a:spcPct val="20000"/>
              </a:spcBef>
              <a:buClr>
                <a:srgbClr val="3B812F"/>
              </a:buClr>
              <a:buSzPct val="60000"/>
            </a:pPr>
            <a:r>
              <a:rPr lang="en-US" altLang="zh-CN" sz="24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844301845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7214619D-F0A1-1741-BD16-E551CA42E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altLang="zh-CN" dirty="0" err="1">
                <a:ea typeface="ＭＳ Ｐゴシック" panose="020B0600070205080204" pitchFamily="34" charset="-128"/>
                <a:sym typeface="Wingdings" panose="05000000000000000000" pitchFamily="2" charset="2"/>
              </a:rPr>
              <a:t>FlashAttention</a:t>
            </a:r>
            <a:r>
              <a:rPr lang="en-US" altLang="zh-CN" dirty="0">
                <a:ea typeface="ＭＳ Ｐゴシック" panose="020B0600070205080204" pitchFamily="34" charset="-128"/>
                <a:sym typeface="Wingdings" panose="05000000000000000000" pitchFamily="2" charset="2"/>
              </a:rPr>
              <a:t> -1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6867" name="Slide Number Placeholder 3">
            <a:extLst>
              <a:ext uri="{FF2B5EF4-FFF2-40B4-BE49-F238E27FC236}">
                <a16:creationId xmlns:a16="http://schemas.microsoft.com/office/drawing/2014/main" id="{C91F2A39-5E9F-DB45-8C99-DA578DF604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07FBD78-40B0-A443-B155-25A18DC37E4A}" type="slidenum">
              <a:rPr lang="en-US" altLang="en-US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19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D94B8D7-3B51-4883-BA79-B368CA578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54559"/>
            <a:ext cx="7620000" cy="431278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C65E987-74B7-41E2-A73D-DBC8A794D1A6}"/>
              </a:ext>
            </a:extLst>
          </p:cNvPr>
          <p:cNvSpPr/>
          <p:nvPr/>
        </p:nvSpPr>
        <p:spPr>
          <a:xfrm>
            <a:off x="152400" y="5349895"/>
            <a:ext cx="8534400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hangingPunct="0">
              <a:spcBef>
                <a:spcPct val="20000"/>
              </a:spcBef>
              <a:buClr>
                <a:srgbClr val="CC9900"/>
              </a:buClr>
              <a:buSzPct val="65000"/>
              <a:buFont typeface="Wingdings" pitchFamily="2" charset="2"/>
              <a:buChar char="n"/>
              <a:defRPr/>
            </a:pPr>
            <a:r>
              <a:rPr lang="en-US" altLang="zh-CN" sz="2000" b="1" dirty="0">
                <a:latin typeface="Tahoma"/>
                <a:ea typeface="ＭＳ Ｐゴシック" charset="0"/>
              </a:rPr>
              <a:t>Inter-Tile: </a:t>
            </a:r>
            <a:r>
              <a:rPr lang="en-US" altLang="zh-CN" sz="2000" dirty="0">
                <a:latin typeface="Tahoma"/>
                <a:ea typeface="ＭＳ Ｐゴシック" charset="0"/>
              </a:rPr>
              <a:t>parallelize over batch size and heads  </a:t>
            </a:r>
            <a:r>
              <a:rPr lang="en-US" altLang="zh-CN" sz="2000" dirty="0">
                <a:latin typeface="Tahoma"/>
                <a:ea typeface="ＭＳ Ｐゴシック" charset="0"/>
                <a:sym typeface="Wingdings" panose="05000000000000000000" pitchFamily="2" charset="2"/>
              </a:rPr>
              <a:t> </a:t>
            </a:r>
            <a:r>
              <a:rPr lang="en-US" altLang="zh-CN" sz="2000" dirty="0">
                <a:solidFill>
                  <a:srgbClr val="C00000"/>
                </a:solidFill>
                <a:latin typeface="Tahoma"/>
                <a:ea typeface="ＭＳ Ｐゴシック" charset="0"/>
                <a:sym typeface="Wingdings" panose="05000000000000000000" pitchFamily="2" charset="2"/>
              </a:rPr>
              <a:t>low parallelism</a:t>
            </a:r>
            <a:endParaRPr lang="en-US" altLang="zh-CN" sz="2000" dirty="0">
              <a:solidFill>
                <a:srgbClr val="C00000"/>
              </a:solidFill>
              <a:latin typeface="Tahoma"/>
              <a:ea typeface="ＭＳ Ｐゴシック" charset="0"/>
            </a:endParaRPr>
          </a:p>
          <a:p>
            <a:pPr marL="342900" lvl="0" indent="-342900" eaLnBrk="0" hangingPunct="0">
              <a:spcBef>
                <a:spcPct val="20000"/>
              </a:spcBef>
              <a:buClr>
                <a:srgbClr val="CC9900"/>
              </a:buClr>
              <a:buSzPct val="65000"/>
              <a:buFont typeface="Wingdings" pitchFamily="2" charset="2"/>
              <a:buChar char="n"/>
              <a:defRPr/>
            </a:pPr>
            <a:r>
              <a:rPr lang="en-US" altLang="zh-CN" sz="2000" b="1" dirty="0">
                <a:latin typeface="Tahoma"/>
                <a:ea typeface="ＭＳ Ｐゴシック" charset="0"/>
              </a:rPr>
              <a:t>Intra-Tile: </a:t>
            </a:r>
            <a:r>
              <a:rPr lang="en-US" altLang="zh-CN" sz="2000" b="1" dirty="0">
                <a:latin typeface="Tahoma"/>
                <a:ea typeface="ＭＳ Ｐゴシック" charset="0"/>
                <a:sym typeface="Wingdings" panose="05000000000000000000" pitchFamily="2" charset="2"/>
              </a:rPr>
              <a:t> </a:t>
            </a:r>
            <a:r>
              <a:rPr lang="en-US" altLang="zh-CN" sz="2000" dirty="0">
                <a:solidFill>
                  <a:srgbClr val="C00000"/>
                </a:solidFill>
                <a:latin typeface="Tahoma"/>
                <a:ea typeface="ＭＳ Ｐゴシック" charset="0"/>
                <a:sym typeface="Wingdings" panose="05000000000000000000" pitchFamily="2" charset="2"/>
              </a:rPr>
              <a:t>extra access to HBM from O </a:t>
            </a:r>
            <a:endParaRPr lang="en-US" altLang="zh-CN" sz="2000" dirty="0">
              <a:solidFill>
                <a:srgbClr val="C00000"/>
              </a:solidFill>
              <a:latin typeface="Tahoma"/>
              <a:ea typeface="ＭＳ Ｐゴシック" charset="0"/>
            </a:endParaRPr>
          </a:p>
          <a:p>
            <a:pPr marL="800100" lvl="1" indent="-342900" eaLnBrk="0" hangingPunct="0">
              <a:spcBef>
                <a:spcPct val="20000"/>
              </a:spcBef>
              <a:buClr>
                <a:srgbClr val="CC9900"/>
              </a:buClr>
              <a:buSzPct val="65000"/>
              <a:buFont typeface="Wingdings" pitchFamily="2" charset="2"/>
              <a:buChar char="n"/>
              <a:defRPr/>
            </a:pPr>
            <a:r>
              <a:rPr lang="en-US" altLang="zh-CN" sz="2000" dirty="0">
                <a:latin typeface="Tahoma"/>
                <a:ea typeface="ＭＳ Ｐゴシック" charset="0"/>
              </a:rPr>
              <a:t>Outer loop: K V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rgbClr val="CC9900"/>
              </a:buClr>
              <a:buSzPct val="65000"/>
              <a:buFont typeface="Wingdings" pitchFamily="2" charset="2"/>
              <a:buChar char="n"/>
              <a:defRPr/>
            </a:pPr>
            <a:r>
              <a:rPr lang="en-US" altLang="zh-CN" sz="2000" dirty="0">
                <a:latin typeface="Tahoma"/>
                <a:ea typeface="ＭＳ Ｐゴシック" charset="0"/>
              </a:rPr>
              <a:t>Inner loop: Q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256116D-5FC8-4B99-9EC0-FF72183FA6CB}"/>
              </a:ext>
            </a:extLst>
          </p:cNvPr>
          <p:cNvSpPr/>
          <p:nvPr/>
        </p:nvSpPr>
        <p:spPr>
          <a:xfrm>
            <a:off x="2577976" y="2591971"/>
            <a:ext cx="127791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Tahoma"/>
                <a:ea typeface="ＭＳ Ｐゴシック" charset="0"/>
              </a:rPr>
              <a:t>Outer loop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17A79AA-6618-4BD3-A434-5AA6EE05EDB9}"/>
              </a:ext>
            </a:extLst>
          </p:cNvPr>
          <p:cNvSpPr/>
          <p:nvPr/>
        </p:nvSpPr>
        <p:spPr>
          <a:xfrm>
            <a:off x="2590800" y="2971800"/>
            <a:ext cx="126509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Tahoma"/>
                <a:ea typeface="ＭＳ Ｐゴシック" charset="0"/>
              </a:rPr>
              <a:t>Inner loop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2946859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7214619D-F0A1-1741-BD16-E551CA42E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altLang="zh-CN" dirty="0" err="1">
                <a:ea typeface="ＭＳ Ｐゴシック" panose="020B0600070205080204" pitchFamily="34" charset="-128"/>
                <a:sym typeface="Wingdings" panose="05000000000000000000" pitchFamily="2" charset="2"/>
              </a:rPr>
              <a:t>FlashAttention</a:t>
            </a:r>
            <a:r>
              <a:rPr lang="en-US" altLang="zh-CN" dirty="0">
                <a:ea typeface="ＭＳ Ｐゴシック" panose="020B0600070205080204" pitchFamily="34" charset="-128"/>
                <a:sym typeface="Wingdings" panose="05000000000000000000" pitchFamily="2" charset="2"/>
              </a:rPr>
              <a:t> -2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6867" name="Slide Number Placeholder 3">
            <a:extLst>
              <a:ext uri="{FF2B5EF4-FFF2-40B4-BE49-F238E27FC236}">
                <a16:creationId xmlns:a16="http://schemas.microsoft.com/office/drawing/2014/main" id="{C91F2A39-5E9F-DB45-8C99-DA578DF604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07FBD78-40B0-A443-B155-25A18DC37E4A}" type="slidenum">
              <a:rPr lang="en-US" altLang="en-US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20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C65E987-74B7-41E2-A73D-DBC8A794D1A6}"/>
              </a:ext>
            </a:extLst>
          </p:cNvPr>
          <p:cNvSpPr/>
          <p:nvPr/>
        </p:nvSpPr>
        <p:spPr>
          <a:xfrm>
            <a:off x="152400" y="5341946"/>
            <a:ext cx="8534400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hangingPunct="0">
              <a:spcBef>
                <a:spcPct val="20000"/>
              </a:spcBef>
              <a:buClr>
                <a:srgbClr val="CC9900"/>
              </a:buClr>
              <a:buSzPct val="65000"/>
              <a:buFont typeface="Wingdings" pitchFamily="2" charset="2"/>
              <a:buChar char="n"/>
              <a:defRPr/>
            </a:pPr>
            <a:r>
              <a:rPr lang="en-US" altLang="zh-CN" sz="2000" b="1" dirty="0">
                <a:latin typeface="Tahoma"/>
                <a:ea typeface="ＭＳ Ｐゴシック" charset="0"/>
              </a:rPr>
              <a:t>Inter-Tile: </a:t>
            </a:r>
            <a:r>
              <a:rPr lang="en-US" altLang="zh-CN" sz="2000" dirty="0">
                <a:latin typeface="Tahoma"/>
                <a:ea typeface="ＭＳ Ｐゴシック" charset="0"/>
              </a:rPr>
              <a:t>parallelize over Q and batch size  </a:t>
            </a:r>
            <a:r>
              <a:rPr lang="en-US" altLang="zh-CN" sz="2000" dirty="0">
                <a:latin typeface="Tahoma"/>
                <a:ea typeface="ＭＳ Ｐゴシック" charset="0"/>
                <a:sym typeface="Wingdings" panose="05000000000000000000" pitchFamily="2" charset="2"/>
              </a:rPr>
              <a:t> </a:t>
            </a:r>
            <a:r>
              <a:rPr lang="en-US" altLang="zh-CN" sz="2000" dirty="0">
                <a:solidFill>
                  <a:srgbClr val="C00000"/>
                </a:solidFill>
                <a:latin typeface="Tahoma"/>
                <a:ea typeface="ＭＳ Ｐゴシック" charset="0"/>
                <a:sym typeface="Wingdings" panose="05000000000000000000" pitchFamily="2" charset="2"/>
              </a:rPr>
              <a:t>high parallelism</a:t>
            </a:r>
            <a:endParaRPr lang="en-US" altLang="zh-CN" sz="2000" dirty="0">
              <a:solidFill>
                <a:srgbClr val="C00000"/>
              </a:solidFill>
              <a:latin typeface="Tahoma"/>
              <a:ea typeface="ＭＳ Ｐゴシック" charset="0"/>
            </a:endParaRPr>
          </a:p>
          <a:p>
            <a:pPr marL="342900" lvl="0" indent="-342900" eaLnBrk="0" hangingPunct="0">
              <a:spcBef>
                <a:spcPct val="20000"/>
              </a:spcBef>
              <a:buClr>
                <a:srgbClr val="CC9900"/>
              </a:buClr>
              <a:buSzPct val="65000"/>
              <a:buFont typeface="Wingdings" pitchFamily="2" charset="2"/>
              <a:buChar char="n"/>
              <a:defRPr/>
            </a:pPr>
            <a:r>
              <a:rPr lang="en-US" altLang="zh-CN" sz="2000" b="1" dirty="0">
                <a:latin typeface="Tahoma"/>
                <a:ea typeface="ＭＳ Ｐゴシック" charset="0"/>
              </a:rPr>
              <a:t>Intra-Tile: </a:t>
            </a:r>
            <a:r>
              <a:rPr lang="en-US" altLang="zh-CN" sz="2000" b="1" dirty="0">
                <a:latin typeface="Tahoma"/>
                <a:ea typeface="ＭＳ Ｐゴシック" charset="0"/>
                <a:sym typeface="Wingdings" panose="05000000000000000000" pitchFamily="2" charset="2"/>
              </a:rPr>
              <a:t> </a:t>
            </a:r>
            <a:r>
              <a:rPr lang="en-US" altLang="zh-CN" sz="2000" dirty="0">
                <a:solidFill>
                  <a:srgbClr val="C00000"/>
                </a:solidFill>
                <a:latin typeface="Tahoma"/>
                <a:ea typeface="ＭＳ Ｐゴシック" charset="0"/>
                <a:sym typeface="Wingdings" panose="05000000000000000000" pitchFamily="2" charset="2"/>
              </a:rPr>
              <a:t>no extra access to HBM from O </a:t>
            </a:r>
            <a:endParaRPr lang="en-US" altLang="zh-CN" sz="2000" dirty="0">
              <a:solidFill>
                <a:srgbClr val="C00000"/>
              </a:solidFill>
              <a:latin typeface="Tahoma"/>
              <a:ea typeface="ＭＳ Ｐゴシック" charset="0"/>
            </a:endParaRPr>
          </a:p>
          <a:p>
            <a:pPr marL="800100" lvl="1" indent="-342900" eaLnBrk="0" hangingPunct="0">
              <a:spcBef>
                <a:spcPct val="20000"/>
              </a:spcBef>
              <a:buClr>
                <a:srgbClr val="CC9900"/>
              </a:buClr>
              <a:buSzPct val="65000"/>
              <a:buFont typeface="Wingdings" pitchFamily="2" charset="2"/>
              <a:buChar char="n"/>
              <a:defRPr/>
            </a:pPr>
            <a:r>
              <a:rPr lang="en-US" altLang="zh-CN" sz="2000" dirty="0">
                <a:latin typeface="Tahoma"/>
                <a:ea typeface="ＭＳ Ｐゴシック" charset="0"/>
              </a:rPr>
              <a:t>Outer loop: Q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rgbClr val="CC9900"/>
              </a:buClr>
              <a:buSzPct val="65000"/>
              <a:buFont typeface="Wingdings" pitchFamily="2" charset="2"/>
              <a:buChar char="n"/>
              <a:defRPr/>
            </a:pPr>
            <a:r>
              <a:rPr lang="en-US" altLang="zh-CN" sz="2000" dirty="0">
                <a:latin typeface="Tahoma"/>
                <a:ea typeface="ＭＳ Ｐゴシック" charset="0"/>
              </a:rPr>
              <a:t>Inner loop: K V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5656B17-4EB9-4204-9E45-E6193375B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910380"/>
            <a:ext cx="6319838" cy="443156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878697A-7A3A-4EF4-BE69-C96B71C6B78D}"/>
              </a:ext>
            </a:extLst>
          </p:cNvPr>
          <p:cNvSpPr/>
          <p:nvPr/>
        </p:nvSpPr>
        <p:spPr>
          <a:xfrm>
            <a:off x="2819400" y="2133600"/>
            <a:ext cx="127791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Tahoma"/>
                <a:ea typeface="ＭＳ Ｐゴシック" charset="0"/>
              </a:rPr>
              <a:t>Outer loop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0E4907-F837-4ECE-87A0-C894608A9AD1}"/>
              </a:ext>
            </a:extLst>
          </p:cNvPr>
          <p:cNvSpPr/>
          <p:nvPr/>
        </p:nvSpPr>
        <p:spPr>
          <a:xfrm>
            <a:off x="3048000" y="2667000"/>
            <a:ext cx="126509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Tahoma"/>
                <a:ea typeface="ＭＳ Ｐゴシック" charset="0"/>
              </a:rPr>
              <a:t>Inner loop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2936317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7214619D-F0A1-1741-BD16-E551CA42E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altLang="zh-CN" dirty="0" err="1">
                <a:ea typeface="ＭＳ Ｐゴシック" panose="020B0600070205080204" pitchFamily="34" charset="-128"/>
                <a:sym typeface="Wingdings" panose="05000000000000000000" pitchFamily="2" charset="2"/>
              </a:rPr>
              <a:t>FlashAttention</a:t>
            </a:r>
            <a:r>
              <a:rPr lang="en-US" altLang="zh-CN" dirty="0">
                <a:ea typeface="ＭＳ Ｐゴシック" panose="020B0600070205080204" pitchFamily="34" charset="-128"/>
                <a:sym typeface="Wingdings" panose="05000000000000000000" pitchFamily="2" charset="2"/>
              </a:rPr>
              <a:t> -2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6867" name="Slide Number Placeholder 3">
            <a:extLst>
              <a:ext uri="{FF2B5EF4-FFF2-40B4-BE49-F238E27FC236}">
                <a16:creationId xmlns:a16="http://schemas.microsoft.com/office/drawing/2014/main" id="{C91F2A39-5E9F-DB45-8C99-DA578DF604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07FBD78-40B0-A443-B155-25A18DC37E4A}" type="slidenum">
              <a:rPr lang="en-US" altLang="en-US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21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C65E987-74B7-41E2-A73D-DBC8A794D1A6}"/>
              </a:ext>
            </a:extLst>
          </p:cNvPr>
          <p:cNvSpPr/>
          <p:nvPr/>
        </p:nvSpPr>
        <p:spPr>
          <a:xfrm>
            <a:off x="222250" y="4876800"/>
            <a:ext cx="8534400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hangingPunct="0">
              <a:spcBef>
                <a:spcPct val="20000"/>
              </a:spcBef>
              <a:buClr>
                <a:srgbClr val="CC9900"/>
              </a:buClr>
              <a:buSzPct val="65000"/>
              <a:buFont typeface="Wingdings" pitchFamily="2" charset="2"/>
              <a:buChar char="n"/>
              <a:defRPr/>
            </a:pPr>
            <a:r>
              <a:rPr lang="en-US" altLang="zh-CN" sz="2000" b="1" dirty="0">
                <a:latin typeface="Tahoma"/>
                <a:ea typeface="ＭＳ Ｐゴシック" charset="0"/>
              </a:rPr>
              <a:t>Inter-Tile: </a:t>
            </a:r>
            <a:r>
              <a:rPr lang="en-US" altLang="zh-CN" sz="2000" dirty="0">
                <a:latin typeface="Tahoma"/>
                <a:ea typeface="ＭＳ Ｐゴシック" charset="0"/>
              </a:rPr>
              <a:t>parallelize over Q and batch size  </a:t>
            </a:r>
            <a:r>
              <a:rPr lang="en-US" altLang="zh-CN" sz="2000" dirty="0">
                <a:latin typeface="Tahoma"/>
                <a:ea typeface="ＭＳ Ｐゴシック" charset="0"/>
                <a:sym typeface="Wingdings" panose="05000000000000000000" pitchFamily="2" charset="2"/>
              </a:rPr>
              <a:t> </a:t>
            </a:r>
            <a:r>
              <a:rPr lang="en-US" altLang="zh-CN" sz="2000" dirty="0">
                <a:solidFill>
                  <a:srgbClr val="C00000"/>
                </a:solidFill>
                <a:latin typeface="Tahoma"/>
                <a:ea typeface="ＭＳ Ｐゴシック" charset="0"/>
                <a:sym typeface="Wingdings" panose="05000000000000000000" pitchFamily="2" charset="2"/>
              </a:rPr>
              <a:t>high parallelism</a:t>
            </a:r>
            <a:endParaRPr lang="en-US" altLang="zh-CN" sz="2000" dirty="0">
              <a:solidFill>
                <a:srgbClr val="C00000"/>
              </a:solidFill>
              <a:latin typeface="Tahoma"/>
              <a:ea typeface="ＭＳ Ｐゴシック" charset="0"/>
            </a:endParaRPr>
          </a:p>
          <a:p>
            <a:pPr marL="342900" lvl="0" indent="-342900" eaLnBrk="0" hangingPunct="0">
              <a:spcBef>
                <a:spcPct val="20000"/>
              </a:spcBef>
              <a:buClr>
                <a:srgbClr val="CC9900"/>
              </a:buClr>
              <a:buSzPct val="65000"/>
              <a:buFont typeface="Wingdings" pitchFamily="2" charset="2"/>
              <a:buChar char="n"/>
              <a:defRPr/>
            </a:pPr>
            <a:r>
              <a:rPr lang="en-US" altLang="zh-CN" sz="2000" b="1" dirty="0">
                <a:latin typeface="Tahoma"/>
                <a:ea typeface="ＭＳ Ｐゴシック" charset="0"/>
              </a:rPr>
              <a:t>Intra-Tile: </a:t>
            </a:r>
            <a:r>
              <a:rPr lang="en-US" altLang="zh-CN" sz="2000" b="1" dirty="0">
                <a:latin typeface="Tahoma"/>
                <a:ea typeface="ＭＳ Ｐゴシック" charset="0"/>
                <a:sym typeface="Wingdings" panose="05000000000000000000" pitchFamily="2" charset="2"/>
              </a:rPr>
              <a:t> </a:t>
            </a:r>
            <a:r>
              <a:rPr lang="en-US" altLang="zh-CN" sz="2000" dirty="0">
                <a:solidFill>
                  <a:srgbClr val="C00000"/>
                </a:solidFill>
                <a:latin typeface="Tahoma"/>
                <a:ea typeface="ＭＳ Ｐゴシック" charset="0"/>
                <a:sym typeface="Wingdings" panose="05000000000000000000" pitchFamily="2" charset="2"/>
              </a:rPr>
              <a:t>no extra access to HBM from O </a:t>
            </a:r>
            <a:endParaRPr lang="en-US" altLang="zh-CN" sz="2000" dirty="0">
              <a:solidFill>
                <a:srgbClr val="C00000"/>
              </a:solidFill>
              <a:latin typeface="Tahoma"/>
              <a:ea typeface="ＭＳ Ｐゴシック" charset="0"/>
            </a:endParaRPr>
          </a:p>
          <a:p>
            <a:pPr marL="800100" lvl="1" indent="-342900" eaLnBrk="0" hangingPunct="0">
              <a:spcBef>
                <a:spcPct val="20000"/>
              </a:spcBef>
              <a:buClr>
                <a:srgbClr val="CC9900"/>
              </a:buClr>
              <a:buSzPct val="65000"/>
              <a:buFont typeface="Wingdings" pitchFamily="2" charset="2"/>
              <a:buChar char="n"/>
              <a:defRPr/>
            </a:pPr>
            <a:r>
              <a:rPr lang="en-US" altLang="zh-CN" sz="2000" dirty="0">
                <a:latin typeface="Tahoma"/>
                <a:ea typeface="ＭＳ Ｐゴシック" charset="0"/>
              </a:rPr>
              <a:t>Outer loop: Q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rgbClr val="CC9900"/>
              </a:buClr>
              <a:buSzPct val="65000"/>
              <a:buFont typeface="Wingdings" pitchFamily="2" charset="2"/>
              <a:buChar char="n"/>
              <a:defRPr/>
            </a:pPr>
            <a:r>
              <a:rPr lang="en-US" altLang="zh-CN" sz="2000" dirty="0">
                <a:latin typeface="Tahoma"/>
                <a:ea typeface="ＭＳ Ｐゴシック" charset="0"/>
              </a:rPr>
              <a:t>Inner loop: K V 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A562819-1C86-4A8F-A09E-FCEF26C39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594" y="1442799"/>
            <a:ext cx="6902805" cy="335932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9ED5EAD-726E-438C-AF66-10EF8A610016}"/>
              </a:ext>
            </a:extLst>
          </p:cNvPr>
          <p:cNvSpPr/>
          <p:nvPr/>
        </p:nvSpPr>
        <p:spPr>
          <a:xfrm>
            <a:off x="82549" y="2463224"/>
            <a:ext cx="201208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Tahoma"/>
                <a:ea typeface="ＭＳ Ｐゴシック" charset="0"/>
              </a:rPr>
              <a:t>One thread block 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Tahoma"/>
                <a:ea typeface="ＭＳ Ｐゴシック" charset="0"/>
              </a:rPr>
              <a:t>for a subset of Q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D3A84A-ABFE-42F3-8F02-5F4F06C4DA9E}"/>
              </a:ext>
            </a:extLst>
          </p:cNvPr>
          <p:cNvSpPr/>
          <p:nvPr/>
        </p:nvSpPr>
        <p:spPr>
          <a:xfrm>
            <a:off x="2819400" y="1198844"/>
            <a:ext cx="2362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Tahoma"/>
                <a:ea typeface="ＭＳ Ｐゴシック" charset="0"/>
              </a:rPr>
              <a:t>Iterate over K and V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D07A250-55E8-4DA8-8D0D-D170DA0CE6CD}"/>
              </a:ext>
            </a:extLst>
          </p:cNvPr>
          <p:cNvSpPr/>
          <p:nvPr/>
        </p:nvSpPr>
        <p:spPr>
          <a:xfrm>
            <a:off x="6074206" y="2783906"/>
            <a:ext cx="1981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Tahoma"/>
                <a:ea typeface="ＭＳ Ｐゴシック" charset="0"/>
              </a:rPr>
              <a:t>Accumulate to O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4127422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7214619D-F0A1-1741-BD16-E551CA42E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altLang="zh-CN" dirty="0" err="1">
                <a:ea typeface="ＭＳ Ｐゴシック" panose="020B0600070205080204" pitchFamily="34" charset="-128"/>
                <a:sym typeface="Wingdings" panose="05000000000000000000" pitchFamily="2" charset="2"/>
              </a:rPr>
              <a:t>FlashAttention</a:t>
            </a:r>
            <a:r>
              <a:rPr lang="en-US" altLang="zh-CN" dirty="0">
                <a:ea typeface="ＭＳ Ｐゴシック" panose="020B0600070205080204" pitchFamily="34" charset="-128"/>
                <a:sym typeface="Wingdings" panose="05000000000000000000" pitchFamily="2" charset="2"/>
              </a:rPr>
              <a:t> -3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6867" name="Slide Number Placeholder 3">
            <a:extLst>
              <a:ext uri="{FF2B5EF4-FFF2-40B4-BE49-F238E27FC236}">
                <a16:creationId xmlns:a16="http://schemas.microsoft.com/office/drawing/2014/main" id="{C91F2A39-5E9F-DB45-8C99-DA578DF604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07FBD78-40B0-A443-B155-25A18DC37E4A}" type="slidenum">
              <a:rPr lang="en-US" altLang="en-US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22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70FB798-D17A-4282-92C3-EA4B1686FBD2}"/>
              </a:ext>
            </a:extLst>
          </p:cNvPr>
          <p:cNvSpPr/>
          <p:nvPr/>
        </p:nvSpPr>
        <p:spPr>
          <a:xfrm>
            <a:off x="266700" y="4086645"/>
            <a:ext cx="8534400" cy="22344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hangingPunct="0">
              <a:spcBef>
                <a:spcPct val="20000"/>
              </a:spcBef>
              <a:buClr>
                <a:srgbClr val="CC9900"/>
              </a:buClr>
              <a:buSzPct val="65000"/>
              <a:buFont typeface="Wingdings" pitchFamily="2" charset="2"/>
              <a:buChar char="n"/>
              <a:defRPr/>
            </a:pPr>
            <a:r>
              <a:rPr lang="en-US" altLang="zh-CN" sz="2400" b="1" dirty="0">
                <a:latin typeface="Tahoma"/>
                <a:ea typeface="ＭＳ Ｐゴシック" charset="0"/>
              </a:rPr>
              <a:t>Two key ideas of FlashAttention-3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rgbClr val="CC9900"/>
              </a:buClr>
              <a:buSzPct val="65000"/>
              <a:buFont typeface="Wingdings" pitchFamily="2" charset="2"/>
              <a:buChar char="n"/>
              <a:defRPr/>
            </a:pPr>
            <a:r>
              <a:rPr lang="en-US" altLang="zh-CN" sz="2400" i="1" dirty="0">
                <a:solidFill>
                  <a:schemeClr val="tx1"/>
                </a:solidFill>
                <a:latin typeface="Tahoma"/>
                <a:ea typeface="ＭＳ Ｐゴシック" charset="0"/>
              </a:rPr>
              <a:t>Optimized for Hopper GPU</a:t>
            </a:r>
          </a:p>
          <a:p>
            <a:pPr marL="669925" lvl="8" indent="-325438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itchFamily="2" charset="2"/>
              <a:buChar char="q"/>
            </a:pPr>
            <a:r>
              <a:rPr lang="en-US" altLang="zh-CN" sz="2400" b="1" dirty="0">
                <a:solidFill>
                  <a:srgbClr val="C00000"/>
                </a:solidFill>
                <a:latin typeface="Arial"/>
                <a:cs typeface="Arial"/>
              </a:rPr>
              <a:t>1, </a:t>
            </a:r>
            <a:r>
              <a:rPr lang="en-US" altLang="zh-CN" sz="2400" b="1" dirty="0">
                <a:solidFill>
                  <a:srgbClr val="C00000"/>
                </a:solidFill>
                <a:latin typeface="Arial"/>
                <a:cs typeface="Arial"/>
                <a:sym typeface="Wingdings" panose="05000000000000000000" pitchFamily="2" charset="2"/>
              </a:rPr>
              <a:t>Warp Specialization: </a:t>
            </a:r>
            <a:r>
              <a:rPr lang="en-US" altLang="zh-CN" sz="2400" b="1" baseline="-25000" dirty="0">
                <a:latin typeface="Arial"/>
                <a:cs typeface="Arial"/>
              </a:rPr>
              <a:t>producer consumer model</a:t>
            </a:r>
            <a:endParaRPr lang="en-US" altLang="zh-CN" sz="2400" baseline="-25000" dirty="0">
              <a:solidFill>
                <a:srgbClr val="000000"/>
              </a:solidFill>
              <a:latin typeface="Arial"/>
              <a:cs typeface="Arial"/>
              <a:sym typeface="Wingdings" panose="05000000000000000000" pitchFamily="2" charset="2"/>
            </a:endParaRPr>
          </a:p>
          <a:p>
            <a:pPr marL="669925" lvl="8" indent="-325438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itchFamily="2" charset="2"/>
              <a:buChar char="q"/>
            </a:pPr>
            <a:r>
              <a:rPr lang="en-US" altLang="zh-CN" sz="2400" b="1" dirty="0">
                <a:solidFill>
                  <a:srgbClr val="C00000"/>
                </a:solidFill>
                <a:latin typeface="Arial"/>
                <a:cs typeface="Arial"/>
              </a:rPr>
              <a:t>2, </a:t>
            </a:r>
            <a:r>
              <a:rPr lang="en-US" altLang="zh-CN" sz="2400" b="1" dirty="0">
                <a:solidFill>
                  <a:srgbClr val="C00000"/>
                </a:solidFill>
                <a:latin typeface="Arial"/>
                <a:cs typeface="Arial"/>
                <a:sym typeface="Wingdings" panose="05000000000000000000" pitchFamily="2" charset="2"/>
              </a:rPr>
              <a:t>Intra-</a:t>
            </a:r>
            <a:r>
              <a:rPr lang="en-US" altLang="zh-CN" sz="2400" b="1" dirty="0" err="1">
                <a:solidFill>
                  <a:srgbClr val="C00000"/>
                </a:solidFill>
                <a:latin typeface="Arial"/>
                <a:cs typeface="Arial"/>
                <a:sym typeface="Wingdings" panose="05000000000000000000" pitchFamily="2" charset="2"/>
              </a:rPr>
              <a:t>warpgroup</a:t>
            </a:r>
            <a:r>
              <a:rPr lang="en-US" altLang="zh-CN" sz="2400" b="1" dirty="0">
                <a:solidFill>
                  <a:srgbClr val="C00000"/>
                </a:solidFill>
                <a:latin typeface="Arial"/>
                <a:cs typeface="Arial"/>
                <a:sym typeface="Wingdings" panose="05000000000000000000" pitchFamily="2" charset="2"/>
              </a:rPr>
              <a:t> overlapping: </a:t>
            </a:r>
            <a:r>
              <a:rPr lang="en-US" altLang="zh-CN" sz="2400" b="1" baseline="-25000" dirty="0">
                <a:latin typeface="Arial"/>
                <a:cs typeface="Arial"/>
                <a:sym typeface="Wingdings" panose="05000000000000000000" pitchFamily="2" charset="2"/>
              </a:rPr>
              <a:t>overlap </a:t>
            </a:r>
            <a:r>
              <a:rPr lang="en-US" altLang="zh-CN" sz="2400" b="1" baseline="-25000" dirty="0" err="1">
                <a:latin typeface="Arial"/>
                <a:cs typeface="Arial"/>
                <a:sym typeface="Wingdings" panose="05000000000000000000" pitchFamily="2" charset="2"/>
              </a:rPr>
              <a:t>softmax</a:t>
            </a:r>
            <a:r>
              <a:rPr lang="en-US" altLang="zh-CN" sz="2400" b="1" baseline="-25000" dirty="0">
                <a:latin typeface="Arial"/>
                <a:cs typeface="Arial"/>
                <a:sym typeface="Wingdings" panose="05000000000000000000" pitchFamily="2" charset="2"/>
              </a:rPr>
              <a:t> and GEMM</a:t>
            </a:r>
            <a:endParaRPr lang="en-US" altLang="zh-CN" sz="2400" b="1" baseline="-25000" dirty="0">
              <a:latin typeface="Arial"/>
              <a:cs typeface="Arial"/>
            </a:endParaRPr>
          </a:p>
          <a:p>
            <a:pPr marL="801687" lvl="2" eaLnBrk="0" hangingPunct="0">
              <a:spcBef>
                <a:spcPct val="20000"/>
              </a:spcBef>
              <a:buClr>
                <a:srgbClr val="3B812F"/>
              </a:buClr>
              <a:buSzPct val="60000"/>
            </a:pPr>
            <a:r>
              <a:rPr lang="en-US" altLang="zh-CN" sz="24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   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B277551-197C-4E9E-99D6-962181A5EA2E}"/>
              </a:ext>
            </a:extLst>
          </p:cNvPr>
          <p:cNvSpPr/>
          <p:nvPr/>
        </p:nvSpPr>
        <p:spPr>
          <a:xfrm>
            <a:off x="304800" y="1659545"/>
            <a:ext cx="8534400" cy="1791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hangingPunct="0">
              <a:spcBef>
                <a:spcPct val="20000"/>
              </a:spcBef>
              <a:buClr>
                <a:srgbClr val="CC9900"/>
              </a:buClr>
              <a:buSzPct val="65000"/>
              <a:buFont typeface="Wingdings" pitchFamily="2" charset="2"/>
              <a:buChar char="n"/>
              <a:defRPr/>
            </a:pPr>
            <a:r>
              <a:rPr lang="en-US" altLang="zh-CN" sz="2400" b="1" dirty="0">
                <a:latin typeface="Tahoma"/>
                <a:ea typeface="ＭＳ Ｐゴシック" charset="0"/>
              </a:rPr>
              <a:t>Issues of FlashAttention-2</a:t>
            </a:r>
            <a:endParaRPr lang="en-US" altLang="zh-CN" sz="2400" b="1" dirty="0">
              <a:solidFill>
                <a:schemeClr val="tx1"/>
              </a:solidFill>
              <a:latin typeface="Tahoma"/>
              <a:ea typeface="ＭＳ Ｐゴシック" charset="0"/>
            </a:endParaRPr>
          </a:p>
          <a:p>
            <a:pPr marL="669925" lvl="8" indent="-325438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itchFamily="2" charset="2"/>
              <a:buChar char="q"/>
            </a:pPr>
            <a:r>
              <a:rPr lang="en-US" altLang="zh-CN" sz="2400" b="1" dirty="0">
                <a:solidFill>
                  <a:srgbClr val="C00000"/>
                </a:solidFill>
                <a:latin typeface="Arial"/>
                <a:cs typeface="Arial"/>
              </a:rPr>
              <a:t>Serial Execution of GEMM, </a:t>
            </a:r>
            <a:r>
              <a:rPr lang="en-US" altLang="zh-CN" sz="2400" b="1" dirty="0" err="1">
                <a:solidFill>
                  <a:srgbClr val="C00000"/>
                </a:solidFill>
                <a:latin typeface="Arial"/>
                <a:cs typeface="Arial"/>
              </a:rPr>
              <a:t>softmax</a:t>
            </a:r>
            <a:r>
              <a:rPr lang="en-US" altLang="zh-CN" sz="2400" b="1" dirty="0">
                <a:solidFill>
                  <a:srgbClr val="C00000"/>
                </a:solidFill>
                <a:latin typeface="Arial"/>
                <a:cs typeface="Arial"/>
              </a:rPr>
              <a:t>, and HBM</a:t>
            </a:r>
            <a:endParaRPr lang="en-US" altLang="zh-CN" sz="2400" baseline="-25000" dirty="0">
              <a:solidFill>
                <a:srgbClr val="000000"/>
              </a:solidFill>
              <a:latin typeface="Arial"/>
              <a:cs typeface="Arial"/>
              <a:sym typeface="Wingdings" panose="05000000000000000000" pitchFamily="2" charset="2"/>
            </a:endParaRPr>
          </a:p>
          <a:p>
            <a:pPr marL="669925" lvl="8" indent="-325438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itchFamily="2" charset="2"/>
              <a:buChar char="q"/>
            </a:pPr>
            <a:r>
              <a:rPr lang="en-US" altLang="zh-CN" sz="2400" b="1" dirty="0">
                <a:solidFill>
                  <a:srgbClr val="C00000"/>
                </a:solidFill>
                <a:latin typeface="Arial"/>
                <a:cs typeface="Arial"/>
              </a:rPr>
              <a:t>Low GPU </a:t>
            </a:r>
            <a:r>
              <a:rPr lang="en-US" altLang="zh-CN" sz="2400" b="1" dirty="0" err="1">
                <a:solidFill>
                  <a:srgbClr val="C00000"/>
                </a:solidFill>
                <a:latin typeface="Arial"/>
                <a:cs typeface="Arial"/>
              </a:rPr>
              <a:t>utilizaton</a:t>
            </a:r>
            <a:endParaRPr lang="en-US" altLang="zh-CN" sz="2400" b="1" baseline="-25000" dirty="0">
              <a:latin typeface="Arial"/>
              <a:cs typeface="Arial"/>
            </a:endParaRPr>
          </a:p>
          <a:p>
            <a:pPr marL="801687" lvl="2" eaLnBrk="0" hangingPunct="0">
              <a:spcBef>
                <a:spcPct val="20000"/>
              </a:spcBef>
              <a:buClr>
                <a:srgbClr val="3B812F"/>
              </a:buClr>
              <a:buSzPct val="60000"/>
            </a:pPr>
            <a:r>
              <a:rPr lang="en-US" altLang="zh-CN" sz="24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993798825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7214619D-F0A1-1741-BD16-E551CA42E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  <a:sym typeface="Wingdings" panose="05000000000000000000" pitchFamily="2" charset="2"/>
              </a:rPr>
              <a:t>Producer and Consumer Model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6867" name="Slide Number Placeholder 3">
            <a:extLst>
              <a:ext uri="{FF2B5EF4-FFF2-40B4-BE49-F238E27FC236}">
                <a16:creationId xmlns:a16="http://schemas.microsoft.com/office/drawing/2014/main" id="{C91F2A39-5E9F-DB45-8C99-DA578DF604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07FBD78-40B0-A443-B155-25A18DC37E4A}" type="slidenum">
              <a:rPr lang="en-US" altLang="en-US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23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70FB798-D17A-4282-92C3-EA4B1686FBD2}"/>
              </a:ext>
            </a:extLst>
          </p:cNvPr>
          <p:cNvSpPr/>
          <p:nvPr/>
        </p:nvSpPr>
        <p:spPr>
          <a:xfrm>
            <a:off x="228600" y="5008289"/>
            <a:ext cx="8325878" cy="1348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hangingPunct="0">
              <a:spcBef>
                <a:spcPct val="20000"/>
              </a:spcBef>
              <a:buClr>
                <a:srgbClr val="CC9900"/>
              </a:buClr>
              <a:buSzPct val="65000"/>
              <a:buFont typeface="Wingdings" pitchFamily="2" charset="2"/>
              <a:buChar char="n"/>
              <a:defRPr/>
            </a:pPr>
            <a:r>
              <a:rPr lang="en-US" altLang="zh-CN" sz="2400" b="1" dirty="0">
                <a:latin typeface="Tahoma"/>
                <a:ea typeface="ＭＳ Ｐゴシック" charset="0"/>
              </a:rPr>
              <a:t>One key idea of FlashAttention-3</a:t>
            </a:r>
            <a:endParaRPr lang="en-US" altLang="zh-CN" sz="2400" b="1" dirty="0">
              <a:solidFill>
                <a:schemeClr val="tx1"/>
              </a:solidFill>
              <a:latin typeface="Tahoma"/>
              <a:ea typeface="ＭＳ Ｐゴシック" charset="0"/>
            </a:endParaRPr>
          </a:p>
          <a:p>
            <a:pPr marL="669925" lvl="8" indent="-325438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itchFamily="2" charset="2"/>
              <a:buChar char="q"/>
            </a:pPr>
            <a:r>
              <a:rPr lang="en-US" altLang="zh-CN" sz="2400" b="1" dirty="0">
                <a:solidFill>
                  <a:srgbClr val="C00000"/>
                </a:solidFill>
                <a:latin typeface="Arial"/>
                <a:cs typeface="Arial"/>
              </a:rPr>
              <a:t>1, </a:t>
            </a:r>
            <a:r>
              <a:rPr lang="en-US" altLang="zh-CN" sz="2400" b="1" dirty="0">
                <a:solidFill>
                  <a:srgbClr val="C00000"/>
                </a:solidFill>
                <a:latin typeface="Arial"/>
                <a:cs typeface="Arial"/>
                <a:sym typeface="Wingdings" panose="05000000000000000000" pitchFamily="2" charset="2"/>
              </a:rPr>
              <a:t>Warp Specialization: </a:t>
            </a:r>
            <a:r>
              <a:rPr lang="en-US" altLang="zh-CN" sz="2400" b="1" baseline="-25000" dirty="0">
                <a:latin typeface="Arial"/>
                <a:cs typeface="Arial"/>
              </a:rPr>
              <a:t>producer consumer model</a:t>
            </a:r>
            <a:endParaRPr lang="en-US" altLang="zh-CN" sz="2400" baseline="-25000" dirty="0">
              <a:solidFill>
                <a:srgbClr val="000000"/>
              </a:solidFill>
              <a:latin typeface="Arial"/>
              <a:cs typeface="Arial"/>
              <a:sym typeface="Wingdings" panose="05000000000000000000" pitchFamily="2" charset="2"/>
            </a:endParaRPr>
          </a:p>
          <a:p>
            <a:pPr marL="801687" lvl="2" eaLnBrk="0" hangingPunct="0">
              <a:spcBef>
                <a:spcPct val="20000"/>
              </a:spcBef>
              <a:buClr>
                <a:srgbClr val="3B812F"/>
              </a:buClr>
              <a:buSzPct val="60000"/>
            </a:pPr>
            <a:r>
              <a:rPr lang="en-US" altLang="zh-CN" sz="24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   Due to async memory access (DMA)</a:t>
            </a:r>
          </a:p>
        </p:txBody>
      </p:sp>
      <p:pic>
        <p:nvPicPr>
          <p:cNvPr id="2050" name="Picture 2" descr="https://picx.zhimg.com/v2-1b5d6e2eaaa54bcfe0f2a040ee888ae1_1440w.jpg">
            <a:extLst>
              <a:ext uri="{FF2B5EF4-FFF2-40B4-BE49-F238E27FC236}">
                <a16:creationId xmlns:a16="http://schemas.microsoft.com/office/drawing/2014/main" id="{322F234A-EE91-4AE6-BF1B-370782E1EF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990600"/>
            <a:ext cx="6288556" cy="4017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6656810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7214619D-F0A1-1741-BD16-E551CA42E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  <a:sym typeface="Wingdings" panose="05000000000000000000" pitchFamily="2" charset="2"/>
              </a:rPr>
              <a:t>Intra-</a:t>
            </a:r>
            <a:r>
              <a:rPr lang="en-US" altLang="zh-CN" dirty="0" err="1">
                <a:ea typeface="ＭＳ Ｐゴシック" panose="020B0600070205080204" pitchFamily="34" charset="-128"/>
                <a:sym typeface="Wingdings" panose="05000000000000000000" pitchFamily="2" charset="2"/>
              </a:rPr>
              <a:t>warpgroup</a:t>
            </a:r>
            <a:r>
              <a:rPr lang="en-US" altLang="zh-CN" dirty="0">
                <a:ea typeface="ＭＳ Ｐゴシック" panose="020B0600070205080204" pitchFamily="34" charset="-128"/>
                <a:sym typeface="Wingdings" panose="05000000000000000000" pitchFamily="2" charset="2"/>
              </a:rPr>
              <a:t> overlapping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6867" name="Slide Number Placeholder 3">
            <a:extLst>
              <a:ext uri="{FF2B5EF4-FFF2-40B4-BE49-F238E27FC236}">
                <a16:creationId xmlns:a16="http://schemas.microsoft.com/office/drawing/2014/main" id="{C91F2A39-5E9F-DB45-8C99-DA578DF604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07FBD78-40B0-A443-B155-25A18DC37E4A}" type="slidenum">
              <a:rPr lang="en-US" altLang="en-US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24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70FB798-D17A-4282-92C3-EA4B1686FBD2}"/>
              </a:ext>
            </a:extLst>
          </p:cNvPr>
          <p:cNvSpPr/>
          <p:nvPr/>
        </p:nvSpPr>
        <p:spPr>
          <a:xfrm>
            <a:off x="76200" y="5072753"/>
            <a:ext cx="8534400" cy="1348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hangingPunct="0">
              <a:spcBef>
                <a:spcPct val="20000"/>
              </a:spcBef>
              <a:buClr>
                <a:srgbClr val="CC9900"/>
              </a:buClr>
              <a:buSzPct val="65000"/>
              <a:buFont typeface="Wingdings" pitchFamily="2" charset="2"/>
              <a:buChar char="n"/>
              <a:defRPr/>
            </a:pPr>
            <a:r>
              <a:rPr lang="en-US" altLang="zh-CN" sz="2400" b="1" dirty="0">
                <a:latin typeface="Tahoma"/>
                <a:ea typeface="ＭＳ Ｐゴシック" charset="0"/>
              </a:rPr>
              <a:t>One key idea of FlashAttention-3</a:t>
            </a:r>
          </a:p>
          <a:p>
            <a:pPr marL="669925" lvl="8" indent="-325438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itchFamily="2" charset="2"/>
              <a:buChar char="q"/>
            </a:pPr>
            <a:r>
              <a:rPr lang="en-US" altLang="zh-CN" sz="2400" b="1" dirty="0">
                <a:solidFill>
                  <a:srgbClr val="C00000"/>
                </a:solidFill>
                <a:latin typeface="Arial"/>
                <a:cs typeface="Arial"/>
                <a:sym typeface="Wingdings" panose="05000000000000000000" pitchFamily="2" charset="2"/>
              </a:rPr>
              <a:t>Intra-</a:t>
            </a:r>
            <a:r>
              <a:rPr lang="en-US" altLang="zh-CN" sz="2400" b="1" dirty="0" err="1">
                <a:solidFill>
                  <a:srgbClr val="C00000"/>
                </a:solidFill>
                <a:latin typeface="Arial"/>
                <a:cs typeface="Arial"/>
                <a:sym typeface="Wingdings" panose="05000000000000000000" pitchFamily="2" charset="2"/>
              </a:rPr>
              <a:t>warpgroup</a:t>
            </a:r>
            <a:r>
              <a:rPr lang="en-US" altLang="zh-CN" sz="2400" b="1" dirty="0">
                <a:solidFill>
                  <a:srgbClr val="C00000"/>
                </a:solidFill>
                <a:latin typeface="Arial"/>
                <a:cs typeface="Arial"/>
                <a:sym typeface="Wingdings" panose="05000000000000000000" pitchFamily="2" charset="2"/>
              </a:rPr>
              <a:t> overlapping: </a:t>
            </a:r>
            <a:r>
              <a:rPr lang="en-US" altLang="zh-CN" sz="2400" b="1" baseline="-25000" dirty="0">
                <a:latin typeface="Arial"/>
                <a:cs typeface="Arial"/>
                <a:sym typeface="Wingdings" panose="05000000000000000000" pitchFamily="2" charset="2"/>
              </a:rPr>
              <a:t>overlap </a:t>
            </a:r>
            <a:r>
              <a:rPr lang="en-US" altLang="zh-CN" sz="2400" b="1" baseline="-25000" dirty="0" err="1">
                <a:latin typeface="Arial"/>
                <a:cs typeface="Arial"/>
                <a:sym typeface="Wingdings" panose="05000000000000000000" pitchFamily="2" charset="2"/>
              </a:rPr>
              <a:t>softmax</a:t>
            </a:r>
            <a:r>
              <a:rPr lang="en-US" altLang="zh-CN" sz="2400" b="1" baseline="-25000" dirty="0">
                <a:latin typeface="Arial"/>
                <a:cs typeface="Arial"/>
                <a:sym typeface="Wingdings" panose="05000000000000000000" pitchFamily="2" charset="2"/>
              </a:rPr>
              <a:t> and GEMM </a:t>
            </a:r>
            <a:endParaRPr lang="en-US" altLang="zh-CN" sz="2400" b="1" baseline="-25000" dirty="0">
              <a:latin typeface="Arial"/>
              <a:cs typeface="Arial"/>
            </a:endParaRPr>
          </a:p>
          <a:p>
            <a:pPr marL="801687" lvl="2" eaLnBrk="0" hangingPunct="0">
              <a:spcBef>
                <a:spcPct val="20000"/>
              </a:spcBef>
              <a:buClr>
                <a:srgbClr val="3B812F"/>
              </a:buClr>
              <a:buSzPct val="60000"/>
            </a:pPr>
            <a:r>
              <a:rPr lang="en-US" altLang="zh-CN" sz="24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   </a:t>
            </a:r>
          </a:p>
        </p:txBody>
      </p:sp>
      <p:pic>
        <p:nvPicPr>
          <p:cNvPr id="1026" name="Picture 2" descr="https://pica.zhimg.com/v2-c5dd2f5d5bbbe9831d3c8c8c7fc27a6c_1440w.jpg">
            <a:extLst>
              <a:ext uri="{FF2B5EF4-FFF2-40B4-BE49-F238E27FC236}">
                <a16:creationId xmlns:a16="http://schemas.microsoft.com/office/drawing/2014/main" id="{65DA7E8A-055B-44F3-B480-BE64D17B3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1066800"/>
            <a:ext cx="7239000" cy="3492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https://pica.zhimg.com/v2-c5dd2f5d5bbbe9831d3c8c8c7fc27a6c_1440w.jpg">
            <a:extLst>
              <a:ext uri="{FF2B5EF4-FFF2-40B4-BE49-F238E27FC236}">
                <a16:creationId xmlns:a16="http://schemas.microsoft.com/office/drawing/2014/main" id="{85B051C4-39DD-40CC-82DC-F08C4287C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82" y="1143000"/>
            <a:ext cx="7962818" cy="3841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474881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7214619D-F0A1-1741-BD16-E551CA42E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altLang="zh-CN" dirty="0" err="1">
                <a:ea typeface="ＭＳ Ｐゴシック" panose="020B0600070205080204" pitchFamily="34" charset="-128"/>
                <a:sym typeface="Wingdings" panose="05000000000000000000" pitchFamily="2" charset="2"/>
              </a:rPr>
              <a:t>FlashAttention</a:t>
            </a:r>
            <a:r>
              <a:rPr lang="en-US" altLang="zh-CN" dirty="0">
                <a:ea typeface="ＭＳ Ｐゴシック" panose="020B0600070205080204" pitchFamily="34" charset="-128"/>
                <a:sym typeface="Wingdings" panose="05000000000000000000" pitchFamily="2" charset="2"/>
              </a:rPr>
              <a:t> -3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6867" name="Slide Number Placeholder 3">
            <a:extLst>
              <a:ext uri="{FF2B5EF4-FFF2-40B4-BE49-F238E27FC236}">
                <a16:creationId xmlns:a16="http://schemas.microsoft.com/office/drawing/2014/main" id="{C91F2A39-5E9F-DB45-8C99-DA578DF604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07FBD78-40B0-A443-B155-25A18DC37E4A}" type="slidenum">
              <a:rPr lang="en-US" altLang="en-US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25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70FB798-D17A-4282-92C3-EA4B1686FBD2}"/>
              </a:ext>
            </a:extLst>
          </p:cNvPr>
          <p:cNvSpPr/>
          <p:nvPr/>
        </p:nvSpPr>
        <p:spPr>
          <a:xfrm>
            <a:off x="76200" y="5427389"/>
            <a:ext cx="8534400" cy="90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hangingPunct="0">
              <a:spcBef>
                <a:spcPct val="20000"/>
              </a:spcBef>
              <a:buClr>
                <a:srgbClr val="CC9900"/>
              </a:buClr>
              <a:buSzPct val="65000"/>
              <a:buFont typeface="Wingdings" pitchFamily="2" charset="2"/>
              <a:buChar char="n"/>
              <a:defRPr/>
            </a:pPr>
            <a:r>
              <a:rPr lang="en-US" altLang="zh-CN" sz="2400" b="1" dirty="0">
                <a:latin typeface="Tahoma"/>
                <a:ea typeface="ＭＳ Ｐゴシック" charset="0"/>
              </a:rPr>
              <a:t>Real Mapping of FlashAttention-3</a:t>
            </a:r>
            <a:endParaRPr lang="en-US" altLang="zh-CN" sz="2400" b="1" dirty="0">
              <a:solidFill>
                <a:schemeClr val="tx1"/>
              </a:solidFill>
              <a:latin typeface="Tahoma"/>
              <a:ea typeface="ＭＳ Ｐゴシック" charset="0"/>
            </a:endParaRPr>
          </a:p>
          <a:p>
            <a:pPr marL="669925" lvl="8" indent="-325438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itchFamily="2" charset="2"/>
              <a:buChar char="q"/>
            </a:pPr>
            <a:r>
              <a:rPr lang="en-US" altLang="zh-CN" sz="2400" b="1" dirty="0">
                <a:solidFill>
                  <a:srgbClr val="C00000"/>
                </a:solidFill>
                <a:latin typeface="Arial"/>
                <a:cs typeface="Arial"/>
              </a:rPr>
              <a:t>Epilogue is </a:t>
            </a:r>
            <a:r>
              <a:rPr lang="en-US" altLang="zh-CN" sz="2400" b="1" dirty="0" err="1">
                <a:solidFill>
                  <a:srgbClr val="C00000"/>
                </a:solidFill>
                <a:latin typeface="Arial"/>
                <a:cs typeface="Arial"/>
              </a:rPr>
              <a:t>softmax</a:t>
            </a:r>
            <a:r>
              <a:rPr lang="en-US" altLang="zh-CN" sz="24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   </a:t>
            </a:r>
          </a:p>
        </p:txBody>
      </p:sp>
      <p:pic>
        <p:nvPicPr>
          <p:cNvPr id="2052" name="Picture 4" descr="https://pic4.zhimg.com/v2-51f16e45bbc0408cd4b14aa2d519b583_r.jpg">
            <a:extLst>
              <a:ext uri="{FF2B5EF4-FFF2-40B4-BE49-F238E27FC236}">
                <a16:creationId xmlns:a16="http://schemas.microsoft.com/office/drawing/2014/main" id="{D4469875-8C50-4845-990D-3B1F5AA6B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926963"/>
            <a:ext cx="9144000" cy="4583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2582395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7214619D-F0A1-1741-BD16-E551CA42E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 altLang="zh-CN" dirty="0" err="1">
                <a:ea typeface="ＭＳ Ｐゴシック" panose="020B0600070205080204" pitchFamily="34" charset="-128"/>
                <a:sym typeface="Wingdings" panose="05000000000000000000" pitchFamily="2" charset="2"/>
              </a:rPr>
              <a:t>FlashAttention</a:t>
            </a:r>
            <a:r>
              <a:rPr lang="en-US" altLang="zh-CN" dirty="0">
                <a:ea typeface="ＭＳ Ｐゴシック" panose="020B0600070205080204" pitchFamily="34" charset="-128"/>
                <a:sym typeface="Wingdings" panose="05000000000000000000" pitchFamily="2" charset="2"/>
              </a:rPr>
              <a:t> -4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6867" name="Slide Number Placeholder 3">
            <a:extLst>
              <a:ext uri="{FF2B5EF4-FFF2-40B4-BE49-F238E27FC236}">
                <a16:creationId xmlns:a16="http://schemas.microsoft.com/office/drawing/2014/main" id="{C91F2A39-5E9F-DB45-8C99-DA578DF604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07FBD78-40B0-A443-B155-25A18DC37E4A}" type="slidenum">
              <a:rPr lang="en-US" altLang="en-US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/>
              <a:t>26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70FB798-D17A-4282-92C3-EA4B1686FBD2}"/>
              </a:ext>
            </a:extLst>
          </p:cNvPr>
          <p:cNvSpPr/>
          <p:nvPr/>
        </p:nvSpPr>
        <p:spPr>
          <a:xfrm>
            <a:off x="266700" y="4086645"/>
            <a:ext cx="8534400" cy="1348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hangingPunct="0">
              <a:spcBef>
                <a:spcPct val="20000"/>
              </a:spcBef>
              <a:buClr>
                <a:srgbClr val="CC9900"/>
              </a:buClr>
              <a:buSzPct val="65000"/>
              <a:buFont typeface="Wingdings" pitchFamily="2" charset="2"/>
              <a:buChar char="n"/>
              <a:defRPr/>
            </a:pPr>
            <a:r>
              <a:rPr lang="en-US" altLang="zh-CN" sz="2400" b="1" dirty="0">
                <a:latin typeface="Tahoma"/>
                <a:ea typeface="ＭＳ Ｐゴシック" charset="0"/>
              </a:rPr>
              <a:t>Two key ideas of FlashAttention-4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rgbClr val="CC9900"/>
              </a:buClr>
              <a:buSzPct val="65000"/>
              <a:buFont typeface="Wingdings" pitchFamily="2" charset="2"/>
              <a:buChar char="n"/>
              <a:defRPr/>
            </a:pPr>
            <a:r>
              <a:rPr lang="en-US" altLang="zh-CN" sz="2400" i="1" dirty="0">
                <a:solidFill>
                  <a:schemeClr val="tx1"/>
                </a:solidFill>
                <a:latin typeface="Tahoma"/>
                <a:ea typeface="ＭＳ Ｐゴシック" charset="0"/>
              </a:rPr>
              <a:t>Goal: Optimized for Blackwell GPU</a:t>
            </a:r>
          </a:p>
          <a:p>
            <a:pPr marL="669925" lvl="8" indent="-325438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itchFamily="2" charset="2"/>
              <a:buChar char="q"/>
            </a:pPr>
            <a:r>
              <a:rPr lang="en-US" altLang="zh-CN" sz="2400" b="1" dirty="0">
                <a:solidFill>
                  <a:srgbClr val="C00000"/>
                </a:solidFill>
                <a:latin typeface="Arial"/>
                <a:cs typeface="Arial"/>
              </a:rPr>
              <a:t>1, Deeper </a:t>
            </a:r>
            <a:r>
              <a:rPr lang="en-US" altLang="zh-CN" sz="2400" b="1" dirty="0">
                <a:solidFill>
                  <a:srgbClr val="C00000"/>
                </a:solidFill>
                <a:latin typeface="Arial"/>
                <a:cs typeface="Arial"/>
                <a:sym typeface="Wingdings" panose="05000000000000000000" pitchFamily="2" charset="2"/>
              </a:rPr>
              <a:t>Warp Specialization</a:t>
            </a:r>
            <a:endParaRPr lang="en-US" altLang="zh-CN" sz="2400" baseline="-25000" dirty="0">
              <a:solidFill>
                <a:srgbClr val="000000"/>
              </a:solidFill>
              <a:latin typeface="Arial"/>
              <a:cs typeface="Arial"/>
              <a:sym typeface="Wingdings" panose="05000000000000000000" pitchFamily="2" charset="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B277551-197C-4E9E-99D6-962181A5EA2E}"/>
              </a:ext>
            </a:extLst>
          </p:cNvPr>
          <p:cNvSpPr/>
          <p:nvPr/>
        </p:nvSpPr>
        <p:spPr>
          <a:xfrm>
            <a:off x="304800" y="1659545"/>
            <a:ext cx="8534400" cy="90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hangingPunct="0">
              <a:spcBef>
                <a:spcPct val="20000"/>
              </a:spcBef>
              <a:buClr>
                <a:srgbClr val="CC9900"/>
              </a:buClr>
              <a:buSzPct val="65000"/>
              <a:buFont typeface="Wingdings" pitchFamily="2" charset="2"/>
              <a:buChar char="n"/>
              <a:defRPr/>
            </a:pPr>
            <a:r>
              <a:rPr lang="en-US" altLang="zh-CN" sz="2400" b="1" dirty="0">
                <a:latin typeface="Tahoma"/>
                <a:ea typeface="ＭＳ Ｐゴシック" charset="0"/>
              </a:rPr>
              <a:t>Issues of FlashAttention-2</a:t>
            </a:r>
            <a:endParaRPr lang="en-US" altLang="zh-CN" sz="2400" b="1" dirty="0">
              <a:solidFill>
                <a:schemeClr val="tx1"/>
              </a:solidFill>
              <a:latin typeface="Tahoma"/>
              <a:ea typeface="ＭＳ Ｐゴシック" charset="0"/>
            </a:endParaRPr>
          </a:p>
          <a:p>
            <a:pPr marL="669925" lvl="8" indent="-325438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itchFamily="2" charset="2"/>
              <a:buChar char="q"/>
            </a:pPr>
            <a:r>
              <a:rPr lang="en-US" altLang="zh-CN" sz="2400" b="1" dirty="0">
                <a:solidFill>
                  <a:srgbClr val="C00000"/>
                </a:solidFill>
                <a:latin typeface="Arial"/>
                <a:cs typeface="Arial"/>
              </a:rPr>
              <a:t>Unaware of Blackwell GPU</a:t>
            </a:r>
            <a:r>
              <a:rPr lang="en-US" altLang="zh-CN" sz="2400" dirty="0">
                <a:solidFill>
                  <a:srgbClr val="000000"/>
                </a:solidFill>
                <a:latin typeface="Arial"/>
                <a:cs typeface="Arial"/>
                <a:sym typeface="Wingdings" panose="05000000000000000000" pitchFamily="2" charset="2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17185406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>
            <a:extLst>
              <a:ext uri="{FF2B5EF4-FFF2-40B4-BE49-F238E27FC236}">
                <a16:creationId xmlns:a16="http://schemas.microsoft.com/office/drawing/2014/main" id="{EAD96CAD-A9D7-8C45-AD1C-FEC20F701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610" y="232604"/>
            <a:ext cx="8610600" cy="739341"/>
          </a:xfrm>
        </p:spPr>
        <p:txBody>
          <a:bodyPr/>
          <a:lstStyle/>
          <a:p>
            <a:r>
              <a:rPr lang="zh-CN" altLang="en-US" dirty="0">
                <a:ea typeface="ＭＳ Ｐゴシック" panose="020B0600070205080204" pitchFamily="34" charset="-128"/>
              </a:rPr>
              <a:t>算子融合</a:t>
            </a:r>
            <a:r>
              <a:rPr lang="en-US" altLang="zh-CN" dirty="0">
                <a:ea typeface="ＭＳ Ｐゴシック" panose="020B0600070205080204" pitchFamily="34" charset="-128"/>
              </a:rPr>
              <a:t>-</a:t>
            </a:r>
            <a:r>
              <a:rPr lang="en-US" altLang="zh-CN" dirty="0" err="1">
                <a:ea typeface="ＭＳ Ｐゴシック" panose="020B0600070205080204" pitchFamily="34" charset="-128"/>
              </a:rPr>
              <a:t>PyTorch</a:t>
            </a:r>
            <a:r>
              <a:rPr lang="zh-CN" altLang="en-US" dirty="0">
                <a:ea typeface="ＭＳ Ｐゴシック" panose="020B0600070205080204" pitchFamily="34" charset="-128"/>
              </a:rPr>
              <a:t>版</a:t>
            </a:r>
            <a:r>
              <a:rPr lang="en-US" altLang="zh-CN" dirty="0">
                <a:ea typeface="ＭＳ Ｐゴシック" panose="020B0600070205080204" pitchFamily="34" charset="-128"/>
              </a:rPr>
              <a:t>Attention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073A7333-83F5-2B47-8060-DE2CC8AC09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378637" y="6441870"/>
            <a:ext cx="1460563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F34179-0770-7443-BCBE-3A30EF193D4C}" type="slidenum"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C2D3C51-E8E7-4348-968A-4BE520E8B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959061"/>
            <a:ext cx="9073595" cy="5482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32749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0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79394</TotalTime>
  <Words>1295</Words>
  <Application>Microsoft Office PowerPoint</Application>
  <PresentationFormat>全屏显示(4:3)</PresentationFormat>
  <Paragraphs>239</Paragraphs>
  <Slides>27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27</vt:i4>
      </vt:variant>
    </vt:vector>
  </HeadingPairs>
  <TitlesOfParts>
    <vt:vector size="44" baseType="lpstr">
      <vt:lpstr>Abadi MT Condensed Light</vt:lpstr>
      <vt:lpstr>DINPro-Bold</vt:lpstr>
      <vt:lpstr>ＭＳ Ｐゴシック</vt:lpstr>
      <vt:lpstr>宋体</vt:lpstr>
      <vt:lpstr>Arial</vt:lpstr>
      <vt:lpstr>Bahnschrift Condensed</vt:lpstr>
      <vt:lpstr>Calibri</vt:lpstr>
      <vt:lpstr>Cambria Math</vt:lpstr>
      <vt:lpstr>Garamond</vt:lpstr>
      <vt:lpstr>Tahoma</vt:lpstr>
      <vt:lpstr>Trebuchet MS</vt:lpstr>
      <vt:lpstr>Wingdings</vt:lpstr>
      <vt:lpstr>微软雅黑</vt:lpstr>
      <vt:lpstr>Edge</vt:lpstr>
      <vt:lpstr>10_Edge</vt:lpstr>
      <vt:lpstr>1_Edge</vt:lpstr>
      <vt:lpstr>3_Edge</vt:lpstr>
      <vt:lpstr> Computer Arch. &amp; AI Chip Lecture 15:  Flash Attention</vt:lpstr>
      <vt:lpstr>Outline</vt:lpstr>
      <vt:lpstr>AI System: Four Components</vt:lpstr>
      <vt:lpstr>AI System: Storage</vt:lpstr>
      <vt:lpstr>ZeRO: Zero Redundancy Optimizer</vt:lpstr>
      <vt:lpstr>ZeRO: Zero Redundancy Optimizer</vt:lpstr>
      <vt:lpstr>Overhead of ZeRO: More Communication</vt:lpstr>
      <vt:lpstr>Summary</vt:lpstr>
      <vt:lpstr>Batch Size Limitation of LLM Training</vt:lpstr>
      <vt:lpstr>Outline</vt:lpstr>
      <vt:lpstr>Why FlashAttention？</vt:lpstr>
      <vt:lpstr>Naïve Attention</vt:lpstr>
      <vt:lpstr>Two Issues of Naïve Attention</vt:lpstr>
      <vt:lpstr>Two Challenges of Naïve Attention</vt:lpstr>
      <vt:lpstr>Softmax  Safe Softmax</vt:lpstr>
      <vt:lpstr>Details of Safe Softmax</vt:lpstr>
      <vt:lpstr>Details of Online Softmax</vt:lpstr>
      <vt:lpstr>FlashAttention -1</vt:lpstr>
      <vt:lpstr>FlashAttention -1</vt:lpstr>
      <vt:lpstr>FlashAttention -2</vt:lpstr>
      <vt:lpstr>FlashAttention -2</vt:lpstr>
      <vt:lpstr>FlashAttention -3</vt:lpstr>
      <vt:lpstr>Producer and Consumer Model</vt:lpstr>
      <vt:lpstr>Intra-warpgroup overlapping</vt:lpstr>
      <vt:lpstr>FlashAttention -3</vt:lpstr>
      <vt:lpstr>FlashAttention -4</vt:lpstr>
      <vt:lpstr>算子融合-PyTorch版Attention 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18-741  Advanced Computer Architecture Lecture 1: Intro and Basics</dc:title>
  <dc:creator>Onur Mutlu</dc:creator>
  <cp:lastModifiedBy>Zeke Wang</cp:lastModifiedBy>
  <cp:revision>1291</cp:revision>
  <cp:lastPrinted>2017-05-26T10:00:55Z</cp:lastPrinted>
  <dcterms:created xsi:type="dcterms:W3CDTF">2010-09-08T00:51:32Z</dcterms:created>
  <dcterms:modified xsi:type="dcterms:W3CDTF">2026-06-11T01:45:32Z</dcterms:modified>
</cp:coreProperties>
</file>